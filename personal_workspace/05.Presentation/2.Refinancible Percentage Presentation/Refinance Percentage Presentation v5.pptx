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gif" ContentType="image/gif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Masters/slideMaster7.xml" ContentType="application/vnd.openxmlformats-officedocument.presentationml.slideMaster+xml"/>
  <Override PartName="/ppt/slideMasters/slideMaster8.xml" ContentType="application/vnd.openxmlformats-officedocument.presentationml.slideMaster+xml"/>
  <Override PartName="/ppt/slideMasters/slideMaster9.xml" ContentType="application/vnd.openxmlformats-officedocument.presentationml.slideMaster+xml"/>
  <Override PartName="/ppt/slideMasters/slideMaster10.xml" ContentType="application/vnd.openxmlformats-officedocument.presentationml.slideMaster+xml"/>
  <Override PartName="/ppt/slideMasters/slideMaster11.xml" ContentType="application/vnd.openxmlformats-officedocument.presentationml.slideMaster+xml"/>
  <Override PartName="/ppt/slideMasters/slideMaster12.xml" ContentType="application/vnd.openxmlformats-officedocument.presentationml.slideMaster+xml"/>
  <Override PartName="/ppt/slideMasters/slideMaster13.xml" ContentType="application/vnd.openxmlformats-officedocument.presentationml.slideMaster+xml"/>
  <Override PartName="/ppt/slideMasters/slideMaster14.xml" ContentType="application/vnd.openxmlformats-officedocument.presentationml.slideMaster+xml"/>
  <Override PartName="/ppt/slideMasters/slideMaster15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theme/theme2.xml" ContentType="application/vnd.openxmlformats-officedocument.theme+xml"/>
  <Override PartName="/ppt/slideLayouts/slideLayout9.xml" ContentType="application/vnd.openxmlformats-officedocument.presentationml.slideLayout+xml"/>
  <Override PartName="/ppt/theme/theme3.xml" ContentType="application/vnd.openxmlformats-officedocument.theme+xml"/>
  <Override PartName="/ppt/slideLayouts/slideLayout10.xml" ContentType="application/vnd.openxmlformats-officedocument.presentationml.slideLayout+xml"/>
  <Override PartName="/ppt/theme/theme4.xml" ContentType="application/vnd.openxmlformats-officedocument.theme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5.xml" ContentType="application/vnd.openxmlformats-officedocument.theme+xml"/>
  <Override PartName="/ppt/theme/theme6.xml" ContentType="application/vnd.openxmlformats-officedocument.theme+xml"/>
  <Override PartName="/ppt/theme/theme7.xml" ContentType="application/vnd.openxmlformats-officedocument.theme+xml"/>
  <Override PartName="/ppt/theme/theme8.xml" ContentType="application/vnd.openxmlformats-officedocument.theme+xml"/>
  <Override PartName="/ppt/slideLayouts/slideLayout13.xml" ContentType="application/vnd.openxmlformats-officedocument.presentationml.slideLayout+xml"/>
  <Override PartName="/ppt/theme/theme9.xml" ContentType="application/vnd.openxmlformats-officedocument.theme+xml"/>
  <Override PartName="/ppt/slideLayouts/slideLayout14.xml" ContentType="application/vnd.openxmlformats-officedocument.presentationml.slideLayout+xml"/>
  <Override PartName="/ppt/theme/theme10.xml" ContentType="application/vnd.openxmlformats-officedocument.theme+xml"/>
  <Override PartName="/ppt/slideLayouts/slideLayout15.xml" ContentType="application/vnd.openxmlformats-officedocument.presentationml.slideLayout+xml"/>
  <Override PartName="/ppt/theme/theme11.xml" ContentType="application/vnd.openxmlformats-officedocument.theme+xml"/>
  <Override PartName="/ppt/theme/theme12.xml" ContentType="application/vnd.openxmlformats-officedocument.theme+xml"/>
  <Override PartName="/ppt/theme/theme13.xml" ContentType="application/vnd.openxmlformats-officedocument.theme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theme/theme14.xml" ContentType="application/vnd.openxmlformats-officedocument.theme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theme/theme15.xml" ContentType="application/vnd.openxmlformats-officedocument.theme+xml"/>
  <Override PartName="/ppt/theme/theme16.xml" ContentType="application/vnd.openxmlformats-officedocument.theme+xml"/>
  <Override PartName="/ppt/theme/theme17.xml" ContentType="application/vnd.openxmlformats-officedocument.theme+xml"/>
  <Override PartName="/ppt/notesSlides/notesSlide1.xml" ContentType="application/vnd.openxmlformats-officedocument.presentationml.notesSlide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charts/chart5.xml" ContentType="application/vnd.openxmlformats-officedocument.drawingml.chart+xml"/>
  <Override PartName="/ppt/charts/chart6.xml" ContentType="application/vnd.openxmlformats-officedocument.drawingml.chart+xml"/>
  <Override PartName="/ppt/charts/chart7.xml" ContentType="application/vnd.openxmlformats-officedocument.drawingml.chart+xml"/>
  <Override PartName="/ppt/charts/chart8.xml" ContentType="application/vnd.openxmlformats-officedocument.drawingml.chart+xml"/>
  <Override PartName="/ppt/charts/chart9.xml" ContentType="application/vnd.openxmlformats-officedocument.drawingml.chart+xml"/>
  <Override PartName="/ppt/charts/chart10.xml" ContentType="application/vnd.openxmlformats-officedocument.drawingml.chart+xml"/>
  <Override PartName="/ppt/charts/chart11.xml" ContentType="application/vnd.openxmlformats-officedocument.drawingml.chart+xml"/>
  <Override PartName="/ppt/charts/chart12.xml" ContentType="application/vnd.openxmlformats-officedocument.drawingml.chart+xml"/>
  <Override PartName="/ppt/charts/chart13.xml" ContentType="application/vnd.openxmlformats-officedocument.drawingml.chart+xml"/>
  <Override PartName="/ppt/charts/chart14.xml" ContentType="application/vnd.openxmlformats-officedocument.drawingml.chart+xml"/>
  <Override PartName="/ppt/charts/chart15.xml" ContentType="application/vnd.openxmlformats-officedocument.drawingml.chart+xml"/>
  <Override PartName="/ppt/charts/chart16.xml" ContentType="application/vnd.openxmlformats-officedocument.drawingml.chart+xml"/>
  <Override PartName="/ppt/charts/chart17.xml" ContentType="application/vnd.openxmlformats-officedocument.drawingml.chart+xml"/>
  <Override PartName="/ppt/charts/chart18.xml" ContentType="application/vnd.openxmlformats-officedocument.drawingml.chart+xml"/>
  <Override PartName="/ppt/charts/chart19.xml" ContentType="application/vnd.openxmlformats-officedocument.drawingml.chart+xml"/>
  <Override PartName="/ppt/charts/chart20.xml" ContentType="application/vnd.openxmlformats-officedocument.drawingml.chart+xml"/>
  <Override PartName="/ppt/charts/chart21.xml" ContentType="application/vnd.openxmlformats-officedocument.drawingml.chart+xml"/>
  <Override PartName="/ppt/charts/chart22.xml" ContentType="application/vnd.openxmlformats-officedocument.drawingml.chart+xml"/>
  <Override PartName="/ppt/charts/chart23.xml" ContentType="application/vnd.openxmlformats-officedocument.drawingml.chart+xml"/>
  <Override PartName="/ppt/charts/chart24.xml" ContentType="application/vnd.openxmlformats-officedocument.drawingml.chart+xml"/>
  <Override PartName="/ppt/charts/chart25.xml" ContentType="application/vnd.openxmlformats-officedocument.drawingml.chart+xml"/>
  <Override PartName="/ppt/charts/chart26.xml" ContentType="application/vnd.openxmlformats-officedocument.drawingml.chart+xml"/>
  <Override PartName="/ppt/charts/chart27.xml" ContentType="application/vnd.openxmlformats-officedocument.drawingml.chart+xml"/>
  <Override PartName="/ppt/charts/chart28.xml" ContentType="application/vnd.openxmlformats-officedocument.drawingml.chart+xml"/>
  <Override PartName="/ppt/charts/chart29.xml" ContentType="application/vnd.openxmlformats-officedocument.drawingml.chart+xml"/>
  <Override PartName="/ppt/charts/chart30.xml" ContentType="application/vnd.openxmlformats-officedocument.drawingml.chart+xml"/>
  <Override PartName="/ppt/charts/chart31.xml" ContentType="application/vnd.openxmlformats-officedocument.drawingml.chart+xml"/>
  <Override PartName="/ppt/charts/chart32.xml" ContentType="application/vnd.openxmlformats-officedocument.drawingml.chart+xml"/>
  <Override PartName="/ppt/charts/chart33.xml" ContentType="application/vnd.openxmlformats-officedocument.drawingml.chart+xml"/>
  <Override PartName="/ppt/charts/chart34.xml" ContentType="application/vnd.openxmlformats-officedocument.drawingml.chart+xml"/>
  <Override PartName="/ppt/charts/chart35.xml" ContentType="application/vnd.openxmlformats-officedocument.drawingml.char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9" r:id="rId1"/>
    <p:sldMasterId id="2147483654" r:id="rId2"/>
    <p:sldMasterId id="2147483656" r:id="rId3"/>
    <p:sldMasterId id="2147483653" r:id="rId4"/>
    <p:sldMasterId id="2147483659" r:id="rId5"/>
    <p:sldMasterId id="2147483657" r:id="rId6"/>
    <p:sldMasterId id="2147483658" r:id="rId7"/>
    <p:sldMasterId id="2147483655" r:id="rId8"/>
    <p:sldMasterId id="2147483749" r:id="rId9"/>
    <p:sldMasterId id="2147483761" r:id="rId10"/>
    <p:sldMasterId id="2147483773" r:id="rId11"/>
    <p:sldMasterId id="2147483834" r:id="rId12"/>
    <p:sldMasterId id="2147483846" r:id="rId13"/>
    <p:sldMasterId id="2147483847" r:id="rId14"/>
    <p:sldMasterId id="2147483853" r:id="rId15"/>
  </p:sldMasterIdLst>
  <p:notesMasterIdLst>
    <p:notesMasterId r:id="rId41"/>
  </p:notesMasterIdLst>
  <p:handoutMasterIdLst>
    <p:handoutMasterId r:id="rId42"/>
  </p:handoutMasterIdLst>
  <p:sldIdLst>
    <p:sldId id="433" r:id="rId16"/>
    <p:sldId id="554" r:id="rId17"/>
    <p:sldId id="584" r:id="rId18"/>
    <p:sldId id="585" r:id="rId19"/>
    <p:sldId id="586" r:id="rId20"/>
    <p:sldId id="587" r:id="rId21"/>
    <p:sldId id="588" r:id="rId22"/>
    <p:sldId id="589" r:id="rId23"/>
    <p:sldId id="590" r:id="rId24"/>
    <p:sldId id="591" r:id="rId25"/>
    <p:sldId id="592" r:id="rId26"/>
    <p:sldId id="593" r:id="rId27"/>
    <p:sldId id="594" r:id="rId28"/>
    <p:sldId id="595" r:id="rId29"/>
    <p:sldId id="596" r:id="rId30"/>
    <p:sldId id="597" r:id="rId31"/>
    <p:sldId id="598" r:id="rId32"/>
    <p:sldId id="599" r:id="rId33"/>
    <p:sldId id="539" r:id="rId34"/>
    <p:sldId id="600" r:id="rId35"/>
    <p:sldId id="602" r:id="rId36"/>
    <p:sldId id="603" r:id="rId37"/>
    <p:sldId id="605" r:id="rId38"/>
    <p:sldId id="607" r:id="rId39"/>
    <p:sldId id="606" r:id="rId40"/>
  </p:sldIdLst>
  <p:sldSz cx="10058400" cy="7772400"/>
  <p:notesSz cx="7010400" cy="92964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mbria" pitchFamily="18" charset="0"/>
        <a:ea typeface="+mn-ea"/>
        <a:cs typeface="+mn-cs"/>
      </a:defRPr>
    </a:lvl1pPr>
    <a:lvl2pPr marL="507526" indent="1769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mbria" pitchFamily="18" charset="0"/>
        <a:ea typeface="+mn-ea"/>
        <a:cs typeface="+mn-cs"/>
      </a:defRPr>
    </a:lvl2pPr>
    <a:lvl3pPr marL="1016818" indent="1769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mbria" pitchFamily="18" charset="0"/>
        <a:ea typeface="+mn-ea"/>
        <a:cs typeface="+mn-cs"/>
      </a:defRPr>
    </a:lvl3pPr>
    <a:lvl4pPr marL="1526111" indent="1769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mbria" pitchFamily="18" charset="0"/>
        <a:ea typeface="+mn-ea"/>
        <a:cs typeface="+mn-cs"/>
      </a:defRPr>
    </a:lvl4pPr>
    <a:lvl5pPr marL="2035405" indent="1769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mbria" pitchFamily="18" charset="0"/>
        <a:ea typeface="+mn-ea"/>
        <a:cs typeface="+mn-cs"/>
      </a:defRPr>
    </a:lvl5pPr>
    <a:lvl6pPr marL="2546466" algn="l" defTabSz="1018586" rtl="0" eaLnBrk="1" latinLnBrk="0" hangingPunct="1">
      <a:defRPr kern="1200">
        <a:solidFill>
          <a:schemeClr val="tx1"/>
        </a:solidFill>
        <a:latin typeface="Cambria" pitchFamily="18" charset="0"/>
        <a:ea typeface="+mn-ea"/>
        <a:cs typeface="+mn-cs"/>
      </a:defRPr>
    </a:lvl6pPr>
    <a:lvl7pPr marL="3055758" algn="l" defTabSz="1018586" rtl="0" eaLnBrk="1" latinLnBrk="0" hangingPunct="1">
      <a:defRPr kern="1200">
        <a:solidFill>
          <a:schemeClr val="tx1"/>
        </a:solidFill>
        <a:latin typeface="Cambria" pitchFamily="18" charset="0"/>
        <a:ea typeface="+mn-ea"/>
        <a:cs typeface="+mn-cs"/>
      </a:defRPr>
    </a:lvl7pPr>
    <a:lvl8pPr marL="3565052" algn="l" defTabSz="1018586" rtl="0" eaLnBrk="1" latinLnBrk="0" hangingPunct="1">
      <a:defRPr kern="1200">
        <a:solidFill>
          <a:schemeClr val="tx1"/>
        </a:solidFill>
        <a:latin typeface="Cambria" pitchFamily="18" charset="0"/>
        <a:ea typeface="+mn-ea"/>
        <a:cs typeface="+mn-cs"/>
      </a:defRPr>
    </a:lvl8pPr>
    <a:lvl9pPr marL="4074344" algn="l" defTabSz="1018586" rtl="0" eaLnBrk="1" latinLnBrk="0" hangingPunct="1">
      <a:defRPr kern="1200">
        <a:solidFill>
          <a:schemeClr val="tx1"/>
        </a:solidFill>
        <a:latin typeface="Cambria" pitchFamily="18" charset="0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AD275C"/>
    <a:srgbClr val="2E398A"/>
    <a:srgbClr val="2E8A60"/>
    <a:srgbClr val="F6D6E3"/>
    <a:srgbClr val="C3EBD9"/>
    <a:srgbClr val="CDD1EF"/>
    <a:srgbClr val="996633"/>
    <a:srgbClr val="8C2B18"/>
    <a:srgbClr val="968880"/>
    <a:srgbClr val="533D2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775DCB02-9BB8-47FD-8907-85C794F793BA}" styleName="Themed Style 1 - Accent 4">
    <a:tblBg>
      <a:fillRef idx="2">
        <a:schemeClr val="accent4"/>
      </a:fillRef>
      <a:effectRef idx="1">
        <a:schemeClr val="accent4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Ref idx="1">
              <a:schemeClr val="accent4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  <a:fill>
          <a:solidFill>
            <a:schemeClr val="accent4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4"/>
            </a:lnRef>
          </a:left>
          <a:right>
            <a:lnRef idx="2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2">
              <a:schemeClr val="accent4"/>
            </a:lnRef>
          </a:top>
          <a:bottom>
            <a:lnRef idx="2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4"/>
          </a:solidFill>
        </a:fill>
      </a:tcStyle>
    </a:firstRow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08FB837D-C827-4EFA-A057-4D05807E0F7C}" styleName="Themed Style 1 - Accent 6">
    <a:tblBg>
      <a:fillRef idx="2">
        <a:schemeClr val="accent6"/>
      </a:fillRef>
      <a:effectRef idx="1">
        <a:schemeClr val="accent6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Ref idx="1">
              <a:schemeClr val="accent6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  <a:fill>
          <a:solidFill>
            <a:schemeClr val="accent6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6"/>
            </a:lnRef>
          </a:left>
          <a:right>
            <a:lnRef idx="2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2">
              <a:schemeClr val="accent6"/>
            </a:lnRef>
          </a:top>
          <a:bottom>
            <a:lnRef idx="2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6"/>
          </a:solidFill>
        </a:fill>
      </a:tcStyle>
    </a:firstRow>
  </a:tblStyle>
  <a:tblStyle styleId="{35758FB7-9AC5-4552-8A53-C91805E547FA}" styleName="Themed Style 1 - Accent 5">
    <a:tblBg>
      <a:fillRef idx="2">
        <a:schemeClr val="accent5"/>
      </a:fillRef>
      <a:effectRef idx="1">
        <a:schemeClr val="accent5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Ref idx="1">
              <a:schemeClr val="accent5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  <a:fill>
          <a:solidFill>
            <a:schemeClr val="accent5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5"/>
            </a:lnRef>
          </a:left>
          <a:right>
            <a:lnRef idx="2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2">
              <a:schemeClr val="accent5"/>
            </a:lnRef>
          </a:top>
          <a:bottom>
            <a:lnRef idx="2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0E3FDE45-AF77-4B5C-9715-49D594BDF05E}" styleName="Light Style 1 - Accent 2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69C7853C-536D-4A76-A0AE-DD22124D55A5}" styleName="Themed Style 1 - Accent 3">
    <a:tblBg>
      <a:fillRef idx="2">
        <a:schemeClr val="accent3"/>
      </a:fillRef>
      <a:effectRef idx="1">
        <a:schemeClr val="accent3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Ref idx="1">
              <a:schemeClr val="accent3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  <a:fill>
          <a:solidFill>
            <a:schemeClr val="accent3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3"/>
            </a:lnRef>
          </a:left>
          <a:right>
            <a:lnRef idx="2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2">
              <a:schemeClr val="accent3"/>
            </a:lnRef>
          </a:top>
          <a:bottom>
            <a:lnRef idx="2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vertBarState="maximized" horzBarState="maximized">
    <p:restoredLeft sz="11695" autoAdjust="0"/>
    <p:restoredTop sz="95014" autoAdjust="0"/>
  </p:normalViewPr>
  <p:slideViewPr>
    <p:cSldViewPr snapToGrid="0" snapToObjects="1">
      <p:cViewPr>
        <p:scale>
          <a:sx n="125" d="100"/>
          <a:sy n="125" d="100"/>
        </p:scale>
        <p:origin x="-720" y="-234"/>
      </p:cViewPr>
      <p:guideLst>
        <p:guide orient="horz" pos="3872"/>
        <p:guide orient="horz" pos="1976"/>
        <p:guide orient="horz" pos="797"/>
        <p:guide orient="horz" pos="981"/>
        <p:guide orient="horz" pos="4327"/>
        <p:guide orient="horz" pos="145"/>
        <p:guide pos="5282"/>
        <p:guide pos="2736"/>
        <p:guide pos="5046"/>
        <p:guide pos="1973"/>
        <p:guide pos="3396"/>
        <p:guide pos="3165"/>
        <p:guide pos="1575"/>
        <p:guide pos="1055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50" d="100"/>
        <a:sy n="150" d="100"/>
      </p:scale>
      <p:origin x="0" y="0"/>
    </p:cViewPr>
  </p:notesTextViewPr>
  <p:sorterViewPr>
    <p:cViewPr>
      <p:scale>
        <a:sx n="66" d="100"/>
        <a:sy n="66" d="100"/>
      </p:scale>
      <p:origin x="0" y="252"/>
    </p:cViewPr>
  </p:sorterViewPr>
  <p:notesViewPr>
    <p:cSldViewPr snapToGrid="0" snapToObjects="1">
      <p:cViewPr varScale="1">
        <p:scale>
          <a:sx n="79" d="100"/>
          <a:sy n="79" d="100"/>
        </p:scale>
        <p:origin x="-1956" y="-90"/>
      </p:cViewPr>
      <p:guideLst>
        <p:guide orient="horz" pos="2929"/>
        <p:guide pos="2209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Master" Target="slideMasters/slideMaster8.xml"/><Relationship Id="rId13" Type="http://schemas.openxmlformats.org/officeDocument/2006/relationships/slideMaster" Target="slideMasters/slideMaster13.xml"/><Relationship Id="rId18" Type="http://schemas.openxmlformats.org/officeDocument/2006/relationships/slide" Target="slides/slide3.xml"/><Relationship Id="rId26" Type="http://schemas.openxmlformats.org/officeDocument/2006/relationships/slide" Target="slides/slide11.xml"/><Relationship Id="rId39" Type="http://schemas.openxmlformats.org/officeDocument/2006/relationships/slide" Target="slides/slide24.xml"/><Relationship Id="rId3" Type="http://schemas.openxmlformats.org/officeDocument/2006/relationships/slideMaster" Target="slideMasters/slideMaster3.xml"/><Relationship Id="rId21" Type="http://schemas.openxmlformats.org/officeDocument/2006/relationships/slide" Target="slides/slide6.xml"/><Relationship Id="rId34" Type="http://schemas.openxmlformats.org/officeDocument/2006/relationships/slide" Target="slides/slide19.xml"/><Relationship Id="rId42" Type="http://schemas.openxmlformats.org/officeDocument/2006/relationships/handoutMaster" Target="handoutMasters/handoutMaster1.xml"/><Relationship Id="rId7" Type="http://schemas.openxmlformats.org/officeDocument/2006/relationships/slideMaster" Target="slideMasters/slideMaster7.xml"/><Relationship Id="rId12" Type="http://schemas.openxmlformats.org/officeDocument/2006/relationships/slideMaster" Target="slideMasters/slideMaster12.xml"/><Relationship Id="rId17" Type="http://schemas.openxmlformats.org/officeDocument/2006/relationships/slide" Target="slides/slide2.xml"/><Relationship Id="rId25" Type="http://schemas.openxmlformats.org/officeDocument/2006/relationships/slide" Target="slides/slide10.xml"/><Relationship Id="rId33" Type="http://schemas.openxmlformats.org/officeDocument/2006/relationships/slide" Target="slides/slide18.xml"/><Relationship Id="rId38" Type="http://schemas.openxmlformats.org/officeDocument/2006/relationships/slide" Target="slides/slide23.xml"/><Relationship Id="rId46" Type="http://schemas.openxmlformats.org/officeDocument/2006/relationships/tableStyles" Target="tableStyles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.xml"/><Relationship Id="rId20" Type="http://schemas.openxmlformats.org/officeDocument/2006/relationships/slide" Target="slides/slide5.xml"/><Relationship Id="rId29" Type="http://schemas.openxmlformats.org/officeDocument/2006/relationships/slide" Target="slides/slide14.xml"/><Relationship Id="rId41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Master" Target="slideMasters/slideMaster6.xml"/><Relationship Id="rId11" Type="http://schemas.openxmlformats.org/officeDocument/2006/relationships/slideMaster" Target="slideMasters/slideMaster11.xml"/><Relationship Id="rId24" Type="http://schemas.openxmlformats.org/officeDocument/2006/relationships/slide" Target="slides/slide9.xml"/><Relationship Id="rId32" Type="http://schemas.openxmlformats.org/officeDocument/2006/relationships/slide" Target="slides/slide17.xml"/><Relationship Id="rId37" Type="http://schemas.openxmlformats.org/officeDocument/2006/relationships/slide" Target="slides/slide22.xml"/><Relationship Id="rId40" Type="http://schemas.openxmlformats.org/officeDocument/2006/relationships/slide" Target="slides/slide25.xml"/><Relationship Id="rId45" Type="http://schemas.openxmlformats.org/officeDocument/2006/relationships/theme" Target="theme/theme1.xml"/><Relationship Id="rId5" Type="http://schemas.openxmlformats.org/officeDocument/2006/relationships/slideMaster" Target="slideMasters/slideMaster5.xml"/><Relationship Id="rId15" Type="http://schemas.openxmlformats.org/officeDocument/2006/relationships/slideMaster" Target="slideMasters/slideMaster15.xml"/><Relationship Id="rId23" Type="http://schemas.openxmlformats.org/officeDocument/2006/relationships/slide" Target="slides/slide8.xml"/><Relationship Id="rId28" Type="http://schemas.openxmlformats.org/officeDocument/2006/relationships/slide" Target="slides/slide13.xml"/><Relationship Id="rId36" Type="http://schemas.openxmlformats.org/officeDocument/2006/relationships/slide" Target="slides/slide21.xml"/><Relationship Id="rId10" Type="http://schemas.openxmlformats.org/officeDocument/2006/relationships/slideMaster" Target="slideMasters/slideMaster10.xml"/><Relationship Id="rId19" Type="http://schemas.openxmlformats.org/officeDocument/2006/relationships/slide" Target="slides/slide4.xml"/><Relationship Id="rId31" Type="http://schemas.openxmlformats.org/officeDocument/2006/relationships/slide" Target="slides/slide16.xml"/><Relationship Id="rId44" Type="http://schemas.openxmlformats.org/officeDocument/2006/relationships/viewProps" Target="viewProps.xml"/><Relationship Id="rId4" Type="http://schemas.openxmlformats.org/officeDocument/2006/relationships/slideMaster" Target="slideMasters/slideMaster4.xml"/><Relationship Id="rId9" Type="http://schemas.openxmlformats.org/officeDocument/2006/relationships/slideMaster" Target="slideMasters/slideMaster9.xml"/><Relationship Id="rId14" Type="http://schemas.openxmlformats.org/officeDocument/2006/relationships/slideMaster" Target="slideMasters/slideMaster14.xml"/><Relationship Id="rId22" Type="http://schemas.openxmlformats.org/officeDocument/2006/relationships/slide" Target="slides/slide7.xml"/><Relationship Id="rId27" Type="http://schemas.openxmlformats.org/officeDocument/2006/relationships/slide" Target="slides/slide12.xml"/><Relationship Id="rId30" Type="http://schemas.openxmlformats.org/officeDocument/2006/relationships/slide" Target="slides/slide15.xml"/><Relationship Id="rId35" Type="http://schemas.openxmlformats.org/officeDocument/2006/relationships/slide" Target="slides/slide20.xml"/><Relationship Id="rId43" Type="http://schemas.openxmlformats.org/officeDocument/2006/relationships/presProps" Target="presProps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oleObject" Target="file:///C:\Lien%20Workspace\12.Primary%20Market%20Package\11.Refinanceable%20Percentage\11.Refinanceable%20Percentage%20Master%202015-05-05.xlsm" TargetMode="External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oleObject" Target="file:///C:\Lien%20Workspace\12.Primary%20Market%20Package\11.Refinanceable%20Percentage\11.Refinanceable%20Percentage%20Master%202015-05-05.xlsm" TargetMode="External"/></Relationships>
</file>

<file path=ppt/charts/_rels/chart3.xml.rels><?xml version="1.0" encoding="UTF-8" standalone="yes"?>
<Relationships xmlns="http://schemas.openxmlformats.org/package/2006/relationships"><Relationship Id="rId1" Type="http://schemas.openxmlformats.org/officeDocument/2006/relationships/oleObject" Target="file:///C:\Lien%20Workspace\12.Primary%20Market%20Package\11.Refinanceable%20Percentage\11.Refinanceable%20Percentage%20Master%202015-05-05.xlsm" TargetMode="External"/></Relationships>
</file>

<file path=ppt/charts/_rels/chart4.xml.rels><?xml version="1.0" encoding="UTF-8" standalone="yes"?>
<Relationships xmlns="http://schemas.openxmlformats.org/package/2006/relationships"><Relationship Id="rId1" Type="http://schemas.openxmlformats.org/officeDocument/2006/relationships/oleObject" Target="file:///C:\Lien%20Workspace\12.Primary%20Market%20Package\11.Refinanceable%20Percentage\11.Refinanceable%20Percentage%20Master%202015-05-05.xlsm" TargetMode="External"/></Relationships>
</file>

<file path=ppt/charts/_rels/chart5.xml.rels><?xml version="1.0" encoding="UTF-8" standalone="yes"?>
<Relationships xmlns="http://schemas.openxmlformats.org/package/2006/relationships"><Relationship Id="rId1" Type="http://schemas.openxmlformats.org/officeDocument/2006/relationships/oleObject" Target="file:///C:\Lien%20Workspace\12.Primary%20Market%20Package\11.Refinanceable%20Percentage\11.Refinanceable%20Percentage%20Master%202015-05-05.xlsm" TargetMode="External"/></Relationships>
</file>

<file path=ppt/charts/_rels/chart6.xml.rels><?xml version="1.0" encoding="UTF-8" standalone="yes"?>
<Relationships xmlns="http://schemas.openxmlformats.org/package/2006/relationships"><Relationship Id="rId1" Type="http://schemas.openxmlformats.org/officeDocument/2006/relationships/oleObject" Target="file:///C:\Lien%20Workspace\12.Primary%20Market%20Package\11.Refinanceable%20Percentage\11.Refinanceable%20Percentage%20Master%202015-05-05.xlsm" TargetMode="External"/></Relationships>
</file>

<file path=ppt/charts/_rels/chart7.xml.rels><?xml version="1.0" encoding="UTF-8" standalone="yes"?>
<Relationships xmlns="http://schemas.openxmlformats.org/package/2006/relationships"><Relationship Id="rId1" Type="http://schemas.openxmlformats.org/officeDocument/2006/relationships/oleObject" Target="file:///C:\Lien%20Workspace\12.Primary%20Market%20Package\11.Refinanceable%20Percentage\11.Refinanceable%20Percentage%20Master%202015-05-05.xlsm" TargetMode="External"/></Relationships>
</file>

<file path=ppt/charts/_rels/chart8.xml.rels><?xml version="1.0" encoding="UTF-8" standalone="yes"?>
<Relationships xmlns="http://schemas.openxmlformats.org/package/2006/relationships"><Relationship Id="rId1" Type="http://schemas.openxmlformats.org/officeDocument/2006/relationships/oleObject" Target="file:///C:\Lien%20Workspace\12.Primary%20Market%20Package\11.Refinanceable%20Percentage\11.Refinanceable%20Percentage%20Master%202015-05-05.xlsm" TargetMode="External"/></Relationships>
</file>

<file path=ppt/charts/_rels/chart9.xml.rels><?xml version="1.0" encoding="UTF-8" standalone="yes"?>
<Relationships xmlns="http://schemas.openxmlformats.org/package/2006/relationships"><Relationship Id="rId1" Type="http://schemas.openxmlformats.org/officeDocument/2006/relationships/oleObject" Target="file:///C:\Lien%20Workspace\12.Primary%20Market%20Package\11.Refinanceable%20Percentage\11.Refinanceable%20Percentage%20Master%202015-05-05.xlsm" TargetMode="External"/></Relationships>
</file>

<file path=ppt/charts/_rels/chart10.xml.rels><?xml version="1.0" encoding="UTF-8" standalone="yes"?>
<Relationships xmlns="http://schemas.openxmlformats.org/package/2006/relationships"><Relationship Id="rId1" Type="http://schemas.openxmlformats.org/officeDocument/2006/relationships/oleObject" Target="file:///C:\Lien%20Workspace\12.Primary%20Market%20Package\11.Refinanceable%20Percentage\11.Refinanceable%20Percentage%20Master%202015-05-05.xlsm" TargetMode="External"/></Relationships>
</file>

<file path=ppt/charts/_rels/chart11.xml.rels><?xml version="1.0" encoding="UTF-8" standalone="yes"?>
<Relationships xmlns="http://schemas.openxmlformats.org/package/2006/relationships"><Relationship Id="rId1" Type="http://schemas.openxmlformats.org/officeDocument/2006/relationships/oleObject" Target="file:///C:\Lien%20Workspace\12.Primary%20Market%20Package\11.Refinanceable%20Percentage\11.Refinanceable%20Percentage%20Master%202015-05-05.xlsm" TargetMode="External"/></Relationships>
</file>

<file path=ppt/charts/_rels/chart12.xml.rels><?xml version="1.0" encoding="UTF-8" standalone="yes"?>
<Relationships xmlns="http://schemas.openxmlformats.org/package/2006/relationships"><Relationship Id="rId1" Type="http://schemas.openxmlformats.org/officeDocument/2006/relationships/oleObject" Target="file:///C:\Lien%20Workspace\12.Primary%20Market%20Package\11.Refinanceable%20Percentage\11.Refinanceable%20Percentage%20Master%202015-05-05.xlsm" TargetMode="External"/></Relationships>
</file>

<file path=ppt/charts/_rels/chart13.xml.rels><?xml version="1.0" encoding="UTF-8" standalone="yes"?>
<Relationships xmlns="http://schemas.openxmlformats.org/package/2006/relationships"><Relationship Id="rId1" Type="http://schemas.openxmlformats.org/officeDocument/2006/relationships/oleObject" Target="file:///C:\Lien%20Workspace\12.Primary%20Market%20Package\11.Refinanceable%20Percentage\11.Refinanceable%20Percentage%20Master%202015-05-05.xlsm" TargetMode="External"/></Relationships>
</file>

<file path=ppt/charts/_rels/chart14.xml.rels><?xml version="1.0" encoding="UTF-8" standalone="yes"?>
<Relationships xmlns="http://schemas.openxmlformats.org/package/2006/relationships"><Relationship Id="rId1" Type="http://schemas.openxmlformats.org/officeDocument/2006/relationships/oleObject" Target="file:///C:\Lien%20Workspace\12.Primary%20Market%20Package\11.Refinanceable%20Percentage\11.Refinanceable%20Percentage%20Master%202015-05-05.xlsm" TargetMode="External"/></Relationships>
</file>

<file path=ppt/charts/_rels/chart15.xml.rels><?xml version="1.0" encoding="UTF-8" standalone="yes"?>
<Relationships xmlns="http://schemas.openxmlformats.org/package/2006/relationships"><Relationship Id="rId1" Type="http://schemas.openxmlformats.org/officeDocument/2006/relationships/oleObject" Target="file:///C:\Lien%20Workspace\12.Primary%20Market%20Package\11.Refinanceable%20Percentage\11.Refinanceable%20Percentage%20Master%202015-05-05.xlsm" TargetMode="External"/></Relationships>
</file>

<file path=ppt/charts/_rels/chart16.xml.rels><?xml version="1.0" encoding="UTF-8" standalone="yes"?>
<Relationships xmlns="http://schemas.openxmlformats.org/package/2006/relationships"><Relationship Id="rId1" Type="http://schemas.openxmlformats.org/officeDocument/2006/relationships/oleObject" Target="file:///C:\Lien%20Workspace\12.Primary%20Market%20Package\11.Refinanceable%20Percentage\11.Refinanceable%20Percentage%20Master%202015-05-05.xlsm" TargetMode="External"/></Relationships>
</file>

<file path=ppt/charts/_rels/chart17.xml.rels><?xml version="1.0" encoding="UTF-8" standalone="yes"?>
<Relationships xmlns="http://schemas.openxmlformats.org/package/2006/relationships"><Relationship Id="rId1" Type="http://schemas.openxmlformats.org/officeDocument/2006/relationships/oleObject" Target="file:///C:\Lien%20Workspace\12.Primary%20Market%20Package\11.Refinanceable%20Percentage\11.Refinanceable%20Percentage%20Master%202015-05-05.xlsm" TargetMode="External"/></Relationships>
</file>

<file path=ppt/charts/_rels/chart18.xml.rels><?xml version="1.0" encoding="UTF-8" standalone="yes"?>
<Relationships xmlns="http://schemas.openxmlformats.org/package/2006/relationships"><Relationship Id="rId1" Type="http://schemas.openxmlformats.org/officeDocument/2006/relationships/oleObject" Target="file:///C:\Lien%20Workspace\12.Primary%20Market%20Package\11.Refinanceable%20Percentage\11.Refinanceable%20Percentage%20Master%202015-05-05.xlsm" TargetMode="External"/></Relationships>
</file>

<file path=ppt/charts/_rels/chart19.xml.rels><?xml version="1.0" encoding="UTF-8" standalone="yes"?>
<Relationships xmlns="http://schemas.openxmlformats.org/package/2006/relationships"><Relationship Id="rId1" Type="http://schemas.openxmlformats.org/officeDocument/2006/relationships/oleObject" Target="file:///C:\Lien%20Workspace\12.Primary%20Market%20Package\11.Refinanceable%20Percentage\11.Refinanceable%20Percentage%20Master%202015-05-05.xlsm" TargetMode="External"/></Relationships>
</file>

<file path=ppt/charts/_rels/chart20.xml.rels><?xml version="1.0" encoding="UTF-8" standalone="yes"?>
<Relationships xmlns="http://schemas.openxmlformats.org/package/2006/relationships"><Relationship Id="rId1" Type="http://schemas.openxmlformats.org/officeDocument/2006/relationships/oleObject" Target="file:///C:\Lien%20Workspace\12.Primary%20Market%20Package\11.Refinanceable%20Percentage\11.Refinanceable%20Percentage%20Master%202015-05-21.xlsm" TargetMode="External"/></Relationships>
</file>

<file path=ppt/charts/_rels/chart21.xml.rels><?xml version="1.0" encoding="UTF-8" standalone="yes"?>
<Relationships xmlns="http://schemas.openxmlformats.org/package/2006/relationships"><Relationship Id="rId1" Type="http://schemas.openxmlformats.org/officeDocument/2006/relationships/oleObject" Target="file:///C:\Lien%20Workspace\12.Primary%20Market%20Package\11.Refinanceable%20Percentage\11.Refinanceable%20Percentage%20Master%202015-05-21.xlsm" TargetMode="External"/></Relationships>
</file>

<file path=ppt/charts/_rels/chart22.xml.rels><?xml version="1.0" encoding="UTF-8" standalone="yes"?>
<Relationships xmlns="http://schemas.openxmlformats.org/package/2006/relationships"><Relationship Id="rId1" Type="http://schemas.openxmlformats.org/officeDocument/2006/relationships/oleObject" Target="file:///C:\Lien%20Workspace\12.Primary%20Market%20Package\11.Refinanceable%20Percentage\11.Refinanceable%20Percentage%20Master%202015-05-21.xlsm" TargetMode="External"/></Relationships>
</file>

<file path=ppt/charts/_rels/chart23.xml.rels><?xml version="1.0" encoding="UTF-8" standalone="yes"?>
<Relationships xmlns="http://schemas.openxmlformats.org/package/2006/relationships"><Relationship Id="rId1" Type="http://schemas.openxmlformats.org/officeDocument/2006/relationships/oleObject" Target="file:///C:\Lien%20Workspace\12.Primary%20Market%20Package\11.Refinanceable%20Percentage\11.Refinanceable%20Percentage%20Master%202015-05-21.xlsm" TargetMode="External"/></Relationships>
</file>

<file path=ppt/charts/_rels/chart24.xml.rels><?xml version="1.0" encoding="UTF-8" standalone="yes"?>
<Relationships xmlns="http://schemas.openxmlformats.org/package/2006/relationships"><Relationship Id="rId1" Type="http://schemas.openxmlformats.org/officeDocument/2006/relationships/oleObject" Target="file:///C:\Lien%20Workspace\12.Primary%20Market%20Package\13.Rate%20Difference%20between%20Big%20Lenders%20and%20Small%20Lenders\13.Rate%20Difference%20between%20Big%20Lenders%20and%20Small%20Lenders%20-%2020150528.xlsm" TargetMode="External"/></Relationships>
</file>

<file path=ppt/charts/_rels/chart25.xml.rels><?xml version="1.0" encoding="UTF-8" standalone="yes"?>
<Relationships xmlns="http://schemas.openxmlformats.org/package/2006/relationships"><Relationship Id="rId1" Type="http://schemas.openxmlformats.org/officeDocument/2006/relationships/oleObject" Target="file:///C:\Lien%20Workspace\12.Primary%20Market%20Package\13.Rate%20Difference%20between%20Big%20Lenders%20and%20Small%20Lenders\13.Rate%20Difference%20between%20Big%20Lenders%20and%20Small%20Lenders%20-%2020150528.xlsm" TargetMode="External"/></Relationships>
</file>

<file path=ppt/charts/_rels/chart26.xml.rels><?xml version="1.0" encoding="UTF-8" standalone="yes"?>
<Relationships xmlns="http://schemas.openxmlformats.org/package/2006/relationships"><Relationship Id="rId1" Type="http://schemas.openxmlformats.org/officeDocument/2006/relationships/oleObject" Target="file:///C:\Lien%20Workspace\12.Primary%20Market%20Package\13.Rate%20Difference%20between%20Big%20Lenders%20and%20Small%20Lenders\13.Rate%20Difference%20between%20Big%20Lenders%20and%20Small%20Lenders%20-%2020150528.xlsm" TargetMode="External"/></Relationships>
</file>

<file path=ppt/charts/_rels/chart27.xml.rels><?xml version="1.0" encoding="UTF-8" standalone="yes"?>
<Relationships xmlns="http://schemas.openxmlformats.org/package/2006/relationships"><Relationship Id="rId1" Type="http://schemas.openxmlformats.org/officeDocument/2006/relationships/oleObject" Target="file:///C:\Lien%20Workspace\12.Primary%20Market%20Package\13.Rate%20Difference%20between%20Big%20Lenders%20and%20Small%20Lenders\13.Rate%20Difference%20between%20Big%20Lenders%20and%20Small%20Lenders%20-%2020150528.xlsm" TargetMode="External"/></Relationships>
</file>

<file path=ppt/charts/_rels/chart28.xml.rels><?xml version="1.0" encoding="UTF-8" standalone="yes"?>
<Relationships xmlns="http://schemas.openxmlformats.org/package/2006/relationships"><Relationship Id="rId1" Type="http://schemas.openxmlformats.org/officeDocument/2006/relationships/oleObject" Target="file:///C:\Lien%20Workspace\12.Primary%20Market%20Package\13.Rate%20Difference%20between%20Big%20Lenders%20and%20Small%20Lenders\13.Rate%20Difference%20between%20Big%20Lenders%20and%20Small%20Lenders%20-%2020150528.xlsm" TargetMode="External"/></Relationships>
</file>

<file path=ppt/charts/_rels/chart29.xml.rels><?xml version="1.0" encoding="UTF-8" standalone="yes"?>
<Relationships xmlns="http://schemas.openxmlformats.org/package/2006/relationships"><Relationship Id="rId1" Type="http://schemas.openxmlformats.org/officeDocument/2006/relationships/oleObject" Target="file:///C:\Lien%20Workspace\12.Primary%20Market%20Package\13.Rate%20Difference%20between%20Big%20Lenders%20and%20Small%20Lenders\13.Rate%20Difference%20between%20Big%20Lenders%20and%20Small%20Lenders%20-%2020150528.xlsm" TargetMode="External"/></Relationships>
</file>

<file path=ppt/charts/_rels/chart30.xml.rels><?xml version="1.0" encoding="UTF-8" standalone="yes"?>
<Relationships xmlns="http://schemas.openxmlformats.org/package/2006/relationships"><Relationship Id="rId1" Type="http://schemas.openxmlformats.org/officeDocument/2006/relationships/oleObject" Target="file:///C:\Lien%20Workspace\12.Primary%20Market%20Package\13.Rate%20Difference%20between%20Big%20Lenders%20and%20Small%20Lenders\13.Rate%20Difference%20between%20Big%20Lenders%20and%20Small%20Lenders%20-%2020150528.xlsm" TargetMode="External"/></Relationships>
</file>

<file path=ppt/charts/_rels/chart31.xml.rels><?xml version="1.0" encoding="UTF-8" standalone="yes"?>
<Relationships xmlns="http://schemas.openxmlformats.org/package/2006/relationships"><Relationship Id="rId1" Type="http://schemas.openxmlformats.org/officeDocument/2006/relationships/oleObject" Target="file:///C:\Lien%20Workspace\12.Primary%20Market%20Package\13.Rate%20Difference%20between%20Big%20Lenders%20and%20Small%20Lenders\13.Rate%20Difference%20between%20Big%20Lenders%20and%20Small%20Lenders%20-%2020150528.xlsm" TargetMode="External"/></Relationships>
</file>

<file path=ppt/charts/_rels/chart32.xml.rels><?xml version="1.0" encoding="UTF-8" standalone="yes"?>
<Relationships xmlns="http://schemas.openxmlformats.org/package/2006/relationships"><Relationship Id="rId1" Type="http://schemas.openxmlformats.org/officeDocument/2006/relationships/oleObject" Target="file:///C:\Lien%20Workspace\12.Primary%20Market%20Package\13.Rate%20Difference%20between%20Big%20Lenders%20and%20Small%20Lenders\13.Rate%20Difference%20between%20Big%20Lenders%20and%20Small%20Lenders%20-%2020150528.xlsm" TargetMode="External"/></Relationships>
</file>

<file path=ppt/charts/_rels/chart33.xml.rels><?xml version="1.0" encoding="UTF-8" standalone="yes"?>
<Relationships xmlns="http://schemas.openxmlformats.org/package/2006/relationships"><Relationship Id="rId1" Type="http://schemas.openxmlformats.org/officeDocument/2006/relationships/oleObject" Target="file:///C:\Lien%20Workspace\12.Primary%20Market%20Package\13.Rate%20Difference%20between%20Big%20Lenders%20and%20Small%20Lenders\13.Rate%20Difference%20between%20Big%20Lenders%20and%20Small%20Lenders%20-%2020150528.xlsm" TargetMode="External"/></Relationships>
</file>

<file path=ppt/charts/_rels/chart34.xml.rels><?xml version="1.0" encoding="UTF-8" standalone="yes"?>
<Relationships xmlns="http://schemas.openxmlformats.org/package/2006/relationships"><Relationship Id="rId1" Type="http://schemas.openxmlformats.org/officeDocument/2006/relationships/oleObject" Target="file:///C:\Lien%20Workspace\12.Primary%20Market%20Package\13.Rate%20Difference%20between%20Big%20Lenders%20and%20Small%20Lenders\13.Rate%20Difference%20between%20Big%20Lenders%20and%20Small%20Lenders%20-%2020150528.xlsm" TargetMode="External"/></Relationships>
</file>

<file path=ppt/charts/_rels/chart35.xml.rels><?xml version="1.0" encoding="UTF-8" standalone="yes"?>
<Relationships xmlns="http://schemas.openxmlformats.org/package/2006/relationships"><Relationship Id="rId1" Type="http://schemas.openxmlformats.org/officeDocument/2006/relationships/oleObject" Target="file:///C:\Lien%20Workspace\12.Primary%20Market%20Package\13.Rate%20Difference%20between%20Big%20Lenders%20and%20Small%20Lenders\13.Rate%20Difference%20between%20Big%20Lenders%20and%20Small%20Lenders%20-%2020150528.xlsm" TargetMode="Externa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/>
          <a:lstStyle/>
          <a:p>
            <a:pPr>
              <a:defRPr sz="1600"/>
            </a:pPr>
            <a:r>
              <a:rPr lang="en-US" sz="1600" b="1" i="0" baseline="0" dirty="0" smtClean="0">
                <a:effectLst/>
              </a:rPr>
              <a:t>Historical Conventional </a:t>
            </a:r>
            <a:r>
              <a:rPr lang="en-US" sz="1600" b="1" i="0" baseline="0" dirty="0" err="1" smtClean="0">
                <a:effectLst/>
              </a:rPr>
              <a:t>Refi</a:t>
            </a:r>
            <a:r>
              <a:rPr lang="en-US" sz="1600" b="1" i="0" baseline="0" dirty="0" smtClean="0">
                <a:effectLst/>
              </a:rPr>
              <a:t> Index vs. FGLMC </a:t>
            </a:r>
            <a:r>
              <a:rPr lang="en-US" sz="1600" b="1" i="0" baseline="0" dirty="0" err="1" smtClean="0">
                <a:effectLst/>
              </a:rPr>
              <a:t>Refinancible</a:t>
            </a:r>
            <a:r>
              <a:rPr lang="en-US" sz="1600" b="1" i="0" baseline="0" dirty="0" smtClean="0">
                <a:effectLst/>
              </a:rPr>
              <a:t> Universe (50 </a:t>
            </a:r>
            <a:r>
              <a:rPr lang="en-US" sz="1600" b="1" i="0" baseline="0" dirty="0" err="1" smtClean="0">
                <a:effectLst/>
              </a:rPr>
              <a:t>bp</a:t>
            </a:r>
            <a:r>
              <a:rPr lang="en-US" sz="1600" b="1" i="0" baseline="0" dirty="0" smtClean="0">
                <a:effectLst/>
              </a:rPr>
              <a:t> incentive) </a:t>
            </a:r>
            <a:endParaRPr lang="en-US" sz="1600" dirty="0">
              <a:effectLst/>
            </a:endParaRPr>
          </a:p>
        </c:rich>
      </c:tx>
      <c:layout/>
      <c:overlay val="0"/>
    </c:title>
    <c:autoTitleDeleted val="0"/>
    <c:plotArea>
      <c:layout/>
      <c:lineChart>
        <c:grouping val="standard"/>
        <c:varyColors val="0"/>
        <c:ser>
          <c:idx val="0"/>
          <c:order val="0"/>
          <c:tx>
            <c:v>Refinancible Percentage</c:v>
          </c:tx>
          <c:spPr>
            <a:ln w="19050">
              <a:solidFill>
                <a:srgbClr val="2E398A"/>
              </a:solidFill>
            </a:ln>
          </c:spPr>
          <c:marker>
            <c:symbol val="none"/>
          </c:marker>
          <c:cat>
            <c:numRef>
              <c:f>PoolRefinancible!$B$3:$B$227</c:f>
              <c:numCache>
                <c:formatCode>m/d/yyyy</c:formatCode>
                <c:ptCount val="225"/>
                <c:pt idx="0">
                  <c:v>40549</c:v>
                </c:pt>
                <c:pt idx="1">
                  <c:v>40556</c:v>
                </c:pt>
                <c:pt idx="2">
                  <c:v>40563</c:v>
                </c:pt>
                <c:pt idx="3">
                  <c:v>40570</c:v>
                </c:pt>
                <c:pt idx="4">
                  <c:v>40577</c:v>
                </c:pt>
                <c:pt idx="5">
                  <c:v>40584</c:v>
                </c:pt>
                <c:pt idx="6">
                  <c:v>40591</c:v>
                </c:pt>
                <c:pt idx="7">
                  <c:v>40598</c:v>
                </c:pt>
                <c:pt idx="8">
                  <c:v>40605</c:v>
                </c:pt>
                <c:pt idx="9">
                  <c:v>40612</c:v>
                </c:pt>
                <c:pt idx="10">
                  <c:v>40619</c:v>
                </c:pt>
                <c:pt idx="11">
                  <c:v>40626</c:v>
                </c:pt>
                <c:pt idx="12">
                  <c:v>40633</c:v>
                </c:pt>
                <c:pt idx="13">
                  <c:v>40640</c:v>
                </c:pt>
                <c:pt idx="14">
                  <c:v>40647</c:v>
                </c:pt>
                <c:pt idx="15">
                  <c:v>40654</c:v>
                </c:pt>
                <c:pt idx="16">
                  <c:v>40661</c:v>
                </c:pt>
                <c:pt idx="17">
                  <c:v>40668</c:v>
                </c:pt>
                <c:pt idx="18">
                  <c:v>40675</c:v>
                </c:pt>
                <c:pt idx="19">
                  <c:v>40682</c:v>
                </c:pt>
                <c:pt idx="20">
                  <c:v>40689</c:v>
                </c:pt>
                <c:pt idx="21">
                  <c:v>40696</c:v>
                </c:pt>
                <c:pt idx="22">
                  <c:v>40703</c:v>
                </c:pt>
                <c:pt idx="23">
                  <c:v>40710</c:v>
                </c:pt>
                <c:pt idx="24">
                  <c:v>40717</c:v>
                </c:pt>
                <c:pt idx="25">
                  <c:v>40724</c:v>
                </c:pt>
                <c:pt idx="26">
                  <c:v>40731</c:v>
                </c:pt>
                <c:pt idx="27">
                  <c:v>40738</c:v>
                </c:pt>
                <c:pt idx="28">
                  <c:v>40745</c:v>
                </c:pt>
                <c:pt idx="29">
                  <c:v>40752</c:v>
                </c:pt>
                <c:pt idx="30">
                  <c:v>40759</c:v>
                </c:pt>
                <c:pt idx="31">
                  <c:v>40766</c:v>
                </c:pt>
                <c:pt idx="32">
                  <c:v>40773</c:v>
                </c:pt>
                <c:pt idx="33">
                  <c:v>40780</c:v>
                </c:pt>
                <c:pt idx="34">
                  <c:v>40787</c:v>
                </c:pt>
                <c:pt idx="35">
                  <c:v>40794</c:v>
                </c:pt>
                <c:pt idx="36">
                  <c:v>40801</c:v>
                </c:pt>
                <c:pt idx="37">
                  <c:v>40808</c:v>
                </c:pt>
                <c:pt idx="38">
                  <c:v>40815</c:v>
                </c:pt>
                <c:pt idx="39">
                  <c:v>40822</c:v>
                </c:pt>
                <c:pt idx="40">
                  <c:v>40829</c:v>
                </c:pt>
                <c:pt idx="41">
                  <c:v>40836</c:v>
                </c:pt>
                <c:pt idx="42">
                  <c:v>40843</c:v>
                </c:pt>
                <c:pt idx="43">
                  <c:v>40850</c:v>
                </c:pt>
                <c:pt idx="44">
                  <c:v>40857</c:v>
                </c:pt>
                <c:pt idx="45">
                  <c:v>40864</c:v>
                </c:pt>
                <c:pt idx="46">
                  <c:v>40870</c:v>
                </c:pt>
                <c:pt idx="47">
                  <c:v>40878</c:v>
                </c:pt>
                <c:pt idx="48">
                  <c:v>40885</c:v>
                </c:pt>
                <c:pt idx="49">
                  <c:v>40892</c:v>
                </c:pt>
                <c:pt idx="50">
                  <c:v>40899</c:v>
                </c:pt>
                <c:pt idx="51">
                  <c:v>40906</c:v>
                </c:pt>
                <c:pt idx="52">
                  <c:v>40913</c:v>
                </c:pt>
                <c:pt idx="53">
                  <c:v>40920</c:v>
                </c:pt>
                <c:pt idx="54">
                  <c:v>40927</c:v>
                </c:pt>
                <c:pt idx="55">
                  <c:v>40934</c:v>
                </c:pt>
                <c:pt idx="56">
                  <c:v>40941</c:v>
                </c:pt>
                <c:pt idx="57">
                  <c:v>40948</c:v>
                </c:pt>
                <c:pt idx="58">
                  <c:v>40955</c:v>
                </c:pt>
                <c:pt idx="59">
                  <c:v>40962</c:v>
                </c:pt>
                <c:pt idx="60">
                  <c:v>40969</c:v>
                </c:pt>
                <c:pt idx="61">
                  <c:v>40976</c:v>
                </c:pt>
                <c:pt idx="62">
                  <c:v>40983</c:v>
                </c:pt>
                <c:pt idx="63">
                  <c:v>40990</c:v>
                </c:pt>
                <c:pt idx="64">
                  <c:v>40997</c:v>
                </c:pt>
                <c:pt idx="65">
                  <c:v>41004</c:v>
                </c:pt>
                <c:pt idx="66">
                  <c:v>41011</c:v>
                </c:pt>
                <c:pt idx="67">
                  <c:v>41018</c:v>
                </c:pt>
                <c:pt idx="68">
                  <c:v>41025</c:v>
                </c:pt>
                <c:pt idx="69">
                  <c:v>41032</c:v>
                </c:pt>
                <c:pt idx="70">
                  <c:v>41039</c:v>
                </c:pt>
                <c:pt idx="71">
                  <c:v>41046</c:v>
                </c:pt>
                <c:pt idx="72">
                  <c:v>41053</c:v>
                </c:pt>
                <c:pt idx="73">
                  <c:v>41060</c:v>
                </c:pt>
                <c:pt idx="74">
                  <c:v>41067</c:v>
                </c:pt>
                <c:pt idx="75">
                  <c:v>41074</c:v>
                </c:pt>
                <c:pt idx="76">
                  <c:v>41081</c:v>
                </c:pt>
                <c:pt idx="77">
                  <c:v>41088</c:v>
                </c:pt>
                <c:pt idx="78">
                  <c:v>41095</c:v>
                </c:pt>
                <c:pt idx="79">
                  <c:v>41102</c:v>
                </c:pt>
                <c:pt idx="80">
                  <c:v>41109</c:v>
                </c:pt>
                <c:pt idx="81">
                  <c:v>41116</c:v>
                </c:pt>
                <c:pt idx="82">
                  <c:v>41123</c:v>
                </c:pt>
                <c:pt idx="83">
                  <c:v>41130</c:v>
                </c:pt>
                <c:pt idx="84">
                  <c:v>41137</c:v>
                </c:pt>
                <c:pt idx="85">
                  <c:v>41144</c:v>
                </c:pt>
                <c:pt idx="86">
                  <c:v>41151</c:v>
                </c:pt>
                <c:pt idx="87">
                  <c:v>41158</c:v>
                </c:pt>
                <c:pt idx="88">
                  <c:v>41165</c:v>
                </c:pt>
                <c:pt idx="89">
                  <c:v>41172</c:v>
                </c:pt>
                <c:pt idx="90">
                  <c:v>41179</c:v>
                </c:pt>
                <c:pt idx="91">
                  <c:v>41186</c:v>
                </c:pt>
                <c:pt idx="92">
                  <c:v>41193</c:v>
                </c:pt>
                <c:pt idx="93">
                  <c:v>41200</c:v>
                </c:pt>
                <c:pt idx="94">
                  <c:v>41207</c:v>
                </c:pt>
                <c:pt idx="95">
                  <c:v>41214</c:v>
                </c:pt>
                <c:pt idx="96">
                  <c:v>41221</c:v>
                </c:pt>
                <c:pt idx="97">
                  <c:v>41228</c:v>
                </c:pt>
                <c:pt idx="98">
                  <c:v>41234</c:v>
                </c:pt>
                <c:pt idx="99">
                  <c:v>41242</c:v>
                </c:pt>
                <c:pt idx="100">
                  <c:v>41249</c:v>
                </c:pt>
                <c:pt idx="101">
                  <c:v>41256</c:v>
                </c:pt>
                <c:pt idx="102">
                  <c:v>41263</c:v>
                </c:pt>
                <c:pt idx="103">
                  <c:v>41270</c:v>
                </c:pt>
                <c:pt idx="104">
                  <c:v>41277</c:v>
                </c:pt>
                <c:pt idx="105">
                  <c:v>41284</c:v>
                </c:pt>
                <c:pt idx="106">
                  <c:v>41291</c:v>
                </c:pt>
                <c:pt idx="107">
                  <c:v>41298</c:v>
                </c:pt>
                <c:pt idx="108">
                  <c:v>41305</c:v>
                </c:pt>
                <c:pt idx="109">
                  <c:v>41312</c:v>
                </c:pt>
                <c:pt idx="110">
                  <c:v>41319</c:v>
                </c:pt>
                <c:pt idx="111">
                  <c:v>41326</c:v>
                </c:pt>
                <c:pt idx="112">
                  <c:v>41333</c:v>
                </c:pt>
                <c:pt idx="113">
                  <c:v>41340</c:v>
                </c:pt>
                <c:pt idx="114">
                  <c:v>41347</c:v>
                </c:pt>
                <c:pt idx="115">
                  <c:v>41354</c:v>
                </c:pt>
                <c:pt idx="116">
                  <c:v>41361</c:v>
                </c:pt>
                <c:pt idx="117">
                  <c:v>41368</c:v>
                </c:pt>
                <c:pt idx="118">
                  <c:v>41375</c:v>
                </c:pt>
                <c:pt idx="119">
                  <c:v>41382</c:v>
                </c:pt>
                <c:pt idx="120">
                  <c:v>41389</c:v>
                </c:pt>
                <c:pt idx="121">
                  <c:v>41396</c:v>
                </c:pt>
                <c:pt idx="122">
                  <c:v>41403</c:v>
                </c:pt>
                <c:pt idx="123">
                  <c:v>41410</c:v>
                </c:pt>
                <c:pt idx="124">
                  <c:v>41417</c:v>
                </c:pt>
                <c:pt idx="125">
                  <c:v>41424</c:v>
                </c:pt>
                <c:pt idx="126">
                  <c:v>41431</c:v>
                </c:pt>
                <c:pt idx="127">
                  <c:v>41438</c:v>
                </c:pt>
                <c:pt idx="128">
                  <c:v>41445</c:v>
                </c:pt>
                <c:pt idx="129">
                  <c:v>41452</c:v>
                </c:pt>
                <c:pt idx="130">
                  <c:v>41458</c:v>
                </c:pt>
                <c:pt idx="131">
                  <c:v>41466</c:v>
                </c:pt>
                <c:pt idx="132">
                  <c:v>41473</c:v>
                </c:pt>
                <c:pt idx="133">
                  <c:v>41480</c:v>
                </c:pt>
                <c:pt idx="134">
                  <c:v>41487</c:v>
                </c:pt>
                <c:pt idx="135">
                  <c:v>41494</c:v>
                </c:pt>
                <c:pt idx="136">
                  <c:v>41501</c:v>
                </c:pt>
                <c:pt idx="137">
                  <c:v>41508</c:v>
                </c:pt>
                <c:pt idx="138">
                  <c:v>41515</c:v>
                </c:pt>
                <c:pt idx="139">
                  <c:v>41522</c:v>
                </c:pt>
                <c:pt idx="140">
                  <c:v>41529</c:v>
                </c:pt>
                <c:pt idx="141">
                  <c:v>41536</c:v>
                </c:pt>
                <c:pt idx="142">
                  <c:v>41543</c:v>
                </c:pt>
                <c:pt idx="143">
                  <c:v>41550</c:v>
                </c:pt>
                <c:pt idx="144">
                  <c:v>41557</c:v>
                </c:pt>
                <c:pt idx="145">
                  <c:v>41564</c:v>
                </c:pt>
                <c:pt idx="146">
                  <c:v>41571</c:v>
                </c:pt>
                <c:pt idx="147">
                  <c:v>41578</c:v>
                </c:pt>
                <c:pt idx="148">
                  <c:v>41585</c:v>
                </c:pt>
                <c:pt idx="149">
                  <c:v>41592</c:v>
                </c:pt>
                <c:pt idx="150">
                  <c:v>41599</c:v>
                </c:pt>
                <c:pt idx="151">
                  <c:v>41605</c:v>
                </c:pt>
                <c:pt idx="152">
                  <c:v>41613</c:v>
                </c:pt>
                <c:pt idx="153">
                  <c:v>41620</c:v>
                </c:pt>
                <c:pt idx="154">
                  <c:v>41627</c:v>
                </c:pt>
                <c:pt idx="155">
                  <c:v>41634</c:v>
                </c:pt>
                <c:pt idx="156">
                  <c:v>41641</c:v>
                </c:pt>
                <c:pt idx="157">
                  <c:v>41648</c:v>
                </c:pt>
                <c:pt idx="158">
                  <c:v>41655</c:v>
                </c:pt>
                <c:pt idx="159">
                  <c:v>41662</c:v>
                </c:pt>
                <c:pt idx="160">
                  <c:v>41669</c:v>
                </c:pt>
                <c:pt idx="161">
                  <c:v>41676</c:v>
                </c:pt>
                <c:pt idx="162">
                  <c:v>41683</c:v>
                </c:pt>
                <c:pt idx="163">
                  <c:v>41690</c:v>
                </c:pt>
                <c:pt idx="164">
                  <c:v>41697</c:v>
                </c:pt>
                <c:pt idx="165">
                  <c:v>41704</c:v>
                </c:pt>
                <c:pt idx="166">
                  <c:v>41711</c:v>
                </c:pt>
                <c:pt idx="167">
                  <c:v>41718</c:v>
                </c:pt>
                <c:pt idx="168">
                  <c:v>41725</c:v>
                </c:pt>
                <c:pt idx="169">
                  <c:v>41732</c:v>
                </c:pt>
                <c:pt idx="170">
                  <c:v>41739</c:v>
                </c:pt>
                <c:pt idx="171">
                  <c:v>41746</c:v>
                </c:pt>
                <c:pt idx="172">
                  <c:v>41753</c:v>
                </c:pt>
                <c:pt idx="173">
                  <c:v>41760</c:v>
                </c:pt>
                <c:pt idx="174">
                  <c:v>41767</c:v>
                </c:pt>
                <c:pt idx="175">
                  <c:v>41774</c:v>
                </c:pt>
                <c:pt idx="176">
                  <c:v>41781</c:v>
                </c:pt>
                <c:pt idx="177">
                  <c:v>41788</c:v>
                </c:pt>
                <c:pt idx="178">
                  <c:v>41795</c:v>
                </c:pt>
                <c:pt idx="179">
                  <c:v>41802</c:v>
                </c:pt>
                <c:pt idx="180">
                  <c:v>41809</c:v>
                </c:pt>
                <c:pt idx="181">
                  <c:v>41816</c:v>
                </c:pt>
                <c:pt idx="182">
                  <c:v>41823</c:v>
                </c:pt>
                <c:pt idx="183">
                  <c:v>41830</c:v>
                </c:pt>
                <c:pt idx="184">
                  <c:v>41837</c:v>
                </c:pt>
                <c:pt idx="185">
                  <c:v>41844</c:v>
                </c:pt>
                <c:pt idx="186">
                  <c:v>41851</c:v>
                </c:pt>
                <c:pt idx="187">
                  <c:v>41858</c:v>
                </c:pt>
                <c:pt idx="188">
                  <c:v>41865</c:v>
                </c:pt>
                <c:pt idx="189">
                  <c:v>41872</c:v>
                </c:pt>
                <c:pt idx="190">
                  <c:v>41879</c:v>
                </c:pt>
                <c:pt idx="191">
                  <c:v>41886</c:v>
                </c:pt>
                <c:pt idx="192">
                  <c:v>41893</c:v>
                </c:pt>
                <c:pt idx="193">
                  <c:v>41900</c:v>
                </c:pt>
                <c:pt idx="194">
                  <c:v>41907</c:v>
                </c:pt>
                <c:pt idx="195">
                  <c:v>41914</c:v>
                </c:pt>
                <c:pt idx="196">
                  <c:v>41921</c:v>
                </c:pt>
                <c:pt idx="197">
                  <c:v>41928</c:v>
                </c:pt>
                <c:pt idx="198">
                  <c:v>41935</c:v>
                </c:pt>
                <c:pt idx="199">
                  <c:v>41942</c:v>
                </c:pt>
                <c:pt idx="200">
                  <c:v>41949</c:v>
                </c:pt>
                <c:pt idx="201">
                  <c:v>41956</c:v>
                </c:pt>
                <c:pt idx="202">
                  <c:v>41963</c:v>
                </c:pt>
                <c:pt idx="203">
                  <c:v>41969</c:v>
                </c:pt>
                <c:pt idx="204">
                  <c:v>41977</c:v>
                </c:pt>
                <c:pt idx="205">
                  <c:v>41984</c:v>
                </c:pt>
                <c:pt idx="206">
                  <c:v>41991</c:v>
                </c:pt>
                <c:pt idx="207">
                  <c:v>41997</c:v>
                </c:pt>
                <c:pt idx="208">
                  <c:v>42004</c:v>
                </c:pt>
                <c:pt idx="209">
                  <c:v>42012</c:v>
                </c:pt>
                <c:pt idx="210">
                  <c:v>42019</c:v>
                </c:pt>
                <c:pt idx="211">
                  <c:v>42026</c:v>
                </c:pt>
                <c:pt idx="212">
                  <c:v>42033</c:v>
                </c:pt>
                <c:pt idx="213">
                  <c:v>42040</c:v>
                </c:pt>
                <c:pt idx="214">
                  <c:v>42047</c:v>
                </c:pt>
                <c:pt idx="215">
                  <c:v>42054</c:v>
                </c:pt>
                <c:pt idx="216">
                  <c:v>42061</c:v>
                </c:pt>
                <c:pt idx="217">
                  <c:v>42068</c:v>
                </c:pt>
                <c:pt idx="218">
                  <c:v>42075</c:v>
                </c:pt>
                <c:pt idx="219">
                  <c:v>42082</c:v>
                </c:pt>
                <c:pt idx="220">
                  <c:v>42089</c:v>
                </c:pt>
                <c:pt idx="221">
                  <c:v>42096</c:v>
                </c:pt>
                <c:pt idx="222">
                  <c:v>42103</c:v>
                </c:pt>
                <c:pt idx="223">
                  <c:v>42110</c:v>
                </c:pt>
                <c:pt idx="224">
                  <c:v>42117</c:v>
                </c:pt>
              </c:numCache>
            </c:numRef>
          </c:cat>
          <c:val>
            <c:numRef>
              <c:f>PoolRefinancible!$C$3:$C$227</c:f>
              <c:numCache>
                <c:formatCode>0%</c:formatCode>
                <c:ptCount val="225"/>
                <c:pt idx="0">
                  <c:v>0.62402170072443153</c:v>
                </c:pt>
                <c:pt idx="1">
                  <c:v>0.62817294477626939</c:v>
                </c:pt>
                <c:pt idx="2">
                  <c:v>0.62597730951219899</c:v>
                </c:pt>
                <c:pt idx="3">
                  <c:v>0.62392159162868732</c:v>
                </c:pt>
                <c:pt idx="4">
                  <c:v>0.60653142223595213</c:v>
                </c:pt>
                <c:pt idx="5">
                  <c:v>0.50868797673712363</c:v>
                </c:pt>
                <c:pt idx="6">
                  <c:v>0.52965901814335548</c:v>
                </c:pt>
                <c:pt idx="7">
                  <c:v>0.57709503787578109</c:v>
                </c:pt>
                <c:pt idx="8">
                  <c:v>0.59224775585706535</c:v>
                </c:pt>
                <c:pt idx="9">
                  <c:v>0.59090570789662444</c:v>
                </c:pt>
                <c:pt idx="10">
                  <c:v>0.60261779474869925</c:v>
                </c:pt>
                <c:pt idx="11">
                  <c:v>0.59950595681897523</c:v>
                </c:pt>
                <c:pt idx="12">
                  <c:v>0.593225708201635</c:v>
                </c:pt>
                <c:pt idx="13">
                  <c:v>0.58542144661011908</c:v>
                </c:pt>
                <c:pt idx="14">
                  <c:v>0.58155199492979581</c:v>
                </c:pt>
                <c:pt idx="15">
                  <c:v>0.59356262313394537</c:v>
                </c:pt>
                <c:pt idx="16">
                  <c:v>0.59445921362542997</c:v>
                </c:pt>
                <c:pt idx="17">
                  <c:v>0.59391131067456038</c:v>
                </c:pt>
                <c:pt idx="18">
                  <c:v>0.60662155942020002</c:v>
                </c:pt>
                <c:pt idx="19">
                  <c:v>0.61264076908113763</c:v>
                </c:pt>
                <c:pt idx="20">
                  <c:v>0.61599363608099678</c:v>
                </c:pt>
                <c:pt idx="21">
                  <c:v>0.66311590107349083</c:v>
                </c:pt>
                <c:pt idx="22">
                  <c:v>0.74517189360077984</c:v>
                </c:pt>
                <c:pt idx="23">
                  <c:v>0.72397022872334449</c:v>
                </c:pt>
                <c:pt idx="24">
                  <c:v>0.66311590107349083</c:v>
                </c:pt>
                <c:pt idx="25">
                  <c:v>0.69050447134038251</c:v>
                </c:pt>
                <c:pt idx="26">
                  <c:v>0.60410549631050647</c:v>
                </c:pt>
                <c:pt idx="27">
                  <c:v>0.684475421712615</c:v>
                </c:pt>
                <c:pt idx="28">
                  <c:v>0.66675683999516944</c:v>
                </c:pt>
                <c:pt idx="29">
                  <c:v>0.61660059317974736</c:v>
                </c:pt>
                <c:pt idx="30">
                  <c:v>0.81803711941746404</c:v>
                </c:pt>
                <c:pt idx="31">
                  <c:v>0.83404184296119399</c:v>
                </c:pt>
                <c:pt idx="32">
                  <c:v>0.86117434904403212</c:v>
                </c:pt>
                <c:pt idx="33">
                  <c:v>0.84714025108084823</c:v>
                </c:pt>
                <c:pt idx="34">
                  <c:v>0.84129278814437181</c:v>
                </c:pt>
                <c:pt idx="35">
                  <c:v>0.87859103936280614</c:v>
                </c:pt>
                <c:pt idx="36">
                  <c:v>0.90242289630359074</c:v>
                </c:pt>
                <c:pt idx="37">
                  <c:v>0.90242289630359074</c:v>
                </c:pt>
                <c:pt idx="38">
                  <c:v>0.94644262124543443</c:v>
                </c:pt>
                <c:pt idx="39">
                  <c:v>0.96725200604215567</c:v>
                </c:pt>
                <c:pt idx="40">
                  <c:v>0.84917694017596268</c:v>
                </c:pt>
                <c:pt idx="41">
                  <c:v>0.85635864773186432</c:v>
                </c:pt>
                <c:pt idx="42">
                  <c:v>0.86512672485653175</c:v>
                </c:pt>
                <c:pt idx="43">
                  <c:v>0.93485323798856346</c:v>
                </c:pt>
                <c:pt idx="44">
                  <c:v>0.94404770550683115</c:v>
                </c:pt>
                <c:pt idx="45">
                  <c:v>0.93485323798856346</c:v>
                </c:pt>
                <c:pt idx="46">
                  <c:v>0.94997170807452469</c:v>
                </c:pt>
                <c:pt idx="47">
                  <c:v>0.91542628506626045</c:v>
                </c:pt>
                <c:pt idx="48">
                  <c:v>0.9248746068169833</c:v>
                </c:pt>
                <c:pt idx="49">
                  <c:v>0.93969161247928745</c:v>
                </c:pt>
                <c:pt idx="50">
                  <c:v>0.9601958662364245</c:v>
                </c:pt>
                <c:pt idx="51">
                  <c:v>0.94762260030460288</c:v>
                </c:pt>
                <c:pt idx="52">
                  <c:v>0.94481773750585774</c:v>
                </c:pt>
                <c:pt idx="53">
                  <c:v>0.95320351892281485</c:v>
                </c:pt>
                <c:pt idx="54">
                  <c:v>0.95182771809710431</c:v>
                </c:pt>
                <c:pt idx="55">
                  <c:v>0.91861521434498927</c:v>
                </c:pt>
                <c:pt idx="56">
                  <c:v>0.94107838104995334</c:v>
                </c:pt>
                <c:pt idx="57">
                  <c:v>0.94107838104995334</c:v>
                </c:pt>
                <c:pt idx="58">
                  <c:v>0.94107838104995334</c:v>
                </c:pt>
                <c:pt idx="59">
                  <c:v>0.90921329115869776</c:v>
                </c:pt>
                <c:pt idx="60">
                  <c:v>0.91584710240533518</c:v>
                </c:pt>
                <c:pt idx="61">
                  <c:v>0.91902765125865959</c:v>
                </c:pt>
                <c:pt idx="62">
                  <c:v>0.90514599034862198</c:v>
                </c:pt>
                <c:pt idx="63">
                  <c:v>0.78959380464288376</c:v>
                </c:pt>
                <c:pt idx="64">
                  <c:v>0.87490910290764468</c:v>
                </c:pt>
                <c:pt idx="65">
                  <c:v>0.86928745494692716</c:v>
                </c:pt>
                <c:pt idx="66">
                  <c:v>0.90849340717481886</c:v>
                </c:pt>
                <c:pt idx="67">
                  <c:v>0.9034983903169389</c:v>
                </c:pt>
                <c:pt idx="68">
                  <c:v>0.90849340717481886</c:v>
                </c:pt>
                <c:pt idx="69">
                  <c:v>0.89225108632442729</c:v>
                </c:pt>
                <c:pt idx="70">
                  <c:v>0.89337268606647302</c:v>
                </c:pt>
                <c:pt idx="71">
                  <c:v>0.8948997967143093</c:v>
                </c:pt>
                <c:pt idx="72">
                  <c:v>0.89443957907281746</c:v>
                </c:pt>
                <c:pt idx="73">
                  <c:v>0.89512122084695944</c:v>
                </c:pt>
                <c:pt idx="74">
                  <c:v>0.8920195449585564</c:v>
                </c:pt>
                <c:pt idx="75">
                  <c:v>0.88667449797815956</c:v>
                </c:pt>
                <c:pt idx="76">
                  <c:v>0.89407594990163874</c:v>
                </c:pt>
                <c:pt idx="77">
                  <c:v>0.89407594990163874</c:v>
                </c:pt>
                <c:pt idx="78">
                  <c:v>0.8819114104860859</c:v>
                </c:pt>
                <c:pt idx="79">
                  <c:v>0.94551237246929465</c:v>
                </c:pt>
                <c:pt idx="80">
                  <c:v>0.97186924857158052</c:v>
                </c:pt>
                <c:pt idx="81">
                  <c:v>0.98451993370244106</c:v>
                </c:pt>
                <c:pt idx="82">
                  <c:v>0.9385222539497815</c:v>
                </c:pt>
                <c:pt idx="83">
                  <c:v>0.92408794393225557</c:v>
                </c:pt>
                <c:pt idx="84">
                  <c:v>0.88445471641937157</c:v>
                </c:pt>
                <c:pt idx="85">
                  <c:v>0.85694996797233836</c:v>
                </c:pt>
                <c:pt idx="86">
                  <c:v>0.92408794393225557</c:v>
                </c:pt>
                <c:pt idx="87">
                  <c:v>0.91761037893987563</c:v>
                </c:pt>
                <c:pt idx="88">
                  <c:v>0.94047646256577366</c:v>
                </c:pt>
                <c:pt idx="89">
                  <c:v>0.95891425076544745</c:v>
                </c:pt>
                <c:pt idx="90">
                  <c:v>0.96459917415866681</c:v>
                </c:pt>
                <c:pt idx="91">
                  <c:v>0.95362908529618629</c:v>
                </c:pt>
                <c:pt idx="92">
                  <c:v>0.95159604304738465</c:v>
                </c:pt>
                <c:pt idx="93">
                  <c:v>0.95277295236812309</c:v>
                </c:pt>
                <c:pt idx="94">
                  <c:v>0.95079229345734595</c:v>
                </c:pt>
                <c:pt idx="95">
                  <c:v>0.92571311512973709</c:v>
                </c:pt>
                <c:pt idx="96">
                  <c:v>0.9252942527060104</c:v>
                </c:pt>
                <c:pt idx="97">
                  <c:v>0.92772026190850965</c:v>
                </c:pt>
                <c:pt idx="98">
                  <c:v>0.9299301195282087</c:v>
                </c:pt>
                <c:pt idx="99">
                  <c:v>0.92756020040727527</c:v>
                </c:pt>
                <c:pt idx="100">
                  <c:v>0.9105479087849232</c:v>
                </c:pt>
                <c:pt idx="101">
                  <c:v>0.9126136851792267</c:v>
                </c:pt>
                <c:pt idx="102">
                  <c:v>0.90965157918840345</c:v>
                </c:pt>
                <c:pt idx="103">
                  <c:v>0.91018597538933266</c:v>
                </c:pt>
                <c:pt idx="104">
                  <c:v>0.88829814088555981</c:v>
                </c:pt>
                <c:pt idx="105">
                  <c:v>0.88507237465236011</c:v>
                </c:pt>
                <c:pt idx="106">
                  <c:v>0.88631407683414742</c:v>
                </c:pt>
                <c:pt idx="107">
                  <c:v>0.88379536104531342</c:v>
                </c:pt>
                <c:pt idx="108">
                  <c:v>0.84748759806752005</c:v>
                </c:pt>
                <c:pt idx="109">
                  <c:v>0.79744674672768578</c:v>
                </c:pt>
                <c:pt idx="110">
                  <c:v>0.79744674672768578</c:v>
                </c:pt>
                <c:pt idx="111">
                  <c:v>0.75767121274967097</c:v>
                </c:pt>
                <c:pt idx="112">
                  <c:v>0.81599621049204552</c:v>
                </c:pt>
                <c:pt idx="113">
                  <c:v>0.81254588826988361</c:v>
                </c:pt>
                <c:pt idx="114">
                  <c:v>0.70260073761186825</c:v>
                </c:pt>
                <c:pt idx="115">
                  <c:v>0.76832708554350626</c:v>
                </c:pt>
                <c:pt idx="116">
                  <c:v>0.73085022058809757</c:v>
                </c:pt>
                <c:pt idx="117">
                  <c:v>0.74812714109915845</c:v>
                </c:pt>
                <c:pt idx="118">
                  <c:v>0.81951890925716175</c:v>
                </c:pt>
                <c:pt idx="119">
                  <c:v>0.8263799320049966</c:v>
                </c:pt>
                <c:pt idx="120">
                  <c:v>0.82478602429419701</c:v>
                </c:pt>
                <c:pt idx="121">
                  <c:v>0.81686282095814366</c:v>
                </c:pt>
                <c:pt idx="122">
                  <c:v>0.80807149473903783</c:v>
                </c:pt>
                <c:pt idx="123">
                  <c:v>0.77783403735744605</c:v>
                </c:pt>
                <c:pt idx="124">
                  <c:v>0.69528028144531095</c:v>
                </c:pt>
                <c:pt idx="125">
                  <c:v>0.63267241864898449</c:v>
                </c:pt>
                <c:pt idx="126">
                  <c:v>0.60569175356282723</c:v>
                </c:pt>
                <c:pt idx="127">
                  <c:v>0.57343184072471942</c:v>
                </c:pt>
                <c:pt idx="128">
                  <c:v>0.58795254732817659</c:v>
                </c:pt>
                <c:pt idx="129">
                  <c:v>0.39082116641682313</c:v>
                </c:pt>
                <c:pt idx="130">
                  <c:v>0.4330864642120939</c:v>
                </c:pt>
                <c:pt idx="131">
                  <c:v>0.31856955774356621</c:v>
                </c:pt>
                <c:pt idx="132">
                  <c:v>0.42624975952077765</c:v>
                </c:pt>
                <c:pt idx="133">
                  <c:v>0.42922629610906576</c:v>
                </c:pt>
                <c:pt idx="134">
                  <c:v>0.40917398895537016</c:v>
                </c:pt>
                <c:pt idx="135">
                  <c:v>0.40797811985401045</c:v>
                </c:pt>
                <c:pt idx="136">
                  <c:v>0.40797811985401045</c:v>
                </c:pt>
                <c:pt idx="137">
                  <c:v>0.28211495793674252</c:v>
                </c:pt>
                <c:pt idx="138">
                  <c:v>0.32707732602530493</c:v>
                </c:pt>
                <c:pt idx="139">
                  <c:v>0.2818649256036454</c:v>
                </c:pt>
                <c:pt idx="140">
                  <c:v>0.27463010199382165</c:v>
                </c:pt>
                <c:pt idx="141">
                  <c:v>0.33277831045649614</c:v>
                </c:pt>
                <c:pt idx="142">
                  <c:v>0.40445747526612724</c:v>
                </c:pt>
                <c:pt idx="143">
                  <c:v>0.41528178559290679</c:v>
                </c:pt>
                <c:pt idx="144">
                  <c:v>0.41314719259777027</c:v>
                </c:pt>
                <c:pt idx="145">
                  <c:v>0.40232481590336117</c:v>
                </c:pt>
                <c:pt idx="146">
                  <c:v>0.43156912924668556</c:v>
                </c:pt>
                <c:pt idx="147">
                  <c:v>0.4605405147219428</c:v>
                </c:pt>
                <c:pt idx="148">
                  <c:v>0.42159370418067171</c:v>
                </c:pt>
                <c:pt idx="149">
                  <c:v>0.38756459325455095</c:v>
                </c:pt>
                <c:pt idx="150">
                  <c:v>0.41410653536495057</c:v>
                </c:pt>
                <c:pt idx="151">
                  <c:v>0.3969981593322805</c:v>
                </c:pt>
                <c:pt idx="152">
                  <c:v>0.37338021104571051</c:v>
                </c:pt>
                <c:pt idx="153">
                  <c:v>0.3707206267478419</c:v>
                </c:pt>
                <c:pt idx="154">
                  <c:v>0.33974567777608206</c:v>
                </c:pt>
                <c:pt idx="155">
                  <c:v>0.33029809597210952</c:v>
                </c:pt>
                <c:pt idx="156">
                  <c:v>0.26212623729092371</c:v>
                </c:pt>
                <c:pt idx="157">
                  <c:v>0.2902260049252946</c:v>
                </c:pt>
                <c:pt idx="158">
                  <c:v>0.36774882579493112</c:v>
                </c:pt>
                <c:pt idx="159">
                  <c:v>0.37084428304329614</c:v>
                </c:pt>
                <c:pt idx="160">
                  <c:v>0.38160196936392621</c:v>
                </c:pt>
                <c:pt idx="161">
                  <c:v>0.40068103493110224</c:v>
                </c:pt>
                <c:pt idx="162">
                  <c:v>0.38532630107916044</c:v>
                </c:pt>
                <c:pt idx="163">
                  <c:v>0.3755719775185945</c:v>
                </c:pt>
                <c:pt idx="164">
                  <c:v>0.36967404481869215</c:v>
                </c:pt>
                <c:pt idx="165">
                  <c:v>0.38316963725836589</c:v>
                </c:pt>
                <c:pt idx="166">
                  <c:v>0.36933430427665681</c:v>
                </c:pt>
                <c:pt idx="167">
                  <c:v>0.38030249532079374</c:v>
                </c:pt>
                <c:pt idx="168">
                  <c:v>0.36565400061256043</c:v>
                </c:pt>
                <c:pt idx="169">
                  <c:v>0.35521926568999218</c:v>
                </c:pt>
                <c:pt idx="170">
                  <c:v>0.36683376695248865</c:v>
                </c:pt>
                <c:pt idx="171">
                  <c:v>0.38166972699665563</c:v>
                </c:pt>
                <c:pt idx="172">
                  <c:v>0.37393962817107157</c:v>
                </c:pt>
                <c:pt idx="173">
                  <c:v>0.37360583835556432</c:v>
                </c:pt>
                <c:pt idx="174">
                  <c:v>0.40975674753773905</c:v>
                </c:pt>
                <c:pt idx="175">
                  <c:v>0.4132153406951769</c:v>
                </c:pt>
                <c:pt idx="176">
                  <c:v>0.44799454346559853</c:v>
                </c:pt>
                <c:pt idx="177">
                  <c:v>0.46362020494951672</c:v>
                </c:pt>
                <c:pt idx="178">
                  <c:v>0.46847875373528863</c:v>
                </c:pt>
                <c:pt idx="179">
                  <c:v>0.41096738430920449</c:v>
                </c:pt>
                <c:pt idx="180">
                  <c:v>0.42635938692148717</c:v>
                </c:pt>
                <c:pt idx="181">
                  <c:v>0.46847875373528863</c:v>
                </c:pt>
                <c:pt idx="182">
                  <c:v>0.48178321750260522</c:v>
                </c:pt>
                <c:pt idx="183">
                  <c:v>0.42147742037560049</c:v>
                </c:pt>
                <c:pt idx="184">
                  <c:v>0.45155296827836544</c:v>
                </c:pt>
                <c:pt idx="185">
                  <c:v>0.45155296827836544</c:v>
                </c:pt>
                <c:pt idx="186">
                  <c:v>0.45923072088835232</c:v>
                </c:pt>
                <c:pt idx="187">
                  <c:v>0.42413376349642812</c:v>
                </c:pt>
                <c:pt idx="188">
                  <c:v>0.45575254137027688</c:v>
                </c:pt>
                <c:pt idx="189">
                  <c:v>0.49084413664233395</c:v>
                </c:pt>
                <c:pt idx="190">
                  <c:v>0.49084413664233395</c:v>
                </c:pt>
                <c:pt idx="191">
                  <c:v>0.4873264191007175</c:v>
                </c:pt>
                <c:pt idx="192">
                  <c:v>0.4741591952243816</c:v>
                </c:pt>
                <c:pt idx="193">
                  <c:v>0.3981672862675662</c:v>
                </c:pt>
                <c:pt idx="194">
                  <c:v>0.41373230170663788</c:v>
                </c:pt>
                <c:pt idx="195">
                  <c:v>0.43232059685066798</c:v>
                </c:pt>
                <c:pt idx="196">
                  <c:v>0.47165449273347226</c:v>
                </c:pt>
                <c:pt idx="197">
                  <c:v>0.57517284737260799</c:v>
                </c:pt>
                <c:pt idx="198">
                  <c:v>0.58745733896979668</c:v>
                </c:pt>
                <c:pt idx="199">
                  <c:v>0.57181297396619646</c:v>
                </c:pt>
                <c:pt idx="200">
                  <c:v>0.54857982917990311</c:v>
                </c:pt>
                <c:pt idx="201">
                  <c:v>0.55497671209744126</c:v>
                </c:pt>
                <c:pt idx="202">
                  <c:v>0.56606721089043732</c:v>
                </c:pt>
                <c:pt idx="203">
                  <c:v>0.57290983086857539</c:v>
                </c:pt>
                <c:pt idx="204">
                  <c:v>0.59279776197128353</c:v>
                </c:pt>
                <c:pt idx="205">
                  <c:v>0.5786710507683992</c:v>
                </c:pt>
                <c:pt idx="206">
                  <c:v>0.6155496963810797</c:v>
                </c:pt>
                <c:pt idx="207">
                  <c:v>0.60574636223541978</c:v>
                </c:pt>
                <c:pt idx="208">
                  <c:v>0.59072795930158906</c:v>
                </c:pt>
                <c:pt idx="209">
                  <c:v>0.63580141506138355</c:v>
                </c:pt>
                <c:pt idx="210">
                  <c:v>0.66264885680249008</c:v>
                </c:pt>
                <c:pt idx="211">
                  <c:v>0.66474126748702123</c:v>
                </c:pt>
                <c:pt idx="212">
                  <c:v>0.66264885680249008</c:v>
                </c:pt>
                <c:pt idx="213">
                  <c:v>0.68438167594716182</c:v>
                </c:pt>
                <c:pt idx="214">
                  <c:v>0.64890841265420796</c:v>
                </c:pt>
                <c:pt idx="215">
                  <c:v>0.62651628119673453</c:v>
                </c:pt>
                <c:pt idx="216">
                  <c:v>0.61098575112407738</c:v>
                </c:pt>
                <c:pt idx="217">
                  <c:v>0.61966926616186646</c:v>
                </c:pt>
                <c:pt idx="218">
                  <c:v>0.57559445438514367</c:v>
                </c:pt>
                <c:pt idx="219">
                  <c:v>0.60937196228640689</c:v>
                </c:pt>
                <c:pt idx="220">
                  <c:v>0.64195316325793905</c:v>
                </c:pt>
                <c:pt idx="221">
                  <c:v>0.62778439660000751</c:v>
                </c:pt>
                <c:pt idx="222">
                  <c:v>0.64459292642165245</c:v>
                </c:pt>
                <c:pt idx="223">
                  <c:v>0.63055503904182508</c:v>
                </c:pt>
                <c:pt idx="224">
                  <c:v>0.64951370522505292</c:v>
                </c:pt>
              </c:numCache>
            </c:numRef>
          </c:val>
          <c:smooth val="0"/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223848320"/>
        <c:axId val="223849856"/>
      </c:lineChart>
      <c:lineChart>
        <c:grouping val="standard"/>
        <c:varyColors val="0"/>
        <c:ser>
          <c:idx val="2"/>
          <c:order val="1"/>
          <c:tx>
            <c:v>Conventional Refi Index</c:v>
          </c:tx>
          <c:spPr>
            <a:ln w="19050">
              <a:solidFill>
                <a:srgbClr val="AD275C"/>
              </a:solidFill>
            </a:ln>
          </c:spPr>
          <c:marker>
            <c:symbol val="none"/>
          </c:marker>
          <c:cat>
            <c:numRef>
              <c:f>PoolRefinancible!$B$3:$B$227</c:f>
              <c:numCache>
                <c:formatCode>m/d/yyyy</c:formatCode>
                <c:ptCount val="225"/>
                <c:pt idx="0">
                  <c:v>40549</c:v>
                </c:pt>
                <c:pt idx="1">
                  <c:v>40556</c:v>
                </c:pt>
                <c:pt idx="2">
                  <c:v>40563</c:v>
                </c:pt>
                <c:pt idx="3">
                  <c:v>40570</c:v>
                </c:pt>
                <c:pt idx="4">
                  <c:v>40577</c:v>
                </c:pt>
                <c:pt idx="5">
                  <c:v>40584</c:v>
                </c:pt>
                <c:pt idx="6">
                  <c:v>40591</c:v>
                </c:pt>
                <c:pt idx="7">
                  <c:v>40598</c:v>
                </c:pt>
                <c:pt idx="8">
                  <c:v>40605</c:v>
                </c:pt>
                <c:pt idx="9">
                  <c:v>40612</c:v>
                </c:pt>
                <c:pt idx="10">
                  <c:v>40619</c:v>
                </c:pt>
                <c:pt idx="11">
                  <c:v>40626</c:v>
                </c:pt>
                <c:pt idx="12">
                  <c:v>40633</c:v>
                </c:pt>
                <c:pt idx="13">
                  <c:v>40640</c:v>
                </c:pt>
                <c:pt idx="14">
                  <c:v>40647</c:v>
                </c:pt>
                <c:pt idx="15">
                  <c:v>40654</c:v>
                </c:pt>
                <c:pt idx="16">
                  <c:v>40661</c:v>
                </c:pt>
                <c:pt idx="17">
                  <c:v>40668</c:v>
                </c:pt>
                <c:pt idx="18">
                  <c:v>40675</c:v>
                </c:pt>
                <c:pt idx="19">
                  <c:v>40682</c:v>
                </c:pt>
                <c:pt idx="20">
                  <c:v>40689</c:v>
                </c:pt>
                <c:pt idx="21">
                  <c:v>40696</c:v>
                </c:pt>
                <c:pt idx="22">
                  <c:v>40703</c:v>
                </c:pt>
                <c:pt idx="23">
                  <c:v>40710</c:v>
                </c:pt>
                <c:pt idx="24">
                  <c:v>40717</c:v>
                </c:pt>
                <c:pt idx="25">
                  <c:v>40724</c:v>
                </c:pt>
                <c:pt idx="26">
                  <c:v>40731</c:v>
                </c:pt>
                <c:pt idx="27">
                  <c:v>40738</c:v>
                </c:pt>
                <c:pt idx="28">
                  <c:v>40745</c:v>
                </c:pt>
                <c:pt idx="29">
                  <c:v>40752</c:v>
                </c:pt>
                <c:pt idx="30">
                  <c:v>40759</c:v>
                </c:pt>
                <c:pt idx="31">
                  <c:v>40766</c:v>
                </c:pt>
                <c:pt idx="32">
                  <c:v>40773</c:v>
                </c:pt>
                <c:pt idx="33">
                  <c:v>40780</c:v>
                </c:pt>
                <c:pt idx="34">
                  <c:v>40787</c:v>
                </c:pt>
                <c:pt idx="35">
                  <c:v>40794</c:v>
                </c:pt>
                <c:pt idx="36">
                  <c:v>40801</c:v>
                </c:pt>
                <c:pt idx="37">
                  <c:v>40808</c:v>
                </c:pt>
                <c:pt idx="38">
                  <c:v>40815</c:v>
                </c:pt>
                <c:pt idx="39">
                  <c:v>40822</c:v>
                </c:pt>
                <c:pt idx="40">
                  <c:v>40829</c:v>
                </c:pt>
                <c:pt idx="41">
                  <c:v>40836</c:v>
                </c:pt>
                <c:pt idx="42">
                  <c:v>40843</c:v>
                </c:pt>
                <c:pt idx="43">
                  <c:v>40850</c:v>
                </c:pt>
                <c:pt idx="44">
                  <c:v>40857</c:v>
                </c:pt>
                <c:pt idx="45">
                  <c:v>40864</c:v>
                </c:pt>
                <c:pt idx="46">
                  <c:v>40870</c:v>
                </c:pt>
                <c:pt idx="47">
                  <c:v>40878</c:v>
                </c:pt>
                <c:pt idx="48">
                  <c:v>40885</c:v>
                </c:pt>
                <c:pt idx="49">
                  <c:v>40892</c:v>
                </c:pt>
                <c:pt idx="50">
                  <c:v>40899</c:v>
                </c:pt>
                <c:pt idx="51">
                  <c:v>40906</c:v>
                </c:pt>
                <c:pt idx="52">
                  <c:v>40913</c:v>
                </c:pt>
                <c:pt idx="53">
                  <c:v>40920</c:v>
                </c:pt>
                <c:pt idx="54">
                  <c:v>40927</c:v>
                </c:pt>
                <c:pt idx="55">
                  <c:v>40934</c:v>
                </c:pt>
                <c:pt idx="56">
                  <c:v>40941</c:v>
                </c:pt>
                <c:pt idx="57">
                  <c:v>40948</c:v>
                </c:pt>
                <c:pt idx="58">
                  <c:v>40955</c:v>
                </c:pt>
                <c:pt idx="59">
                  <c:v>40962</c:v>
                </c:pt>
                <c:pt idx="60">
                  <c:v>40969</c:v>
                </c:pt>
                <c:pt idx="61">
                  <c:v>40976</c:v>
                </c:pt>
                <c:pt idx="62">
                  <c:v>40983</c:v>
                </c:pt>
                <c:pt idx="63">
                  <c:v>40990</c:v>
                </c:pt>
                <c:pt idx="64">
                  <c:v>40997</c:v>
                </c:pt>
                <c:pt idx="65">
                  <c:v>41004</c:v>
                </c:pt>
                <c:pt idx="66">
                  <c:v>41011</c:v>
                </c:pt>
                <c:pt idx="67">
                  <c:v>41018</c:v>
                </c:pt>
                <c:pt idx="68">
                  <c:v>41025</c:v>
                </c:pt>
                <c:pt idx="69">
                  <c:v>41032</c:v>
                </c:pt>
                <c:pt idx="70">
                  <c:v>41039</c:v>
                </c:pt>
                <c:pt idx="71">
                  <c:v>41046</c:v>
                </c:pt>
                <c:pt idx="72">
                  <c:v>41053</c:v>
                </c:pt>
                <c:pt idx="73">
                  <c:v>41060</c:v>
                </c:pt>
                <c:pt idx="74">
                  <c:v>41067</c:v>
                </c:pt>
                <c:pt idx="75">
                  <c:v>41074</c:v>
                </c:pt>
                <c:pt idx="76">
                  <c:v>41081</c:v>
                </c:pt>
                <c:pt idx="77">
                  <c:v>41088</c:v>
                </c:pt>
                <c:pt idx="78">
                  <c:v>41095</c:v>
                </c:pt>
                <c:pt idx="79">
                  <c:v>41102</c:v>
                </c:pt>
                <c:pt idx="80">
                  <c:v>41109</c:v>
                </c:pt>
                <c:pt idx="81">
                  <c:v>41116</c:v>
                </c:pt>
                <c:pt idx="82">
                  <c:v>41123</c:v>
                </c:pt>
                <c:pt idx="83">
                  <c:v>41130</c:v>
                </c:pt>
                <c:pt idx="84">
                  <c:v>41137</c:v>
                </c:pt>
                <c:pt idx="85">
                  <c:v>41144</c:v>
                </c:pt>
                <c:pt idx="86">
                  <c:v>41151</c:v>
                </c:pt>
                <c:pt idx="87">
                  <c:v>41158</c:v>
                </c:pt>
                <c:pt idx="88">
                  <c:v>41165</c:v>
                </c:pt>
                <c:pt idx="89">
                  <c:v>41172</c:v>
                </c:pt>
                <c:pt idx="90">
                  <c:v>41179</c:v>
                </c:pt>
                <c:pt idx="91">
                  <c:v>41186</c:v>
                </c:pt>
                <c:pt idx="92">
                  <c:v>41193</c:v>
                </c:pt>
                <c:pt idx="93">
                  <c:v>41200</c:v>
                </c:pt>
                <c:pt idx="94">
                  <c:v>41207</c:v>
                </c:pt>
                <c:pt idx="95">
                  <c:v>41214</c:v>
                </c:pt>
                <c:pt idx="96">
                  <c:v>41221</c:v>
                </c:pt>
                <c:pt idx="97">
                  <c:v>41228</c:v>
                </c:pt>
                <c:pt idx="98">
                  <c:v>41234</c:v>
                </c:pt>
                <c:pt idx="99">
                  <c:v>41242</c:v>
                </c:pt>
                <c:pt idx="100">
                  <c:v>41249</c:v>
                </c:pt>
                <c:pt idx="101">
                  <c:v>41256</c:v>
                </c:pt>
                <c:pt idx="102">
                  <c:v>41263</c:v>
                </c:pt>
                <c:pt idx="103">
                  <c:v>41270</c:v>
                </c:pt>
                <c:pt idx="104">
                  <c:v>41277</c:v>
                </c:pt>
                <c:pt idx="105">
                  <c:v>41284</c:v>
                </c:pt>
                <c:pt idx="106">
                  <c:v>41291</c:v>
                </c:pt>
                <c:pt idx="107">
                  <c:v>41298</c:v>
                </c:pt>
                <c:pt idx="108">
                  <c:v>41305</c:v>
                </c:pt>
                <c:pt idx="109">
                  <c:v>41312</c:v>
                </c:pt>
                <c:pt idx="110">
                  <c:v>41319</c:v>
                </c:pt>
                <c:pt idx="111">
                  <c:v>41326</c:v>
                </c:pt>
                <c:pt idx="112">
                  <c:v>41333</c:v>
                </c:pt>
                <c:pt idx="113">
                  <c:v>41340</c:v>
                </c:pt>
                <c:pt idx="114">
                  <c:v>41347</c:v>
                </c:pt>
                <c:pt idx="115">
                  <c:v>41354</c:v>
                </c:pt>
                <c:pt idx="116">
                  <c:v>41361</c:v>
                </c:pt>
                <c:pt idx="117">
                  <c:v>41368</c:v>
                </c:pt>
                <c:pt idx="118">
                  <c:v>41375</c:v>
                </c:pt>
                <c:pt idx="119">
                  <c:v>41382</c:v>
                </c:pt>
                <c:pt idx="120">
                  <c:v>41389</c:v>
                </c:pt>
                <c:pt idx="121">
                  <c:v>41396</c:v>
                </c:pt>
                <c:pt idx="122">
                  <c:v>41403</c:v>
                </c:pt>
                <c:pt idx="123">
                  <c:v>41410</c:v>
                </c:pt>
                <c:pt idx="124">
                  <c:v>41417</c:v>
                </c:pt>
                <c:pt idx="125">
                  <c:v>41424</c:v>
                </c:pt>
                <c:pt idx="126">
                  <c:v>41431</c:v>
                </c:pt>
                <c:pt idx="127">
                  <c:v>41438</c:v>
                </c:pt>
                <c:pt idx="128">
                  <c:v>41445</c:v>
                </c:pt>
                <c:pt idx="129">
                  <c:v>41452</c:v>
                </c:pt>
                <c:pt idx="130">
                  <c:v>41458</c:v>
                </c:pt>
                <c:pt idx="131">
                  <c:v>41466</c:v>
                </c:pt>
                <c:pt idx="132">
                  <c:v>41473</c:v>
                </c:pt>
                <c:pt idx="133">
                  <c:v>41480</c:v>
                </c:pt>
                <c:pt idx="134">
                  <c:v>41487</c:v>
                </c:pt>
                <c:pt idx="135">
                  <c:v>41494</c:v>
                </c:pt>
                <c:pt idx="136">
                  <c:v>41501</c:v>
                </c:pt>
                <c:pt idx="137">
                  <c:v>41508</c:v>
                </c:pt>
                <c:pt idx="138">
                  <c:v>41515</c:v>
                </c:pt>
                <c:pt idx="139">
                  <c:v>41522</c:v>
                </c:pt>
                <c:pt idx="140">
                  <c:v>41529</c:v>
                </c:pt>
                <c:pt idx="141">
                  <c:v>41536</c:v>
                </c:pt>
                <c:pt idx="142">
                  <c:v>41543</c:v>
                </c:pt>
                <c:pt idx="143">
                  <c:v>41550</c:v>
                </c:pt>
                <c:pt idx="144">
                  <c:v>41557</c:v>
                </c:pt>
                <c:pt idx="145">
                  <c:v>41564</c:v>
                </c:pt>
                <c:pt idx="146">
                  <c:v>41571</c:v>
                </c:pt>
                <c:pt idx="147">
                  <c:v>41578</c:v>
                </c:pt>
                <c:pt idx="148">
                  <c:v>41585</c:v>
                </c:pt>
                <c:pt idx="149">
                  <c:v>41592</c:v>
                </c:pt>
                <c:pt idx="150">
                  <c:v>41599</c:v>
                </c:pt>
                <c:pt idx="151">
                  <c:v>41605</c:v>
                </c:pt>
                <c:pt idx="152">
                  <c:v>41613</c:v>
                </c:pt>
                <c:pt idx="153">
                  <c:v>41620</c:v>
                </c:pt>
                <c:pt idx="154">
                  <c:v>41627</c:v>
                </c:pt>
                <c:pt idx="155">
                  <c:v>41634</c:v>
                </c:pt>
                <c:pt idx="156">
                  <c:v>41641</c:v>
                </c:pt>
                <c:pt idx="157">
                  <c:v>41648</c:v>
                </c:pt>
                <c:pt idx="158">
                  <c:v>41655</c:v>
                </c:pt>
                <c:pt idx="159">
                  <c:v>41662</c:v>
                </c:pt>
                <c:pt idx="160">
                  <c:v>41669</c:v>
                </c:pt>
                <c:pt idx="161">
                  <c:v>41676</c:v>
                </c:pt>
                <c:pt idx="162">
                  <c:v>41683</c:v>
                </c:pt>
                <c:pt idx="163">
                  <c:v>41690</c:v>
                </c:pt>
                <c:pt idx="164">
                  <c:v>41697</c:v>
                </c:pt>
                <c:pt idx="165">
                  <c:v>41704</c:v>
                </c:pt>
                <c:pt idx="166">
                  <c:v>41711</c:v>
                </c:pt>
                <c:pt idx="167">
                  <c:v>41718</c:v>
                </c:pt>
                <c:pt idx="168">
                  <c:v>41725</c:v>
                </c:pt>
                <c:pt idx="169">
                  <c:v>41732</c:v>
                </c:pt>
                <c:pt idx="170">
                  <c:v>41739</c:v>
                </c:pt>
                <c:pt idx="171">
                  <c:v>41746</c:v>
                </c:pt>
                <c:pt idx="172">
                  <c:v>41753</c:v>
                </c:pt>
                <c:pt idx="173">
                  <c:v>41760</c:v>
                </c:pt>
                <c:pt idx="174">
                  <c:v>41767</c:v>
                </c:pt>
                <c:pt idx="175">
                  <c:v>41774</c:v>
                </c:pt>
                <c:pt idx="176">
                  <c:v>41781</c:v>
                </c:pt>
                <c:pt idx="177">
                  <c:v>41788</c:v>
                </c:pt>
                <c:pt idx="178">
                  <c:v>41795</c:v>
                </c:pt>
                <c:pt idx="179">
                  <c:v>41802</c:v>
                </c:pt>
                <c:pt idx="180">
                  <c:v>41809</c:v>
                </c:pt>
                <c:pt idx="181">
                  <c:v>41816</c:v>
                </c:pt>
                <c:pt idx="182">
                  <c:v>41823</c:v>
                </c:pt>
                <c:pt idx="183">
                  <c:v>41830</c:v>
                </c:pt>
                <c:pt idx="184">
                  <c:v>41837</c:v>
                </c:pt>
                <c:pt idx="185">
                  <c:v>41844</c:v>
                </c:pt>
                <c:pt idx="186">
                  <c:v>41851</c:v>
                </c:pt>
                <c:pt idx="187">
                  <c:v>41858</c:v>
                </c:pt>
                <c:pt idx="188">
                  <c:v>41865</c:v>
                </c:pt>
                <c:pt idx="189">
                  <c:v>41872</c:v>
                </c:pt>
                <c:pt idx="190">
                  <c:v>41879</c:v>
                </c:pt>
                <c:pt idx="191">
                  <c:v>41886</c:v>
                </c:pt>
                <c:pt idx="192">
                  <c:v>41893</c:v>
                </c:pt>
                <c:pt idx="193">
                  <c:v>41900</c:v>
                </c:pt>
                <c:pt idx="194">
                  <c:v>41907</c:v>
                </c:pt>
                <c:pt idx="195">
                  <c:v>41914</c:v>
                </c:pt>
                <c:pt idx="196">
                  <c:v>41921</c:v>
                </c:pt>
                <c:pt idx="197">
                  <c:v>41928</c:v>
                </c:pt>
                <c:pt idx="198">
                  <c:v>41935</c:v>
                </c:pt>
                <c:pt idx="199">
                  <c:v>41942</c:v>
                </c:pt>
                <c:pt idx="200">
                  <c:v>41949</c:v>
                </c:pt>
                <c:pt idx="201">
                  <c:v>41956</c:v>
                </c:pt>
                <c:pt idx="202">
                  <c:v>41963</c:v>
                </c:pt>
                <c:pt idx="203">
                  <c:v>41969</c:v>
                </c:pt>
                <c:pt idx="204">
                  <c:v>41977</c:v>
                </c:pt>
                <c:pt idx="205">
                  <c:v>41984</c:v>
                </c:pt>
                <c:pt idx="206">
                  <c:v>41991</c:v>
                </c:pt>
                <c:pt idx="207">
                  <c:v>41997</c:v>
                </c:pt>
                <c:pt idx="208">
                  <c:v>42004</c:v>
                </c:pt>
                <c:pt idx="209">
                  <c:v>42012</c:v>
                </c:pt>
                <c:pt idx="210">
                  <c:v>42019</c:v>
                </c:pt>
                <c:pt idx="211">
                  <c:v>42026</c:v>
                </c:pt>
                <c:pt idx="212">
                  <c:v>42033</c:v>
                </c:pt>
                <c:pt idx="213">
                  <c:v>42040</c:v>
                </c:pt>
                <c:pt idx="214">
                  <c:v>42047</c:v>
                </c:pt>
                <c:pt idx="215">
                  <c:v>42054</c:v>
                </c:pt>
                <c:pt idx="216">
                  <c:v>42061</c:v>
                </c:pt>
                <c:pt idx="217">
                  <c:v>42068</c:v>
                </c:pt>
                <c:pt idx="218">
                  <c:v>42075</c:v>
                </c:pt>
                <c:pt idx="219">
                  <c:v>42082</c:v>
                </c:pt>
                <c:pt idx="220">
                  <c:v>42089</c:v>
                </c:pt>
                <c:pt idx="221">
                  <c:v>42096</c:v>
                </c:pt>
                <c:pt idx="222">
                  <c:v>42103</c:v>
                </c:pt>
                <c:pt idx="223">
                  <c:v>42110</c:v>
                </c:pt>
                <c:pt idx="224">
                  <c:v>42117</c:v>
                </c:pt>
              </c:numCache>
            </c:numRef>
          </c:cat>
          <c:val>
            <c:numRef>
              <c:f>PoolRefinancible!$E$3:$E$227</c:f>
              <c:numCache>
                <c:formatCode>General</c:formatCode>
                <c:ptCount val="225"/>
                <c:pt idx="0">
                  <c:v>2344.3000000000002</c:v>
                </c:pt>
                <c:pt idx="1">
                  <c:v>2528.6999999999998</c:v>
                </c:pt>
                <c:pt idx="2">
                  <c:v>2129.6999999999998</c:v>
                </c:pt>
                <c:pt idx="3">
                  <c:v>2371.1</c:v>
                </c:pt>
                <c:pt idx="4">
                  <c:v>2190.4</c:v>
                </c:pt>
                <c:pt idx="5">
                  <c:v>1953.2</c:v>
                </c:pt>
                <c:pt idx="6">
                  <c:v>2325.3000000000002</c:v>
                </c:pt>
                <c:pt idx="7">
                  <c:v>2155.5</c:v>
                </c:pt>
                <c:pt idx="8">
                  <c:v>2539.4</c:v>
                </c:pt>
                <c:pt idx="9">
                  <c:v>2563.6</c:v>
                </c:pt>
                <c:pt idx="10">
                  <c:v>2620.8000000000002</c:v>
                </c:pt>
                <c:pt idx="11">
                  <c:v>2350.6999999999998</c:v>
                </c:pt>
                <c:pt idx="12">
                  <c:v>2194.4</c:v>
                </c:pt>
                <c:pt idx="13">
                  <c:v>2010.6</c:v>
                </c:pt>
                <c:pt idx="14">
                  <c:v>2065.3000000000002</c:v>
                </c:pt>
                <c:pt idx="15">
                  <c:v>2091.4</c:v>
                </c:pt>
                <c:pt idx="16">
                  <c:v>2220.1</c:v>
                </c:pt>
                <c:pt idx="17">
                  <c:v>2414.9</c:v>
                </c:pt>
                <c:pt idx="18">
                  <c:v>2742.2</c:v>
                </c:pt>
                <c:pt idx="19">
                  <c:v>2764.6</c:v>
                </c:pt>
                <c:pt idx="20">
                  <c:v>2619.6999999999998</c:v>
                </c:pt>
                <c:pt idx="21">
                  <c:v>2648</c:v>
                </c:pt>
                <c:pt idx="22">
                  <c:v>3101.7</c:v>
                </c:pt>
                <c:pt idx="23">
                  <c:v>2857.9</c:v>
                </c:pt>
                <c:pt idx="24">
                  <c:v>2809.5</c:v>
                </c:pt>
                <c:pt idx="25">
                  <c:v>2527.5</c:v>
                </c:pt>
                <c:pt idx="26">
                  <c:v>2362.6999999999998</c:v>
                </c:pt>
                <c:pt idx="27">
                  <c:v>2923.8</c:v>
                </c:pt>
                <c:pt idx="28">
                  <c:v>2769.6</c:v>
                </c:pt>
                <c:pt idx="29">
                  <c:v>2974.1</c:v>
                </c:pt>
                <c:pt idx="30">
                  <c:v>3880.9</c:v>
                </c:pt>
                <c:pt idx="31">
                  <c:v>4184.3999999999996</c:v>
                </c:pt>
                <c:pt idx="32">
                  <c:v>4110.8</c:v>
                </c:pt>
                <c:pt idx="33">
                  <c:v>3601.3</c:v>
                </c:pt>
                <c:pt idx="34">
                  <c:v>3372</c:v>
                </c:pt>
                <c:pt idx="35">
                  <c:v>3571.7</c:v>
                </c:pt>
                <c:pt idx="36">
                  <c:v>4033.8</c:v>
                </c:pt>
                <c:pt idx="37">
                  <c:v>4512.1000000000004</c:v>
                </c:pt>
                <c:pt idx="38">
                  <c:v>4241.8</c:v>
                </c:pt>
                <c:pt idx="39">
                  <c:v>4251.1000000000004</c:v>
                </c:pt>
                <c:pt idx="40">
                  <c:v>3553.2</c:v>
                </c:pt>
                <c:pt idx="41">
                  <c:v>3719.3</c:v>
                </c:pt>
                <c:pt idx="42">
                  <c:v>3695</c:v>
                </c:pt>
                <c:pt idx="43">
                  <c:v>4137.6000000000004</c:v>
                </c:pt>
                <c:pt idx="44">
                  <c:v>3664.5</c:v>
                </c:pt>
                <c:pt idx="45">
                  <c:v>3466.8</c:v>
                </c:pt>
                <c:pt idx="46">
                  <c:v>#N/A</c:v>
                </c:pt>
                <c:pt idx="47">
                  <c:v>3394.7</c:v>
                </c:pt>
                <c:pt idx="48">
                  <c:v>3708.6</c:v>
                </c:pt>
                <c:pt idx="49">
                  <c:v>3676.1</c:v>
                </c:pt>
                <c:pt idx="50">
                  <c:v>3684.5</c:v>
                </c:pt>
                <c:pt idx="51">
                  <c:v>3608.1</c:v>
                </c:pt>
                <c:pt idx="52">
                  <c:v>3668.3</c:v>
                </c:pt>
                <c:pt idx="53">
                  <c:v>4626.5</c:v>
                </c:pt>
                <c:pt idx="54">
                  <c:v>4326.3999999999996</c:v>
                </c:pt>
                <c:pt idx="55">
                  <c:v>4184.3</c:v>
                </c:pt>
                <c:pt idx="56">
                  <c:v>4617.1000000000004</c:v>
                </c:pt>
                <c:pt idx="57">
                  <c:v>4716.1000000000004</c:v>
                </c:pt>
                <c:pt idx="58">
                  <c:v>4466.8999999999996</c:v>
                </c:pt>
                <c:pt idx="59">
                  <c:v>4379.1000000000004</c:v>
                </c:pt>
                <c:pt idx="60">
                  <c:v>4277.6000000000004</c:v>
                </c:pt>
                <c:pt idx="61">
                  <c:v>4063.4</c:v>
                </c:pt>
                <c:pt idx="62">
                  <c:v>3715.2</c:v>
                </c:pt>
                <c:pt idx="63">
                  <c:v>3588.4</c:v>
                </c:pt>
                <c:pt idx="64">
                  <c:v>3699.5</c:v>
                </c:pt>
                <c:pt idx="65">
                  <c:v>3549.3</c:v>
                </c:pt>
                <c:pt idx="66">
                  <c:v>4144.3</c:v>
                </c:pt>
                <c:pt idx="67">
                  <c:v>3892.2</c:v>
                </c:pt>
                <c:pt idx="68">
                  <c:v>3856</c:v>
                </c:pt>
                <c:pt idx="69">
                  <c:v>3924.4</c:v>
                </c:pt>
                <c:pt idx="70">
                  <c:v>4482</c:v>
                </c:pt>
                <c:pt idx="71">
                  <c:v>4732</c:v>
                </c:pt>
                <c:pt idx="72">
                  <c:v>4675.8999999999996</c:v>
                </c:pt>
                <c:pt idx="73">
                  <c:v>4736</c:v>
                </c:pt>
                <c:pt idx="74">
                  <c:v>5590</c:v>
                </c:pt>
                <c:pt idx="75">
                  <c:v>4719.6000000000004</c:v>
                </c:pt>
                <c:pt idx="76">
                  <c:v>4585.8</c:v>
                </c:pt>
                <c:pt idx="77">
                  <c:v>4372.2</c:v>
                </c:pt>
                <c:pt idx="78">
                  <c:v>4267.8999999999996</c:v>
                </c:pt>
                <c:pt idx="79">
                  <c:v>5246.8</c:v>
                </c:pt>
                <c:pt idx="80">
                  <c:v>5383.1</c:v>
                </c:pt>
                <c:pt idx="81">
                  <c:v>5492.1</c:v>
                </c:pt>
                <c:pt idx="82">
                  <c:v>5444.3</c:v>
                </c:pt>
                <c:pt idx="83">
                  <c:v>5172.2</c:v>
                </c:pt>
                <c:pt idx="84">
                  <c:v>4671.1000000000004</c:v>
                </c:pt>
                <c:pt idx="85">
                  <c:v>4414.6000000000004</c:v>
                </c:pt>
                <c:pt idx="86">
                  <c:v>4274.8</c:v>
                </c:pt>
                <c:pt idx="87">
                  <c:v>4779.1000000000004</c:v>
                </c:pt>
                <c:pt idx="88">
                  <c:v>4823.3</c:v>
                </c:pt>
                <c:pt idx="89">
                  <c:v>4979</c:v>
                </c:pt>
                <c:pt idx="90">
                  <c:v>5965.5</c:v>
                </c:pt>
                <c:pt idx="91">
                  <c:v>5892.5</c:v>
                </c:pt>
                <c:pt idx="92">
                  <c:v>5572.2</c:v>
                </c:pt>
                <c:pt idx="93">
                  <c:v>4847.2</c:v>
                </c:pt>
                <c:pt idx="94">
                  <c:v>4550.7</c:v>
                </c:pt>
                <c:pt idx="95">
                  <c:v>4297.7</c:v>
                </c:pt>
                <c:pt idx="96">
                  <c:v>4856.1000000000004</c:v>
                </c:pt>
                <c:pt idx="97">
                  <c:v>4702.3999999999996</c:v>
                </c:pt>
                <c:pt idx="98">
                  <c:v>#N/A</c:v>
                </c:pt>
                <c:pt idx="99">
                  <c:v>4943</c:v>
                </c:pt>
                <c:pt idx="100">
                  <c:v>5368.1</c:v>
                </c:pt>
                <c:pt idx="101">
                  <c:v>4564.3999999999996</c:v>
                </c:pt>
                <c:pt idx="102">
                  <c:v>3983.2</c:v>
                </c:pt>
                <c:pt idx="103">
                  <c:v>3488.9</c:v>
                </c:pt>
                <c:pt idx="104">
                  <c:v>3896.4</c:v>
                </c:pt>
                <c:pt idx="105">
                  <c:v>4554.3999999999996</c:v>
                </c:pt>
                <c:pt idx="106">
                  <c:v>4937.3999999999996</c:v>
                </c:pt>
                <c:pt idx="107">
                  <c:v>4433.6000000000004</c:v>
                </c:pt>
                <c:pt idx="108">
                  <c:v>4579</c:v>
                </c:pt>
                <c:pt idx="109">
                  <c:v>4284.3</c:v>
                </c:pt>
                <c:pt idx="110">
                  <c:v>4261.8</c:v>
                </c:pt>
                <c:pt idx="111">
                  <c:v>4136.3</c:v>
                </c:pt>
                <c:pt idx="112">
                  <c:v>4724.8999999999996</c:v>
                </c:pt>
                <c:pt idx="113">
                  <c:v>4485.2</c:v>
                </c:pt>
                <c:pt idx="114">
                  <c:v>4111.3</c:v>
                </c:pt>
                <c:pt idx="115">
                  <c:v>4412.8999999999996</c:v>
                </c:pt>
                <c:pt idx="116">
                  <c:v>4119.2</c:v>
                </c:pt>
                <c:pt idx="117">
                  <c:v>4528.8999999999996</c:v>
                </c:pt>
                <c:pt idx="118">
                  <c:v>4726.8999999999996</c:v>
                </c:pt>
                <c:pt idx="119">
                  <c:v>4672.1000000000004</c:v>
                </c:pt>
                <c:pt idx="120">
                  <c:v>4854.1000000000004</c:v>
                </c:pt>
                <c:pt idx="121">
                  <c:v>5279.9</c:v>
                </c:pt>
                <c:pt idx="122">
                  <c:v>4797.2</c:v>
                </c:pt>
                <c:pt idx="123">
                  <c:v>4241.5</c:v>
                </c:pt>
                <c:pt idx="124">
                  <c:v>3709.4</c:v>
                </c:pt>
                <c:pt idx="125">
                  <c:v>3163.6</c:v>
                </c:pt>
                <c:pt idx="126">
                  <c:v>3339.8</c:v>
                </c:pt>
                <c:pt idx="127">
                  <c:v>3214.4</c:v>
                </c:pt>
                <c:pt idx="128">
                  <c:v>3040.1</c:v>
                </c:pt>
                <c:pt idx="129">
                  <c:v>2573.4</c:v>
                </c:pt>
                <c:pt idx="130">
                  <c:v>#N/A</c:v>
                </c:pt>
                <c:pt idx="131">
                  <c:v>2242.1999999999998</c:v>
                </c:pt>
                <c:pt idx="132">
                  <c:v>2288</c:v>
                </c:pt>
                <c:pt idx="133">
                  <c:v>2218.3000000000002</c:v>
                </c:pt>
                <c:pt idx="134">
                  <c:v>2228.9</c:v>
                </c:pt>
                <c:pt idx="135">
                  <c:v>2110.6</c:v>
                </c:pt>
                <c:pt idx="136">
                  <c:v>1935.1</c:v>
                </c:pt>
                <c:pt idx="137">
                  <c:v>1842.6</c:v>
                </c:pt>
                <c:pt idx="138">
                  <c:v>1909</c:v>
                </c:pt>
                <c:pt idx="139">
                  <c:v>1512.9</c:v>
                </c:pt>
                <c:pt idx="140">
                  <c:v>1814</c:v>
                </c:pt>
                <c:pt idx="141">
                  <c:v>1922.9</c:v>
                </c:pt>
                <c:pt idx="142">
                  <c:v>1956.6</c:v>
                </c:pt>
                <c:pt idx="143">
                  <c:v>2025.3</c:v>
                </c:pt>
                <c:pt idx="144">
                  <c:v>2102.6999999999998</c:v>
                </c:pt>
                <c:pt idx="145">
                  <c:v>2033.7</c:v>
                </c:pt>
                <c:pt idx="146">
                  <c:v>2211.8000000000002</c:v>
                </c:pt>
                <c:pt idx="147">
                  <c:v>2105.6</c:v>
                </c:pt>
                <c:pt idx="148">
                  <c:v>2056.9</c:v>
                </c:pt>
                <c:pt idx="149">
                  <c:v>1903.5</c:v>
                </c:pt>
                <c:pt idx="150">
                  <c:v>1917.2</c:v>
                </c:pt>
                <c:pt idx="151">
                  <c:v>#N/A</c:v>
                </c:pt>
                <c:pt idx="152">
                  <c:v>1599.4</c:v>
                </c:pt>
                <c:pt idx="153">
                  <c:v>1529.8</c:v>
                </c:pt>
                <c:pt idx="154">
                  <c:v>1426.7</c:v>
                </c:pt>
                <c:pt idx="155">
                  <c:v>1277.8</c:v>
                </c:pt>
                <c:pt idx="156">
                  <c:v>1352.7</c:v>
                </c:pt>
                <c:pt idx="157">
                  <c:v>1507</c:v>
                </c:pt>
                <c:pt idx="158">
                  <c:v>1675.8</c:v>
                </c:pt>
                <c:pt idx="159">
                  <c:v>1601.2</c:v>
                </c:pt>
                <c:pt idx="160">
                  <c:v>1667.5</c:v>
                </c:pt>
                <c:pt idx="161">
                  <c:v>1674.2</c:v>
                </c:pt>
                <c:pt idx="162">
                  <c:v>1650.6</c:v>
                </c:pt>
                <c:pt idx="163">
                  <c:v>1442.3</c:v>
                </c:pt>
                <c:pt idx="164">
                  <c:v>1600.6</c:v>
                </c:pt>
                <c:pt idx="165">
                  <c:v>1528</c:v>
                </c:pt>
                <c:pt idx="166">
                  <c:v>1552.1</c:v>
                </c:pt>
                <c:pt idx="167">
                  <c:v>1426.3</c:v>
                </c:pt>
                <c:pt idx="168">
                  <c:v>1383.5</c:v>
                </c:pt>
                <c:pt idx="169">
                  <c:v>1324.7</c:v>
                </c:pt>
                <c:pt idx="170">
                  <c:v>1429.9</c:v>
                </c:pt>
                <c:pt idx="171">
                  <c:v>1370.9</c:v>
                </c:pt>
                <c:pt idx="172">
                  <c:v>1298.0999999999999</c:v>
                </c:pt>
                <c:pt idx="173">
                  <c:v>1323.9</c:v>
                </c:pt>
                <c:pt idx="174">
                  <c:v>1400.9</c:v>
                </c:pt>
                <c:pt idx="175">
                  <c:v>1460.6</c:v>
                </c:pt>
                <c:pt idx="176">
                  <c:v>1453.4</c:v>
                </c:pt>
                <c:pt idx="177">
                  <c:v>1382.6</c:v>
                </c:pt>
                <c:pt idx="178">
                  <c:v>1516.9</c:v>
                </c:pt>
                <c:pt idx="179">
                  <c:v>1321.3</c:v>
                </c:pt>
                <c:pt idx="180">
                  <c:v>1333.5</c:v>
                </c:pt>
                <c:pt idx="181">
                  <c:v>1341.8</c:v>
                </c:pt>
                <c:pt idx="182">
                  <c:v>1346.8</c:v>
                </c:pt>
                <c:pt idx="183">
                  <c:v>1329.7</c:v>
                </c:pt>
                <c:pt idx="184">
                  <c:v>1400.7</c:v>
                </c:pt>
                <c:pt idx="185">
                  <c:v>1327.5</c:v>
                </c:pt>
                <c:pt idx="186">
                  <c:v>1373.9</c:v>
                </c:pt>
                <c:pt idx="187">
                  <c:v>1342.6</c:v>
                </c:pt>
                <c:pt idx="188">
                  <c:v>1404.9</c:v>
                </c:pt>
                <c:pt idx="189">
                  <c:v>1439.4</c:v>
                </c:pt>
                <c:pt idx="190">
                  <c:v>1436</c:v>
                </c:pt>
                <c:pt idx="191">
                  <c:v>1275.8</c:v>
                </c:pt>
                <c:pt idx="192">
                  <c:v>1398.4</c:v>
                </c:pt>
                <c:pt idx="193">
                  <c:v>1335.1</c:v>
                </c:pt>
                <c:pt idx="194">
                  <c:v>1326.2</c:v>
                </c:pt>
                <c:pt idx="195">
                  <c:v>1387.1</c:v>
                </c:pt>
                <c:pt idx="196">
                  <c:v>1560.6</c:v>
                </c:pt>
                <c:pt idx="197">
                  <c:v>1898.2</c:v>
                </c:pt>
                <c:pt idx="198">
                  <c:v>1713.6</c:v>
                </c:pt>
                <c:pt idx="199">
                  <c:v>1604.8</c:v>
                </c:pt>
                <c:pt idx="200">
                  <c:v>1565.3</c:v>
                </c:pt>
                <c:pt idx="201">
                  <c:v>1563.2</c:v>
                </c:pt>
                <c:pt idx="202">
                  <c:v>1547.9</c:v>
                </c:pt>
                <c:pt idx="203">
                  <c:v>#N/A</c:v>
                </c:pt>
                <c:pt idx="204">
                  <c:v>1548.6</c:v>
                </c:pt>
                <c:pt idx="205">
                  <c:v>1518.8</c:v>
                </c:pt>
                <c:pt idx="206">
                  <c:v>1538.7</c:v>
                </c:pt>
                <c:pt idx="207">
                  <c:v>#N/A</c:v>
                </c:pt>
                <c:pt idx="208">
                  <c:v>#N/A</c:v>
                </c:pt>
                <c:pt idx="209">
                  <c:v>2271.5</c:v>
                </c:pt>
                <c:pt idx="210">
                  <c:v>2799.3</c:v>
                </c:pt>
                <c:pt idx="211">
                  <c:v>2572.3000000000002</c:v>
                </c:pt>
                <c:pt idx="212">
                  <c:v>2584.8000000000002</c:v>
                </c:pt>
                <c:pt idx="213">
                  <c:v>2291.3000000000002</c:v>
                </c:pt>
                <c:pt idx="214">
                  <c:v>1904.2</c:v>
                </c:pt>
                <c:pt idx="215">
                  <c:v>1703.1</c:v>
                </c:pt>
                <c:pt idx="216">
                  <c:v>1740.3</c:v>
                </c:pt>
                <c:pt idx="217">
                  <c:v>1685.7</c:v>
                </c:pt>
                <c:pt idx="218">
                  <c:v>1623.6</c:v>
                </c:pt>
                <c:pt idx="219">
                  <c:v>1860.8</c:v>
                </c:pt>
                <c:pt idx="220">
                  <c:v>1941.6</c:v>
                </c:pt>
                <c:pt idx="221">
                  <c:v>1854.7</c:v>
                </c:pt>
                <c:pt idx="222">
                  <c:v>1804.6</c:v>
                </c:pt>
                <c:pt idx="223">
                  <c:v>1817</c:v>
                </c:pt>
                <c:pt idx="224">
                  <c:v>#N/A</c:v>
                </c:pt>
              </c:numCache>
            </c:numRef>
          </c:val>
          <c:smooth val="0"/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201592192"/>
        <c:axId val="201590272"/>
      </c:lineChart>
      <c:dateAx>
        <c:axId val="223848320"/>
        <c:scaling>
          <c:orientation val="minMax"/>
        </c:scaling>
        <c:delete val="0"/>
        <c:axPos val="b"/>
        <c:numFmt formatCode="m/d/yyyy" sourceLinked="1"/>
        <c:majorTickMark val="out"/>
        <c:minorTickMark val="none"/>
        <c:tickLblPos val="nextTo"/>
        <c:crossAx val="223849856"/>
        <c:crosses val="autoZero"/>
        <c:auto val="1"/>
        <c:lblOffset val="100"/>
        <c:baseTimeUnit val="days"/>
      </c:dateAx>
      <c:valAx>
        <c:axId val="223849856"/>
        <c:scaling>
          <c:orientation val="minMax"/>
        </c:scaling>
        <c:delete val="0"/>
        <c:axPos val="l"/>
        <c:majorGridlines/>
        <c:title>
          <c:tx>
            <c:rich>
              <a:bodyPr rot="-5400000" vert="horz"/>
              <a:lstStyle/>
              <a:p>
                <a:pPr>
                  <a:defRPr sz="1200"/>
                </a:pPr>
                <a:r>
                  <a:rPr lang="en-US" sz="1200" b="1" i="0" baseline="0" dirty="0" err="1" smtClean="0">
                    <a:effectLst/>
                  </a:rPr>
                  <a:t>Refinancible</a:t>
                </a:r>
                <a:r>
                  <a:rPr lang="en-US" sz="1200" b="1" i="0" baseline="0" dirty="0" smtClean="0">
                    <a:effectLst/>
                  </a:rPr>
                  <a:t> Universe</a:t>
                </a:r>
                <a:endParaRPr lang="en-US" sz="1200" dirty="0">
                  <a:effectLst/>
                </a:endParaRPr>
              </a:p>
            </c:rich>
          </c:tx>
          <c:layout/>
          <c:overlay val="0"/>
        </c:title>
        <c:numFmt formatCode="0%" sourceLinked="1"/>
        <c:majorTickMark val="out"/>
        <c:minorTickMark val="none"/>
        <c:tickLblPos val="nextTo"/>
        <c:crossAx val="223848320"/>
        <c:crosses val="autoZero"/>
        <c:crossBetween val="between"/>
      </c:valAx>
      <c:valAx>
        <c:axId val="201590272"/>
        <c:scaling>
          <c:orientation val="minMax"/>
        </c:scaling>
        <c:delete val="0"/>
        <c:axPos val="r"/>
        <c:title>
          <c:tx>
            <c:rich>
              <a:bodyPr rot="-5400000" vert="horz"/>
              <a:lstStyle/>
              <a:p>
                <a:pPr>
                  <a:defRPr sz="1200"/>
                </a:pPr>
                <a:r>
                  <a:rPr lang="en-US" sz="1200" dirty="0" err="1" smtClean="0"/>
                  <a:t>Refi</a:t>
                </a:r>
                <a:r>
                  <a:rPr lang="en-US" sz="1200" dirty="0" smtClean="0"/>
                  <a:t> Index</a:t>
                </a:r>
                <a:endParaRPr lang="en-US" sz="1200" dirty="0"/>
              </a:p>
            </c:rich>
          </c:tx>
          <c:layout/>
          <c:overlay val="0"/>
        </c:title>
        <c:numFmt formatCode="General" sourceLinked="1"/>
        <c:majorTickMark val="out"/>
        <c:minorTickMark val="none"/>
        <c:tickLblPos val="nextTo"/>
        <c:crossAx val="201592192"/>
        <c:crosses val="max"/>
        <c:crossBetween val="between"/>
      </c:valAx>
      <c:dateAx>
        <c:axId val="201592192"/>
        <c:scaling>
          <c:orientation val="minMax"/>
        </c:scaling>
        <c:delete val="1"/>
        <c:axPos val="b"/>
        <c:numFmt formatCode="m/d/yyyy" sourceLinked="1"/>
        <c:majorTickMark val="out"/>
        <c:minorTickMark val="none"/>
        <c:tickLblPos val="nextTo"/>
        <c:crossAx val="201590272"/>
        <c:crosses val="autoZero"/>
        <c:auto val="1"/>
        <c:lblOffset val="100"/>
        <c:baseTimeUnit val="days"/>
      </c:dateAx>
    </c:plotArea>
    <c:legend>
      <c:legendPos val="b"/>
      <c:layout/>
      <c:overlay val="0"/>
      <c:txPr>
        <a:bodyPr/>
        <a:lstStyle/>
        <a:p>
          <a:pPr>
            <a:defRPr sz="1050"/>
          </a:pPr>
          <a:endParaRPr lang="en-US"/>
        </a:p>
      </c:txPr>
    </c:legend>
    <c:plotVisOnly val="1"/>
    <c:dispBlanksAs val="gap"/>
    <c:showDLblsOverMax val="0"/>
  </c:chart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/>
          <a:lstStyle/>
          <a:p>
            <a:pPr>
              <a:defRPr sz="1600"/>
            </a:pPr>
            <a:r>
              <a:rPr lang="en-US" sz="1600" b="1" i="0" baseline="0" dirty="0" smtClean="0">
                <a:effectLst/>
              </a:rPr>
              <a:t> </a:t>
            </a:r>
            <a:endParaRPr lang="en-US" sz="1600" dirty="0">
              <a:effectLst/>
            </a:endParaRPr>
          </a:p>
        </c:rich>
      </c:tx>
      <c:layout/>
      <c:overlay val="0"/>
    </c:title>
    <c:autoTitleDeleted val="0"/>
    <c:plotArea>
      <c:layout>
        <c:manualLayout>
          <c:layoutTarget val="inner"/>
          <c:xMode val="edge"/>
          <c:yMode val="edge"/>
          <c:x val="8.2463565928132851E-2"/>
          <c:y val="4.103239004183673E-2"/>
          <c:w val="0.83784897758651045"/>
          <c:h val="0.7014754072457039"/>
        </c:manualLayout>
      </c:layout>
      <c:lineChart>
        <c:grouping val="standard"/>
        <c:varyColors val="0"/>
        <c:ser>
          <c:idx val="0"/>
          <c:order val="0"/>
          <c:tx>
            <c:v>Refinancible Percentage</c:v>
          </c:tx>
          <c:spPr>
            <a:ln w="19050">
              <a:solidFill>
                <a:srgbClr val="2E398A"/>
              </a:solidFill>
            </a:ln>
          </c:spPr>
          <c:marker>
            <c:symbol val="none"/>
          </c:marker>
          <c:cat>
            <c:numRef>
              <c:f>PoolRefinancible!$B$3:$B$227</c:f>
              <c:numCache>
                <c:formatCode>m/d/yyyy</c:formatCode>
                <c:ptCount val="225"/>
                <c:pt idx="0">
                  <c:v>40549</c:v>
                </c:pt>
                <c:pt idx="1">
                  <c:v>40556</c:v>
                </c:pt>
                <c:pt idx="2">
                  <c:v>40563</c:v>
                </c:pt>
                <c:pt idx="3">
                  <c:v>40570</c:v>
                </c:pt>
                <c:pt idx="4">
                  <c:v>40577</c:v>
                </c:pt>
                <c:pt idx="5">
                  <c:v>40584</c:v>
                </c:pt>
                <c:pt idx="6">
                  <c:v>40591</c:v>
                </c:pt>
                <c:pt idx="7">
                  <c:v>40598</c:v>
                </c:pt>
                <c:pt idx="8">
                  <c:v>40605</c:v>
                </c:pt>
                <c:pt idx="9">
                  <c:v>40612</c:v>
                </c:pt>
                <c:pt idx="10">
                  <c:v>40619</c:v>
                </c:pt>
                <c:pt idx="11">
                  <c:v>40626</c:v>
                </c:pt>
                <c:pt idx="12">
                  <c:v>40633</c:v>
                </c:pt>
                <c:pt idx="13">
                  <c:v>40640</c:v>
                </c:pt>
                <c:pt idx="14">
                  <c:v>40647</c:v>
                </c:pt>
                <c:pt idx="15">
                  <c:v>40654</c:v>
                </c:pt>
                <c:pt idx="16">
                  <c:v>40661</c:v>
                </c:pt>
                <c:pt idx="17">
                  <c:v>40668</c:v>
                </c:pt>
                <c:pt idx="18">
                  <c:v>40675</c:v>
                </c:pt>
                <c:pt idx="19">
                  <c:v>40682</c:v>
                </c:pt>
                <c:pt idx="20">
                  <c:v>40689</c:v>
                </c:pt>
                <c:pt idx="21">
                  <c:v>40696</c:v>
                </c:pt>
                <c:pt idx="22">
                  <c:v>40703</c:v>
                </c:pt>
                <c:pt idx="23">
                  <c:v>40710</c:v>
                </c:pt>
                <c:pt idx="24">
                  <c:v>40717</c:v>
                </c:pt>
                <c:pt idx="25">
                  <c:v>40724</c:v>
                </c:pt>
                <c:pt idx="26">
                  <c:v>40731</c:v>
                </c:pt>
                <c:pt idx="27">
                  <c:v>40738</c:v>
                </c:pt>
                <c:pt idx="28">
                  <c:v>40745</c:v>
                </c:pt>
                <c:pt idx="29">
                  <c:v>40752</c:v>
                </c:pt>
                <c:pt idx="30">
                  <c:v>40759</c:v>
                </c:pt>
                <c:pt idx="31">
                  <c:v>40766</c:v>
                </c:pt>
                <c:pt idx="32">
                  <c:v>40773</c:v>
                </c:pt>
                <c:pt idx="33">
                  <c:v>40780</c:v>
                </c:pt>
                <c:pt idx="34">
                  <c:v>40787</c:v>
                </c:pt>
                <c:pt idx="35">
                  <c:v>40794</c:v>
                </c:pt>
                <c:pt idx="36">
                  <c:v>40801</c:v>
                </c:pt>
                <c:pt idx="37">
                  <c:v>40808</c:v>
                </c:pt>
                <c:pt idx="38">
                  <c:v>40815</c:v>
                </c:pt>
                <c:pt idx="39">
                  <c:v>40822</c:v>
                </c:pt>
                <c:pt idx="40">
                  <c:v>40829</c:v>
                </c:pt>
                <c:pt idx="41">
                  <c:v>40836</c:v>
                </c:pt>
                <c:pt idx="42">
                  <c:v>40843</c:v>
                </c:pt>
                <c:pt idx="43">
                  <c:v>40850</c:v>
                </c:pt>
                <c:pt idx="44">
                  <c:v>40857</c:v>
                </c:pt>
                <c:pt idx="45">
                  <c:v>40864</c:v>
                </c:pt>
                <c:pt idx="46">
                  <c:v>40870</c:v>
                </c:pt>
                <c:pt idx="47">
                  <c:v>40878</c:v>
                </c:pt>
                <c:pt idx="48">
                  <c:v>40885</c:v>
                </c:pt>
                <c:pt idx="49">
                  <c:v>40892</c:v>
                </c:pt>
                <c:pt idx="50">
                  <c:v>40899</c:v>
                </c:pt>
                <c:pt idx="51">
                  <c:v>40906</c:v>
                </c:pt>
                <c:pt idx="52">
                  <c:v>40913</c:v>
                </c:pt>
                <c:pt idx="53">
                  <c:v>40920</c:v>
                </c:pt>
                <c:pt idx="54">
                  <c:v>40927</c:v>
                </c:pt>
                <c:pt idx="55">
                  <c:v>40934</c:v>
                </c:pt>
                <c:pt idx="56">
                  <c:v>40941</c:v>
                </c:pt>
                <c:pt idx="57">
                  <c:v>40948</c:v>
                </c:pt>
                <c:pt idx="58">
                  <c:v>40955</c:v>
                </c:pt>
                <c:pt idx="59">
                  <c:v>40962</c:v>
                </c:pt>
                <c:pt idx="60">
                  <c:v>40969</c:v>
                </c:pt>
                <c:pt idx="61">
                  <c:v>40976</c:v>
                </c:pt>
                <c:pt idx="62">
                  <c:v>40983</c:v>
                </c:pt>
                <c:pt idx="63">
                  <c:v>40990</c:v>
                </c:pt>
                <c:pt idx="64">
                  <c:v>40997</c:v>
                </c:pt>
                <c:pt idx="65">
                  <c:v>41004</c:v>
                </c:pt>
                <c:pt idx="66">
                  <c:v>41011</c:v>
                </c:pt>
                <c:pt idx="67">
                  <c:v>41018</c:v>
                </c:pt>
                <c:pt idx="68">
                  <c:v>41025</c:v>
                </c:pt>
                <c:pt idx="69">
                  <c:v>41032</c:v>
                </c:pt>
                <c:pt idx="70">
                  <c:v>41039</c:v>
                </c:pt>
                <c:pt idx="71">
                  <c:v>41046</c:v>
                </c:pt>
                <c:pt idx="72">
                  <c:v>41053</c:v>
                </c:pt>
                <c:pt idx="73">
                  <c:v>41060</c:v>
                </c:pt>
                <c:pt idx="74">
                  <c:v>41067</c:v>
                </c:pt>
                <c:pt idx="75">
                  <c:v>41074</c:v>
                </c:pt>
                <c:pt idx="76">
                  <c:v>41081</c:v>
                </c:pt>
                <c:pt idx="77">
                  <c:v>41088</c:v>
                </c:pt>
                <c:pt idx="78">
                  <c:v>41095</c:v>
                </c:pt>
                <c:pt idx="79">
                  <c:v>41102</c:v>
                </c:pt>
                <c:pt idx="80">
                  <c:v>41109</c:v>
                </c:pt>
                <c:pt idx="81">
                  <c:v>41116</c:v>
                </c:pt>
                <c:pt idx="82">
                  <c:v>41123</c:v>
                </c:pt>
                <c:pt idx="83">
                  <c:v>41130</c:v>
                </c:pt>
                <c:pt idx="84">
                  <c:v>41137</c:v>
                </c:pt>
                <c:pt idx="85">
                  <c:v>41144</c:v>
                </c:pt>
                <c:pt idx="86">
                  <c:v>41151</c:v>
                </c:pt>
                <c:pt idx="87">
                  <c:v>41158</c:v>
                </c:pt>
                <c:pt idx="88">
                  <c:v>41165</c:v>
                </c:pt>
                <c:pt idx="89">
                  <c:v>41172</c:v>
                </c:pt>
                <c:pt idx="90">
                  <c:v>41179</c:v>
                </c:pt>
                <c:pt idx="91">
                  <c:v>41186</c:v>
                </c:pt>
                <c:pt idx="92">
                  <c:v>41193</c:v>
                </c:pt>
                <c:pt idx="93">
                  <c:v>41200</c:v>
                </c:pt>
                <c:pt idx="94">
                  <c:v>41207</c:v>
                </c:pt>
                <c:pt idx="95">
                  <c:v>41214</c:v>
                </c:pt>
                <c:pt idx="96">
                  <c:v>41221</c:v>
                </c:pt>
                <c:pt idx="97">
                  <c:v>41228</c:v>
                </c:pt>
                <c:pt idx="98">
                  <c:v>41234</c:v>
                </c:pt>
                <c:pt idx="99">
                  <c:v>41242</c:v>
                </c:pt>
                <c:pt idx="100">
                  <c:v>41249</c:v>
                </c:pt>
                <c:pt idx="101">
                  <c:v>41256</c:v>
                </c:pt>
                <c:pt idx="102">
                  <c:v>41263</c:v>
                </c:pt>
                <c:pt idx="103">
                  <c:v>41270</c:v>
                </c:pt>
                <c:pt idx="104">
                  <c:v>41277</c:v>
                </c:pt>
                <c:pt idx="105">
                  <c:v>41284</c:v>
                </c:pt>
                <c:pt idx="106">
                  <c:v>41291</c:v>
                </c:pt>
                <c:pt idx="107">
                  <c:v>41298</c:v>
                </c:pt>
                <c:pt idx="108">
                  <c:v>41305</c:v>
                </c:pt>
                <c:pt idx="109">
                  <c:v>41312</c:v>
                </c:pt>
                <c:pt idx="110">
                  <c:v>41319</c:v>
                </c:pt>
                <c:pt idx="111">
                  <c:v>41326</c:v>
                </c:pt>
                <c:pt idx="112">
                  <c:v>41333</c:v>
                </c:pt>
                <c:pt idx="113">
                  <c:v>41340</c:v>
                </c:pt>
                <c:pt idx="114">
                  <c:v>41347</c:v>
                </c:pt>
                <c:pt idx="115">
                  <c:v>41354</c:v>
                </c:pt>
                <c:pt idx="116">
                  <c:v>41361</c:v>
                </c:pt>
                <c:pt idx="117">
                  <c:v>41368</c:v>
                </c:pt>
                <c:pt idx="118">
                  <c:v>41375</c:v>
                </c:pt>
                <c:pt idx="119">
                  <c:v>41382</c:v>
                </c:pt>
                <c:pt idx="120">
                  <c:v>41389</c:v>
                </c:pt>
                <c:pt idx="121">
                  <c:v>41396</c:v>
                </c:pt>
                <c:pt idx="122">
                  <c:v>41403</c:v>
                </c:pt>
                <c:pt idx="123">
                  <c:v>41410</c:v>
                </c:pt>
                <c:pt idx="124">
                  <c:v>41417</c:v>
                </c:pt>
                <c:pt idx="125">
                  <c:v>41424</c:v>
                </c:pt>
                <c:pt idx="126">
                  <c:v>41431</c:v>
                </c:pt>
                <c:pt idx="127">
                  <c:v>41438</c:v>
                </c:pt>
                <c:pt idx="128">
                  <c:v>41445</c:v>
                </c:pt>
                <c:pt idx="129">
                  <c:v>41452</c:v>
                </c:pt>
                <c:pt idx="130">
                  <c:v>41458</c:v>
                </c:pt>
                <c:pt idx="131">
                  <c:v>41466</c:v>
                </c:pt>
                <c:pt idx="132">
                  <c:v>41473</c:v>
                </c:pt>
                <c:pt idx="133">
                  <c:v>41480</c:v>
                </c:pt>
                <c:pt idx="134">
                  <c:v>41487</c:v>
                </c:pt>
                <c:pt idx="135">
                  <c:v>41494</c:v>
                </c:pt>
                <c:pt idx="136">
                  <c:v>41501</c:v>
                </c:pt>
                <c:pt idx="137">
                  <c:v>41508</c:v>
                </c:pt>
                <c:pt idx="138">
                  <c:v>41515</c:v>
                </c:pt>
                <c:pt idx="139">
                  <c:v>41522</c:v>
                </c:pt>
                <c:pt idx="140">
                  <c:v>41529</c:v>
                </c:pt>
                <c:pt idx="141">
                  <c:v>41536</c:v>
                </c:pt>
                <c:pt idx="142">
                  <c:v>41543</c:v>
                </c:pt>
                <c:pt idx="143">
                  <c:v>41550</c:v>
                </c:pt>
                <c:pt idx="144">
                  <c:v>41557</c:v>
                </c:pt>
                <c:pt idx="145">
                  <c:v>41564</c:v>
                </c:pt>
                <c:pt idx="146">
                  <c:v>41571</c:v>
                </c:pt>
                <c:pt idx="147">
                  <c:v>41578</c:v>
                </c:pt>
                <c:pt idx="148">
                  <c:v>41585</c:v>
                </c:pt>
                <c:pt idx="149">
                  <c:v>41592</c:v>
                </c:pt>
                <c:pt idx="150">
                  <c:v>41599</c:v>
                </c:pt>
                <c:pt idx="151">
                  <c:v>41605</c:v>
                </c:pt>
                <c:pt idx="152">
                  <c:v>41613</c:v>
                </c:pt>
                <c:pt idx="153">
                  <c:v>41620</c:v>
                </c:pt>
                <c:pt idx="154">
                  <c:v>41627</c:v>
                </c:pt>
                <c:pt idx="155">
                  <c:v>41634</c:v>
                </c:pt>
                <c:pt idx="156">
                  <c:v>41641</c:v>
                </c:pt>
                <c:pt idx="157">
                  <c:v>41648</c:v>
                </c:pt>
                <c:pt idx="158">
                  <c:v>41655</c:v>
                </c:pt>
                <c:pt idx="159">
                  <c:v>41662</c:v>
                </c:pt>
                <c:pt idx="160">
                  <c:v>41669</c:v>
                </c:pt>
                <c:pt idx="161">
                  <c:v>41676</c:v>
                </c:pt>
                <c:pt idx="162">
                  <c:v>41683</c:v>
                </c:pt>
                <c:pt idx="163">
                  <c:v>41690</c:v>
                </c:pt>
                <c:pt idx="164">
                  <c:v>41697</c:v>
                </c:pt>
                <c:pt idx="165">
                  <c:v>41704</c:v>
                </c:pt>
                <c:pt idx="166">
                  <c:v>41711</c:v>
                </c:pt>
                <c:pt idx="167">
                  <c:v>41718</c:v>
                </c:pt>
                <c:pt idx="168">
                  <c:v>41725</c:v>
                </c:pt>
                <c:pt idx="169">
                  <c:v>41732</c:v>
                </c:pt>
                <c:pt idx="170">
                  <c:v>41739</c:v>
                </c:pt>
                <c:pt idx="171">
                  <c:v>41746</c:v>
                </c:pt>
                <c:pt idx="172">
                  <c:v>41753</c:v>
                </c:pt>
                <c:pt idx="173">
                  <c:v>41760</c:v>
                </c:pt>
                <c:pt idx="174">
                  <c:v>41767</c:v>
                </c:pt>
                <c:pt idx="175">
                  <c:v>41774</c:v>
                </c:pt>
                <c:pt idx="176">
                  <c:v>41781</c:v>
                </c:pt>
                <c:pt idx="177">
                  <c:v>41788</c:v>
                </c:pt>
                <c:pt idx="178">
                  <c:v>41795</c:v>
                </c:pt>
                <c:pt idx="179">
                  <c:v>41802</c:v>
                </c:pt>
                <c:pt idx="180">
                  <c:v>41809</c:v>
                </c:pt>
                <c:pt idx="181">
                  <c:v>41816</c:v>
                </c:pt>
                <c:pt idx="182">
                  <c:v>41823</c:v>
                </c:pt>
                <c:pt idx="183">
                  <c:v>41830</c:v>
                </c:pt>
                <c:pt idx="184">
                  <c:v>41837</c:v>
                </c:pt>
                <c:pt idx="185">
                  <c:v>41844</c:v>
                </c:pt>
                <c:pt idx="186">
                  <c:v>41851</c:v>
                </c:pt>
                <c:pt idx="187">
                  <c:v>41858</c:v>
                </c:pt>
                <c:pt idx="188">
                  <c:v>41865</c:v>
                </c:pt>
                <c:pt idx="189">
                  <c:v>41872</c:v>
                </c:pt>
                <c:pt idx="190">
                  <c:v>41879</c:v>
                </c:pt>
                <c:pt idx="191">
                  <c:v>41886</c:v>
                </c:pt>
                <c:pt idx="192">
                  <c:v>41893</c:v>
                </c:pt>
                <c:pt idx="193">
                  <c:v>41900</c:v>
                </c:pt>
                <c:pt idx="194">
                  <c:v>41907</c:v>
                </c:pt>
                <c:pt idx="195">
                  <c:v>41914</c:v>
                </c:pt>
                <c:pt idx="196">
                  <c:v>41921</c:v>
                </c:pt>
                <c:pt idx="197">
                  <c:v>41928</c:v>
                </c:pt>
                <c:pt idx="198">
                  <c:v>41935</c:v>
                </c:pt>
                <c:pt idx="199">
                  <c:v>41942</c:v>
                </c:pt>
                <c:pt idx="200">
                  <c:v>41949</c:v>
                </c:pt>
                <c:pt idx="201">
                  <c:v>41956</c:v>
                </c:pt>
                <c:pt idx="202">
                  <c:v>41963</c:v>
                </c:pt>
                <c:pt idx="203">
                  <c:v>41969</c:v>
                </c:pt>
                <c:pt idx="204">
                  <c:v>41977</c:v>
                </c:pt>
                <c:pt idx="205">
                  <c:v>41984</c:v>
                </c:pt>
                <c:pt idx="206">
                  <c:v>41991</c:v>
                </c:pt>
                <c:pt idx="207">
                  <c:v>41997</c:v>
                </c:pt>
                <c:pt idx="208">
                  <c:v>42004</c:v>
                </c:pt>
                <c:pt idx="209">
                  <c:v>42012</c:v>
                </c:pt>
                <c:pt idx="210">
                  <c:v>42019</c:v>
                </c:pt>
                <c:pt idx="211">
                  <c:v>42026</c:v>
                </c:pt>
                <c:pt idx="212">
                  <c:v>42033</c:v>
                </c:pt>
                <c:pt idx="213">
                  <c:v>42040</c:v>
                </c:pt>
                <c:pt idx="214">
                  <c:v>42047</c:v>
                </c:pt>
                <c:pt idx="215">
                  <c:v>42054</c:v>
                </c:pt>
                <c:pt idx="216">
                  <c:v>42061</c:v>
                </c:pt>
                <c:pt idx="217">
                  <c:v>42068</c:v>
                </c:pt>
                <c:pt idx="218">
                  <c:v>42075</c:v>
                </c:pt>
                <c:pt idx="219">
                  <c:v>42082</c:v>
                </c:pt>
                <c:pt idx="220">
                  <c:v>42089</c:v>
                </c:pt>
                <c:pt idx="221">
                  <c:v>42096</c:v>
                </c:pt>
                <c:pt idx="222">
                  <c:v>42103</c:v>
                </c:pt>
                <c:pt idx="223">
                  <c:v>42110</c:v>
                </c:pt>
                <c:pt idx="224">
                  <c:v>42117</c:v>
                </c:pt>
              </c:numCache>
            </c:numRef>
          </c:cat>
          <c:val>
            <c:numRef>
              <c:f>PoolRefinancible!$C$3:$C$227</c:f>
              <c:numCache>
                <c:formatCode>0%</c:formatCode>
                <c:ptCount val="225"/>
                <c:pt idx="0">
                  <c:v>0.62402170072443153</c:v>
                </c:pt>
                <c:pt idx="1">
                  <c:v>0.62817294477626939</c:v>
                </c:pt>
                <c:pt idx="2">
                  <c:v>0.62597730951219899</c:v>
                </c:pt>
                <c:pt idx="3">
                  <c:v>0.62392159162868732</c:v>
                </c:pt>
                <c:pt idx="4">
                  <c:v>0.60653142223595213</c:v>
                </c:pt>
                <c:pt idx="5">
                  <c:v>0.50868797673712363</c:v>
                </c:pt>
                <c:pt idx="6">
                  <c:v>0.52965901814335548</c:v>
                </c:pt>
                <c:pt idx="7">
                  <c:v>0.57709503787578109</c:v>
                </c:pt>
                <c:pt idx="8">
                  <c:v>0.59224775585706535</c:v>
                </c:pt>
                <c:pt idx="9">
                  <c:v>0.59090570789662444</c:v>
                </c:pt>
                <c:pt idx="10">
                  <c:v>0.60261779474869925</c:v>
                </c:pt>
                <c:pt idx="11">
                  <c:v>0.59950595681897523</c:v>
                </c:pt>
                <c:pt idx="12">
                  <c:v>0.593225708201635</c:v>
                </c:pt>
                <c:pt idx="13">
                  <c:v>0.58542144661011908</c:v>
                </c:pt>
                <c:pt idx="14">
                  <c:v>0.58155199492979581</c:v>
                </c:pt>
                <c:pt idx="15">
                  <c:v>0.59356262313394537</c:v>
                </c:pt>
                <c:pt idx="16">
                  <c:v>0.59445921362542997</c:v>
                </c:pt>
                <c:pt idx="17">
                  <c:v>0.59391131067456038</c:v>
                </c:pt>
                <c:pt idx="18">
                  <c:v>0.60662155942020002</c:v>
                </c:pt>
                <c:pt idx="19">
                  <c:v>0.61264076908113763</c:v>
                </c:pt>
                <c:pt idx="20">
                  <c:v>0.61599363608099678</c:v>
                </c:pt>
                <c:pt idx="21">
                  <c:v>0.66311590107349083</c:v>
                </c:pt>
                <c:pt idx="22">
                  <c:v>0.74517189360077984</c:v>
                </c:pt>
                <c:pt idx="23">
                  <c:v>0.72397022872334449</c:v>
                </c:pt>
                <c:pt idx="24">
                  <c:v>0.66311590107349083</c:v>
                </c:pt>
                <c:pt idx="25">
                  <c:v>0.69050447134038251</c:v>
                </c:pt>
                <c:pt idx="26">
                  <c:v>0.60410549631050647</c:v>
                </c:pt>
                <c:pt idx="27">
                  <c:v>0.684475421712615</c:v>
                </c:pt>
                <c:pt idx="28">
                  <c:v>0.66675683999516944</c:v>
                </c:pt>
                <c:pt idx="29">
                  <c:v>0.61660059317974736</c:v>
                </c:pt>
                <c:pt idx="30">
                  <c:v>0.81803711941746404</c:v>
                </c:pt>
                <c:pt idx="31">
                  <c:v>0.83404184296119399</c:v>
                </c:pt>
                <c:pt idx="32">
                  <c:v>0.86117434904403212</c:v>
                </c:pt>
                <c:pt idx="33">
                  <c:v>0.84714025108084823</c:v>
                </c:pt>
                <c:pt idx="34">
                  <c:v>0.84129278814437181</c:v>
                </c:pt>
                <c:pt idx="35">
                  <c:v>0.87859103936280614</c:v>
                </c:pt>
                <c:pt idx="36">
                  <c:v>0.90242289630359074</c:v>
                </c:pt>
                <c:pt idx="37">
                  <c:v>0.90242289630359074</c:v>
                </c:pt>
                <c:pt idx="38">
                  <c:v>0.94644262124543443</c:v>
                </c:pt>
                <c:pt idx="39">
                  <c:v>0.96725200604215567</c:v>
                </c:pt>
                <c:pt idx="40">
                  <c:v>0.84917694017596268</c:v>
                </c:pt>
                <c:pt idx="41">
                  <c:v>0.85635864773186432</c:v>
                </c:pt>
                <c:pt idx="42">
                  <c:v>0.86512672485653175</c:v>
                </c:pt>
                <c:pt idx="43">
                  <c:v>0.93485323798856346</c:v>
                </c:pt>
                <c:pt idx="44">
                  <c:v>0.94404770550683115</c:v>
                </c:pt>
                <c:pt idx="45">
                  <c:v>0.93485323798856346</c:v>
                </c:pt>
                <c:pt idx="46">
                  <c:v>0.94997170807452469</c:v>
                </c:pt>
                <c:pt idx="47">
                  <c:v>0.91542628506626045</c:v>
                </c:pt>
                <c:pt idx="48">
                  <c:v>0.9248746068169833</c:v>
                </c:pt>
                <c:pt idx="49">
                  <c:v>0.93969161247928745</c:v>
                </c:pt>
                <c:pt idx="50">
                  <c:v>0.9601958662364245</c:v>
                </c:pt>
                <c:pt idx="51">
                  <c:v>0.94762260030460288</c:v>
                </c:pt>
                <c:pt idx="52">
                  <c:v>0.94481773750585774</c:v>
                </c:pt>
                <c:pt idx="53">
                  <c:v>0.95320351892281485</c:v>
                </c:pt>
                <c:pt idx="54">
                  <c:v>0.95182771809710431</c:v>
                </c:pt>
                <c:pt idx="55">
                  <c:v>0.91861521434498927</c:v>
                </c:pt>
                <c:pt idx="56">
                  <c:v>0.94107838104995334</c:v>
                </c:pt>
                <c:pt idx="57">
                  <c:v>0.94107838104995334</c:v>
                </c:pt>
                <c:pt idx="58">
                  <c:v>0.94107838104995334</c:v>
                </c:pt>
                <c:pt idx="59">
                  <c:v>0.90921329115869776</c:v>
                </c:pt>
                <c:pt idx="60">
                  <c:v>0.91584710240533518</c:v>
                </c:pt>
                <c:pt idx="61">
                  <c:v>0.91902765125865959</c:v>
                </c:pt>
                <c:pt idx="62">
                  <c:v>0.90514599034862198</c:v>
                </c:pt>
                <c:pt idx="63">
                  <c:v>0.78959380464288376</c:v>
                </c:pt>
                <c:pt idx="64">
                  <c:v>0.87490910290764468</c:v>
                </c:pt>
                <c:pt idx="65">
                  <c:v>0.86928745494692716</c:v>
                </c:pt>
                <c:pt idx="66">
                  <c:v>0.90849340717481886</c:v>
                </c:pt>
                <c:pt idx="67">
                  <c:v>0.9034983903169389</c:v>
                </c:pt>
                <c:pt idx="68">
                  <c:v>0.90849340717481886</c:v>
                </c:pt>
                <c:pt idx="69">
                  <c:v>0.89225108632442729</c:v>
                </c:pt>
                <c:pt idx="70">
                  <c:v>0.89337268606647302</c:v>
                </c:pt>
                <c:pt idx="71">
                  <c:v>0.8948997967143093</c:v>
                </c:pt>
                <c:pt idx="72">
                  <c:v>0.89443957907281746</c:v>
                </c:pt>
                <c:pt idx="73">
                  <c:v>0.89512122084695944</c:v>
                </c:pt>
                <c:pt idx="74">
                  <c:v>0.8920195449585564</c:v>
                </c:pt>
                <c:pt idx="75">
                  <c:v>0.88667449797815956</c:v>
                </c:pt>
                <c:pt idx="76">
                  <c:v>0.89407594990163874</c:v>
                </c:pt>
                <c:pt idx="77">
                  <c:v>0.89407594990163874</c:v>
                </c:pt>
                <c:pt idx="78">
                  <c:v>0.8819114104860859</c:v>
                </c:pt>
                <c:pt idx="79">
                  <c:v>0.94551237246929465</c:v>
                </c:pt>
                <c:pt idx="80">
                  <c:v>0.97186924857158052</c:v>
                </c:pt>
                <c:pt idx="81">
                  <c:v>0.98451993370244106</c:v>
                </c:pt>
                <c:pt idx="82">
                  <c:v>0.9385222539497815</c:v>
                </c:pt>
                <c:pt idx="83">
                  <c:v>0.92408794393225557</c:v>
                </c:pt>
                <c:pt idx="84">
                  <c:v>0.88445471641937157</c:v>
                </c:pt>
                <c:pt idx="85">
                  <c:v>0.85694996797233836</c:v>
                </c:pt>
                <c:pt idx="86">
                  <c:v>0.92408794393225557</c:v>
                </c:pt>
                <c:pt idx="87">
                  <c:v>0.91761037893987563</c:v>
                </c:pt>
                <c:pt idx="88">
                  <c:v>0.94047646256577366</c:v>
                </c:pt>
                <c:pt idx="89">
                  <c:v>0.95891425076544745</c:v>
                </c:pt>
                <c:pt idx="90">
                  <c:v>0.96459917415866681</c:v>
                </c:pt>
                <c:pt idx="91">
                  <c:v>0.95362908529618629</c:v>
                </c:pt>
                <c:pt idx="92">
                  <c:v>0.95159604304738465</c:v>
                </c:pt>
                <c:pt idx="93">
                  <c:v>0.95277295236812309</c:v>
                </c:pt>
                <c:pt idx="94">
                  <c:v>0.95079229345734595</c:v>
                </c:pt>
                <c:pt idx="95">
                  <c:v>0.92571311512973709</c:v>
                </c:pt>
                <c:pt idx="96">
                  <c:v>0.9252942527060104</c:v>
                </c:pt>
                <c:pt idx="97">
                  <c:v>0.92772026190850965</c:v>
                </c:pt>
                <c:pt idx="98">
                  <c:v>0.9299301195282087</c:v>
                </c:pt>
                <c:pt idx="99">
                  <c:v>0.92756020040727527</c:v>
                </c:pt>
                <c:pt idx="100">
                  <c:v>0.9105479087849232</c:v>
                </c:pt>
                <c:pt idx="101">
                  <c:v>0.9126136851792267</c:v>
                </c:pt>
                <c:pt idx="102">
                  <c:v>0.90965157918840345</c:v>
                </c:pt>
                <c:pt idx="103">
                  <c:v>0.91018597538933266</c:v>
                </c:pt>
                <c:pt idx="104">
                  <c:v>0.88829814088555981</c:v>
                </c:pt>
                <c:pt idx="105">
                  <c:v>0.88507237465236011</c:v>
                </c:pt>
                <c:pt idx="106">
                  <c:v>0.88631407683414742</c:v>
                </c:pt>
                <c:pt idx="107">
                  <c:v>0.88379536104531342</c:v>
                </c:pt>
                <c:pt idx="108">
                  <c:v>0.84748759806752005</c:v>
                </c:pt>
                <c:pt idx="109">
                  <c:v>0.79744674672768578</c:v>
                </c:pt>
                <c:pt idx="110">
                  <c:v>0.79744674672768578</c:v>
                </c:pt>
                <c:pt idx="111">
                  <c:v>0.75767121274967097</c:v>
                </c:pt>
                <c:pt idx="112">
                  <c:v>0.81599621049204552</c:v>
                </c:pt>
                <c:pt idx="113">
                  <c:v>0.81254588826988361</c:v>
                </c:pt>
                <c:pt idx="114">
                  <c:v>0.70260073761186825</c:v>
                </c:pt>
                <c:pt idx="115">
                  <c:v>0.76832708554350626</c:v>
                </c:pt>
                <c:pt idx="116">
                  <c:v>0.73085022058809757</c:v>
                </c:pt>
                <c:pt idx="117">
                  <c:v>0.74812714109915845</c:v>
                </c:pt>
                <c:pt idx="118">
                  <c:v>0.81951890925716175</c:v>
                </c:pt>
                <c:pt idx="119">
                  <c:v>0.8263799320049966</c:v>
                </c:pt>
                <c:pt idx="120">
                  <c:v>0.82478602429419701</c:v>
                </c:pt>
                <c:pt idx="121">
                  <c:v>0.81686282095814366</c:v>
                </c:pt>
                <c:pt idx="122">
                  <c:v>0.80807149473903783</c:v>
                </c:pt>
                <c:pt idx="123">
                  <c:v>0.77783403735744605</c:v>
                </c:pt>
                <c:pt idx="124">
                  <c:v>0.69528028144531095</c:v>
                </c:pt>
                <c:pt idx="125">
                  <c:v>0.63267241864898449</c:v>
                </c:pt>
                <c:pt idx="126">
                  <c:v>0.60569175356282723</c:v>
                </c:pt>
                <c:pt idx="127">
                  <c:v>0.57343184072471942</c:v>
                </c:pt>
                <c:pt idx="128">
                  <c:v>0.58795254732817659</c:v>
                </c:pt>
                <c:pt idx="129">
                  <c:v>0.39082116641682313</c:v>
                </c:pt>
                <c:pt idx="130">
                  <c:v>0.4330864642120939</c:v>
                </c:pt>
                <c:pt idx="131">
                  <c:v>0.31856955774356621</c:v>
                </c:pt>
                <c:pt idx="132">
                  <c:v>0.42624975952077765</c:v>
                </c:pt>
                <c:pt idx="133">
                  <c:v>0.42922629610906576</c:v>
                </c:pt>
                <c:pt idx="134">
                  <c:v>0.40917398895537016</c:v>
                </c:pt>
                <c:pt idx="135">
                  <c:v>0.40797811985401045</c:v>
                </c:pt>
                <c:pt idx="136">
                  <c:v>0.40797811985401045</c:v>
                </c:pt>
                <c:pt idx="137">
                  <c:v>0.28211495793674252</c:v>
                </c:pt>
                <c:pt idx="138">
                  <c:v>0.32707732602530493</c:v>
                </c:pt>
                <c:pt idx="139">
                  <c:v>0.2818649256036454</c:v>
                </c:pt>
                <c:pt idx="140">
                  <c:v>0.27463010199382165</c:v>
                </c:pt>
                <c:pt idx="141">
                  <c:v>0.33277831045649614</c:v>
                </c:pt>
                <c:pt idx="142">
                  <c:v>0.40445747526612724</c:v>
                </c:pt>
                <c:pt idx="143">
                  <c:v>0.41528178559290679</c:v>
                </c:pt>
                <c:pt idx="144">
                  <c:v>0.41314719259777027</c:v>
                </c:pt>
                <c:pt idx="145">
                  <c:v>0.40232481590336117</c:v>
                </c:pt>
                <c:pt idx="146">
                  <c:v>0.43156912924668556</c:v>
                </c:pt>
                <c:pt idx="147">
                  <c:v>0.4605405147219428</c:v>
                </c:pt>
                <c:pt idx="148">
                  <c:v>0.42159370418067171</c:v>
                </c:pt>
                <c:pt idx="149">
                  <c:v>0.38756459325455095</c:v>
                </c:pt>
                <c:pt idx="150">
                  <c:v>0.41410653536495057</c:v>
                </c:pt>
                <c:pt idx="151">
                  <c:v>0.3969981593322805</c:v>
                </c:pt>
                <c:pt idx="152">
                  <c:v>0.37338021104571051</c:v>
                </c:pt>
                <c:pt idx="153">
                  <c:v>0.3707206267478419</c:v>
                </c:pt>
                <c:pt idx="154">
                  <c:v>0.33974567777608206</c:v>
                </c:pt>
                <c:pt idx="155">
                  <c:v>0.33029809597210952</c:v>
                </c:pt>
                <c:pt idx="156">
                  <c:v>0.26212623729092371</c:v>
                </c:pt>
                <c:pt idx="157">
                  <c:v>0.2902260049252946</c:v>
                </c:pt>
                <c:pt idx="158">
                  <c:v>0.36774882579493112</c:v>
                </c:pt>
                <c:pt idx="159">
                  <c:v>0.37084428304329614</c:v>
                </c:pt>
                <c:pt idx="160">
                  <c:v>0.38160196936392621</c:v>
                </c:pt>
                <c:pt idx="161">
                  <c:v>0.40068103493110224</c:v>
                </c:pt>
                <c:pt idx="162">
                  <c:v>0.38532630107916044</c:v>
                </c:pt>
                <c:pt idx="163">
                  <c:v>0.3755719775185945</c:v>
                </c:pt>
                <c:pt idx="164">
                  <c:v>0.36967404481869215</c:v>
                </c:pt>
                <c:pt idx="165">
                  <c:v>0.38316963725836589</c:v>
                </c:pt>
                <c:pt idx="166">
                  <c:v>0.36933430427665681</c:v>
                </c:pt>
                <c:pt idx="167">
                  <c:v>0.38030249532079374</c:v>
                </c:pt>
                <c:pt idx="168">
                  <c:v>0.36565400061256043</c:v>
                </c:pt>
                <c:pt idx="169">
                  <c:v>0.35521926568999218</c:v>
                </c:pt>
                <c:pt idx="170">
                  <c:v>0.36683376695248865</c:v>
                </c:pt>
                <c:pt idx="171">
                  <c:v>0.38166972699665563</c:v>
                </c:pt>
                <c:pt idx="172">
                  <c:v>0.37393962817107157</c:v>
                </c:pt>
                <c:pt idx="173">
                  <c:v>0.37360583835556432</c:v>
                </c:pt>
                <c:pt idx="174">
                  <c:v>0.40975674753773905</c:v>
                </c:pt>
                <c:pt idx="175">
                  <c:v>0.4132153406951769</c:v>
                </c:pt>
                <c:pt idx="176">
                  <c:v>0.44799454346559853</c:v>
                </c:pt>
                <c:pt idx="177">
                  <c:v>0.46362020494951672</c:v>
                </c:pt>
                <c:pt idx="178">
                  <c:v>0.46847875373528863</c:v>
                </c:pt>
                <c:pt idx="179">
                  <c:v>0.41096738430920449</c:v>
                </c:pt>
                <c:pt idx="180">
                  <c:v>0.42635938692148717</c:v>
                </c:pt>
                <c:pt idx="181">
                  <c:v>0.46847875373528863</c:v>
                </c:pt>
                <c:pt idx="182">
                  <c:v>0.48178321750260522</c:v>
                </c:pt>
                <c:pt idx="183">
                  <c:v>0.42147742037560049</c:v>
                </c:pt>
                <c:pt idx="184">
                  <c:v>0.45155296827836544</c:v>
                </c:pt>
                <c:pt idx="185">
                  <c:v>0.45155296827836544</c:v>
                </c:pt>
                <c:pt idx="186">
                  <c:v>0.45923072088835232</c:v>
                </c:pt>
                <c:pt idx="187">
                  <c:v>0.42413376349642812</c:v>
                </c:pt>
                <c:pt idx="188">
                  <c:v>0.45575254137027688</c:v>
                </c:pt>
                <c:pt idx="189">
                  <c:v>0.49084413664233395</c:v>
                </c:pt>
                <c:pt idx="190">
                  <c:v>0.49084413664233395</c:v>
                </c:pt>
                <c:pt idx="191">
                  <c:v>0.4873264191007175</c:v>
                </c:pt>
                <c:pt idx="192">
                  <c:v>0.4741591952243816</c:v>
                </c:pt>
                <c:pt idx="193">
                  <c:v>0.3981672862675662</c:v>
                </c:pt>
                <c:pt idx="194">
                  <c:v>0.41373230170663788</c:v>
                </c:pt>
                <c:pt idx="195">
                  <c:v>0.43232059685066798</c:v>
                </c:pt>
                <c:pt idx="196">
                  <c:v>0.47165449273347226</c:v>
                </c:pt>
                <c:pt idx="197">
                  <c:v>0.57517284737260799</c:v>
                </c:pt>
                <c:pt idx="198">
                  <c:v>0.58745733896979668</c:v>
                </c:pt>
                <c:pt idx="199">
                  <c:v>0.57181297396619646</c:v>
                </c:pt>
                <c:pt idx="200">
                  <c:v>0.54857982917990311</c:v>
                </c:pt>
                <c:pt idx="201">
                  <c:v>0.55497671209744126</c:v>
                </c:pt>
                <c:pt idx="202">
                  <c:v>0.56606721089043732</c:v>
                </c:pt>
                <c:pt idx="203">
                  <c:v>0.57290983086857539</c:v>
                </c:pt>
                <c:pt idx="204">
                  <c:v>0.59279776197128353</c:v>
                </c:pt>
                <c:pt idx="205">
                  <c:v>0.5786710507683992</c:v>
                </c:pt>
                <c:pt idx="206">
                  <c:v>0.6155496963810797</c:v>
                </c:pt>
                <c:pt idx="207">
                  <c:v>0.60574636223541978</c:v>
                </c:pt>
                <c:pt idx="208">
                  <c:v>0.59072795930158906</c:v>
                </c:pt>
                <c:pt idx="209">
                  <c:v>0.63580141506138355</c:v>
                </c:pt>
                <c:pt idx="210">
                  <c:v>0.66264885680249008</c:v>
                </c:pt>
                <c:pt idx="211">
                  <c:v>0.66474126748702123</c:v>
                </c:pt>
                <c:pt idx="212">
                  <c:v>0.66264885680249008</c:v>
                </c:pt>
                <c:pt idx="213">
                  <c:v>0.68438167594716182</c:v>
                </c:pt>
                <c:pt idx="214">
                  <c:v>0.64890841265420796</c:v>
                </c:pt>
                <c:pt idx="215">
                  <c:v>0.62651628119673453</c:v>
                </c:pt>
                <c:pt idx="216">
                  <c:v>0.61098575112407738</c:v>
                </c:pt>
                <c:pt idx="217">
                  <c:v>0.61966926616186646</c:v>
                </c:pt>
                <c:pt idx="218">
                  <c:v>0.57559445438514367</c:v>
                </c:pt>
                <c:pt idx="219">
                  <c:v>0.60937196228640689</c:v>
                </c:pt>
                <c:pt idx="220">
                  <c:v>0.64195316325793905</c:v>
                </c:pt>
                <c:pt idx="221">
                  <c:v>0.62778439660000751</c:v>
                </c:pt>
                <c:pt idx="222">
                  <c:v>0.64459292642165245</c:v>
                </c:pt>
                <c:pt idx="223">
                  <c:v>0.63055503904182508</c:v>
                </c:pt>
                <c:pt idx="224">
                  <c:v>0.64951370522505292</c:v>
                </c:pt>
              </c:numCache>
            </c:numRef>
          </c:val>
          <c:smooth val="0"/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203233920"/>
        <c:axId val="203243904"/>
      </c:lineChart>
      <c:lineChart>
        <c:grouping val="standard"/>
        <c:varyColors val="0"/>
        <c:ser>
          <c:idx val="2"/>
          <c:order val="1"/>
          <c:tx>
            <c:v>Conventional Refi Index</c:v>
          </c:tx>
          <c:spPr>
            <a:ln w="19050">
              <a:solidFill>
                <a:srgbClr val="AD275C"/>
              </a:solidFill>
            </a:ln>
          </c:spPr>
          <c:marker>
            <c:symbol val="none"/>
          </c:marker>
          <c:cat>
            <c:numRef>
              <c:f>PoolRefinancible!$B$3:$B$227</c:f>
              <c:numCache>
                <c:formatCode>m/d/yyyy</c:formatCode>
                <c:ptCount val="225"/>
                <c:pt idx="0">
                  <c:v>40549</c:v>
                </c:pt>
                <c:pt idx="1">
                  <c:v>40556</c:v>
                </c:pt>
                <c:pt idx="2">
                  <c:v>40563</c:v>
                </c:pt>
                <c:pt idx="3">
                  <c:v>40570</c:v>
                </c:pt>
                <c:pt idx="4">
                  <c:v>40577</c:v>
                </c:pt>
                <c:pt idx="5">
                  <c:v>40584</c:v>
                </c:pt>
                <c:pt idx="6">
                  <c:v>40591</c:v>
                </c:pt>
                <c:pt idx="7">
                  <c:v>40598</c:v>
                </c:pt>
                <c:pt idx="8">
                  <c:v>40605</c:v>
                </c:pt>
                <c:pt idx="9">
                  <c:v>40612</c:v>
                </c:pt>
                <c:pt idx="10">
                  <c:v>40619</c:v>
                </c:pt>
                <c:pt idx="11">
                  <c:v>40626</c:v>
                </c:pt>
                <c:pt idx="12">
                  <c:v>40633</c:v>
                </c:pt>
                <c:pt idx="13">
                  <c:v>40640</c:v>
                </c:pt>
                <c:pt idx="14">
                  <c:v>40647</c:v>
                </c:pt>
                <c:pt idx="15">
                  <c:v>40654</c:v>
                </c:pt>
                <c:pt idx="16">
                  <c:v>40661</c:v>
                </c:pt>
                <c:pt idx="17">
                  <c:v>40668</c:v>
                </c:pt>
                <c:pt idx="18">
                  <c:v>40675</c:v>
                </c:pt>
                <c:pt idx="19">
                  <c:v>40682</c:v>
                </c:pt>
                <c:pt idx="20">
                  <c:v>40689</c:v>
                </c:pt>
                <c:pt idx="21">
                  <c:v>40696</c:v>
                </c:pt>
                <c:pt idx="22">
                  <c:v>40703</c:v>
                </c:pt>
                <c:pt idx="23">
                  <c:v>40710</c:v>
                </c:pt>
                <c:pt idx="24">
                  <c:v>40717</c:v>
                </c:pt>
                <c:pt idx="25">
                  <c:v>40724</c:v>
                </c:pt>
                <c:pt idx="26">
                  <c:v>40731</c:v>
                </c:pt>
                <c:pt idx="27">
                  <c:v>40738</c:v>
                </c:pt>
                <c:pt idx="28">
                  <c:v>40745</c:v>
                </c:pt>
                <c:pt idx="29">
                  <c:v>40752</c:v>
                </c:pt>
                <c:pt idx="30">
                  <c:v>40759</c:v>
                </c:pt>
                <c:pt idx="31">
                  <c:v>40766</c:v>
                </c:pt>
                <c:pt idx="32">
                  <c:v>40773</c:v>
                </c:pt>
                <c:pt idx="33">
                  <c:v>40780</c:v>
                </c:pt>
                <c:pt idx="34">
                  <c:v>40787</c:v>
                </c:pt>
                <c:pt idx="35">
                  <c:v>40794</c:v>
                </c:pt>
                <c:pt idx="36">
                  <c:v>40801</c:v>
                </c:pt>
                <c:pt idx="37">
                  <c:v>40808</c:v>
                </c:pt>
                <c:pt idx="38">
                  <c:v>40815</c:v>
                </c:pt>
                <c:pt idx="39">
                  <c:v>40822</c:v>
                </c:pt>
                <c:pt idx="40">
                  <c:v>40829</c:v>
                </c:pt>
                <c:pt idx="41">
                  <c:v>40836</c:v>
                </c:pt>
                <c:pt idx="42">
                  <c:v>40843</c:v>
                </c:pt>
                <c:pt idx="43">
                  <c:v>40850</c:v>
                </c:pt>
                <c:pt idx="44">
                  <c:v>40857</c:v>
                </c:pt>
                <c:pt idx="45">
                  <c:v>40864</c:v>
                </c:pt>
                <c:pt idx="46">
                  <c:v>40870</c:v>
                </c:pt>
                <c:pt idx="47">
                  <c:v>40878</c:v>
                </c:pt>
                <c:pt idx="48">
                  <c:v>40885</c:v>
                </c:pt>
                <c:pt idx="49">
                  <c:v>40892</c:v>
                </c:pt>
                <c:pt idx="50">
                  <c:v>40899</c:v>
                </c:pt>
                <c:pt idx="51">
                  <c:v>40906</c:v>
                </c:pt>
                <c:pt idx="52">
                  <c:v>40913</c:v>
                </c:pt>
                <c:pt idx="53">
                  <c:v>40920</c:v>
                </c:pt>
                <c:pt idx="54">
                  <c:v>40927</c:v>
                </c:pt>
                <c:pt idx="55">
                  <c:v>40934</c:v>
                </c:pt>
                <c:pt idx="56">
                  <c:v>40941</c:v>
                </c:pt>
                <c:pt idx="57">
                  <c:v>40948</c:v>
                </c:pt>
                <c:pt idx="58">
                  <c:v>40955</c:v>
                </c:pt>
                <c:pt idx="59">
                  <c:v>40962</c:v>
                </c:pt>
                <c:pt idx="60">
                  <c:v>40969</c:v>
                </c:pt>
                <c:pt idx="61">
                  <c:v>40976</c:v>
                </c:pt>
                <c:pt idx="62">
                  <c:v>40983</c:v>
                </c:pt>
                <c:pt idx="63">
                  <c:v>40990</c:v>
                </c:pt>
                <c:pt idx="64">
                  <c:v>40997</c:v>
                </c:pt>
                <c:pt idx="65">
                  <c:v>41004</c:v>
                </c:pt>
                <c:pt idx="66">
                  <c:v>41011</c:v>
                </c:pt>
                <c:pt idx="67">
                  <c:v>41018</c:v>
                </c:pt>
                <c:pt idx="68">
                  <c:v>41025</c:v>
                </c:pt>
                <c:pt idx="69">
                  <c:v>41032</c:v>
                </c:pt>
                <c:pt idx="70">
                  <c:v>41039</c:v>
                </c:pt>
                <c:pt idx="71">
                  <c:v>41046</c:v>
                </c:pt>
                <c:pt idx="72">
                  <c:v>41053</c:v>
                </c:pt>
                <c:pt idx="73">
                  <c:v>41060</c:v>
                </c:pt>
                <c:pt idx="74">
                  <c:v>41067</c:v>
                </c:pt>
                <c:pt idx="75">
                  <c:v>41074</c:v>
                </c:pt>
                <c:pt idx="76">
                  <c:v>41081</c:v>
                </c:pt>
                <c:pt idx="77">
                  <c:v>41088</c:v>
                </c:pt>
                <c:pt idx="78">
                  <c:v>41095</c:v>
                </c:pt>
                <c:pt idx="79">
                  <c:v>41102</c:v>
                </c:pt>
                <c:pt idx="80">
                  <c:v>41109</c:v>
                </c:pt>
                <c:pt idx="81">
                  <c:v>41116</c:v>
                </c:pt>
                <c:pt idx="82">
                  <c:v>41123</c:v>
                </c:pt>
                <c:pt idx="83">
                  <c:v>41130</c:v>
                </c:pt>
                <c:pt idx="84">
                  <c:v>41137</c:v>
                </c:pt>
                <c:pt idx="85">
                  <c:v>41144</c:v>
                </c:pt>
                <c:pt idx="86">
                  <c:v>41151</c:v>
                </c:pt>
                <c:pt idx="87">
                  <c:v>41158</c:v>
                </c:pt>
                <c:pt idx="88">
                  <c:v>41165</c:v>
                </c:pt>
                <c:pt idx="89">
                  <c:v>41172</c:v>
                </c:pt>
                <c:pt idx="90">
                  <c:v>41179</c:v>
                </c:pt>
                <c:pt idx="91">
                  <c:v>41186</c:v>
                </c:pt>
                <c:pt idx="92">
                  <c:v>41193</c:v>
                </c:pt>
                <c:pt idx="93">
                  <c:v>41200</c:v>
                </c:pt>
                <c:pt idx="94">
                  <c:v>41207</c:v>
                </c:pt>
                <c:pt idx="95">
                  <c:v>41214</c:v>
                </c:pt>
                <c:pt idx="96">
                  <c:v>41221</c:v>
                </c:pt>
                <c:pt idx="97">
                  <c:v>41228</c:v>
                </c:pt>
                <c:pt idx="98">
                  <c:v>41234</c:v>
                </c:pt>
                <c:pt idx="99">
                  <c:v>41242</c:v>
                </c:pt>
                <c:pt idx="100">
                  <c:v>41249</c:v>
                </c:pt>
                <c:pt idx="101">
                  <c:v>41256</c:v>
                </c:pt>
                <c:pt idx="102">
                  <c:v>41263</c:v>
                </c:pt>
                <c:pt idx="103">
                  <c:v>41270</c:v>
                </c:pt>
                <c:pt idx="104">
                  <c:v>41277</c:v>
                </c:pt>
                <c:pt idx="105">
                  <c:v>41284</c:v>
                </c:pt>
                <c:pt idx="106">
                  <c:v>41291</c:v>
                </c:pt>
                <c:pt idx="107">
                  <c:v>41298</c:v>
                </c:pt>
                <c:pt idx="108">
                  <c:v>41305</c:v>
                </c:pt>
                <c:pt idx="109">
                  <c:v>41312</c:v>
                </c:pt>
                <c:pt idx="110">
                  <c:v>41319</c:v>
                </c:pt>
                <c:pt idx="111">
                  <c:v>41326</c:v>
                </c:pt>
                <c:pt idx="112">
                  <c:v>41333</c:v>
                </c:pt>
                <c:pt idx="113">
                  <c:v>41340</c:v>
                </c:pt>
                <c:pt idx="114">
                  <c:v>41347</c:v>
                </c:pt>
                <c:pt idx="115">
                  <c:v>41354</c:v>
                </c:pt>
                <c:pt idx="116">
                  <c:v>41361</c:v>
                </c:pt>
                <c:pt idx="117">
                  <c:v>41368</c:v>
                </c:pt>
                <c:pt idx="118">
                  <c:v>41375</c:v>
                </c:pt>
                <c:pt idx="119">
                  <c:v>41382</c:v>
                </c:pt>
                <c:pt idx="120">
                  <c:v>41389</c:v>
                </c:pt>
                <c:pt idx="121">
                  <c:v>41396</c:v>
                </c:pt>
                <c:pt idx="122">
                  <c:v>41403</c:v>
                </c:pt>
                <c:pt idx="123">
                  <c:v>41410</c:v>
                </c:pt>
                <c:pt idx="124">
                  <c:v>41417</c:v>
                </c:pt>
                <c:pt idx="125">
                  <c:v>41424</c:v>
                </c:pt>
                <c:pt idx="126">
                  <c:v>41431</c:v>
                </c:pt>
                <c:pt idx="127">
                  <c:v>41438</c:v>
                </c:pt>
                <c:pt idx="128">
                  <c:v>41445</c:v>
                </c:pt>
                <c:pt idx="129">
                  <c:v>41452</c:v>
                </c:pt>
                <c:pt idx="130">
                  <c:v>41458</c:v>
                </c:pt>
                <c:pt idx="131">
                  <c:v>41466</c:v>
                </c:pt>
                <c:pt idx="132">
                  <c:v>41473</c:v>
                </c:pt>
                <c:pt idx="133">
                  <c:v>41480</c:v>
                </c:pt>
                <c:pt idx="134">
                  <c:v>41487</c:v>
                </c:pt>
                <c:pt idx="135">
                  <c:v>41494</c:v>
                </c:pt>
                <c:pt idx="136">
                  <c:v>41501</c:v>
                </c:pt>
                <c:pt idx="137">
                  <c:v>41508</c:v>
                </c:pt>
                <c:pt idx="138">
                  <c:v>41515</c:v>
                </c:pt>
                <c:pt idx="139">
                  <c:v>41522</c:v>
                </c:pt>
                <c:pt idx="140">
                  <c:v>41529</c:v>
                </c:pt>
                <c:pt idx="141">
                  <c:v>41536</c:v>
                </c:pt>
                <c:pt idx="142">
                  <c:v>41543</c:v>
                </c:pt>
                <c:pt idx="143">
                  <c:v>41550</c:v>
                </c:pt>
                <c:pt idx="144">
                  <c:v>41557</c:v>
                </c:pt>
                <c:pt idx="145">
                  <c:v>41564</c:v>
                </c:pt>
                <c:pt idx="146">
                  <c:v>41571</c:v>
                </c:pt>
                <c:pt idx="147">
                  <c:v>41578</c:v>
                </c:pt>
                <c:pt idx="148">
                  <c:v>41585</c:v>
                </c:pt>
                <c:pt idx="149">
                  <c:v>41592</c:v>
                </c:pt>
                <c:pt idx="150">
                  <c:v>41599</c:v>
                </c:pt>
                <c:pt idx="151">
                  <c:v>41605</c:v>
                </c:pt>
                <c:pt idx="152">
                  <c:v>41613</c:v>
                </c:pt>
                <c:pt idx="153">
                  <c:v>41620</c:v>
                </c:pt>
                <c:pt idx="154">
                  <c:v>41627</c:v>
                </c:pt>
                <c:pt idx="155">
                  <c:v>41634</c:v>
                </c:pt>
                <c:pt idx="156">
                  <c:v>41641</c:v>
                </c:pt>
                <c:pt idx="157">
                  <c:v>41648</c:v>
                </c:pt>
                <c:pt idx="158">
                  <c:v>41655</c:v>
                </c:pt>
                <c:pt idx="159">
                  <c:v>41662</c:v>
                </c:pt>
                <c:pt idx="160">
                  <c:v>41669</c:v>
                </c:pt>
                <c:pt idx="161">
                  <c:v>41676</c:v>
                </c:pt>
                <c:pt idx="162">
                  <c:v>41683</c:v>
                </c:pt>
                <c:pt idx="163">
                  <c:v>41690</c:v>
                </c:pt>
                <c:pt idx="164">
                  <c:v>41697</c:v>
                </c:pt>
                <c:pt idx="165">
                  <c:v>41704</c:v>
                </c:pt>
                <c:pt idx="166">
                  <c:v>41711</c:v>
                </c:pt>
                <c:pt idx="167">
                  <c:v>41718</c:v>
                </c:pt>
                <c:pt idx="168">
                  <c:v>41725</c:v>
                </c:pt>
                <c:pt idx="169">
                  <c:v>41732</c:v>
                </c:pt>
                <c:pt idx="170">
                  <c:v>41739</c:v>
                </c:pt>
                <c:pt idx="171">
                  <c:v>41746</c:v>
                </c:pt>
                <c:pt idx="172">
                  <c:v>41753</c:v>
                </c:pt>
                <c:pt idx="173">
                  <c:v>41760</c:v>
                </c:pt>
                <c:pt idx="174">
                  <c:v>41767</c:v>
                </c:pt>
                <c:pt idx="175">
                  <c:v>41774</c:v>
                </c:pt>
                <c:pt idx="176">
                  <c:v>41781</c:v>
                </c:pt>
                <c:pt idx="177">
                  <c:v>41788</c:v>
                </c:pt>
                <c:pt idx="178">
                  <c:v>41795</c:v>
                </c:pt>
                <c:pt idx="179">
                  <c:v>41802</c:v>
                </c:pt>
                <c:pt idx="180">
                  <c:v>41809</c:v>
                </c:pt>
                <c:pt idx="181">
                  <c:v>41816</c:v>
                </c:pt>
                <c:pt idx="182">
                  <c:v>41823</c:v>
                </c:pt>
                <c:pt idx="183">
                  <c:v>41830</c:v>
                </c:pt>
                <c:pt idx="184">
                  <c:v>41837</c:v>
                </c:pt>
                <c:pt idx="185">
                  <c:v>41844</c:v>
                </c:pt>
                <c:pt idx="186">
                  <c:v>41851</c:v>
                </c:pt>
                <c:pt idx="187">
                  <c:v>41858</c:v>
                </c:pt>
                <c:pt idx="188">
                  <c:v>41865</c:v>
                </c:pt>
                <c:pt idx="189">
                  <c:v>41872</c:v>
                </c:pt>
                <c:pt idx="190">
                  <c:v>41879</c:v>
                </c:pt>
                <c:pt idx="191">
                  <c:v>41886</c:v>
                </c:pt>
                <c:pt idx="192">
                  <c:v>41893</c:v>
                </c:pt>
                <c:pt idx="193">
                  <c:v>41900</c:v>
                </c:pt>
                <c:pt idx="194">
                  <c:v>41907</c:v>
                </c:pt>
                <c:pt idx="195">
                  <c:v>41914</c:v>
                </c:pt>
                <c:pt idx="196">
                  <c:v>41921</c:v>
                </c:pt>
                <c:pt idx="197">
                  <c:v>41928</c:v>
                </c:pt>
                <c:pt idx="198">
                  <c:v>41935</c:v>
                </c:pt>
                <c:pt idx="199">
                  <c:v>41942</c:v>
                </c:pt>
                <c:pt idx="200">
                  <c:v>41949</c:v>
                </c:pt>
                <c:pt idx="201">
                  <c:v>41956</c:v>
                </c:pt>
                <c:pt idx="202">
                  <c:v>41963</c:v>
                </c:pt>
                <c:pt idx="203">
                  <c:v>41969</c:v>
                </c:pt>
                <c:pt idx="204">
                  <c:v>41977</c:v>
                </c:pt>
                <c:pt idx="205">
                  <c:v>41984</c:v>
                </c:pt>
                <c:pt idx="206">
                  <c:v>41991</c:v>
                </c:pt>
                <c:pt idx="207">
                  <c:v>41997</c:v>
                </c:pt>
                <c:pt idx="208">
                  <c:v>42004</c:v>
                </c:pt>
                <c:pt idx="209">
                  <c:v>42012</c:v>
                </c:pt>
                <c:pt idx="210">
                  <c:v>42019</c:v>
                </c:pt>
                <c:pt idx="211">
                  <c:v>42026</c:v>
                </c:pt>
                <c:pt idx="212">
                  <c:v>42033</c:v>
                </c:pt>
                <c:pt idx="213">
                  <c:v>42040</c:v>
                </c:pt>
                <c:pt idx="214">
                  <c:v>42047</c:v>
                </c:pt>
                <c:pt idx="215">
                  <c:v>42054</c:v>
                </c:pt>
                <c:pt idx="216">
                  <c:v>42061</c:v>
                </c:pt>
                <c:pt idx="217">
                  <c:v>42068</c:v>
                </c:pt>
                <c:pt idx="218">
                  <c:v>42075</c:v>
                </c:pt>
                <c:pt idx="219">
                  <c:v>42082</c:v>
                </c:pt>
                <c:pt idx="220">
                  <c:v>42089</c:v>
                </c:pt>
                <c:pt idx="221">
                  <c:v>42096</c:v>
                </c:pt>
                <c:pt idx="222">
                  <c:v>42103</c:v>
                </c:pt>
                <c:pt idx="223">
                  <c:v>42110</c:v>
                </c:pt>
                <c:pt idx="224">
                  <c:v>42117</c:v>
                </c:pt>
              </c:numCache>
            </c:numRef>
          </c:cat>
          <c:val>
            <c:numRef>
              <c:f>PoolRefinancible!$E$3:$E$227</c:f>
              <c:numCache>
                <c:formatCode>General</c:formatCode>
                <c:ptCount val="225"/>
                <c:pt idx="0">
                  <c:v>2344.3000000000002</c:v>
                </c:pt>
                <c:pt idx="1">
                  <c:v>2528.6999999999998</c:v>
                </c:pt>
                <c:pt idx="2">
                  <c:v>2129.6999999999998</c:v>
                </c:pt>
                <c:pt idx="3">
                  <c:v>2371.1</c:v>
                </c:pt>
                <c:pt idx="4">
                  <c:v>2190.4</c:v>
                </c:pt>
                <c:pt idx="5">
                  <c:v>1953.2</c:v>
                </c:pt>
                <c:pt idx="6">
                  <c:v>2325.3000000000002</c:v>
                </c:pt>
                <c:pt idx="7">
                  <c:v>2155.5</c:v>
                </c:pt>
                <c:pt idx="8">
                  <c:v>2539.4</c:v>
                </c:pt>
                <c:pt idx="9">
                  <c:v>2563.6</c:v>
                </c:pt>
                <c:pt idx="10">
                  <c:v>2620.8000000000002</c:v>
                </c:pt>
                <c:pt idx="11">
                  <c:v>2350.6999999999998</c:v>
                </c:pt>
                <c:pt idx="12">
                  <c:v>2194.4</c:v>
                </c:pt>
                <c:pt idx="13">
                  <c:v>2010.6</c:v>
                </c:pt>
                <c:pt idx="14">
                  <c:v>2065.3000000000002</c:v>
                </c:pt>
                <c:pt idx="15">
                  <c:v>2091.4</c:v>
                </c:pt>
                <c:pt idx="16">
                  <c:v>2220.1</c:v>
                </c:pt>
                <c:pt idx="17">
                  <c:v>2414.9</c:v>
                </c:pt>
                <c:pt idx="18">
                  <c:v>2742.2</c:v>
                </c:pt>
                <c:pt idx="19">
                  <c:v>2764.6</c:v>
                </c:pt>
                <c:pt idx="20">
                  <c:v>2619.6999999999998</c:v>
                </c:pt>
                <c:pt idx="21">
                  <c:v>2648</c:v>
                </c:pt>
                <c:pt idx="22">
                  <c:v>3101.7</c:v>
                </c:pt>
                <c:pt idx="23">
                  <c:v>2857.9</c:v>
                </c:pt>
                <c:pt idx="24">
                  <c:v>2809.5</c:v>
                </c:pt>
                <c:pt idx="25">
                  <c:v>2527.5</c:v>
                </c:pt>
                <c:pt idx="26">
                  <c:v>2362.6999999999998</c:v>
                </c:pt>
                <c:pt idx="27">
                  <c:v>2923.8</c:v>
                </c:pt>
                <c:pt idx="28">
                  <c:v>2769.6</c:v>
                </c:pt>
                <c:pt idx="29">
                  <c:v>2974.1</c:v>
                </c:pt>
                <c:pt idx="30">
                  <c:v>3880.9</c:v>
                </c:pt>
                <c:pt idx="31">
                  <c:v>4184.3999999999996</c:v>
                </c:pt>
                <c:pt idx="32">
                  <c:v>4110.8</c:v>
                </c:pt>
                <c:pt idx="33">
                  <c:v>3601.3</c:v>
                </c:pt>
                <c:pt idx="34">
                  <c:v>3372</c:v>
                </c:pt>
                <c:pt idx="35">
                  <c:v>3571.7</c:v>
                </c:pt>
                <c:pt idx="36">
                  <c:v>4033.8</c:v>
                </c:pt>
                <c:pt idx="37">
                  <c:v>4512.1000000000004</c:v>
                </c:pt>
                <c:pt idx="38">
                  <c:v>4241.8</c:v>
                </c:pt>
                <c:pt idx="39">
                  <c:v>4251.1000000000004</c:v>
                </c:pt>
                <c:pt idx="40">
                  <c:v>3553.2</c:v>
                </c:pt>
                <c:pt idx="41">
                  <c:v>3719.3</c:v>
                </c:pt>
                <c:pt idx="42">
                  <c:v>3695</c:v>
                </c:pt>
                <c:pt idx="43">
                  <c:v>4137.6000000000004</c:v>
                </c:pt>
                <c:pt idx="44">
                  <c:v>3664.5</c:v>
                </c:pt>
                <c:pt idx="45">
                  <c:v>3466.8</c:v>
                </c:pt>
                <c:pt idx="46">
                  <c:v>#N/A</c:v>
                </c:pt>
                <c:pt idx="47">
                  <c:v>3394.7</c:v>
                </c:pt>
                <c:pt idx="48">
                  <c:v>3708.6</c:v>
                </c:pt>
                <c:pt idx="49">
                  <c:v>3676.1</c:v>
                </c:pt>
                <c:pt idx="50">
                  <c:v>3684.5</c:v>
                </c:pt>
                <c:pt idx="51">
                  <c:v>3608.1</c:v>
                </c:pt>
                <c:pt idx="52">
                  <c:v>3668.3</c:v>
                </c:pt>
                <c:pt idx="53">
                  <c:v>4626.5</c:v>
                </c:pt>
                <c:pt idx="54">
                  <c:v>4326.3999999999996</c:v>
                </c:pt>
                <c:pt idx="55">
                  <c:v>4184.3</c:v>
                </c:pt>
                <c:pt idx="56">
                  <c:v>4617.1000000000004</c:v>
                </c:pt>
                <c:pt idx="57">
                  <c:v>4716.1000000000004</c:v>
                </c:pt>
                <c:pt idx="58">
                  <c:v>4466.8999999999996</c:v>
                </c:pt>
                <c:pt idx="59">
                  <c:v>4379.1000000000004</c:v>
                </c:pt>
                <c:pt idx="60">
                  <c:v>4277.6000000000004</c:v>
                </c:pt>
                <c:pt idx="61">
                  <c:v>4063.4</c:v>
                </c:pt>
                <c:pt idx="62">
                  <c:v>3715.2</c:v>
                </c:pt>
                <c:pt idx="63">
                  <c:v>3588.4</c:v>
                </c:pt>
                <c:pt idx="64">
                  <c:v>3699.5</c:v>
                </c:pt>
                <c:pt idx="65">
                  <c:v>3549.3</c:v>
                </c:pt>
                <c:pt idx="66">
                  <c:v>4144.3</c:v>
                </c:pt>
                <c:pt idx="67">
                  <c:v>3892.2</c:v>
                </c:pt>
                <c:pt idx="68">
                  <c:v>3856</c:v>
                </c:pt>
                <c:pt idx="69">
                  <c:v>3924.4</c:v>
                </c:pt>
                <c:pt idx="70">
                  <c:v>4482</c:v>
                </c:pt>
                <c:pt idx="71">
                  <c:v>4732</c:v>
                </c:pt>
                <c:pt idx="72">
                  <c:v>4675.8999999999996</c:v>
                </c:pt>
                <c:pt idx="73">
                  <c:v>4736</c:v>
                </c:pt>
                <c:pt idx="74">
                  <c:v>5590</c:v>
                </c:pt>
                <c:pt idx="75">
                  <c:v>4719.6000000000004</c:v>
                </c:pt>
                <c:pt idx="76">
                  <c:v>4585.8</c:v>
                </c:pt>
                <c:pt idx="77">
                  <c:v>4372.2</c:v>
                </c:pt>
                <c:pt idx="78">
                  <c:v>4267.8999999999996</c:v>
                </c:pt>
                <c:pt idx="79">
                  <c:v>5246.8</c:v>
                </c:pt>
                <c:pt idx="80">
                  <c:v>5383.1</c:v>
                </c:pt>
                <c:pt idx="81">
                  <c:v>5492.1</c:v>
                </c:pt>
                <c:pt idx="82">
                  <c:v>5444.3</c:v>
                </c:pt>
                <c:pt idx="83">
                  <c:v>5172.2</c:v>
                </c:pt>
                <c:pt idx="84">
                  <c:v>4671.1000000000004</c:v>
                </c:pt>
                <c:pt idx="85">
                  <c:v>4414.6000000000004</c:v>
                </c:pt>
                <c:pt idx="86">
                  <c:v>4274.8</c:v>
                </c:pt>
                <c:pt idx="87">
                  <c:v>4779.1000000000004</c:v>
                </c:pt>
                <c:pt idx="88">
                  <c:v>4823.3</c:v>
                </c:pt>
                <c:pt idx="89">
                  <c:v>4979</c:v>
                </c:pt>
                <c:pt idx="90">
                  <c:v>5965.5</c:v>
                </c:pt>
                <c:pt idx="91">
                  <c:v>5892.5</c:v>
                </c:pt>
                <c:pt idx="92">
                  <c:v>5572.2</c:v>
                </c:pt>
                <c:pt idx="93">
                  <c:v>4847.2</c:v>
                </c:pt>
                <c:pt idx="94">
                  <c:v>4550.7</c:v>
                </c:pt>
                <c:pt idx="95">
                  <c:v>4297.7</c:v>
                </c:pt>
                <c:pt idx="96">
                  <c:v>4856.1000000000004</c:v>
                </c:pt>
                <c:pt idx="97">
                  <c:v>4702.3999999999996</c:v>
                </c:pt>
                <c:pt idx="98">
                  <c:v>#N/A</c:v>
                </c:pt>
                <c:pt idx="99">
                  <c:v>4943</c:v>
                </c:pt>
                <c:pt idx="100">
                  <c:v>5368.1</c:v>
                </c:pt>
                <c:pt idx="101">
                  <c:v>4564.3999999999996</c:v>
                </c:pt>
                <c:pt idx="102">
                  <c:v>3983.2</c:v>
                </c:pt>
                <c:pt idx="103">
                  <c:v>3488.9</c:v>
                </c:pt>
                <c:pt idx="104">
                  <c:v>3896.4</c:v>
                </c:pt>
                <c:pt idx="105">
                  <c:v>4554.3999999999996</c:v>
                </c:pt>
                <c:pt idx="106">
                  <c:v>4937.3999999999996</c:v>
                </c:pt>
                <c:pt idx="107">
                  <c:v>4433.6000000000004</c:v>
                </c:pt>
                <c:pt idx="108">
                  <c:v>4579</c:v>
                </c:pt>
                <c:pt idx="109">
                  <c:v>4284.3</c:v>
                </c:pt>
                <c:pt idx="110">
                  <c:v>4261.8</c:v>
                </c:pt>
                <c:pt idx="111">
                  <c:v>4136.3</c:v>
                </c:pt>
                <c:pt idx="112">
                  <c:v>4724.8999999999996</c:v>
                </c:pt>
                <c:pt idx="113">
                  <c:v>4485.2</c:v>
                </c:pt>
                <c:pt idx="114">
                  <c:v>4111.3</c:v>
                </c:pt>
                <c:pt idx="115">
                  <c:v>4412.8999999999996</c:v>
                </c:pt>
                <c:pt idx="116">
                  <c:v>4119.2</c:v>
                </c:pt>
                <c:pt idx="117">
                  <c:v>4528.8999999999996</c:v>
                </c:pt>
                <c:pt idx="118">
                  <c:v>4726.8999999999996</c:v>
                </c:pt>
                <c:pt idx="119">
                  <c:v>4672.1000000000004</c:v>
                </c:pt>
                <c:pt idx="120">
                  <c:v>4854.1000000000004</c:v>
                </c:pt>
                <c:pt idx="121">
                  <c:v>5279.9</c:v>
                </c:pt>
                <c:pt idx="122">
                  <c:v>4797.2</c:v>
                </c:pt>
                <c:pt idx="123">
                  <c:v>4241.5</c:v>
                </c:pt>
                <c:pt idx="124">
                  <c:v>3709.4</c:v>
                </c:pt>
                <c:pt idx="125">
                  <c:v>3163.6</c:v>
                </c:pt>
                <c:pt idx="126">
                  <c:v>3339.8</c:v>
                </c:pt>
                <c:pt idx="127">
                  <c:v>3214.4</c:v>
                </c:pt>
                <c:pt idx="128">
                  <c:v>3040.1</c:v>
                </c:pt>
                <c:pt idx="129">
                  <c:v>2573.4</c:v>
                </c:pt>
                <c:pt idx="130">
                  <c:v>#N/A</c:v>
                </c:pt>
                <c:pt idx="131">
                  <c:v>2242.1999999999998</c:v>
                </c:pt>
                <c:pt idx="132">
                  <c:v>2288</c:v>
                </c:pt>
                <c:pt idx="133">
                  <c:v>2218.3000000000002</c:v>
                </c:pt>
                <c:pt idx="134">
                  <c:v>2228.9</c:v>
                </c:pt>
                <c:pt idx="135">
                  <c:v>2110.6</c:v>
                </c:pt>
                <c:pt idx="136">
                  <c:v>1935.1</c:v>
                </c:pt>
                <c:pt idx="137">
                  <c:v>1842.6</c:v>
                </c:pt>
                <c:pt idx="138">
                  <c:v>1909</c:v>
                </c:pt>
                <c:pt idx="139">
                  <c:v>1512.9</c:v>
                </c:pt>
                <c:pt idx="140">
                  <c:v>1814</c:v>
                </c:pt>
                <c:pt idx="141">
                  <c:v>1922.9</c:v>
                </c:pt>
                <c:pt idx="142">
                  <c:v>1956.6</c:v>
                </c:pt>
                <c:pt idx="143">
                  <c:v>2025.3</c:v>
                </c:pt>
                <c:pt idx="144">
                  <c:v>2102.6999999999998</c:v>
                </c:pt>
                <c:pt idx="145">
                  <c:v>2033.7</c:v>
                </c:pt>
                <c:pt idx="146">
                  <c:v>2211.8000000000002</c:v>
                </c:pt>
                <c:pt idx="147">
                  <c:v>2105.6</c:v>
                </c:pt>
                <c:pt idx="148">
                  <c:v>2056.9</c:v>
                </c:pt>
                <c:pt idx="149">
                  <c:v>1903.5</c:v>
                </c:pt>
                <c:pt idx="150">
                  <c:v>1917.2</c:v>
                </c:pt>
                <c:pt idx="151">
                  <c:v>#N/A</c:v>
                </c:pt>
                <c:pt idx="152">
                  <c:v>1599.4</c:v>
                </c:pt>
                <c:pt idx="153">
                  <c:v>1529.8</c:v>
                </c:pt>
                <c:pt idx="154">
                  <c:v>1426.7</c:v>
                </c:pt>
                <c:pt idx="155">
                  <c:v>1277.8</c:v>
                </c:pt>
                <c:pt idx="156">
                  <c:v>1352.7</c:v>
                </c:pt>
                <c:pt idx="157">
                  <c:v>1507</c:v>
                </c:pt>
                <c:pt idx="158">
                  <c:v>1675.8</c:v>
                </c:pt>
                <c:pt idx="159">
                  <c:v>1601.2</c:v>
                </c:pt>
                <c:pt idx="160">
                  <c:v>1667.5</c:v>
                </c:pt>
                <c:pt idx="161">
                  <c:v>1674.2</c:v>
                </c:pt>
                <c:pt idx="162">
                  <c:v>1650.6</c:v>
                </c:pt>
                <c:pt idx="163">
                  <c:v>1442.3</c:v>
                </c:pt>
                <c:pt idx="164">
                  <c:v>1600.6</c:v>
                </c:pt>
                <c:pt idx="165">
                  <c:v>1528</c:v>
                </c:pt>
                <c:pt idx="166">
                  <c:v>1552.1</c:v>
                </c:pt>
                <c:pt idx="167">
                  <c:v>1426.3</c:v>
                </c:pt>
                <c:pt idx="168">
                  <c:v>1383.5</c:v>
                </c:pt>
                <c:pt idx="169">
                  <c:v>1324.7</c:v>
                </c:pt>
                <c:pt idx="170">
                  <c:v>1429.9</c:v>
                </c:pt>
                <c:pt idx="171">
                  <c:v>1370.9</c:v>
                </c:pt>
                <c:pt idx="172">
                  <c:v>1298.0999999999999</c:v>
                </c:pt>
                <c:pt idx="173">
                  <c:v>1323.9</c:v>
                </c:pt>
                <c:pt idx="174">
                  <c:v>1400.9</c:v>
                </c:pt>
                <c:pt idx="175">
                  <c:v>1460.6</c:v>
                </c:pt>
                <c:pt idx="176">
                  <c:v>1453.4</c:v>
                </c:pt>
                <c:pt idx="177">
                  <c:v>1382.6</c:v>
                </c:pt>
                <c:pt idx="178">
                  <c:v>1516.9</c:v>
                </c:pt>
                <c:pt idx="179">
                  <c:v>1321.3</c:v>
                </c:pt>
                <c:pt idx="180">
                  <c:v>1333.5</c:v>
                </c:pt>
                <c:pt idx="181">
                  <c:v>1341.8</c:v>
                </c:pt>
                <c:pt idx="182">
                  <c:v>1346.8</c:v>
                </c:pt>
                <c:pt idx="183">
                  <c:v>1329.7</c:v>
                </c:pt>
                <c:pt idx="184">
                  <c:v>1400.7</c:v>
                </c:pt>
                <c:pt idx="185">
                  <c:v>1327.5</c:v>
                </c:pt>
                <c:pt idx="186">
                  <c:v>1373.9</c:v>
                </c:pt>
                <c:pt idx="187">
                  <c:v>1342.6</c:v>
                </c:pt>
                <c:pt idx="188">
                  <c:v>1404.9</c:v>
                </c:pt>
                <c:pt idx="189">
                  <c:v>1439.4</c:v>
                </c:pt>
                <c:pt idx="190">
                  <c:v>1436</c:v>
                </c:pt>
                <c:pt idx="191">
                  <c:v>1275.8</c:v>
                </c:pt>
                <c:pt idx="192">
                  <c:v>1398.4</c:v>
                </c:pt>
                <c:pt idx="193">
                  <c:v>1335.1</c:v>
                </c:pt>
                <c:pt idx="194">
                  <c:v>1326.2</c:v>
                </c:pt>
                <c:pt idx="195">
                  <c:v>1387.1</c:v>
                </c:pt>
                <c:pt idx="196">
                  <c:v>1560.6</c:v>
                </c:pt>
                <c:pt idx="197">
                  <c:v>1898.2</c:v>
                </c:pt>
                <c:pt idx="198">
                  <c:v>1713.6</c:v>
                </c:pt>
                <c:pt idx="199">
                  <c:v>1604.8</c:v>
                </c:pt>
                <c:pt idx="200">
                  <c:v>1565.3</c:v>
                </c:pt>
                <c:pt idx="201">
                  <c:v>1563.2</c:v>
                </c:pt>
                <c:pt idx="202">
                  <c:v>1547.9</c:v>
                </c:pt>
                <c:pt idx="203">
                  <c:v>#N/A</c:v>
                </c:pt>
                <c:pt idx="204">
                  <c:v>1548.6</c:v>
                </c:pt>
                <c:pt idx="205">
                  <c:v>1518.8</c:v>
                </c:pt>
                <c:pt idx="206">
                  <c:v>1538.7</c:v>
                </c:pt>
                <c:pt idx="207">
                  <c:v>#N/A</c:v>
                </c:pt>
                <c:pt idx="208">
                  <c:v>#N/A</c:v>
                </c:pt>
                <c:pt idx="209">
                  <c:v>2271.5</c:v>
                </c:pt>
                <c:pt idx="210">
                  <c:v>2799.3</c:v>
                </c:pt>
                <c:pt idx="211">
                  <c:v>2572.3000000000002</c:v>
                </c:pt>
                <c:pt idx="212">
                  <c:v>2584.8000000000002</c:v>
                </c:pt>
                <c:pt idx="213">
                  <c:v>2291.3000000000002</c:v>
                </c:pt>
                <c:pt idx="214">
                  <c:v>1904.2</c:v>
                </c:pt>
                <c:pt idx="215">
                  <c:v>1703.1</c:v>
                </c:pt>
                <c:pt idx="216">
                  <c:v>1740.3</c:v>
                </c:pt>
                <c:pt idx="217">
                  <c:v>1685.7</c:v>
                </c:pt>
                <c:pt idx="218">
                  <c:v>1623.6</c:v>
                </c:pt>
                <c:pt idx="219">
                  <c:v>1860.8</c:v>
                </c:pt>
                <c:pt idx="220">
                  <c:v>1941.6</c:v>
                </c:pt>
                <c:pt idx="221">
                  <c:v>1854.7</c:v>
                </c:pt>
                <c:pt idx="222">
                  <c:v>1804.6</c:v>
                </c:pt>
                <c:pt idx="223">
                  <c:v>1817</c:v>
                </c:pt>
                <c:pt idx="224">
                  <c:v>#N/A</c:v>
                </c:pt>
              </c:numCache>
            </c:numRef>
          </c:val>
          <c:smooth val="0"/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203252096"/>
        <c:axId val="203245824"/>
      </c:lineChart>
      <c:dateAx>
        <c:axId val="203233920"/>
        <c:scaling>
          <c:orientation val="minMax"/>
        </c:scaling>
        <c:delete val="0"/>
        <c:axPos val="b"/>
        <c:numFmt formatCode="m/d/yyyy" sourceLinked="1"/>
        <c:majorTickMark val="out"/>
        <c:minorTickMark val="none"/>
        <c:tickLblPos val="nextTo"/>
        <c:crossAx val="203243904"/>
        <c:crosses val="autoZero"/>
        <c:auto val="1"/>
        <c:lblOffset val="100"/>
        <c:baseTimeUnit val="days"/>
        <c:majorUnit val="6"/>
        <c:majorTimeUnit val="months"/>
        <c:minorUnit val="6"/>
        <c:minorTimeUnit val="months"/>
      </c:dateAx>
      <c:valAx>
        <c:axId val="203243904"/>
        <c:scaling>
          <c:orientation val="minMax"/>
        </c:scaling>
        <c:delete val="0"/>
        <c:axPos val="l"/>
        <c:majorGridlines/>
        <c:title>
          <c:tx>
            <c:rich>
              <a:bodyPr rot="-5400000" vert="horz"/>
              <a:lstStyle/>
              <a:p>
                <a:pPr>
                  <a:defRPr sz="1200"/>
                </a:pPr>
                <a:r>
                  <a:rPr lang="en-US" sz="1200" b="1" i="0" baseline="0" dirty="0" err="1" smtClean="0">
                    <a:effectLst/>
                  </a:rPr>
                  <a:t>Refinancible</a:t>
                </a:r>
                <a:r>
                  <a:rPr lang="en-US" sz="1200" b="1" i="0" baseline="0" dirty="0" smtClean="0">
                    <a:effectLst/>
                  </a:rPr>
                  <a:t> Universe</a:t>
                </a:r>
                <a:endParaRPr lang="en-US" sz="1200" dirty="0">
                  <a:effectLst/>
                </a:endParaRPr>
              </a:p>
            </c:rich>
          </c:tx>
          <c:layout/>
          <c:overlay val="0"/>
        </c:title>
        <c:numFmt formatCode="0%" sourceLinked="1"/>
        <c:majorTickMark val="out"/>
        <c:minorTickMark val="none"/>
        <c:tickLblPos val="nextTo"/>
        <c:crossAx val="203233920"/>
        <c:crosses val="autoZero"/>
        <c:crossBetween val="between"/>
      </c:valAx>
      <c:valAx>
        <c:axId val="203245824"/>
        <c:scaling>
          <c:orientation val="minMax"/>
        </c:scaling>
        <c:delete val="0"/>
        <c:axPos val="r"/>
        <c:title>
          <c:tx>
            <c:rich>
              <a:bodyPr rot="-5400000" vert="horz"/>
              <a:lstStyle/>
              <a:p>
                <a:pPr>
                  <a:defRPr sz="1200"/>
                </a:pPr>
                <a:r>
                  <a:rPr lang="en-US" sz="1200" dirty="0" err="1" smtClean="0"/>
                  <a:t>Refi</a:t>
                </a:r>
                <a:r>
                  <a:rPr lang="en-US" sz="1200" dirty="0" smtClean="0"/>
                  <a:t> Index</a:t>
                </a:r>
                <a:endParaRPr lang="en-US" sz="1200" dirty="0"/>
              </a:p>
            </c:rich>
          </c:tx>
          <c:layout/>
          <c:overlay val="0"/>
        </c:title>
        <c:numFmt formatCode="General" sourceLinked="1"/>
        <c:majorTickMark val="out"/>
        <c:minorTickMark val="none"/>
        <c:tickLblPos val="nextTo"/>
        <c:crossAx val="203252096"/>
        <c:crosses val="max"/>
        <c:crossBetween val="between"/>
      </c:valAx>
      <c:dateAx>
        <c:axId val="203252096"/>
        <c:scaling>
          <c:orientation val="minMax"/>
        </c:scaling>
        <c:delete val="1"/>
        <c:axPos val="b"/>
        <c:numFmt formatCode="m/d/yyyy" sourceLinked="1"/>
        <c:majorTickMark val="out"/>
        <c:minorTickMark val="none"/>
        <c:tickLblPos val="nextTo"/>
        <c:crossAx val="203245824"/>
        <c:crosses val="autoZero"/>
        <c:auto val="1"/>
        <c:lblOffset val="100"/>
        <c:baseTimeUnit val="days"/>
      </c:dateAx>
    </c:plotArea>
    <c:legend>
      <c:legendPos val="b"/>
      <c:layout/>
      <c:overlay val="0"/>
      <c:txPr>
        <a:bodyPr/>
        <a:lstStyle/>
        <a:p>
          <a:pPr>
            <a:defRPr sz="1050"/>
          </a:pPr>
          <a:endParaRPr lang="en-US"/>
        </a:p>
      </c:txPr>
    </c:legend>
    <c:plotVisOnly val="1"/>
    <c:dispBlanksAs val="gap"/>
    <c:showDLblsOverMax val="0"/>
  </c:chart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0"/>
    <c:plotArea>
      <c:layout/>
      <c:lineChart>
        <c:grouping val="standard"/>
        <c:varyColors val="0"/>
        <c:ser>
          <c:idx val="0"/>
          <c:order val="0"/>
          <c:tx>
            <c:v>Pool Level</c:v>
          </c:tx>
          <c:spPr>
            <a:ln w="19050">
              <a:solidFill>
                <a:srgbClr val="2E398A"/>
              </a:solidFill>
            </a:ln>
          </c:spPr>
          <c:marker>
            <c:symbol val="none"/>
          </c:marker>
          <c:cat>
            <c:numRef>
              <c:f>PoolRefinancible!$B$3:$B$227</c:f>
              <c:numCache>
                <c:formatCode>m/d/yyyy</c:formatCode>
                <c:ptCount val="225"/>
                <c:pt idx="0">
                  <c:v>40549</c:v>
                </c:pt>
                <c:pt idx="1">
                  <c:v>40556</c:v>
                </c:pt>
                <c:pt idx="2">
                  <c:v>40563</c:v>
                </c:pt>
                <c:pt idx="3">
                  <c:v>40570</c:v>
                </c:pt>
                <c:pt idx="4">
                  <c:v>40577</c:v>
                </c:pt>
                <c:pt idx="5">
                  <c:v>40584</c:v>
                </c:pt>
                <c:pt idx="6">
                  <c:v>40591</c:v>
                </c:pt>
                <c:pt idx="7">
                  <c:v>40598</c:v>
                </c:pt>
                <c:pt idx="8">
                  <c:v>40605</c:v>
                </c:pt>
                <c:pt idx="9">
                  <c:v>40612</c:v>
                </c:pt>
                <c:pt idx="10">
                  <c:v>40619</c:v>
                </c:pt>
                <c:pt idx="11">
                  <c:v>40626</c:v>
                </c:pt>
                <c:pt idx="12">
                  <c:v>40633</c:v>
                </c:pt>
                <c:pt idx="13">
                  <c:v>40640</c:v>
                </c:pt>
                <c:pt idx="14">
                  <c:v>40647</c:v>
                </c:pt>
                <c:pt idx="15">
                  <c:v>40654</c:v>
                </c:pt>
                <c:pt idx="16">
                  <c:v>40661</c:v>
                </c:pt>
                <c:pt idx="17">
                  <c:v>40668</c:v>
                </c:pt>
                <c:pt idx="18">
                  <c:v>40675</c:v>
                </c:pt>
                <c:pt idx="19">
                  <c:v>40682</c:v>
                </c:pt>
                <c:pt idx="20">
                  <c:v>40689</c:v>
                </c:pt>
                <c:pt idx="21">
                  <c:v>40696</c:v>
                </c:pt>
                <c:pt idx="22">
                  <c:v>40703</c:v>
                </c:pt>
                <c:pt idx="23">
                  <c:v>40710</c:v>
                </c:pt>
                <c:pt idx="24">
                  <c:v>40717</c:v>
                </c:pt>
                <c:pt idx="25">
                  <c:v>40724</c:v>
                </c:pt>
                <c:pt idx="26">
                  <c:v>40731</c:v>
                </c:pt>
                <c:pt idx="27">
                  <c:v>40738</c:v>
                </c:pt>
                <c:pt idx="28">
                  <c:v>40745</c:v>
                </c:pt>
                <c:pt idx="29">
                  <c:v>40752</c:v>
                </c:pt>
                <c:pt idx="30">
                  <c:v>40759</c:v>
                </c:pt>
                <c:pt idx="31">
                  <c:v>40766</c:v>
                </c:pt>
                <c:pt idx="32">
                  <c:v>40773</c:v>
                </c:pt>
                <c:pt idx="33">
                  <c:v>40780</c:v>
                </c:pt>
                <c:pt idx="34">
                  <c:v>40787</c:v>
                </c:pt>
                <c:pt idx="35">
                  <c:v>40794</c:v>
                </c:pt>
                <c:pt idx="36">
                  <c:v>40801</c:v>
                </c:pt>
                <c:pt idx="37">
                  <c:v>40808</c:v>
                </c:pt>
                <c:pt idx="38">
                  <c:v>40815</c:v>
                </c:pt>
                <c:pt idx="39">
                  <c:v>40822</c:v>
                </c:pt>
                <c:pt idx="40">
                  <c:v>40829</c:v>
                </c:pt>
                <c:pt idx="41">
                  <c:v>40836</c:v>
                </c:pt>
                <c:pt idx="42">
                  <c:v>40843</c:v>
                </c:pt>
                <c:pt idx="43">
                  <c:v>40850</c:v>
                </c:pt>
                <c:pt idx="44">
                  <c:v>40857</c:v>
                </c:pt>
                <c:pt idx="45">
                  <c:v>40864</c:v>
                </c:pt>
                <c:pt idx="46">
                  <c:v>40870</c:v>
                </c:pt>
                <c:pt idx="47">
                  <c:v>40878</c:v>
                </c:pt>
                <c:pt idx="48">
                  <c:v>40885</c:v>
                </c:pt>
                <c:pt idx="49">
                  <c:v>40892</c:v>
                </c:pt>
                <c:pt idx="50">
                  <c:v>40899</c:v>
                </c:pt>
                <c:pt idx="51">
                  <c:v>40906</c:v>
                </c:pt>
                <c:pt idx="52">
                  <c:v>40913</c:v>
                </c:pt>
                <c:pt idx="53">
                  <c:v>40920</c:v>
                </c:pt>
                <c:pt idx="54">
                  <c:v>40927</c:v>
                </c:pt>
                <c:pt idx="55">
                  <c:v>40934</c:v>
                </c:pt>
                <c:pt idx="56">
                  <c:v>40941</c:v>
                </c:pt>
                <c:pt idx="57">
                  <c:v>40948</c:v>
                </c:pt>
                <c:pt idx="58">
                  <c:v>40955</c:v>
                </c:pt>
                <c:pt idx="59">
                  <c:v>40962</c:v>
                </c:pt>
                <c:pt idx="60">
                  <c:v>40969</c:v>
                </c:pt>
                <c:pt idx="61">
                  <c:v>40976</c:v>
                </c:pt>
                <c:pt idx="62">
                  <c:v>40983</c:v>
                </c:pt>
                <c:pt idx="63">
                  <c:v>40990</c:v>
                </c:pt>
                <c:pt idx="64">
                  <c:v>40997</c:v>
                </c:pt>
                <c:pt idx="65">
                  <c:v>41004</c:v>
                </c:pt>
                <c:pt idx="66">
                  <c:v>41011</c:v>
                </c:pt>
                <c:pt idx="67">
                  <c:v>41018</c:v>
                </c:pt>
                <c:pt idx="68">
                  <c:v>41025</c:v>
                </c:pt>
                <c:pt idx="69">
                  <c:v>41032</c:v>
                </c:pt>
                <c:pt idx="70">
                  <c:v>41039</c:v>
                </c:pt>
                <c:pt idx="71">
                  <c:v>41046</c:v>
                </c:pt>
                <c:pt idx="72">
                  <c:v>41053</c:v>
                </c:pt>
                <c:pt idx="73">
                  <c:v>41060</c:v>
                </c:pt>
                <c:pt idx="74">
                  <c:v>41067</c:v>
                </c:pt>
                <c:pt idx="75">
                  <c:v>41074</c:v>
                </c:pt>
                <c:pt idx="76">
                  <c:v>41081</c:v>
                </c:pt>
                <c:pt idx="77">
                  <c:v>41088</c:v>
                </c:pt>
                <c:pt idx="78">
                  <c:v>41095</c:v>
                </c:pt>
                <c:pt idx="79">
                  <c:v>41102</c:v>
                </c:pt>
                <c:pt idx="80">
                  <c:v>41109</c:v>
                </c:pt>
                <c:pt idx="81">
                  <c:v>41116</c:v>
                </c:pt>
                <c:pt idx="82">
                  <c:v>41123</c:v>
                </c:pt>
                <c:pt idx="83">
                  <c:v>41130</c:v>
                </c:pt>
                <c:pt idx="84">
                  <c:v>41137</c:v>
                </c:pt>
                <c:pt idx="85">
                  <c:v>41144</c:v>
                </c:pt>
                <c:pt idx="86">
                  <c:v>41151</c:v>
                </c:pt>
                <c:pt idx="87">
                  <c:v>41158</c:v>
                </c:pt>
                <c:pt idx="88">
                  <c:v>41165</c:v>
                </c:pt>
                <c:pt idx="89">
                  <c:v>41172</c:v>
                </c:pt>
                <c:pt idx="90">
                  <c:v>41179</c:v>
                </c:pt>
                <c:pt idx="91">
                  <c:v>41186</c:v>
                </c:pt>
                <c:pt idx="92">
                  <c:v>41193</c:v>
                </c:pt>
                <c:pt idx="93">
                  <c:v>41200</c:v>
                </c:pt>
                <c:pt idx="94">
                  <c:v>41207</c:v>
                </c:pt>
                <c:pt idx="95">
                  <c:v>41214</c:v>
                </c:pt>
                <c:pt idx="96">
                  <c:v>41221</c:v>
                </c:pt>
                <c:pt idx="97">
                  <c:v>41228</c:v>
                </c:pt>
                <c:pt idx="98">
                  <c:v>41234</c:v>
                </c:pt>
                <c:pt idx="99">
                  <c:v>41242</c:v>
                </c:pt>
                <c:pt idx="100">
                  <c:v>41249</c:v>
                </c:pt>
                <c:pt idx="101">
                  <c:v>41256</c:v>
                </c:pt>
                <c:pt idx="102">
                  <c:v>41263</c:v>
                </c:pt>
                <c:pt idx="103">
                  <c:v>41270</c:v>
                </c:pt>
                <c:pt idx="104">
                  <c:v>41277</c:v>
                </c:pt>
                <c:pt idx="105">
                  <c:v>41284</c:v>
                </c:pt>
                <c:pt idx="106">
                  <c:v>41291</c:v>
                </c:pt>
                <c:pt idx="107">
                  <c:v>41298</c:v>
                </c:pt>
                <c:pt idx="108">
                  <c:v>41305</c:v>
                </c:pt>
                <c:pt idx="109">
                  <c:v>41312</c:v>
                </c:pt>
                <c:pt idx="110">
                  <c:v>41319</c:v>
                </c:pt>
                <c:pt idx="111">
                  <c:v>41326</c:v>
                </c:pt>
                <c:pt idx="112">
                  <c:v>41333</c:v>
                </c:pt>
                <c:pt idx="113">
                  <c:v>41340</c:v>
                </c:pt>
                <c:pt idx="114">
                  <c:v>41347</c:v>
                </c:pt>
                <c:pt idx="115">
                  <c:v>41354</c:v>
                </c:pt>
                <c:pt idx="116">
                  <c:v>41361</c:v>
                </c:pt>
                <c:pt idx="117">
                  <c:v>41368</c:v>
                </c:pt>
                <c:pt idx="118">
                  <c:v>41375</c:v>
                </c:pt>
                <c:pt idx="119">
                  <c:v>41382</c:v>
                </c:pt>
                <c:pt idx="120">
                  <c:v>41389</c:v>
                </c:pt>
                <c:pt idx="121">
                  <c:v>41396</c:v>
                </c:pt>
                <c:pt idx="122">
                  <c:v>41403</c:v>
                </c:pt>
                <c:pt idx="123">
                  <c:v>41410</c:v>
                </c:pt>
                <c:pt idx="124">
                  <c:v>41417</c:v>
                </c:pt>
                <c:pt idx="125">
                  <c:v>41424</c:v>
                </c:pt>
                <c:pt idx="126">
                  <c:v>41431</c:v>
                </c:pt>
                <c:pt idx="127">
                  <c:v>41438</c:v>
                </c:pt>
                <c:pt idx="128">
                  <c:v>41445</c:v>
                </c:pt>
                <c:pt idx="129">
                  <c:v>41452</c:v>
                </c:pt>
                <c:pt idx="130">
                  <c:v>41458</c:v>
                </c:pt>
                <c:pt idx="131">
                  <c:v>41466</c:v>
                </c:pt>
                <c:pt idx="132">
                  <c:v>41473</c:v>
                </c:pt>
                <c:pt idx="133">
                  <c:v>41480</c:v>
                </c:pt>
                <c:pt idx="134">
                  <c:v>41487</c:v>
                </c:pt>
                <c:pt idx="135">
                  <c:v>41494</c:v>
                </c:pt>
                <c:pt idx="136">
                  <c:v>41501</c:v>
                </c:pt>
                <c:pt idx="137">
                  <c:v>41508</c:v>
                </c:pt>
                <c:pt idx="138">
                  <c:v>41515</c:v>
                </c:pt>
                <c:pt idx="139">
                  <c:v>41522</c:v>
                </c:pt>
                <c:pt idx="140">
                  <c:v>41529</c:v>
                </c:pt>
                <c:pt idx="141">
                  <c:v>41536</c:v>
                </c:pt>
                <c:pt idx="142">
                  <c:v>41543</c:v>
                </c:pt>
                <c:pt idx="143">
                  <c:v>41550</c:v>
                </c:pt>
                <c:pt idx="144">
                  <c:v>41557</c:v>
                </c:pt>
                <c:pt idx="145">
                  <c:v>41564</c:v>
                </c:pt>
                <c:pt idx="146">
                  <c:v>41571</c:v>
                </c:pt>
                <c:pt idx="147">
                  <c:v>41578</c:v>
                </c:pt>
                <c:pt idx="148">
                  <c:v>41585</c:v>
                </c:pt>
                <c:pt idx="149">
                  <c:v>41592</c:v>
                </c:pt>
                <c:pt idx="150">
                  <c:v>41599</c:v>
                </c:pt>
                <c:pt idx="151">
                  <c:v>41605</c:v>
                </c:pt>
                <c:pt idx="152">
                  <c:v>41613</c:v>
                </c:pt>
                <c:pt idx="153">
                  <c:v>41620</c:v>
                </c:pt>
                <c:pt idx="154">
                  <c:v>41627</c:v>
                </c:pt>
                <c:pt idx="155">
                  <c:v>41634</c:v>
                </c:pt>
                <c:pt idx="156">
                  <c:v>41641</c:v>
                </c:pt>
                <c:pt idx="157">
                  <c:v>41648</c:v>
                </c:pt>
                <c:pt idx="158">
                  <c:v>41655</c:v>
                </c:pt>
                <c:pt idx="159">
                  <c:v>41662</c:v>
                </c:pt>
                <c:pt idx="160">
                  <c:v>41669</c:v>
                </c:pt>
                <c:pt idx="161">
                  <c:v>41676</c:v>
                </c:pt>
                <c:pt idx="162">
                  <c:v>41683</c:v>
                </c:pt>
                <c:pt idx="163">
                  <c:v>41690</c:v>
                </c:pt>
                <c:pt idx="164">
                  <c:v>41697</c:v>
                </c:pt>
                <c:pt idx="165">
                  <c:v>41704</c:v>
                </c:pt>
                <c:pt idx="166">
                  <c:v>41711</c:v>
                </c:pt>
                <c:pt idx="167">
                  <c:v>41718</c:v>
                </c:pt>
                <c:pt idx="168">
                  <c:v>41725</c:v>
                </c:pt>
                <c:pt idx="169">
                  <c:v>41732</c:v>
                </c:pt>
                <c:pt idx="170">
                  <c:v>41739</c:v>
                </c:pt>
                <c:pt idx="171">
                  <c:v>41746</c:v>
                </c:pt>
                <c:pt idx="172">
                  <c:v>41753</c:v>
                </c:pt>
                <c:pt idx="173">
                  <c:v>41760</c:v>
                </c:pt>
                <c:pt idx="174">
                  <c:v>41767</c:v>
                </c:pt>
                <c:pt idx="175">
                  <c:v>41774</c:v>
                </c:pt>
                <c:pt idx="176">
                  <c:v>41781</c:v>
                </c:pt>
                <c:pt idx="177">
                  <c:v>41788</c:v>
                </c:pt>
                <c:pt idx="178">
                  <c:v>41795</c:v>
                </c:pt>
                <c:pt idx="179">
                  <c:v>41802</c:v>
                </c:pt>
                <c:pt idx="180">
                  <c:v>41809</c:v>
                </c:pt>
                <c:pt idx="181">
                  <c:v>41816</c:v>
                </c:pt>
                <c:pt idx="182">
                  <c:v>41823</c:v>
                </c:pt>
                <c:pt idx="183">
                  <c:v>41830</c:v>
                </c:pt>
                <c:pt idx="184">
                  <c:v>41837</c:v>
                </c:pt>
                <c:pt idx="185">
                  <c:v>41844</c:v>
                </c:pt>
                <c:pt idx="186">
                  <c:v>41851</c:v>
                </c:pt>
                <c:pt idx="187">
                  <c:v>41858</c:v>
                </c:pt>
                <c:pt idx="188">
                  <c:v>41865</c:v>
                </c:pt>
                <c:pt idx="189">
                  <c:v>41872</c:v>
                </c:pt>
                <c:pt idx="190">
                  <c:v>41879</c:v>
                </c:pt>
                <c:pt idx="191">
                  <c:v>41886</c:v>
                </c:pt>
                <c:pt idx="192">
                  <c:v>41893</c:v>
                </c:pt>
                <c:pt idx="193">
                  <c:v>41900</c:v>
                </c:pt>
                <c:pt idx="194">
                  <c:v>41907</c:v>
                </c:pt>
                <c:pt idx="195">
                  <c:v>41914</c:v>
                </c:pt>
                <c:pt idx="196">
                  <c:v>41921</c:v>
                </c:pt>
                <c:pt idx="197">
                  <c:v>41928</c:v>
                </c:pt>
                <c:pt idx="198">
                  <c:v>41935</c:v>
                </c:pt>
                <c:pt idx="199">
                  <c:v>41942</c:v>
                </c:pt>
                <c:pt idx="200">
                  <c:v>41949</c:v>
                </c:pt>
                <c:pt idx="201">
                  <c:v>41956</c:v>
                </c:pt>
                <c:pt idx="202">
                  <c:v>41963</c:v>
                </c:pt>
                <c:pt idx="203">
                  <c:v>41969</c:v>
                </c:pt>
                <c:pt idx="204">
                  <c:v>41977</c:v>
                </c:pt>
                <c:pt idx="205">
                  <c:v>41984</c:v>
                </c:pt>
                <c:pt idx="206">
                  <c:v>41991</c:v>
                </c:pt>
                <c:pt idx="207">
                  <c:v>41997</c:v>
                </c:pt>
                <c:pt idx="208">
                  <c:v>42004</c:v>
                </c:pt>
                <c:pt idx="209">
                  <c:v>42012</c:v>
                </c:pt>
                <c:pt idx="210">
                  <c:v>42019</c:v>
                </c:pt>
                <c:pt idx="211">
                  <c:v>42026</c:v>
                </c:pt>
                <c:pt idx="212">
                  <c:v>42033</c:v>
                </c:pt>
                <c:pt idx="213">
                  <c:v>42040</c:v>
                </c:pt>
                <c:pt idx="214">
                  <c:v>42047</c:v>
                </c:pt>
                <c:pt idx="215">
                  <c:v>42054</c:v>
                </c:pt>
                <c:pt idx="216">
                  <c:v>42061</c:v>
                </c:pt>
                <c:pt idx="217">
                  <c:v>42068</c:v>
                </c:pt>
                <c:pt idx="218">
                  <c:v>42075</c:v>
                </c:pt>
                <c:pt idx="219">
                  <c:v>42082</c:v>
                </c:pt>
                <c:pt idx="220">
                  <c:v>42089</c:v>
                </c:pt>
                <c:pt idx="221">
                  <c:v>42096</c:v>
                </c:pt>
                <c:pt idx="222">
                  <c:v>42103</c:v>
                </c:pt>
                <c:pt idx="223">
                  <c:v>42110</c:v>
                </c:pt>
                <c:pt idx="224">
                  <c:v>42117</c:v>
                </c:pt>
              </c:numCache>
            </c:numRef>
          </c:cat>
          <c:val>
            <c:numRef>
              <c:f>PoolRefinancible!$C$3:$C$227</c:f>
              <c:numCache>
                <c:formatCode>0%</c:formatCode>
                <c:ptCount val="225"/>
                <c:pt idx="0">
                  <c:v>0.62402170072443153</c:v>
                </c:pt>
                <c:pt idx="1">
                  <c:v>0.62817294477626939</c:v>
                </c:pt>
                <c:pt idx="2">
                  <c:v>0.62597730951219899</c:v>
                </c:pt>
                <c:pt idx="3">
                  <c:v>0.62392159162868732</c:v>
                </c:pt>
                <c:pt idx="4">
                  <c:v>0.60653142223595213</c:v>
                </c:pt>
                <c:pt idx="5">
                  <c:v>0.50868797673712363</c:v>
                </c:pt>
                <c:pt idx="6">
                  <c:v>0.52965901814335548</c:v>
                </c:pt>
                <c:pt idx="7">
                  <c:v>0.57709503787578109</c:v>
                </c:pt>
                <c:pt idx="8">
                  <c:v>0.59224775585706535</c:v>
                </c:pt>
                <c:pt idx="9">
                  <c:v>0.59090570789662444</c:v>
                </c:pt>
                <c:pt idx="10">
                  <c:v>0.60261779474869925</c:v>
                </c:pt>
                <c:pt idx="11">
                  <c:v>0.59950595681897523</c:v>
                </c:pt>
                <c:pt idx="12">
                  <c:v>0.593225708201635</c:v>
                </c:pt>
                <c:pt idx="13">
                  <c:v>0.58542144661011908</c:v>
                </c:pt>
                <c:pt idx="14">
                  <c:v>0.58155199492979581</c:v>
                </c:pt>
                <c:pt idx="15">
                  <c:v>0.59356262313394537</c:v>
                </c:pt>
                <c:pt idx="16">
                  <c:v>0.59445921362542997</c:v>
                </c:pt>
                <c:pt idx="17">
                  <c:v>0.59391131067456038</c:v>
                </c:pt>
                <c:pt idx="18">
                  <c:v>0.60662155942020002</c:v>
                </c:pt>
                <c:pt idx="19">
                  <c:v>0.61264076908113763</c:v>
                </c:pt>
                <c:pt idx="20">
                  <c:v>0.61599363608099678</c:v>
                </c:pt>
                <c:pt idx="21">
                  <c:v>0.66311590107349083</c:v>
                </c:pt>
                <c:pt idx="22">
                  <c:v>0.74517189360077984</c:v>
                </c:pt>
                <c:pt idx="23">
                  <c:v>0.72397022872334449</c:v>
                </c:pt>
                <c:pt idx="24">
                  <c:v>0.66311590107349083</c:v>
                </c:pt>
                <c:pt idx="25">
                  <c:v>0.69050447134038251</c:v>
                </c:pt>
                <c:pt idx="26">
                  <c:v>0.60410549631050647</c:v>
                </c:pt>
                <c:pt idx="27">
                  <c:v>0.684475421712615</c:v>
                </c:pt>
                <c:pt idx="28">
                  <c:v>0.66675683999516944</c:v>
                </c:pt>
                <c:pt idx="29">
                  <c:v>0.61660059317974736</c:v>
                </c:pt>
                <c:pt idx="30">
                  <c:v>0.81803711941746404</c:v>
                </c:pt>
                <c:pt idx="31">
                  <c:v>0.83404184296119399</c:v>
                </c:pt>
                <c:pt idx="32">
                  <c:v>0.86117434904403212</c:v>
                </c:pt>
                <c:pt idx="33">
                  <c:v>0.84714025108084823</c:v>
                </c:pt>
                <c:pt idx="34">
                  <c:v>0.84129278814437181</c:v>
                </c:pt>
                <c:pt idx="35">
                  <c:v>0.87859103936280614</c:v>
                </c:pt>
                <c:pt idx="36">
                  <c:v>0.90242289630359074</c:v>
                </c:pt>
                <c:pt idx="37">
                  <c:v>0.90242289630359074</c:v>
                </c:pt>
                <c:pt idx="38">
                  <c:v>0.94644262124543443</c:v>
                </c:pt>
                <c:pt idx="39">
                  <c:v>0.96725200604215567</c:v>
                </c:pt>
                <c:pt idx="40">
                  <c:v>0.84917694017596268</c:v>
                </c:pt>
                <c:pt idx="41">
                  <c:v>0.85635864773186432</c:v>
                </c:pt>
                <c:pt idx="42">
                  <c:v>0.86512672485653175</c:v>
                </c:pt>
                <c:pt idx="43">
                  <c:v>0.93485323798856346</c:v>
                </c:pt>
                <c:pt idx="44">
                  <c:v>0.94404770550683115</c:v>
                </c:pt>
                <c:pt idx="45">
                  <c:v>0.93485323798856346</c:v>
                </c:pt>
                <c:pt idx="46">
                  <c:v>0.94997170807452469</c:v>
                </c:pt>
                <c:pt idx="47">
                  <c:v>0.91542628506626045</c:v>
                </c:pt>
                <c:pt idx="48">
                  <c:v>0.9248746068169833</c:v>
                </c:pt>
                <c:pt idx="49">
                  <c:v>0.93969161247928745</c:v>
                </c:pt>
                <c:pt idx="50">
                  <c:v>0.9601958662364245</c:v>
                </c:pt>
                <c:pt idx="51">
                  <c:v>0.94762260030460288</c:v>
                </c:pt>
                <c:pt idx="52">
                  <c:v>0.94481773750585774</c:v>
                </c:pt>
                <c:pt idx="53">
                  <c:v>0.95320351892281485</c:v>
                </c:pt>
                <c:pt idx="54">
                  <c:v>0.95182771809710431</c:v>
                </c:pt>
                <c:pt idx="55">
                  <c:v>0.91861521434498927</c:v>
                </c:pt>
                <c:pt idx="56">
                  <c:v>0.94107838104995334</c:v>
                </c:pt>
                <c:pt idx="57">
                  <c:v>0.94107838104995334</c:v>
                </c:pt>
                <c:pt idx="58">
                  <c:v>0.94107838104995334</c:v>
                </c:pt>
                <c:pt idx="59">
                  <c:v>0.90921329115869776</c:v>
                </c:pt>
                <c:pt idx="60">
                  <c:v>0.91584710240533518</c:v>
                </c:pt>
                <c:pt idx="61">
                  <c:v>0.91902765125865959</c:v>
                </c:pt>
                <c:pt idx="62">
                  <c:v>0.90514599034862198</c:v>
                </c:pt>
                <c:pt idx="63">
                  <c:v>0.78959380464288376</c:v>
                </c:pt>
                <c:pt idx="64">
                  <c:v>0.87490910290764468</c:v>
                </c:pt>
                <c:pt idx="65">
                  <c:v>0.86928745494692716</c:v>
                </c:pt>
                <c:pt idx="66">
                  <c:v>0.90849340717481886</c:v>
                </c:pt>
                <c:pt idx="67">
                  <c:v>0.9034983903169389</c:v>
                </c:pt>
                <c:pt idx="68">
                  <c:v>0.90849340717481886</c:v>
                </c:pt>
                <c:pt idx="69">
                  <c:v>0.89225108632442729</c:v>
                </c:pt>
                <c:pt idx="70">
                  <c:v>0.89337268606647302</c:v>
                </c:pt>
                <c:pt idx="71">
                  <c:v>0.8948997967143093</c:v>
                </c:pt>
                <c:pt idx="72">
                  <c:v>0.89443957907281746</c:v>
                </c:pt>
                <c:pt idx="73">
                  <c:v>0.89512122084695944</c:v>
                </c:pt>
                <c:pt idx="74">
                  <c:v>0.8920195449585564</c:v>
                </c:pt>
                <c:pt idx="75">
                  <c:v>0.88667449797815956</c:v>
                </c:pt>
                <c:pt idx="76">
                  <c:v>0.89407594990163874</c:v>
                </c:pt>
                <c:pt idx="77">
                  <c:v>0.89407594990163874</c:v>
                </c:pt>
                <c:pt idx="78">
                  <c:v>0.8819114104860859</c:v>
                </c:pt>
                <c:pt idx="79">
                  <c:v>0.94551237246929465</c:v>
                </c:pt>
                <c:pt idx="80">
                  <c:v>0.97186924857158052</c:v>
                </c:pt>
                <c:pt idx="81">
                  <c:v>0.98451993370244106</c:v>
                </c:pt>
                <c:pt idx="82">
                  <c:v>0.9385222539497815</c:v>
                </c:pt>
                <c:pt idx="83">
                  <c:v>0.92408794393225557</c:v>
                </c:pt>
                <c:pt idx="84">
                  <c:v>0.88445471641937157</c:v>
                </c:pt>
                <c:pt idx="85">
                  <c:v>0.85694996797233836</c:v>
                </c:pt>
                <c:pt idx="86">
                  <c:v>0.92408794393225557</c:v>
                </c:pt>
                <c:pt idx="87">
                  <c:v>0.91761037893987563</c:v>
                </c:pt>
                <c:pt idx="88">
                  <c:v>0.94047646256577366</c:v>
                </c:pt>
                <c:pt idx="89">
                  <c:v>0.95891425076544745</c:v>
                </c:pt>
                <c:pt idx="90">
                  <c:v>0.96459917415866681</c:v>
                </c:pt>
                <c:pt idx="91">
                  <c:v>0.95362908529618629</c:v>
                </c:pt>
                <c:pt idx="92">
                  <c:v>0.95159604304738465</c:v>
                </c:pt>
                <c:pt idx="93">
                  <c:v>0.95277295236812309</c:v>
                </c:pt>
                <c:pt idx="94">
                  <c:v>0.95079229345734595</c:v>
                </c:pt>
                <c:pt idx="95">
                  <c:v>0.92571311512973709</c:v>
                </c:pt>
                <c:pt idx="96">
                  <c:v>0.9252942527060104</c:v>
                </c:pt>
                <c:pt idx="97">
                  <c:v>0.92772026190850965</c:v>
                </c:pt>
                <c:pt idx="98">
                  <c:v>0.9299301195282087</c:v>
                </c:pt>
                <c:pt idx="99">
                  <c:v>0.92756020040727527</c:v>
                </c:pt>
                <c:pt idx="100">
                  <c:v>0.9105479087849232</c:v>
                </c:pt>
                <c:pt idx="101">
                  <c:v>0.9126136851792267</c:v>
                </c:pt>
                <c:pt idx="102">
                  <c:v>0.90965157918840345</c:v>
                </c:pt>
                <c:pt idx="103">
                  <c:v>0.91018597538933266</c:v>
                </c:pt>
                <c:pt idx="104">
                  <c:v>0.88829814088555981</c:v>
                </c:pt>
                <c:pt idx="105">
                  <c:v>0.88507237465236011</c:v>
                </c:pt>
                <c:pt idx="106">
                  <c:v>0.88631407683414742</c:v>
                </c:pt>
                <c:pt idx="107">
                  <c:v>0.88379536104531342</c:v>
                </c:pt>
                <c:pt idx="108">
                  <c:v>0.84748759806752005</c:v>
                </c:pt>
                <c:pt idx="109">
                  <c:v>0.79744674672768578</c:v>
                </c:pt>
                <c:pt idx="110">
                  <c:v>0.79744674672768578</c:v>
                </c:pt>
                <c:pt idx="111">
                  <c:v>0.75767121274967097</c:v>
                </c:pt>
                <c:pt idx="112">
                  <c:v>0.81599621049204552</c:v>
                </c:pt>
                <c:pt idx="113">
                  <c:v>0.81254588826988361</c:v>
                </c:pt>
                <c:pt idx="114">
                  <c:v>0.70260073761186825</c:v>
                </c:pt>
                <c:pt idx="115">
                  <c:v>0.76832708554350626</c:v>
                </c:pt>
                <c:pt idx="116">
                  <c:v>0.73085022058809757</c:v>
                </c:pt>
                <c:pt idx="117">
                  <c:v>0.74812714109915845</c:v>
                </c:pt>
                <c:pt idx="118">
                  <c:v>0.81951890925716175</c:v>
                </c:pt>
                <c:pt idx="119">
                  <c:v>0.8263799320049966</c:v>
                </c:pt>
                <c:pt idx="120">
                  <c:v>0.82478602429419701</c:v>
                </c:pt>
                <c:pt idx="121">
                  <c:v>0.81686282095814366</c:v>
                </c:pt>
                <c:pt idx="122">
                  <c:v>0.80807149473903783</c:v>
                </c:pt>
                <c:pt idx="123">
                  <c:v>0.77783403735744605</c:v>
                </c:pt>
                <c:pt idx="124">
                  <c:v>0.69528028144531095</c:v>
                </c:pt>
                <c:pt idx="125">
                  <c:v>0.63267241864898449</c:v>
                </c:pt>
                <c:pt idx="126">
                  <c:v>0.60569175356282723</c:v>
                </c:pt>
                <c:pt idx="127">
                  <c:v>0.57343184072471942</c:v>
                </c:pt>
                <c:pt idx="128">
                  <c:v>0.58795254732817659</c:v>
                </c:pt>
                <c:pt idx="129">
                  <c:v>0.39082116641682313</c:v>
                </c:pt>
                <c:pt idx="130">
                  <c:v>0.4330864642120939</c:v>
                </c:pt>
                <c:pt idx="131">
                  <c:v>0.31856955774356621</c:v>
                </c:pt>
                <c:pt idx="132">
                  <c:v>0.42624975952077765</c:v>
                </c:pt>
                <c:pt idx="133">
                  <c:v>0.42922629610906576</c:v>
                </c:pt>
                <c:pt idx="134">
                  <c:v>0.40917398895537016</c:v>
                </c:pt>
                <c:pt idx="135">
                  <c:v>0.40797811985401045</c:v>
                </c:pt>
                <c:pt idx="136">
                  <c:v>0.40797811985401045</c:v>
                </c:pt>
                <c:pt idx="137">
                  <c:v>0.28211495793674252</c:v>
                </c:pt>
                <c:pt idx="138">
                  <c:v>0.32707732602530493</c:v>
                </c:pt>
                <c:pt idx="139">
                  <c:v>0.2818649256036454</c:v>
                </c:pt>
                <c:pt idx="140">
                  <c:v>0.27463010199382165</c:v>
                </c:pt>
                <c:pt idx="141">
                  <c:v>0.33277831045649614</c:v>
                </c:pt>
                <c:pt idx="142">
                  <c:v>0.40445747526612724</c:v>
                </c:pt>
                <c:pt idx="143">
                  <c:v>0.41528178559290679</c:v>
                </c:pt>
                <c:pt idx="144">
                  <c:v>0.41314719259777027</c:v>
                </c:pt>
                <c:pt idx="145">
                  <c:v>0.40232481590336117</c:v>
                </c:pt>
                <c:pt idx="146">
                  <c:v>0.43156912924668556</c:v>
                </c:pt>
                <c:pt idx="147">
                  <c:v>0.4605405147219428</c:v>
                </c:pt>
                <c:pt idx="148">
                  <c:v>0.42159370418067171</c:v>
                </c:pt>
                <c:pt idx="149">
                  <c:v>0.38756459325455095</c:v>
                </c:pt>
                <c:pt idx="150">
                  <c:v>0.41410653536495057</c:v>
                </c:pt>
                <c:pt idx="151">
                  <c:v>0.3969981593322805</c:v>
                </c:pt>
                <c:pt idx="152">
                  <c:v>0.37338021104571051</c:v>
                </c:pt>
                <c:pt idx="153">
                  <c:v>0.3707206267478419</c:v>
                </c:pt>
                <c:pt idx="154">
                  <c:v>0.33974567777608206</c:v>
                </c:pt>
                <c:pt idx="155">
                  <c:v>0.33029809597210952</c:v>
                </c:pt>
                <c:pt idx="156">
                  <c:v>0.26212623729092371</c:v>
                </c:pt>
                <c:pt idx="157">
                  <c:v>0.2902260049252946</c:v>
                </c:pt>
                <c:pt idx="158">
                  <c:v>0.36774882579493112</c:v>
                </c:pt>
                <c:pt idx="159">
                  <c:v>0.37084428304329614</c:v>
                </c:pt>
                <c:pt idx="160">
                  <c:v>0.38160196936392621</c:v>
                </c:pt>
                <c:pt idx="161">
                  <c:v>0.40068103493110224</c:v>
                </c:pt>
                <c:pt idx="162">
                  <c:v>0.38532630107916044</c:v>
                </c:pt>
                <c:pt idx="163">
                  <c:v>0.3755719775185945</c:v>
                </c:pt>
                <c:pt idx="164">
                  <c:v>0.36967404481869215</c:v>
                </c:pt>
                <c:pt idx="165">
                  <c:v>0.38316963725836589</c:v>
                </c:pt>
                <c:pt idx="166">
                  <c:v>0.36933430427665681</c:v>
                </c:pt>
                <c:pt idx="167">
                  <c:v>0.38030249532079374</c:v>
                </c:pt>
                <c:pt idx="168">
                  <c:v>0.36565400061256043</c:v>
                </c:pt>
                <c:pt idx="169">
                  <c:v>0.35521926568999218</c:v>
                </c:pt>
                <c:pt idx="170">
                  <c:v>0.36683376695248865</c:v>
                </c:pt>
                <c:pt idx="171">
                  <c:v>0.38166972699665563</c:v>
                </c:pt>
                <c:pt idx="172">
                  <c:v>0.37393962817107157</c:v>
                </c:pt>
                <c:pt idx="173">
                  <c:v>0.37360583835556432</c:v>
                </c:pt>
                <c:pt idx="174">
                  <c:v>0.40975674753773905</c:v>
                </c:pt>
                <c:pt idx="175">
                  <c:v>0.4132153406951769</c:v>
                </c:pt>
                <c:pt idx="176">
                  <c:v>0.44799454346559853</c:v>
                </c:pt>
                <c:pt idx="177">
                  <c:v>0.46362020494951672</c:v>
                </c:pt>
                <c:pt idx="178">
                  <c:v>0.46847875373528863</c:v>
                </c:pt>
                <c:pt idx="179">
                  <c:v>0.41096738430920449</c:v>
                </c:pt>
                <c:pt idx="180">
                  <c:v>0.42635938692148717</c:v>
                </c:pt>
                <c:pt idx="181">
                  <c:v>0.46847875373528863</c:v>
                </c:pt>
                <c:pt idx="182">
                  <c:v>0.48178321750260522</c:v>
                </c:pt>
                <c:pt idx="183">
                  <c:v>0.42147742037560049</c:v>
                </c:pt>
                <c:pt idx="184">
                  <c:v>0.45155296827836544</c:v>
                </c:pt>
                <c:pt idx="185">
                  <c:v>0.45155296827836544</c:v>
                </c:pt>
                <c:pt idx="186">
                  <c:v>0.45923072088835232</c:v>
                </c:pt>
                <c:pt idx="187">
                  <c:v>0.42413376349642812</c:v>
                </c:pt>
                <c:pt idx="188">
                  <c:v>0.45575254137027688</c:v>
                </c:pt>
                <c:pt idx="189">
                  <c:v>0.49084413664233395</c:v>
                </c:pt>
                <c:pt idx="190">
                  <c:v>0.49084413664233395</c:v>
                </c:pt>
                <c:pt idx="191">
                  <c:v>0.4873264191007175</c:v>
                </c:pt>
                <c:pt idx="192">
                  <c:v>0.4741591952243816</c:v>
                </c:pt>
                <c:pt idx="193">
                  <c:v>0.3981672862675662</c:v>
                </c:pt>
                <c:pt idx="194">
                  <c:v>0.41373230170663788</c:v>
                </c:pt>
                <c:pt idx="195">
                  <c:v>0.43232059685066798</c:v>
                </c:pt>
                <c:pt idx="196">
                  <c:v>0.47165449273347226</c:v>
                </c:pt>
                <c:pt idx="197">
                  <c:v>0.57517284737260799</c:v>
                </c:pt>
                <c:pt idx="198">
                  <c:v>0.58745733896979668</c:v>
                </c:pt>
                <c:pt idx="199">
                  <c:v>0.57181297396619646</c:v>
                </c:pt>
                <c:pt idx="200">
                  <c:v>0.54857982917990311</c:v>
                </c:pt>
                <c:pt idx="201">
                  <c:v>0.55497671209744126</c:v>
                </c:pt>
                <c:pt idx="202">
                  <c:v>0.56606721089043732</c:v>
                </c:pt>
                <c:pt idx="203">
                  <c:v>0.57290983086857539</c:v>
                </c:pt>
                <c:pt idx="204">
                  <c:v>0.59279776197128353</c:v>
                </c:pt>
                <c:pt idx="205">
                  <c:v>0.5786710507683992</c:v>
                </c:pt>
                <c:pt idx="206">
                  <c:v>0.6155496963810797</c:v>
                </c:pt>
                <c:pt idx="207">
                  <c:v>0.60574636223541978</c:v>
                </c:pt>
                <c:pt idx="208">
                  <c:v>0.59072795930158906</c:v>
                </c:pt>
                <c:pt idx="209">
                  <c:v>0.63580141506138355</c:v>
                </c:pt>
                <c:pt idx="210">
                  <c:v>0.66264885680249008</c:v>
                </c:pt>
                <c:pt idx="211">
                  <c:v>0.66474126748702123</c:v>
                </c:pt>
                <c:pt idx="212">
                  <c:v>0.66264885680249008</c:v>
                </c:pt>
                <c:pt idx="213">
                  <c:v>0.68438167594716182</c:v>
                </c:pt>
                <c:pt idx="214">
                  <c:v>0.64890841265420796</c:v>
                </c:pt>
                <c:pt idx="215">
                  <c:v>0.62651628119673453</c:v>
                </c:pt>
                <c:pt idx="216">
                  <c:v>0.61098575112407738</c:v>
                </c:pt>
                <c:pt idx="217">
                  <c:v>0.61966926616186646</c:v>
                </c:pt>
                <c:pt idx="218">
                  <c:v>0.57559445438514367</c:v>
                </c:pt>
                <c:pt idx="219">
                  <c:v>0.60937196228640689</c:v>
                </c:pt>
                <c:pt idx="220">
                  <c:v>0.64195316325793905</c:v>
                </c:pt>
                <c:pt idx="221">
                  <c:v>0.62778439660000751</c:v>
                </c:pt>
                <c:pt idx="222">
                  <c:v>0.64459292642165245</c:v>
                </c:pt>
                <c:pt idx="223">
                  <c:v>0.63055503904182508</c:v>
                </c:pt>
                <c:pt idx="224">
                  <c:v>0.64951370522505292</c:v>
                </c:pt>
              </c:numCache>
            </c:numRef>
          </c:val>
          <c:smooth val="0"/>
        </c:ser>
        <c:ser>
          <c:idx val="3"/>
          <c:order val="1"/>
          <c:tx>
            <c:strRef>
              <c:f>PoolRefinancible!$F$2</c:f>
              <c:strCache>
                <c:ptCount val="1"/>
                <c:pt idx="0">
                  <c:v>Loan Level</c:v>
                </c:pt>
              </c:strCache>
            </c:strRef>
          </c:tx>
          <c:spPr>
            <a:ln w="19050">
              <a:solidFill>
                <a:srgbClr val="AD275C"/>
              </a:solidFill>
            </a:ln>
          </c:spPr>
          <c:marker>
            <c:symbol val="none"/>
          </c:marker>
          <c:cat>
            <c:numRef>
              <c:f>PoolRefinancible!$B$3:$B$227</c:f>
              <c:numCache>
                <c:formatCode>m/d/yyyy</c:formatCode>
                <c:ptCount val="225"/>
                <c:pt idx="0">
                  <c:v>40549</c:v>
                </c:pt>
                <c:pt idx="1">
                  <c:v>40556</c:v>
                </c:pt>
                <c:pt idx="2">
                  <c:v>40563</c:v>
                </c:pt>
                <c:pt idx="3">
                  <c:v>40570</c:v>
                </c:pt>
                <c:pt idx="4">
                  <c:v>40577</c:v>
                </c:pt>
                <c:pt idx="5">
                  <c:v>40584</c:v>
                </c:pt>
                <c:pt idx="6">
                  <c:v>40591</c:v>
                </c:pt>
                <c:pt idx="7">
                  <c:v>40598</c:v>
                </c:pt>
                <c:pt idx="8">
                  <c:v>40605</c:v>
                </c:pt>
                <c:pt idx="9">
                  <c:v>40612</c:v>
                </c:pt>
                <c:pt idx="10">
                  <c:v>40619</c:v>
                </c:pt>
                <c:pt idx="11">
                  <c:v>40626</c:v>
                </c:pt>
                <c:pt idx="12">
                  <c:v>40633</c:v>
                </c:pt>
                <c:pt idx="13">
                  <c:v>40640</c:v>
                </c:pt>
                <c:pt idx="14">
                  <c:v>40647</c:v>
                </c:pt>
                <c:pt idx="15">
                  <c:v>40654</c:v>
                </c:pt>
                <c:pt idx="16">
                  <c:v>40661</c:v>
                </c:pt>
                <c:pt idx="17">
                  <c:v>40668</c:v>
                </c:pt>
                <c:pt idx="18">
                  <c:v>40675</c:v>
                </c:pt>
                <c:pt idx="19">
                  <c:v>40682</c:v>
                </c:pt>
                <c:pt idx="20">
                  <c:v>40689</c:v>
                </c:pt>
                <c:pt idx="21">
                  <c:v>40696</c:v>
                </c:pt>
                <c:pt idx="22">
                  <c:v>40703</c:v>
                </c:pt>
                <c:pt idx="23">
                  <c:v>40710</c:v>
                </c:pt>
                <c:pt idx="24">
                  <c:v>40717</c:v>
                </c:pt>
                <c:pt idx="25">
                  <c:v>40724</c:v>
                </c:pt>
                <c:pt idx="26">
                  <c:v>40731</c:v>
                </c:pt>
                <c:pt idx="27">
                  <c:v>40738</c:v>
                </c:pt>
                <c:pt idx="28">
                  <c:v>40745</c:v>
                </c:pt>
                <c:pt idx="29">
                  <c:v>40752</c:v>
                </c:pt>
                <c:pt idx="30">
                  <c:v>40759</c:v>
                </c:pt>
                <c:pt idx="31">
                  <c:v>40766</c:v>
                </c:pt>
                <c:pt idx="32">
                  <c:v>40773</c:v>
                </c:pt>
                <c:pt idx="33">
                  <c:v>40780</c:v>
                </c:pt>
                <c:pt idx="34">
                  <c:v>40787</c:v>
                </c:pt>
                <c:pt idx="35">
                  <c:v>40794</c:v>
                </c:pt>
                <c:pt idx="36">
                  <c:v>40801</c:v>
                </c:pt>
                <c:pt idx="37">
                  <c:v>40808</c:v>
                </c:pt>
                <c:pt idx="38">
                  <c:v>40815</c:v>
                </c:pt>
                <c:pt idx="39">
                  <c:v>40822</c:v>
                </c:pt>
                <c:pt idx="40">
                  <c:v>40829</c:v>
                </c:pt>
                <c:pt idx="41">
                  <c:v>40836</c:v>
                </c:pt>
                <c:pt idx="42">
                  <c:v>40843</c:v>
                </c:pt>
                <c:pt idx="43">
                  <c:v>40850</c:v>
                </c:pt>
                <c:pt idx="44">
                  <c:v>40857</c:v>
                </c:pt>
                <c:pt idx="45">
                  <c:v>40864</c:v>
                </c:pt>
                <c:pt idx="46">
                  <c:v>40870</c:v>
                </c:pt>
                <c:pt idx="47">
                  <c:v>40878</c:v>
                </c:pt>
                <c:pt idx="48">
                  <c:v>40885</c:v>
                </c:pt>
                <c:pt idx="49">
                  <c:v>40892</c:v>
                </c:pt>
                <c:pt idx="50">
                  <c:v>40899</c:v>
                </c:pt>
                <c:pt idx="51">
                  <c:v>40906</c:v>
                </c:pt>
                <c:pt idx="52">
                  <c:v>40913</c:v>
                </c:pt>
                <c:pt idx="53">
                  <c:v>40920</c:v>
                </c:pt>
                <c:pt idx="54">
                  <c:v>40927</c:v>
                </c:pt>
                <c:pt idx="55">
                  <c:v>40934</c:v>
                </c:pt>
                <c:pt idx="56">
                  <c:v>40941</c:v>
                </c:pt>
                <c:pt idx="57">
                  <c:v>40948</c:v>
                </c:pt>
                <c:pt idx="58">
                  <c:v>40955</c:v>
                </c:pt>
                <c:pt idx="59">
                  <c:v>40962</c:v>
                </c:pt>
                <c:pt idx="60">
                  <c:v>40969</c:v>
                </c:pt>
                <c:pt idx="61">
                  <c:v>40976</c:v>
                </c:pt>
                <c:pt idx="62">
                  <c:v>40983</c:v>
                </c:pt>
                <c:pt idx="63">
                  <c:v>40990</c:v>
                </c:pt>
                <c:pt idx="64">
                  <c:v>40997</c:v>
                </c:pt>
                <c:pt idx="65">
                  <c:v>41004</c:v>
                </c:pt>
                <c:pt idx="66">
                  <c:v>41011</c:v>
                </c:pt>
                <c:pt idx="67">
                  <c:v>41018</c:v>
                </c:pt>
                <c:pt idx="68">
                  <c:v>41025</c:v>
                </c:pt>
                <c:pt idx="69">
                  <c:v>41032</c:v>
                </c:pt>
                <c:pt idx="70">
                  <c:v>41039</c:v>
                </c:pt>
                <c:pt idx="71">
                  <c:v>41046</c:v>
                </c:pt>
                <c:pt idx="72">
                  <c:v>41053</c:v>
                </c:pt>
                <c:pt idx="73">
                  <c:v>41060</c:v>
                </c:pt>
                <c:pt idx="74">
                  <c:v>41067</c:v>
                </c:pt>
                <c:pt idx="75">
                  <c:v>41074</c:v>
                </c:pt>
                <c:pt idx="76">
                  <c:v>41081</c:v>
                </c:pt>
                <c:pt idx="77">
                  <c:v>41088</c:v>
                </c:pt>
                <c:pt idx="78">
                  <c:v>41095</c:v>
                </c:pt>
                <c:pt idx="79">
                  <c:v>41102</c:v>
                </c:pt>
                <c:pt idx="80">
                  <c:v>41109</c:v>
                </c:pt>
                <c:pt idx="81">
                  <c:v>41116</c:v>
                </c:pt>
                <c:pt idx="82">
                  <c:v>41123</c:v>
                </c:pt>
                <c:pt idx="83">
                  <c:v>41130</c:v>
                </c:pt>
                <c:pt idx="84">
                  <c:v>41137</c:v>
                </c:pt>
                <c:pt idx="85">
                  <c:v>41144</c:v>
                </c:pt>
                <c:pt idx="86">
                  <c:v>41151</c:v>
                </c:pt>
                <c:pt idx="87">
                  <c:v>41158</c:v>
                </c:pt>
                <c:pt idx="88">
                  <c:v>41165</c:v>
                </c:pt>
                <c:pt idx="89">
                  <c:v>41172</c:v>
                </c:pt>
                <c:pt idx="90">
                  <c:v>41179</c:v>
                </c:pt>
                <c:pt idx="91">
                  <c:v>41186</c:v>
                </c:pt>
                <c:pt idx="92">
                  <c:v>41193</c:v>
                </c:pt>
                <c:pt idx="93">
                  <c:v>41200</c:v>
                </c:pt>
                <c:pt idx="94">
                  <c:v>41207</c:v>
                </c:pt>
                <c:pt idx="95">
                  <c:v>41214</c:v>
                </c:pt>
                <c:pt idx="96">
                  <c:v>41221</c:v>
                </c:pt>
                <c:pt idx="97">
                  <c:v>41228</c:v>
                </c:pt>
                <c:pt idx="98">
                  <c:v>41234</c:v>
                </c:pt>
                <c:pt idx="99">
                  <c:v>41242</c:v>
                </c:pt>
                <c:pt idx="100">
                  <c:v>41249</c:v>
                </c:pt>
                <c:pt idx="101">
                  <c:v>41256</c:v>
                </c:pt>
                <c:pt idx="102">
                  <c:v>41263</c:v>
                </c:pt>
                <c:pt idx="103">
                  <c:v>41270</c:v>
                </c:pt>
                <c:pt idx="104">
                  <c:v>41277</c:v>
                </c:pt>
                <c:pt idx="105">
                  <c:v>41284</c:v>
                </c:pt>
                <c:pt idx="106">
                  <c:v>41291</c:v>
                </c:pt>
                <c:pt idx="107">
                  <c:v>41298</c:v>
                </c:pt>
                <c:pt idx="108">
                  <c:v>41305</c:v>
                </c:pt>
                <c:pt idx="109">
                  <c:v>41312</c:v>
                </c:pt>
                <c:pt idx="110">
                  <c:v>41319</c:v>
                </c:pt>
                <c:pt idx="111">
                  <c:v>41326</c:v>
                </c:pt>
                <c:pt idx="112">
                  <c:v>41333</c:v>
                </c:pt>
                <c:pt idx="113">
                  <c:v>41340</c:v>
                </c:pt>
                <c:pt idx="114">
                  <c:v>41347</c:v>
                </c:pt>
                <c:pt idx="115">
                  <c:v>41354</c:v>
                </c:pt>
                <c:pt idx="116">
                  <c:v>41361</c:v>
                </c:pt>
                <c:pt idx="117">
                  <c:v>41368</c:v>
                </c:pt>
                <c:pt idx="118">
                  <c:v>41375</c:v>
                </c:pt>
                <c:pt idx="119">
                  <c:v>41382</c:v>
                </c:pt>
                <c:pt idx="120">
                  <c:v>41389</c:v>
                </c:pt>
                <c:pt idx="121">
                  <c:v>41396</c:v>
                </c:pt>
                <c:pt idx="122">
                  <c:v>41403</c:v>
                </c:pt>
                <c:pt idx="123">
                  <c:v>41410</c:v>
                </c:pt>
                <c:pt idx="124">
                  <c:v>41417</c:v>
                </c:pt>
                <c:pt idx="125">
                  <c:v>41424</c:v>
                </c:pt>
                <c:pt idx="126">
                  <c:v>41431</c:v>
                </c:pt>
                <c:pt idx="127">
                  <c:v>41438</c:v>
                </c:pt>
                <c:pt idx="128">
                  <c:v>41445</c:v>
                </c:pt>
                <c:pt idx="129">
                  <c:v>41452</c:v>
                </c:pt>
                <c:pt idx="130">
                  <c:v>41458</c:v>
                </c:pt>
                <c:pt idx="131">
                  <c:v>41466</c:v>
                </c:pt>
                <c:pt idx="132">
                  <c:v>41473</c:v>
                </c:pt>
                <c:pt idx="133">
                  <c:v>41480</c:v>
                </c:pt>
                <c:pt idx="134">
                  <c:v>41487</c:v>
                </c:pt>
                <c:pt idx="135">
                  <c:v>41494</c:v>
                </c:pt>
                <c:pt idx="136">
                  <c:v>41501</c:v>
                </c:pt>
                <c:pt idx="137">
                  <c:v>41508</c:v>
                </c:pt>
                <c:pt idx="138">
                  <c:v>41515</c:v>
                </c:pt>
                <c:pt idx="139">
                  <c:v>41522</c:v>
                </c:pt>
                <c:pt idx="140">
                  <c:v>41529</c:v>
                </c:pt>
                <c:pt idx="141">
                  <c:v>41536</c:v>
                </c:pt>
                <c:pt idx="142">
                  <c:v>41543</c:v>
                </c:pt>
                <c:pt idx="143">
                  <c:v>41550</c:v>
                </c:pt>
                <c:pt idx="144">
                  <c:v>41557</c:v>
                </c:pt>
                <c:pt idx="145">
                  <c:v>41564</c:v>
                </c:pt>
                <c:pt idx="146">
                  <c:v>41571</c:v>
                </c:pt>
                <c:pt idx="147">
                  <c:v>41578</c:v>
                </c:pt>
                <c:pt idx="148">
                  <c:v>41585</c:v>
                </c:pt>
                <c:pt idx="149">
                  <c:v>41592</c:v>
                </c:pt>
                <c:pt idx="150">
                  <c:v>41599</c:v>
                </c:pt>
                <c:pt idx="151">
                  <c:v>41605</c:v>
                </c:pt>
                <c:pt idx="152">
                  <c:v>41613</c:v>
                </c:pt>
                <c:pt idx="153">
                  <c:v>41620</c:v>
                </c:pt>
                <c:pt idx="154">
                  <c:v>41627</c:v>
                </c:pt>
                <c:pt idx="155">
                  <c:v>41634</c:v>
                </c:pt>
                <c:pt idx="156">
                  <c:v>41641</c:v>
                </c:pt>
                <c:pt idx="157">
                  <c:v>41648</c:v>
                </c:pt>
                <c:pt idx="158">
                  <c:v>41655</c:v>
                </c:pt>
                <c:pt idx="159">
                  <c:v>41662</c:v>
                </c:pt>
                <c:pt idx="160">
                  <c:v>41669</c:v>
                </c:pt>
                <c:pt idx="161">
                  <c:v>41676</c:v>
                </c:pt>
                <c:pt idx="162">
                  <c:v>41683</c:v>
                </c:pt>
                <c:pt idx="163">
                  <c:v>41690</c:v>
                </c:pt>
                <c:pt idx="164">
                  <c:v>41697</c:v>
                </c:pt>
                <c:pt idx="165">
                  <c:v>41704</c:v>
                </c:pt>
                <c:pt idx="166">
                  <c:v>41711</c:v>
                </c:pt>
                <c:pt idx="167">
                  <c:v>41718</c:v>
                </c:pt>
                <c:pt idx="168">
                  <c:v>41725</c:v>
                </c:pt>
                <c:pt idx="169">
                  <c:v>41732</c:v>
                </c:pt>
                <c:pt idx="170">
                  <c:v>41739</c:v>
                </c:pt>
                <c:pt idx="171">
                  <c:v>41746</c:v>
                </c:pt>
                <c:pt idx="172">
                  <c:v>41753</c:v>
                </c:pt>
                <c:pt idx="173">
                  <c:v>41760</c:v>
                </c:pt>
                <c:pt idx="174">
                  <c:v>41767</c:v>
                </c:pt>
                <c:pt idx="175">
                  <c:v>41774</c:v>
                </c:pt>
                <c:pt idx="176">
                  <c:v>41781</c:v>
                </c:pt>
                <c:pt idx="177">
                  <c:v>41788</c:v>
                </c:pt>
                <c:pt idx="178">
                  <c:v>41795</c:v>
                </c:pt>
                <c:pt idx="179">
                  <c:v>41802</c:v>
                </c:pt>
                <c:pt idx="180">
                  <c:v>41809</c:v>
                </c:pt>
                <c:pt idx="181">
                  <c:v>41816</c:v>
                </c:pt>
                <c:pt idx="182">
                  <c:v>41823</c:v>
                </c:pt>
                <c:pt idx="183">
                  <c:v>41830</c:v>
                </c:pt>
                <c:pt idx="184">
                  <c:v>41837</c:v>
                </c:pt>
                <c:pt idx="185">
                  <c:v>41844</c:v>
                </c:pt>
                <c:pt idx="186">
                  <c:v>41851</c:v>
                </c:pt>
                <c:pt idx="187">
                  <c:v>41858</c:v>
                </c:pt>
                <c:pt idx="188">
                  <c:v>41865</c:v>
                </c:pt>
                <c:pt idx="189">
                  <c:v>41872</c:v>
                </c:pt>
                <c:pt idx="190">
                  <c:v>41879</c:v>
                </c:pt>
                <c:pt idx="191">
                  <c:v>41886</c:v>
                </c:pt>
                <c:pt idx="192">
                  <c:v>41893</c:v>
                </c:pt>
                <c:pt idx="193">
                  <c:v>41900</c:v>
                </c:pt>
                <c:pt idx="194">
                  <c:v>41907</c:v>
                </c:pt>
                <c:pt idx="195">
                  <c:v>41914</c:v>
                </c:pt>
                <c:pt idx="196">
                  <c:v>41921</c:v>
                </c:pt>
                <c:pt idx="197">
                  <c:v>41928</c:v>
                </c:pt>
                <c:pt idx="198">
                  <c:v>41935</c:v>
                </c:pt>
                <c:pt idx="199">
                  <c:v>41942</c:v>
                </c:pt>
                <c:pt idx="200">
                  <c:v>41949</c:v>
                </c:pt>
                <c:pt idx="201">
                  <c:v>41956</c:v>
                </c:pt>
                <c:pt idx="202">
                  <c:v>41963</c:v>
                </c:pt>
                <c:pt idx="203">
                  <c:v>41969</c:v>
                </c:pt>
                <c:pt idx="204">
                  <c:v>41977</c:v>
                </c:pt>
                <c:pt idx="205">
                  <c:v>41984</c:v>
                </c:pt>
                <c:pt idx="206">
                  <c:v>41991</c:v>
                </c:pt>
                <c:pt idx="207">
                  <c:v>41997</c:v>
                </c:pt>
                <c:pt idx="208">
                  <c:v>42004</c:v>
                </c:pt>
                <c:pt idx="209">
                  <c:v>42012</c:v>
                </c:pt>
                <c:pt idx="210">
                  <c:v>42019</c:v>
                </c:pt>
                <c:pt idx="211">
                  <c:v>42026</c:v>
                </c:pt>
                <c:pt idx="212">
                  <c:v>42033</c:v>
                </c:pt>
                <c:pt idx="213">
                  <c:v>42040</c:v>
                </c:pt>
                <c:pt idx="214">
                  <c:v>42047</c:v>
                </c:pt>
                <c:pt idx="215">
                  <c:v>42054</c:v>
                </c:pt>
                <c:pt idx="216">
                  <c:v>42061</c:v>
                </c:pt>
                <c:pt idx="217">
                  <c:v>42068</c:v>
                </c:pt>
                <c:pt idx="218">
                  <c:v>42075</c:v>
                </c:pt>
                <c:pt idx="219">
                  <c:v>42082</c:v>
                </c:pt>
                <c:pt idx="220">
                  <c:v>42089</c:v>
                </c:pt>
                <c:pt idx="221">
                  <c:v>42096</c:v>
                </c:pt>
                <c:pt idx="222">
                  <c:v>42103</c:v>
                </c:pt>
                <c:pt idx="223">
                  <c:v>42110</c:v>
                </c:pt>
                <c:pt idx="224">
                  <c:v>42117</c:v>
                </c:pt>
              </c:numCache>
            </c:numRef>
          </c:cat>
          <c:val>
            <c:numRef>
              <c:f>PoolRefinancible!$F$3:$F$227</c:f>
              <c:numCache>
                <c:formatCode>0%</c:formatCode>
                <c:ptCount val="225"/>
                <c:pt idx="0">
                  <c:v>0.53095286512326811</c:v>
                </c:pt>
                <c:pt idx="1">
                  <c:v>0.53151414802717445</c:v>
                </c:pt>
                <c:pt idx="2">
                  <c:v>0.53128369296391043</c:v>
                </c:pt>
                <c:pt idx="3">
                  <c:v>0.53088486817209324</c:v>
                </c:pt>
                <c:pt idx="4">
                  <c:v>0.45470305131111477</c:v>
                </c:pt>
                <c:pt idx="5">
                  <c:v>0.40745494442377123</c:v>
                </c:pt>
                <c:pt idx="6">
                  <c:v>0.40754568633496746</c:v>
                </c:pt>
                <c:pt idx="7">
                  <c:v>0.45432862067371088</c:v>
                </c:pt>
                <c:pt idx="8">
                  <c:v>0.44537925133640238</c:v>
                </c:pt>
                <c:pt idx="9">
                  <c:v>0.44531343502837423</c:v>
                </c:pt>
                <c:pt idx="10">
                  <c:v>0.50756853544493263</c:v>
                </c:pt>
                <c:pt idx="11">
                  <c:v>0.50709598627705932</c:v>
                </c:pt>
                <c:pt idx="12">
                  <c:v>0.44540607652299313</c:v>
                </c:pt>
                <c:pt idx="13">
                  <c:v>0.43752802947744701</c:v>
                </c:pt>
                <c:pt idx="14">
                  <c:v>0.43743055763305833</c:v>
                </c:pt>
                <c:pt idx="15">
                  <c:v>0.50071367537414391</c:v>
                </c:pt>
                <c:pt idx="16">
                  <c:v>0.50084038538064524</c:v>
                </c:pt>
                <c:pt idx="17">
                  <c:v>0.49619981605913671</c:v>
                </c:pt>
                <c:pt idx="18">
                  <c:v>0.54734510927234215</c:v>
                </c:pt>
                <c:pt idx="19">
                  <c:v>0.54747259610785104</c:v>
                </c:pt>
                <c:pt idx="20">
                  <c:v>0.54749050352200102</c:v>
                </c:pt>
                <c:pt idx="21">
                  <c:v>0.61801719649367404</c:v>
                </c:pt>
                <c:pt idx="22">
                  <c:v>0.61814735042604474</c:v>
                </c:pt>
                <c:pt idx="23">
                  <c:v>0.61809095300776584</c:v>
                </c:pt>
                <c:pt idx="24">
                  <c:v>0.61801719649367404</c:v>
                </c:pt>
                <c:pt idx="25">
                  <c:v>0.61807450623887938</c:v>
                </c:pt>
                <c:pt idx="26">
                  <c:v>0.5369732812748057</c:v>
                </c:pt>
                <c:pt idx="27">
                  <c:v>0.61264472977114681</c:v>
                </c:pt>
                <c:pt idx="28">
                  <c:v>0.61259676686406817</c:v>
                </c:pt>
                <c:pt idx="29">
                  <c:v>0.60542736860140534</c:v>
                </c:pt>
                <c:pt idx="30">
                  <c:v>0.74150202177436741</c:v>
                </c:pt>
                <c:pt idx="31">
                  <c:v>0.84590073793359044</c:v>
                </c:pt>
                <c:pt idx="32">
                  <c:v>0.88586751140233078</c:v>
                </c:pt>
                <c:pt idx="33">
                  <c:v>0.8463192849236576</c:v>
                </c:pt>
                <c:pt idx="34">
                  <c:v>0.84045690434216458</c:v>
                </c:pt>
                <c:pt idx="35">
                  <c:v>0.88186934327029209</c:v>
                </c:pt>
                <c:pt idx="36">
                  <c:v>0.88191978475653932</c:v>
                </c:pt>
                <c:pt idx="37">
                  <c:v>0.88191978475653932</c:v>
                </c:pt>
                <c:pt idx="38">
                  <c:v>0.92481236623397145</c:v>
                </c:pt>
                <c:pt idx="39">
                  <c:v>0.91682101113682013</c:v>
                </c:pt>
                <c:pt idx="40">
                  <c:v>0.87184341688215217</c:v>
                </c:pt>
                <c:pt idx="41">
                  <c:v>0.87184733410546966</c:v>
                </c:pt>
                <c:pt idx="42">
                  <c:v>0.87190767917521173</c:v>
                </c:pt>
                <c:pt idx="43">
                  <c:v>0.90632973266278982</c:v>
                </c:pt>
                <c:pt idx="44">
                  <c:v>0.9063475730739603</c:v>
                </c:pt>
                <c:pt idx="45">
                  <c:v>0.90632973266278982</c:v>
                </c:pt>
                <c:pt idx="46">
                  <c:v>0.90635487345396593</c:v>
                </c:pt>
                <c:pt idx="47">
                  <c:v>0.89703139526962428</c:v>
                </c:pt>
                <c:pt idx="48">
                  <c:v>0.89704903447944062</c:v>
                </c:pt>
                <c:pt idx="49">
                  <c:v>0.89709375429273885</c:v>
                </c:pt>
                <c:pt idx="50">
                  <c:v>0.94137030351529016</c:v>
                </c:pt>
                <c:pt idx="51">
                  <c:v>0.94128842871061857</c:v>
                </c:pt>
                <c:pt idx="52">
                  <c:v>0.93080329806075279</c:v>
                </c:pt>
                <c:pt idx="53">
                  <c:v>0.93090646498108043</c:v>
                </c:pt>
                <c:pt idx="54">
                  <c:v>0.93088678298606131</c:v>
                </c:pt>
                <c:pt idx="55">
                  <c:v>0.88426645621178879</c:v>
                </c:pt>
                <c:pt idx="56">
                  <c:v>0.91360112522716286</c:v>
                </c:pt>
                <c:pt idx="57">
                  <c:v>0.91360112522716286</c:v>
                </c:pt>
                <c:pt idx="58">
                  <c:v>0.91360112522716286</c:v>
                </c:pt>
                <c:pt idx="59">
                  <c:v>0.86453426929410926</c:v>
                </c:pt>
                <c:pt idx="60">
                  <c:v>0.8998965016430206</c:v>
                </c:pt>
                <c:pt idx="61">
                  <c:v>0.89998685767725373</c:v>
                </c:pt>
                <c:pt idx="62">
                  <c:v>0.89987035776157298</c:v>
                </c:pt>
                <c:pt idx="63">
                  <c:v>0.79963025534966692</c:v>
                </c:pt>
                <c:pt idx="64">
                  <c:v>0.84935496597160542</c:v>
                </c:pt>
                <c:pt idx="65">
                  <c:v>0.83420792590434467</c:v>
                </c:pt>
                <c:pt idx="66">
                  <c:v>0.88546928546811865</c:v>
                </c:pt>
                <c:pt idx="67">
                  <c:v>0.88532092394225137</c:v>
                </c:pt>
                <c:pt idx="68">
                  <c:v>0.88546928546811865</c:v>
                </c:pt>
                <c:pt idx="69">
                  <c:v>0.875279554781354</c:v>
                </c:pt>
                <c:pt idx="70">
                  <c:v>0.87534475648983412</c:v>
                </c:pt>
                <c:pt idx="71">
                  <c:v>0.91993589788714725</c:v>
                </c:pt>
                <c:pt idx="72">
                  <c:v>0.91989879371783623</c:v>
                </c:pt>
                <c:pt idx="73">
                  <c:v>0.92005776451854027</c:v>
                </c:pt>
                <c:pt idx="74">
                  <c:v>0.92441254418745433</c:v>
                </c:pt>
                <c:pt idx="75">
                  <c:v>0.90289735225778367</c:v>
                </c:pt>
                <c:pt idx="76">
                  <c:v>0.9244242433615838</c:v>
                </c:pt>
                <c:pt idx="77">
                  <c:v>0.9244242433615838</c:v>
                </c:pt>
                <c:pt idx="78">
                  <c:v>0.91386483587378442</c:v>
                </c:pt>
                <c:pt idx="79">
                  <c:v>0.94968585268042571</c:v>
                </c:pt>
                <c:pt idx="80">
                  <c:v>0.94974571127352658</c:v>
                </c:pt>
                <c:pt idx="81">
                  <c:v>0.95271926668027695</c:v>
                </c:pt>
                <c:pt idx="82">
                  <c:v>0.93570894150236794</c:v>
                </c:pt>
                <c:pt idx="83">
                  <c:v>0.9356798644507448</c:v>
                </c:pt>
                <c:pt idx="84">
                  <c:v>0.89511007451891311</c:v>
                </c:pt>
                <c:pt idx="85">
                  <c:v>0.89495866041217464</c:v>
                </c:pt>
                <c:pt idx="86">
                  <c:v>0.9356798644507448</c:v>
                </c:pt>
                <c:pt idx="87">
                  <c:v>0.921376249797624</c:v>
                </c:pt>
                <c:pt idx="88">
                  <c:v>0.9248916494900683</c:v>
                </c:pt>
                <c:pt idx="89">
                  <c:v>0.92514591669223734</c:v>
                </c:pt>
                <c:pt idx="90">
                  <c:v>0.96960771050923455</c:v>
                </c:pt>
                <c:pt idx="91">
                  <c:v>0.95173821154236116</c:v>
                </c:pt>
                <c:pt idx="92">
                  <c:v>0.9516214910186106</c:v>
                </c:pt>
                <c:pt idx="93">
                  <c:v>0.95171433528773408</c:v>
                </c:pt>
                <c:pt idx="94">
                  <c:v>0.95160314091355924</c:v>
                </c:pt>
                <c:pt idx="95">
                  <c:v>0.92867980817147811</c:v>
                </c:pt>
                <c:pt idx="96">
                  <c:v>0.92867016836240179</c:v>
                </c:pt>
                <c:pt idx="97">
                  <c:v>0.92880125520801771</c:v>
                </c:pt>
                <c:pt idx="98">
                  <c:v>0.95306397070735893</c:v>
                </c:pt>
                <c:pt idx="99">
                  <c:v>0.92879920649220771</c:v>
                </c:pt>
                <c:pt idx="100">
                  <c:v>0.91462867250042379</c:v>
                </c:pt>
                <c:pt idx="101">
                  <c:v>0.94167657117439885</c:v>
                </c:pt>
                <c:pt idx="102">
                  <c:v>0.91459695563417198</c:v>
                </c:pt>
                <c:pt idx="103">
                  <c:v>0.91462311468400781</c:v>
                </c:pt>
                <c:pt idx="104">
                  <c:v>0.89326181251225278</c:v>
                </c:pt>
                <c:pt idx="105">
                  <c:v>0.89311387348630478</c:v>
                </c:pt>
                <c:pt idx="106">
                  <c:v>0.89313594354940329</c:v>
                </c:pt>
                <c:pt idx="107">
                  <c:v>0.89309005512837913</c:v>
                </c:pt>
                <c:pt idx="108">
                  <c:v>0.8331952647990043</c:v>
                </c:pt>
                <c:pt idx="109">
                  <c:v>0.81023525759205761</c:v>
                </c:pt>
                <c:pt idx="110">
                  <c:v>0.81023525759205761</c:v>
                </c:pt>
                <c:pt idx="111">
                  <c:v>0.75933345466765345</c:v>
                </c:pt>
                <c:pt idx="112">
                  <c:v>0.81029528984572785</c:v>
                </c:pt>
                <c:pt idx="113">
                  <c:v>0.78624166702839782</c:v>
                </c:pt>
                <c:pt idx="114">
                  <c:v>0.73111655922691299</c:v>
                </c:pt>
                <c:pt idx="115">
                  <c:v>0.78232504101034894</c:v>
                </c:pt>
                <c:pt idx="116">
                  <c:v>0.73126322983221848</c:v>
                </c:pt>
                <c:pt idx="117">
                  <c:v>0.75888961446246717</c:v>
                </c:pt>
                <c:pt idx="118">
                  <c:v>0.76309932434523087</c:v>
                </c:pt>
                <c:pt idx="119">
                  <c:v>0.82449537522534488</c:v>
                </c:pt>
                <c:pt idx="120">
                  <c:v>0.82447540826292098</c:v>
                </c:pt>
                <c:pt idx="121">
                  <c:v>0.81093209114269571</c:v>
                </c:pt>
                <c:pt idx="122">
                  <c:v>0.81067760043559867</c:v>
                </c:pt>
                <c:pt idx="123">
                  <c:v>0.74620755103308722</c:v>
                </c:pt>
                <c:pt idx="124">
                  <c:v>0.68879869829190365</c:v>
                </c:pt>
                <c:pt idx="125">
                  <c:v>0.60503526915664596</c:v>
                </c:pt>
                <c:pt idx="126">
                  <c:v>0.58039665812793095</c:v>
                </c:pt>
                <c:pt idx="127">
                  <c:v>0.53516783439685534</c:v>
                </c:pt>
                <c:pt idx="128">
                  <c:v>0.5352370883375368</c:v>
                </c:pt>
                <c:pt idx="129">
                  <c:v>0.31802392696495574</c:v>
                </c:pt>
                <c:pt idx="130">
                  <c:v>0.44137433773261886</c:v>
                </c:pt>
                <c:pt idx="131">
                  <c:v>0.30323693087397197</c:v>
                </c:pt>
                <c:pt idx="132">
                  <c:v>0.38224036528758815</c:v>
                </c:pt>
                <c:pt idx="133">
                  <c:v>0.38235673657078234</c:v>
                </c:pt>
                <c:pt idx="134">
                  <c:v>0.366090471734486</c:v>
                </c:pt>
                <c:pt idx="135">
                  <c:v>0.36607182581429965</c:v>
                </c:pt>
                <c:pt idx="136">
                  <c:v>0.36607182581429965</c:v>
                </c:pt>
                <c:pt idx="137">
                  <c:v>0.25066720783636109</c:v>
                </c:pt>
                <c:pt idx="138">
                  <c:v>0.29050117748807303</c:v>
                </c:pt>
                <c:pt idx="139">
                  <c:v>0.27649551668926681</c:v>
                </c:pt>
                <c:pt idx="140">
                  <c:v>0.24165122804318193</c:v>
                </c:pt>
                <c:pt idx="141">
                  <c:v>0.28087782506985004</c:v>
                </c:pt>
                <c:pt idx="142">
                  <c:v>0.41495307542117416</c:v>
                </c:pt>
                <c:pt idx="143">
                  <c:v>0.40987337416034908</c:v>
                </c:pt>
                <c:pt idx="144">
                  <c:v>0.40982657529658695</c:v>
                </c:pt>
                <c:pt idx="145">
                  <c:v>0.40960480873930216</c:v>
                </c:pt>
                <c:pt idx="146">
                  <c:v>0.44702204362509623</c:v>
                </c:pt>
                <c:pt idx="147">
                  <c:v>0.44722315120204531</c:v>
                </c:pt>
                <c:pt idx="148">
                  <c:v>0.44656189112559813</c:v>
                </c:pt>
                <c:pt idx="149">
                  <c:v>0.34376188323838874</c:v>
                </c:pt>
                <c:pt idx="150">
                  <c:v>0.40633426574889947</c:v>
                </c:pt>
                <c:pt idx="151">
                  <c:v>0.40599486098742238</c:v>
                </c:pt>
                <c:pt idx="152">
                  <c:v>0.33663336734019467</c:v>
                </c:pt>
                <c:pt idx="153">
                  <c:v>0.33659925585033085</c:v>
                </c:pt>
                <c:pt idx="154">
                  <c:v>0.26251314123023178</c:v>
                </c:pt>
                <c:pt idx="155">
                  <c:v>0.2624253850951212</c:v>
                </c:pt>
                <c:pt idx="156">
                  <c:v>0.25542920246734474</c:v>
                </c:pt>
                <c:pt idx="157">
                  <c:v>0.25657721618559615</c:v>
                </c:pt>
                <c:pt idx="158">
                  <c:v>0.3304592378060357</c:v>
                </c:pt>
                <c:pt idx="159">
                  <c:v>0.33051418127812865</c:v>
                </c:pt>
                <c:pt idx="160">
                  <c:v>0.39423204709456816</c:v>
                </c:pt>
                <c:pt idx="161">
                  <c:v>0.39101792197108992</c:v>
                </c:pt>
                <c:pt idx="162">
                  <c:v>0.39068366290434636</c:v>
                </c:pt>
                <c:pt idx="163">
                  <c:v>0.32596209420558231</c:v>
                </c:pt>
                <c:pt idx="164">
                  <c:v>0.32584125763891397</c:v>
                </c:pt>
                <c:pt idx="165">
                  <c:v>0.3880906059489676</c:v>
                </c:pt>
                <c:pt idx="166">
                  <c:v>0.32243239988824457</c:v>
                </c:pt>
                <c:pt idx="167">
                  <c:v>0.38803155963126795</c:v>
                </c:pt>
                <c:pt idx="168">
                  <c:v>0.32225376577204623</c:v>
                </c:pt>
                <c:pt idx="169">
                  <c:v>0.31763867857518779</c:v>
                </c:pt>
                <c:pt idx="170">
                  <c:v>0.3179400498756681</c:v>
                </c:pt>
                <c:pt idx="171">
                  <c:v>0.38470598100767872</c:v>
                </c:pt>
                <c:pt idx="172">
                  <c:v>0.38440732841326453</c:v>
                </c:pt>
                <c:pt idx="173">
                  <c:v>0.38059841454921201</c:v>
                </c:pt>
                <c:pt idx="174">
                  <c:v>0.43450609291099734</c:v>
                </c:pt>
                <c:pt idx="175">
                  <c:v>0.43452030184865936</c:v>
                </c:pt>
                <c:pt idx="176">
                  <c:v>0.43535189728112444</c:v>
                </c:pt>
                <c:pt idx="177">
                  <c:v>0.43540610404364999</c:v>
                </c:pt>
                <c:pt idx="178">
                  <c:v>0.43456496283175705</c:v>
                </c:pt>
                <c:pt idx="179">
                  <c:v>0.43354196734760481</c:v>
                </c:pt>
                <c:pt idx="180">
                  <c:v>0.43404253553300182</c:v>
                </c:pt>
                <c:pt idx="181">
                  <c:v>0.43456496283175705</c:v>
                </c:pt>
                <c:pt idx="182">
                  <c:v>0.49845248288256383</c:v>
                </c:pt>
                <c:pt idx="183">
                  <c:v>0.43035217131462522</c:v>
                </c:pt>
                <c:pt idx="184">
                  <c:v>0.43087417454638577</c:v>
                </c:pt>
                <c:pt idx="185">
                  <c:v>0.43087417454638577</c:v>
                </c:pt>
                <c:pt idx="186">
                  <c:v>0.4308956555661862</c:v>
                </c:pt>
                <c:pt idx="187">
                  <c:v>0.42439769838835339</c:v>
                </c:pt>
                <c:pt idx="188">
                  <c:v>0.42491168993334688</c:v>
                </c:pt>
                <c:pt idx="189">
                  <c:v>0.49522669245285544</c:v>
                </c:pt>
                <c:pt idx="190">
                  <c:v>0.49522669245285544</c:v>
                </c:pt>
                <c:pt idx="191">
                  <c:v>0.49109889772075627</c:v>
                </c:pt>
                <c:pt idx="192">
                  <c:v>0.49012736819164349</c:v>
                </c:pt>
                <c:pt idx="193">
                  <c:v>0.41802491804441944</c:v>
                </c:pt>
                <c:pt idx="194">
                  <c:v>0.41850850640907544</c:v>
                </c:pt>
                <c:pt idx="195">
                  <c:v>0.41343470051083375</c:v>
                </c:pt>
                <c:pt idx="196">
                  <c:v>0.48620694744117765</c:v>
                </c:pt>
                <c:pt idx="197">
                  <c:v>0.55255700045884115</c:v>
                </c:pt>
                <c:pt idx="198">
                  <c:v>0.55308845562501008</c:v>
                </c:pt>
                <c:pt idx="199">
                  <c:v>0.55239173073087677</c:v>
                </c:pt>
                <c:pt idx="200">
                  <c:v>0.48321629589156551</c:v>
                </c:pt>
                <c:pt idx="201">
                  <c:v>0.4832857349268318</c:v>
                </c:pt>
                <c:pt idx="202">
                  <c:v>0.5490432943232525</c:v>
                </c:pt>
                <c:pt idx="203">
                  <c:v>0.54924529031688318</c:v>
                </c:pt>
                <c:pt idx="204">
                  <c:v>0.54634536257975941</c:v>
                </c:pt>
                <c:pt idx="205">
                  <c:v>0.54581015855265858</c:v>
                </c:pt>
                <c:pt idx="206">
                  <c:v>0.62551576683628252</c:v>
                </c:pt>
                <c:pt idx="207">
                  <c:v>0.62486343279989665</c:v>
                </c:pt>
                <c:pt idx="208">
                  <c:v>0.54632026447860305</c:v>
                </c:pt>
                <c:pt idx="209">
                  <c:v>0.62197683361271305</c:v>
                </c:pt>
                <c:pt idx="210">
                  <c:v>0.67978466942559534</c:v>
                </c:pt>
                <c:pt idx="211">
                  <c:v>0.67981359258153007</c:v>
                </c:pt>
                <c:pt idx="212">
                  <c:v>0.67978466942559534</c:v>
                </c:pt>
                <c:pt idx="213">
                  <c:v>0.67752750204659062</c:v>
                </c:pt>
                <c:pt idx="214">
                  <c:v>0.676983954566723</c:v>
                </c:pt>
                <c:pt idx="215">
                  <c:v>0.61566859790099082</c:v>
                </c:pt>
                <c:pt idx="216">
                  <c:v>0.6151593401991402</c:v>
                </c:pt>
                <c:pt idx="217">
                  <c:v>0.60677474487423166</c:v>
                </c:pt>
                <c:pt idx="218">
                  <c:v>0.52303888200369164</c:v>
                </c:pt>
                <c:pt idx="219">
                  <c:v>0.60648965415006506</c:v>
                </c:pt>
                <c:pt idx="220">
                  <c:v>0.66948681688726752</c:v>
                </c:pt>
                <c:pt idx="221">
                  <c:v>0.65757284583633613</c:v>
                </c:pt>
                <c:pt idx="222">
                  <c:v>0.65811343479434081</c:v>
                </c:pt>
                <c:pt idx="223">
                  <c:v>0.65789565295070052</c:v>
                </c:pt>
                <c:pt idx="224">
                  <c:v>0.65853359306754533</c:v>
                </c:pt>
              </c:numCache>
            </c:numRef>
          </c:val>
          <c:smooth val="0"/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223634176"/>
        <c:axId val="223635712"/>
      </c:lineChart>
      <c:dateAx>
        <c:axId val="223634176"/>
        <c:scaling>
          <c:orientation val="minMax"/>
        </c:scaling>
        <c:delete val="0"/>
        <c:axPos val="b"/>
        <c:numFmt formatCode="m/d/yyyy" sourceLinked="1"/>
        <c:majorTickMark val="out"/>
        <c:minorTickMark val="none"/>
        <c:tickLblPos val="nextTo"/>
        <c:crossAx val="223635712"/>
        <c:crosses val="autoZero"/>
        <c:auto val="1"/>
        <c:lblOffset val="100"/>
        <c:baseTimeUnit val="days"/>
        <c:majorUnit val="6"/>
        <c:majorTimeUnit val="months"/>
      </c:dateAx>
      <c:valAx>
        <c:axId val="223635712"/>
        <c:scaling>
          <c:orientation val="minMax"/>
        </c:scaling>
        <c:delete val="0"/>
        <c:axPos val="l"/>
        <c:majorGridlines/>
        <c:title>
          <c:tx>
            <c:rich>
              <a:bodyPr rot="-5400000" vert="horz"/>
              <a:lstStyle/>
              <a:p>
                <a:pPr>
                  <a:defRPr/>
                </a:pPr>
                <a:r>
                  <a:rPr lang="en-US"/>
                  <a:t> Refinancible</a:t>
                </a:r>
                <a:r>
                  <a:rPr lang="en-US" baseline="0"/>
                  <a:t> </a:t>
                </a:r>
                <a:r>
                  <a:rPr lang="en-US"/>
                  <a:t>Percentage</a:t>
                </a:r>
              </a:p>
            </c:rich>
          </c:tx>
          <c:layout/>
          <c:overlay val="0"/>
        </c:title>
        <c:numFmt formatCode="0%" sourceLinked="1"/>
        <c:majorTickMark val="out"/>
        <c:minorTickMark val="none"/>
        <c:tickLblPos val="nextTo"/>
        <c:crossAx val="223634176"/>
        <c:crosses val="autoZero"/>
        <c:crossBetween val="between"/>
      </c:valAx>
      <c:spPr>
        <a:noFill/>
        <a:ln>
          <a:solidFill>
            <a:schemeClr val="tx1"/>
          </a:solidFill>
        </a:ln>
      </c:spPr>
    </c:plotArea>
    <c:legend>
      <c:legendPos val="b"/>
      <c:layout/>
      <c:overlay val="0"/>
    </c:legend>
    <c:plotVisOnly val="1"/>
    <c:dispBlanksAs val="gap"/>
    <c:showDLblsOverMax val="0"/>
  </c:chart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0"/>
    <c:plotArea>
      <c:layout/>
      <c:lineChart>
        <c:grouping val="standard"/>
        <c:varyColors val="0"/>
        <c:ser>
          <c:idx val="0"/>
          <c:order val="0"/>
          <c:tx>
            <c:v>Pool Level</c:v>
          </c:tx>
          <c:spPr>
            <a:ln w="19050">
              <a:solidFill>
                <a:srgbClr val="2E398A"/>
              </a:solidFill>
            </a:ln>
          </c:spPr>
          <c:marker>
            <c:symbol val="none"/>
          </c:marker>
          <c:cat>
            <c:numRef>
              <c:f>PoolRefinancible!$B$3:$B$227</c:f>
              <c:numCache>
                <c:formatCode>m/d/yyyy</c:formatCode>
                <c:ptCount val="225"/>
                <c:pt idx="0">
                  <c:v>40549</c:v>
                </c:pt>
                <c:pt idx="1">
                  <c:v>40556</c:v>
                </c:pt>
                <c:pt idx="2">
                  <c:v>40563</c:v>
                </c:pt>
                <c:pt idx="3">
                  <c:v>40570</c:v>
                </c:pt>
                <c:pt idx="4">
                  <c:v>40577</c:v>
                </c:pt>
                <c:pt idx="5">
                  <c:v>40584</c:v>
                </c:pt>
                <c:pt idx="6">
                  <c:v>40591</c:v>
                </c:pt>
                <c:pt idx="7">
                  <c:v>40598</c:v>
                </c:pt>
                <c:pt idx="8">
                  <c:v>40605</c:v>
                </c:pt>
                <c:pt idx="9">
                  <c:v>40612</c:v>
                </c:pt>
                <c:pt idx="10">
                  <c:v>40619</c:v>
                </c:pt>
                <c:pt idx="11">
                  <c:v>40626</c:v>
                </c:pt>
                <c:pt idx="12">
                  <c:v>40633</c:v>
                </c:pt>
                <c:pt idx="13">
                  <c:v>40640</c:v>
                </c:pt>
                <c:pt idx="14">
                  <c:v>40647</c:v>
                </c:pt>
                <c:pt idx="15">
                  <c:v>40654</c:v>
                </c:pt>
                <c:pt idx="16">
                  <c:v>40661</c:v>
                </c:pt>
                <c:pt idx="17">
                  <c:v>40668</c:v>
                </c:pt>
                <c:pt idx="18">
                  <c:v>40675</c:v>
                </c:pt>
                <c:pt idx="19">
                  <c:v>40682</c:v>
                </c:pt>
                <c:pt idx="20">
                  <c:v>40689</c:v>
                </c:pt>
                <c:pt idx="21">
                  <c:v>40696</c:v>
                </c:pt>
                <c:pt idx="22">
                  <c:v>40703</c:v>
                </c:pt>
                <c:pt idx="23">
                  <c:v>40710</c:v>
                </c:pt>
                <c:pt idx="24">
                  <c:v>40717</c:v>
                </c:pt>
                <c:pt idx="25">
                  <c:v>40724</c:v>
                </c:pt>
                <c:pt idx="26">
                  <c:v>40731</c:v>
                </c:pt>
                <c:pt idx="27">
                  <c:v>40738</c:v>
                </c:pt>
                <c:pt idx="28">
                  <c:v>40745</c:v>
                </c:pt>
                <c:pt idx="29">
                  <c:v>40752</c:v>
                </c:pt>
                <c:pt idx="30">
                  <c:v>40759</c:v>
                </c:pt>
                <c:pt idx="31">
                  <c:v>40766</c:v>
                </c:pt>
                <c:pt idx="32">
                  <c:v>40773</c:v>
                </c:pt>
                <c:pt idx="33">
                  <c:v>40780</c:v>
                </c:pt>
                <c:pt idx="34">
                  <c:v>40787</c:v>
                </c:pt>
                <c:pt idx="35">
                  <c:v>40794</c:v>
                </c:pt>
                <c:pt idx="36">
                  <c:v>40801</c:v>
                </c:pt>
                <c:pt idx="37">
                  <c:v>40808</c:v>
                </c:pt>
                <c:pt idx="38">
                  <c:v>40815</c:v>
                </c:pt>
                <c:pt idx="39">
                  <c:v>40822</c:v>
                </c:pt>
                <c:pt idx="40">
                  <c:v>40829</c:v>
                </c:pt>
                <c:pt idx="41">
                  <c:v>40836</c:v>
                </c:pt>
                <c:pt idx="42">
                  <c:v>40843</c:v>
                </c:pt>
                <c:pt idx="43">
                  <c:v>40850</c:v>
                </c:pt>
                <c:pt idx="44">
                  <c:v>40857</c:v>
                </c:pt>
                <c:pt idx="45">
                  <c:v>40864</c:v>
                </c:pt>
                <c:pt idx="46">
                  <c:v>40870</c:v>
                </c:pt>
                <c:pt idx="47">
                  <c:v>40878</c:v>
                </c:pt>
                <c:pt idx="48">
                  <c:v>40885</c:v>
                </c:pt>
                <c:pt idx="49">
                  <c:v>40892</c:v>
                </c:pt>
                <c:pt idx="50">
                  <c:v>40899</c:v>
                </c:pt>
                <c:pt idx="51">
                  <c:v>40906</c:v>
                </c:pt>
                <c:pt idx="52">
                  <c:v>40913</c:v>
                </c:pt>
                <c:pt idx="53">
                  <c:v>40920</c:v>
                </c:pt>
                <c:pt idx="54">
                  <c:v>40927</c:v>
                </c:pt>
                <c:pt idx="55">
                  <c:v>40934</c:v>
                </c:pt>
                <c:pt idx="56">
                  <c:v>40941</c:v>
                </c:pt>
                <c:pt idx="57">
                  <c:v>40948</c:v>
                </c:pt>
                <c:pt idx="58">
                  <c:v>40955</c:v>
                </c:pt>
                <c:pt idx="59">
                  <c:v>40962</c:v>
                </c:pt>
                <c:pt idx="60">
                  <c:v>40969</c:v>
                </c:pt>
                <c:pt idx="61">
                  <c:v>40976</c:v>
                </c:pt>
                <c:pt idx="62">
                  <c:v>40983</c:v>
                </c:pt>
                <c:pt idx="63">
                  <c:v>40990</c:v>
                </c:pt>
                <c:pt idx="64">
                  <c:v>40997</c:v>
                </c:pt>
                <c:pt idx="65">
                  <c:v>41004</c:v>
                </c:pt>
                <c:pt idx="66">
                  <c:v>41011</c:v>
                </c:pt>
                <c:pt idx="67">
                  <c:v>41018</c:v>
                </c:pt>
                <c:pt idx="68">
                  <c:v>41025</c:v>
                </c:pt>
                <c:pt idx="69">
                  <c:v>41032</c:v>
                </c:pt>
                <c:pt idx="70">
                  <c:v>41039</c:v>
                </c:pt>
                <c:pt idx="71">
                  <c:v>41046</c:v>
                </c:pt>
                <c:pt idx="72">
                  <c:v>41053</c:v>
                </c:pt>
                <c:pt idx="73">
                  <c:v>41060</c:v>
                </c:pt>
                <c:pt idx="74">
                  <c:v>41067</c:v>
                </c:pt>
                <c:pt idx="75">
                  <c:v>41074</c:v>
                </c:pt>
                <c:pt idx="76">
                  <c:v>41081</c:v>
                </c:pt>
                <c:pt idx="77">
                  <c:v>41088</c:v>
                </c:pt>
                <c:pt idx="78">
                  <c:v>41095</c:v>
                </c:pt>
                <c:pt idx="79">
                  <c:v>41102</c:v>
                </c:pt>
                <c:pt idx="80">
                  <c:v>41109</c:v>
                </c:pt>
                <c:pt idx="81">
                  <c:v>41116</c:v>
                </c:pt>
                <c:pt idx="82">
                  <c:v>41123</c:v>
                </c:pt>
                <c:pt idx="83">
                  <c:v>41130</c:v>
                </c:pt>
                <c:pt idx="84">
                  <c:v>41137</c:v>
                </c:pt>
                <c:pt idx="85">
                  <c:v>41144</c:v>
                </c:pt>
                <c:pt idx="86">
                  <c:v>41151</c:v>
                </c:pt>
                <c:pt idx="87">
                  <c:v>41158</c:v>
                </c:pt>
                <c:pt idx="88">
                  <c:v>41165</c:v>
                </c:pt>
                <c:pt idx="89">
                  <c:v>41172</c:v>
                </c:pt>
                <c:pt idx="90">
                  <c:v>41179</c:v>
                </c:pt>
                <c:pt idx="91">
                  <c:v>41186</c:v>
                </c:pt>
                <c:pt idx="92">
                  <c:v>41193</c:v>
                </c:pt>
                <c:pt idx="93">
                  <c:v>41200</c:v>
                </c:pt>
                <c:pt idx="94">
                  <c:v>41207</c:v>
                </c:pt>
                <c:pt idx="95">
                  <c:v>41214</c:v>
                </c:pt>
                <c:pt idx="96">
                  <c:v>41221</c:v>
                </c:pt>
                <c:pt idx="97">
                  <c:v>41228</c:v>
                </c:pt>
                <c:pt idx="98">
                  <c:v>41234</c:v>
                </c:pt>
                <c:pt idx="99">
                  <c:v>41242</c:v>
                </c:pt>
                <c:pt idx="100">
                  <c:v>41249</c:v>
                </c:pt>
                <c:pt idx="101">
                  <c:v>41256</c:v>
                </c:pt>
                <c:pt idx="102">
                  <c:v>41263</c:v>
                </c:pt>
                <c:pt idx="103">
                  <c:v>41270</c:v>
                </c:pt>
                <c:pt idx="104">
                  <c:v>41277</c:v>
                </c:pt>
                <c:pt idx="105">
                  <c:v>41284</c:v>
                </c:pt>
                <c:pt idx="106">
                  <c:v>41291</c:v>
                </c:pt>
                <c:pt idx="107">
                  <c:v>41298</c:v>
                </c:pt>
                <c:pt idx="108">
                  <c:v>41305</c:v>
                </c:pt>
                <c:pt idx="109">
                  <c:v>41312</c:v>
                </c:pt>
                <c:pt idx="110">
                  <c:v>41319</c:v>
                </c:pt>
                <c:pt idx="111">
                  <c:v>41326</c:v>
                </c:pt>
                <c:pt idx="112">
                  <c:v>41333</c:v>
                </c:pt>
                <c:pt idx="113">
                  <c:v>41340</c:v>
                </c:pt>
                <c:pt idx="114">
                  <c:v>41347</c:v>
                </c:pt>
                <c:pt idx="115">
                  <c:v>41354</c:v>
                </c:pt>
                <c:pt idx="116">
                  <c:v>41361</c:v>
                </c:pt>
                <c:pt idx="117">
                  <c:v>41368</c:v>
                </c:pt>
                <c:pt idx="118">
                  <c:v>41375</c:v>
                </c:pt>
                <c:pt idx="119">
                  <c:v>41382</c:v>
                </c:pt>
                <c:pt idx="120">
                  <c:v>41389</c:v>
                </c:pt>
                <c:pt idx="121">
                  <c:v>41396</c:v>
                </c:pt>
                <c:pt idx="122">
                  <c:v>41403</c:v>
                </c:pt>
                <c:pt idx="123">
                  <c:v>41410</c:v>
                </c:pt>
                <c:pt idx="124">
                  <c:v>41417</c:v>
                </c:pt>
                <c:pt idx="125">
                  <c:v>41424</c:v>
                </c:pt>
                <c:pt idx="126">
                  <c:v>41431</c:v>
                </c:pt>
                <c:pt idx="127">
                  <c:v>41438</c:v>
                </c:pt>
                <c:pt idx="128">
                  <c:v>41445</c:v>
                </c:pt>
                <c:pt idx="129">
                  <c:v>41452</c:v>
                </c:pt>
                <c:pt idx="130">
                  <c:v>41458</c:v>
                </c:pt>
                <c:pt idx="131">
                  <c:v>41466</c:v>
                </c:pt>
                <c:pt idx="132">
                  <c:v>41473</c:v>
                </c:pt>
                <c:pt idx="133">
                  <c:v>41480</c:v>
                </c:pt>
                <c:pt idx="134">
                  <c:v>41487</c:v>
                </c:pt>
                <c:pt idx="135">
                  <c:v>41494</c:v>
                </c:pt>
                <c:pt idx="136">
                  <c:v>41501</c:v>
                </c:pt>
                <c:pt idx="137">
                  <c:v>41508</c:v>
                </c:pt>
                <c:pt idx="138">
                  <c:v>41515</c:v>
                </c:pt>
                <c:pt idx="139">
                  <c:v>41522</c:v>
                </c:pt>
                <c:pt idx="140">
                  <c:v>41529</c:v>
                </c:pt>
                <c:pt idx="141">
                  <c:v>41536</c:v>
                </c:pt>
                <c:pt idx="142">
                  <c:v>41543</c:v>
                </c:pt>
                <c:pt idx="143">
                  <c:v>41550</c:v>
                </c:pt>
                <c:pt idx="144">
                  <c:v>41557</c:v>
                </c:pt>
                <c:pt idx="145">
                  <c:v>41564</c:v>
                </c:pt>
                <c:pt idx="146">
                  <c:v>41571</c:v>
                </c:pt>
                <c:pt idx="147">
                  <c:v>41578</c:v>
                </c:pt>
                <c:pt idx="148">
                  <c:v>41585</c:v>
                </c:pt>
                <c:pt idx="149">
                  <c:v>41592</c:v>
                </c:pt>
                <c:pt idx="150">
                  <c:v>41599</c:v>
                </c:pt>
                <c:pt idx="151">
                  <c:v>41605</c:v>
                </c:pt>
                <c:pt idx="152">
                  <c:v>41613</c:v>
                </c:pt>
                <c:pt idx="153">
                  <c:v>41620</c:v>
                </c:pt>
                <c:pt idx="154">
                  <c:v>41627</c:v>
                </c:pt>
                <c:pt idx="155">
                  <c:v>41634</c:v>
                </c:pt>
                <c:pt idx="156">
                  <c:v>41641</c:v>
                </c:pt>
                <c:pt idx="157">
                  <c:v>41648</c:v>
                </c:pt>
                <c:pt idx="158">
                  <c:v>41655</c:v>
                </c:pt>
                <c:pt idx="159">
                  <c:v>41662</c:v>
                </c:pt>
                <c:pt idx="160">
                  <c:v>41669</c:v>
                </c:pt>
                <c:pt idx="161">
                  <c:v>41676</c:v>
                </c:pt>
                <c:pt idx="162">
                  <c:v>41683</c:v>
                </c:pt>
                <c:pt idx="163">
                  <c:v>41690</c:v>
                </c:pt>
                <c:pt idx="164">
                  <c:v>41697</c:v>
                </c:pt>
                <c:pt idx="165">
                  <c:v>41704</c:v>
                </c:pt>
                <c:pt idx="166">
                  <c:v>41711</c:v>
                </c:pt>
                <c:pt idx="167">
                  <c:v>41718</c:v>
                </c:pt>
                <c:pt idx="168">
                  <c:v>41725</c:v>
                </c:pt>
                <c:pt idx="169">
                  <c:v>41732</c:v>
                </c:pt>
                <c:pt idx="170">
                  <c:v>41739</c:v>
                </c:pt>
                <c:pt idx="171">
                  <c:v>41746</c:v>
                </c:pt>
                <c:pt idx="172">
                  <c:v>41753</c:v>
                </c:pt>
                <c:pt idx="173">
                  <c:v>41760</c:v>
                </c:pt>
                <c:pt idx="174">
                  <c:v>41767</c:v>
                </c:pt>
                <c:pt idx="175">
                  <c:v>41774</c:v>
                </c:pt>
                <c:pt idx="176">
                  <c:v>41781</c:v>
                </c:pt>
                <c:pt idx="177">
                  <c:v>41788</c:v>
                </c:pt>
                <c:pt idx="178">
                  <c:v>41795</c:v>
                </c:pt>
                <c:pt idx="179">
                  <c:v>41802</c:v>
                </c:pt>
                <c:pt idx="180">
                  <c:v>41809</c:v>
                </c:pt>
                <c:pt idx="181">
                  <c:v>41816</c:v>
                </c:pt>
                <c:pt idx="182">
                  <c:v>41823</c:v>
                </c:pt>
                <c:pt idx="183">
                  <c:v>41830</c:v>
                </c:pt>
                <c:pt idx="184">
                  <c:v>41837</c:v>
                </c:pt>
                <c:pt idx="185">
                  <c:v>41844</c:v>
                </c:pt>
                <c:pt idx="186">
                  <c:v>41851</c:v>
                </c:pt>
                <c:pt idx="187">
                  <c:v>41858</c:v>
                </c:pt>
                <c:pt idx="188">
                  <c:v>41865</c:v>
                </c:pt>
                <c:pt idx="189">
                  <c:v>41872</c:v>
                </c:pt>
                <c:pt idx="190">
                  <c:v>41879</c:v>
                </c:pt>
                <c:pt idx="191">
                  <c:v>41886</c:v>
                </c:pt>
                <c:pt idx="192">
                  <c:v>41893</c:v>
                </c:pt>
                <c:pt idx="193">
                  <c:v>41900</c:v>
                </c:pt>
                <c:pt idx="194">
                  <c:v>41907</c:v>
                </c:pt>
                <c:pt idx="195">
                  <c:v>41914</c:v>
                </c:pt>
                <c:pt idx="196">
                  <c:v>41921</c:v>
                </c:pt>
                <c:pt idx="197">
                  <c:v>41928</c:v>
                </c:pt>
                <c:pt idx="198">
                  <c:v>41935</c:v>
                </c:pt>
                <c:pt idx="199">
                  <c:v>41942</c:v>
                </c:pt>
                <c:pt idx="200">
                  <c:v>41949</c:v>
                </c:pt>
                <c:pt idx="201">
                  <c:v>41956</c:v>
                </c:pt>
                <c:pt idx="202">
                  <c:v>41963</c:v>
                </c:pt>
                <c:pt idx="203">
                  <c:v>41969</c:v>
                </c:pt>
                <c:pt idx="204">
                  <c:v>41977</c:v>
                </c:pt>
                <c:pt idx="205">
                  <c:v>41984</c:v>
                </c:pt>
                <c:pt idx="206">
                  <c:v>41991</c:v>
                </c:pt>
                <c:pt idx="207">
                  <c:v>41997</c:v>
                </c:pt>
                <c:pt idx="208">
                  <c:v>42004</c:v>
                </c:pt>
                <c:pt idx="209">
                  <c:v>42012</c:v>
                </c:pt>
                <c:pt idx="210">
                  <c:v>42019</c:v>
                </c:pt>
                <c:pt idx="211">
                  <c:v>42026</c:v>
                </c:pt>
                <c:pt idx="212">
                  <c:v>42033</c:v>
                </c:pt>
                <c:pt idx="213">
                  <c:v>42040</c:v>
                </c:pt>
                <c:pt idx="214">
                  <c:v>42047</c:v>
                </c:pt>
                <c:pt idx="215">
                  <c:v>42054</c:v>
                </c:pt>
                <c:pt idx="216">
                  <c:v>42061</c:v>
                </c:pt>
                <c:pt idx="217">
                  <c:v>42068</c:v>
                </c:pt>
                <c:pt idx="218">
                  <c:v>42075</c:v>
                </c:pt>
                <c:pt idx="219">
                  <c:v>42082</c:v>
                </c:pt>
                <c:pt idx="220">
                  <c:v>42089</c:v>
                </c:pt>
                <c:pt idx="221">
                  <c:v>42096</c:v>
                </c:pt>
                <c:pt idx="222">
                  <c:v>42103</c:v>
                </c:pt>
                <c:pt idx="223">
                  <c:v>42110</c:v>
                </c:pt>
                <c:pt idx="224">
                  <c:v>42117</c:v>
                </c:pt>
              </c:numCache>
            </c:numRef>
          </c:cat>
          <c:val>
            <c:numRef>
              <c:f>PoolRefinancible!$C$3:$C$227</c:f>
              <c:numCache>
                <c:formatCode>0%</c:formatCode>
                <c:ptCount val="225"/>
                <c:pt idx="0">
                  <c:v>0.62402170072443153</c:v>
                </c:pt>
                <c:pt idx="1">
                  <c:v>0.62817294477626939</c:v>
                </c:pt>
                <c:pt idx="2">
                  <c:v>0.62597730951219899</c:v>
                </c:pt>
                <c:pt idx="3">
                  <c:v>0.62392159162868732</c:v>
                </c:pt>
                <c:pt idx="4">
                  <c:v>0.60653142223595213</c:v>
                </c:pt>
                <c:pt idx="5">
                  <c:v>0.50868797673712363</c:v>
                </c:pt>
                <c:pt idx="6">
                  <c:v>0.52965901814335548</c:v>
                </c:pt>
                <c:pt idx="7">
                  <c:v>0.57709503787578109</c:v>
                </c:pt>
                <c:pt idx="8">
                  <c:v>0.59224775585706535</c:v>
                </c:pt>
                <c:pt idx="9">
                  <c:v>0.59090570789662444</c:v>
                </c:pt>
                <c:pt idx="10">
                  <c:v>0.60261779474869925</c:v>
                </c:pt>
                <c:pt idx="11">
                  <c:v>0.59950595681897523</c:v>
                </c:pt>
                <c:pt idx="12">
                  <c:v>0.593225708201635</c:v>
                </c:pt>
                <c:pt idx="13">
                  <c:v>0.58542144661011908</c:v>
                </c:pt>
                <c:pt idx="14">
                  <c:v>0.58155199492979581</c:v>
                </c:pt>
                <c:pt idx="15">
                  <c:v>0.59356262313394537</c:v>
                </c:pt>
                <c:pt idx="16">
                  <c:v>0.59445921362542997</c:v>
                </c:pt>
                <c:pt idx="17">
                  <c:v>0.59391131067456038</c:v>
                </c:pt>
                <c:pt idx="18">
                  <c:v>0.60662155942020002</c:v>
                </c:pt>
                <c:pt idx="19">
                  <c:v>0.61264076908113763</c:v>
                </c:pt>
                <c:pt idx="20">
                  <c:v>0.61599363608099678</c:v>
                </c:pt>
                <c:pt idx="21">
                  <c:v>0.66311590107349083</c:v>
                </c:pt>
                <c:pt idx="22">
                  <c:v>0.74517189360077984</c:v>
                </c:pt>
                <c:pt idx="23">
                  <c:v>0.72397022872334449</c:v>
                </c:pt>
                <c:pt idx="24">
                  <c:v>0.66311590107349083</c:v>
                </c:pt>
                <c:pt idx="25">
                  <c:v>0.69050447134038251</c:v>
                </c:pt>
                <c:pt idx="26">
                  <c:v>0.60410549631050647</c:v>
                </c:pt>
                <c:pt idx="27">
                  <c:v>0.684475421712615</c:v>
                </c:pt>
                <c:pt idx="28">
                  <c:v>0.66675683999516944</c:v>
                </c:pt>
                <c:pt idx="29">
                  <c:v>0.61660059317974736</c:v>
                </c:pt>
                <c:pt idx="30">
                  <c:v>0.81803711941746404</c:v>
                </c:pt>
                <c:pt idx="31">
                  <c:v>0.83404184296119399</c:v>
                </c:pt>
                <c:pt idx="32">
                  <c:v>0.86117434904403212</c:v>
                </c:pt>
                <c:pt idx="33">
                  <c:v>0.84714025108084823</c:v>
                </c:pt>
                <c:pt idx="34">
                  <c:v>0.84129278814437181</c:v>
                </c:pt>
                <c:pt idx="35">
                  <c:v>0.87859103936280614</c:v>
                </c:pt>
                <c:pt idx="36">
                  <c:v>0.90242289630359074</c:v>
                </c:pt>
                <c:pt idx="37">
                  <c:v>0.90242289630359074</c:v>
                </c:pt>
                <c:pt idx="38">
                  <c:v>0.94644262124543443</c:v>
                </c:pt>
                <c:pt idx="39">
                  <c:v>0.96725200604215567</c:v>
                </c:pt>
                <c:pt idx="40">
                  <c:v>0.84917694017596268</c:v>
                </c:pt>
                <c:pt idx="41">
                  <c:v>0.85635864773186432</c:v>
                </c:pt>
                <c:pt idx="42">
                  <c:v>0.86512672485653175</c:v>
                </c:pt>
                <c:pt idx="43">
                  <c:v>0.93485323798856346</c:v>
                </c:pt>
                <c:pt idx="44">
                  <c:v>0.94404770550683115</c:v>
                </c:pt>
                <c:pt idx="45">
                  <c:v>0.93485323798856346</c:v>
                </c:pt>
                <c:pt idx="46">
                  <c:v>0.94997170807452469</c:v>
                </c:pt>
                <c:pt idx="47">
                  <c:v>0.91542628506626045</c:v>
                </c:pt>
                <c:pt idx="48">
                  <c:v>0.9248746068169833</c:v>
                </c:pt>
                <c:pt idx="49">
                  <c:v>0.93969161247928745</c:v>
                </c:pt>
                <c:pt idx="50">
                  <c:v>0.9601958662364245</c:v>
                </c:pt>
                <c:pt idx="51">
                  <c:v>0.94762260030460288</c:v>
                </c:pt>
                <c:pt idx="52">
                  <c:v>0.94481773750585774</c:v>
                </c:pt>
                <c:pt idx="53">
                  <c:v>0.95320351892281485</c:v>
                </c:pt>
                <c:pt idx="54">
                  <c:v>0.95182771809710431</c:v>
                </c:pt>
                <c:pt idx="55">
                  <c:v>0.91861521434498927</c:v>
                </c:pt>
                <c:pt idx="56">
                  <c:v>0.94107838104995334</c:v>
                </c:pt>
                <c:pt idx="57">
                  <c:v>0.94107838104995334</c:v>
                </c:pt>
                <c:pt idx="58">
                  <c:v>0.94107838104995334</c:v>
                </c:pt>
                <c:pt idx="59">
                  <c:v>0.90921329115869776</c:v>
                </c:pt>
                <c:pt idx="60">
                  <c:v>0.91584710240533518</c:v>
                </c:pt>
                <c:pt idx="61">
                  <c:v>0.91902765125865959</c:v>
                </c:pt>
                <c:pt idx="62">
                  <c:v>0.90514599034862198</c:v>
                </c:pt>
                <c:pt idx="63">
                  <c:v>0.78959380464288376</c:v>
                </c:pt>
                <c:pt idx="64">
                  <c:v>0.87490910290764468</c:v>
                </c:pt>
                <c:pt idx="65">
                  <c:v>0.86928745494692716</c:v>
                </c:pt>
                <c:pt idx="66">
                  <c:v>0.90849340717481886</c:v>
                </c:pt>
                <c:pt idx="67">
                  <c:v>0.9034983903169389</c:v>
                </c:pt>
                <c:pt idx="68">
                  <c:v>0.90849340717481886</c:v>
                </c:pt>
                <c:pt idx="69">
                  <c:v>0.89225108632442729</c:v>
                </c:pt>
                <c:pt idx="70">
                  <c:v>0.89337268606647302</c:v>
                </c:pt>
                <c:pt idx="71">
                  <c:v>0.8948997967143093</c:v>
                </c:pt>
                <c:pt idx="72">
                  <c:v>0.89443957907281746</c:v>
                </c:pt>
                <c:pt idx="73">
                  <c:v>0.89512122084695944</c:v>
                </c:pt>
                <c:pt idx="74">
                  <c:v>0.8920195449585564</c:v>
                </c:pt>
                <c:pt idx="75">
                  <c:v>0.88667449797815956</c:v>
                </c:pt>
                <c:pt idx="76">
                  <c:v>0.89407594990163874</c:v>
                </c:pt>
                <c:pt idx="77">
                  <c:v>0.89407594990163874</c:v>
                </c:pt>
                <c:pt idx="78">
                  <c:v>0.8819114104860859</c:v>
                </c:pt>
                <c:pt idx="79">
                  <c:v>0.94551237246929465</c:v>
                </c:pt>
                <c:pt idx="80">
                  <c:v>0.97186924857158052</c:v>
                </c:pt>
                <c:pt idx="81">
                  <c:v>0.98451993370244106</c:v>
                </c:pt>
                <c:pt idx="82">
                  <c:v>0.9385222539497815</c:v>
                </c:pt>
                <c:pt idx="83">
                  <c:v>0.92408794393225557</c:v>
                </c:pt>
                <c:pt idx="84">
                  <c:v>0.88445471641937157</c:v>
                </c:pt>
                <c:pt idx="85">
                  <c:v>0.85694996797233836</c:v>
                </c:pt>
                <c:pt idx="86">
                  <c:v>0.92408794393225557</c:v>
                </c:pt>
                <c:pt idx="87">
                  <c:v>0.91761037893987563</c:v>
                </c:pt>
                <c:pt idx="88">
                  <c:v>0.94047646256577366</c:v>
                </c:pt>
                <c:pt idx="89">
                  <c:v>0.95891425076544745</c:v>
                </c:pt>
                <c:pt idx="90">
                  <c:v>0.96459917415866681</c:v>
                </c:pt>
                <c:pt idx="91">
                  <c:v>0.95362908529618629</c:v>
                </c:pt>
                <c:pt idx="92">
                  <c:v>0.95159604304738465</c:v>
                </c:pt>
                <c:pt idx="93">
                  <c:v>0.95277295236812309</c:v>
                </c:pt>
                <c:pt idx="94">
                  <c:v>0.95079229345734595</c:v>
                </c:pt>
                <c:pt idx="95">
                  <c:v>0.92571311512973709</c:v>
                </c:pt>
                <c:pt idx="96">
                  <c:v>0.9252942527060104</c:v>
                </c:pt>
                <c:pt idx="97">
                  <c:v>0.92772026190850965</c:v>
                </c:pt>
                <c:pt idx="98">
                  <c:v>0.9299301195282087</c:v>
                </c:pt>
                <c:pt idx="99">
                  <c:v>0.92756020040727527</c:v>
                </c:pt>
                <c:pt idx="100">
                  <c:v>0.9105479087849232</c:v>
                </c:pt>
                <c:pt idx="101">
                  <c:v>0.9126136851792267</c:v>
                </c:pt>
                <c:pt idx="102">
                  <c:v>0.90965157918840345</c:v>
                </c:pt>
                <c:pt idx="103">
                  <c:v>0.91018597538933266</c:v>
                </c:pt>
                <c:pt idx="104">
                  <c:v>0.88829814088555981</c:v>
                </c:pt>
                <c:pt idx="105">
                  <c:v>0.88507237465236011</c:v>
                </c:pt>
                <c:pt idx="106">
                  <c:v>0.88631407683414742</c:v>
                </c:pt>
                <c:pt idx="107">
                  <c:v>0.88379536104531342</c:v>
                </c:pt>
                <c:pt idx="108">
                  <c:v>0.84748759806752005</c:v>
                </c:pt>
                <c:pt idx="109">
                  <c:v>0.79744674672768578</c:v>
                </c:pt>
                <c:pt idx="110">
                  <c:v>0.79744674672768578</c:v>
                </c:pt>
                <c:pt idx="111">
                  <c:v>0.75767121274967097</c:v>
                </c:pt>
                <c:pt idx="112">
                  <c:v>0.81599621049204552</c:v>
                </c:pt>
                <c:pt idx="113">
                  <c:v>0.81254588826988361</c:v>
                </c:pt>
                <c:pt idx="114">
                  <c:v>0.70260073761186825</c:v>
                </c:pt>
                <c:pt idx="115">
                  <c:v>0.76832708554350626</c:v>
                </c:pt>
                <c:pt idx="116">
                  <c:v>0.73085022058809757</c:v>
                </c:pt>
                <c:pt idx="117">
                  <c:v>0.74812714109915845</c:v>
                </c:pt>
                <c:pt idx="118">
                  <c:v>0.81951890925716175</c:v>
                </c:pt>
                <c:pt idx="119">
                  <c:v>0.8263799320049966</c:v>
                </c:pt>
                <c:pt idx="120">
                  <c:v>0.82478602429419701</c:v>
                </c:pt>
                <c:pt idx="121">
                  <c:v>0.81686282095814366</c:v>
                </c:pt>
                <c:pt idx="122">
                  <c:v>0.80807149473903783</c:v>
                </c:pt>
                <c:pt idx="123">
                  <c:v>0.77783403735744605</c:v>
                </c:pt>
                <c:pt idx="124">
                  <c:v>0.69528028144531095</c:v>
                </c:pt>
                <c:pt idx="125">
                  <c:v>0.63267241864898449</c:v>
                </c:pt>
                <c:pt idx="126">
                  <c:v>0.60569175356282723</c:v>
                </c:pt>
                <c:pt idx="127">
                  <c:v>0.57343184072471942</c:v>
                </c:pt>
                <c:pt idx="128">
                  <c:v>0.58795254732817659</c:v>
                </c:pt>
                <c:pt idx="129">
                  <c:v>0.39082116641682313</c:v>
                </c:pt>
                <c:pt idx="130">
                  <c:v>0.4330864642120939</c:v>
                </c:pt>
                <c:pt idx="131">
                  <c:v>0.31856955774356621</c:v>
                </c:pt>
                <c:pt idx="132">
                  <c:v>0.42624975952077765</c:v>
                </c:pt>
                <c:pt idx="133">
                  <c:v>0.42922629610906576</c:v>
                </c:pt>
                <c:pt idx="134">
                  <c:v>0.40917398895537016</c:v>
                </c:pt>
                <c:pt idx="135">
                  <c:v>0.40797811985401045</c:v>
                </c:pt>
                <c:pt idx="136">
                  <c:v>0.40797811985401045</c:v>
                </c:pt>
                <c:pt idx="137">
                  <c:v>0.28211495793674252</c:v>
                </c:pt>
                <c:pt idx="138">
                  <c:v>0.32707732602530493</c:v>
                </c:pt>
                <c:pt idx="139">
                  <c:v>0.2818649256036454</c:v>
                </c:pt>
                <c:pt idx="140">
                  <c:v>0.27463010199382165</c:v>
                </c:pt>
                <c:pt idx="141">
                  <c:v>0.33277831045649614</c:v>
                </c:pt>
                <c:pt idx="142">
                  <c:v>0.40445747526612724</c:v>
                </c:pt>
                <c:pt idx="143">
                  <c:v>0.41528178559290679</c:v>
                </c:pt>
                <c:pt idx="144">
                  <c:v>0.41314719259777027</c:v>
                </c:pt>
                <c:pt idx="145">
                  <c:v>0.40232481590336117</c:v>
                </c:pt>
                <c:pt idx="146">
                  <c:v>0.43156912924668556</c:v>
                </c:pt>
                <c:pt idx="147">
                  <c:v>0.4605405147219428</c:v>
                </c:pt>
                <c:pt idx="148">
                  <c:v>0.42159370418067171</c:v>
                </c:pt>
                <c:pt idx="149">
                  <c:v>0.38756459325455095</c:v>
                </c:pt>
                <c:pt idx="150">
                  <c:v>0.41410653536495057</c:v>
                </c:pt>
                <c:pt idx="151">
                  <c:v>0.3969981593322805</c:v>
                </c:pt>
                <c:pt idx="152">
                  <c:v>0.37338021104571051</c:v>
                </c:pt>
                <c:pt idx="153">
                  <c:v>0.3707206267478419</c:v>
                </c:pt>
                <c:pt idx="154">
                  <c:v>0.33974567777608206</c:v>
                </c:pt>
                <c:pt idx="155">
                  <c:v>0.33029809597210952</c:v>
                </c:pt>
                <c:pt idx="156">
                  <c:v>0.26212623729092371</c:v>
                </c:pt>
                <c:pt idx="157">
                  <c:v>0.2902260049252946</c:v>
                </c:pt>
                <c:pt idx="158">
                  <c:v>0.36774882579493112</c:v>
                </c:pt>
                <c:pt idx="159">
                  <c:v>0.37084428304329614</c:v>
                </c:pt>
                <c:pt idx="160">
                  <c:v>0.38160196936392621</c:v>
                </c:pt>
                <c:pt idx="161">
                  <c:v>0.40068103493110224</c:v>
                </c:pt>
                <c:pt idx="162">
                  <c:v>0.38532630107916044</c:v>
                </c:pt>
                <c:pt idx="163">
                  <c:v>0.3755719775185945</c:v>
                </c:pt>
                <c:pt idx="164">
                  <c:v>0.36967404481869215</c:v>
                </c:pt>
                <c:pt idx="165">
                  <c:v>0.38316963725836589</c:v>
                </c:pt>
                <c:pt idx="166">
                  <c:v>0.36933430427665681</c:v>
                </c:pt>
                <c:pt idx="167">
                  <c:v>0.38030249532079374</c:v>
                </c:pt>
                <c:pt idx="168">
                  <c:v>0.36565400061256043</c:v>
                </c:pt>
                <c:pt idx="169">
                  <c:v>0.35521926568999218</c:v>
                </c:pt>
                <c:pt idx="170">
                  <c:v>0.36683376695248865</c:v>
                </c:pt>
                <c:pt idx="171">
                  <c:v>0.38166972699665563</c:v>
                </c:pt>
                <c:pt idx="172">
                  <c:v>0.37393962817107157</c:v>
                </c:pt>
                <c:pt idx="173">
                  <c:v>0.37360583835556432</c:v>
                </c:pt>
                <c:pt idx="174">
                  <c:v>0.40975674753773905</c:v>
                </c:pt>
                <c:pt idx="175">
                  <c:v>0.4132153406951769</c:v>
                </c:pt>
                <c:pt idx="176">
                  <c:v>0.44799454346559853</c:v>
                </c:pt>
                <c:pt idx="177">
                  <c:v>0.46362020494951672</c:v>
                </c:pt>
                <c:pt idx="178">
                  <c:v>0.46847875373528863</c:v>
                </c:pt>
                <c:pt idx="179">
                  <c:v>0.41096738430920449</c:v>
                </c:pt>
                <c:pt idx="180">
                  <c:v>0.42635938692148717</c:v>
                </c:pt>
                <c:pt idx="181">
                  <c:v>0.46847875373528863</c:v>
                </c:pt>
                <c:pt idx="182">
                  <c:v>0.48178321750260522</c:v>
                </c:pt>
                <c:pt idx="183">
                  <c:v>0.42147742037560049</c:v>
                </c:pt>
                <c:pt idx="184">
                  <c:v>0.45155296827836544</c:v>
                </c:pt>
                <c:pt idx="185">
                  <c:v>0.45155296827836544</c:v>
                </c:pt>
                <c:pt idx="186">
                  <c:v>0.45923072088835232</c:v>
                </c:pt>
                <c:pt idx="187">
                  <c:v>0.42413376349642812</c:v>
                </c:pt>
                <c:pt idx="188">
                  <c:v>0.45575254137027688</c:v>
                </c:pt>
                <c:pt idx="189">
                  <c:v>0.49084413664233395</c:v>
                </c:pt>
                <c:pt idx="190">
                  <c:v>0.49084413664233395</c:v>
                </c:pt>
                <c:pt idx="191">
                  <c:v>0.4873264191007175</c:v>
                </c:pt>
                <c:pt idx="192">
                  <c:v>0.4741591952243816</c:v>
                </c:pt>
                <c:pt idx="193">
                  <c:v>0.3981672862675662</c:v>
                </c:pt>
                <c:pt idx="194">
                  <c:v>0.41373230170663788</c:v>
                </c:pt>
                <c:pt idx="195">
                  <c:v>0.43232059685066798</c:v>
                </c:pt>
                <c:pt idx="196">
                  <c:v>0.47165449273347226</c:v>
                </c:pt>
                <c:pt idx="197">
                  <c:v>0.57517284737260799</c:v>
                </c:pt>
                <c:pt idx="198">
                  <c:v>0.58745733896979668</c:v>
                </c:pt>
                <c:pt idx="199">
                  <c:v>0.57181297396619646</c:v>
                </c:pt>
                <c:pt idx="200">
                  <c:v>0.54857982917990311</c:v>
                </c:pt>
                <c:pt idx="201">
                  <c:v>0.55497671209744126</c:v>
                </c:pt>
                <c:pt idx="202">
                  <c:v>0.56606721089043732</c:v>
                </c:pt>
                <c:pt idx="203">
                  <c:v>0.57290983086857539</c:v>
                </c:pt>
                <c:pt idx="204">
                  <c:v>0.59279776197128353</c:v>
                </c:pt>
                <c:pt idx="205">
                  <c:v>0.5786710507683992</c:v>
                </c:pt>
                <c:pt idx="206">
                  <c:v>0.6155496963810797</c:v>
                </c:pt>
                <c:pt idx="207">
                  <c:v>0.60574636223541978</c:v>
                </c:pt>
                <c:pt idx="208">
                  <c:v>0.59072795930158906</c:v>
                </c:pt>
                <c:pt idx="209">
                  <c:v>0.63580141506138355</c:v>
                </c:pt>
                <c:pt idx="210">
                  <c:v>0.66264885680249008</c:v>
                </c:pt>
                <c:pt idx="211">
                  <c:v>0.66474126748702123</c:v>
                </c:pt>
                <c:pt idx="212">
                  <c:v>0.66264885680249008</c:v>
                </c:pt>
                <c:pt idx="213">
                  <c:v>0.68438167594716182</c:v>
                </c:pt>
                <c:pt idx="214">
                  <c:v>0.64890841265420796</c:v>
                </c:pt>
                <c:pt idx="215">
                  <c:v>0.62651628119673453</c:v>
                </c:pt>
                <c:pt idx="216">
                  <c:v>0.61098575112407738</c:v>
                </c:pt>
                <c:pt idx="217">
                  <c:v>0.61966926616186646</c:v>
                </c:pt>
                <c:pt idx="218">
                  <c:v>0.57559445438514367</c:v>
                </c:pt>
                <c:pt idx="219">
                  <c:v>0.60937196228640689</c:v>
                </c:pt>
                <c:pt idx="220">
                  <c:v>0.64195316325793905</c:v>
                </c:pt>
                <c:pt idx="221">
                  <c:v>0.62778439660000751</c:v>
                </c:pt>
                <c:pt idx="222">
                  <c:v>0.64459292642165245</c:v>
                </c:pt>
                <c:pt idx="223">
                  <c:v>0.63055503904182508</c:v>
                </c:pt>
                <c:pt idx="224">
                  <c:v>0.64951370522505292</c:v>
                </c:pt>
              </c:numCache>
            </c:numRef>
          </c:val>
          <c:smooth val="0"/>
        </c:ser>
        <c:ser>
          <c:idx val="3"/>
          <c:order val="1"/>
          <c:tx>
            <c:strRef>
              <c:f>PoolRefinancible!$F$2</c:f>
              <c:strCache>
                <c:ptCount val="1"/>
                <c:pt idx="0">
                  <c:v>Loan Level</c:v>
                </c:pt>
              </c:strCache>
            </c:strRef>
          </c:tx>
          <c:spPr>
            <a:ln w="19050">
              <a:solidFill>
                <a:srgbClr val="AD275C"/>
              </a:solidFill>
            </a:ln>
          </c:spPr>
          <c:marker>
            <c:symbol val="none"/>
          </c:marker>
          <c:cat>
            <c:numRef>
              <c:f>PoolRefinancible!$B$3:$B$227</c:f>
              <c:numCache>
                <c:formatCode>m/d/yyyy</c:formatCode>
                <c:ptCount val="225"/>
                <c:pt idx="0">
                  <c:v>40549</c:v>
                </c:pt>
                <c:pt idx="1">
                  <c:v>40556</c:v>
                </c:pt>
                <c:pt idx="2">
                  <c:v>40563</c:v>
                </c:pt>
                <c:pt idx="3">
                  <c:v>40570</c:v>
                </c:pt>
                <c:pt idx="4">
                  <c:v>40577</c:v>
                </c:pt>
                <c:pt idx="5">
                  <c:v>40584</c:v>
                </c:pt>
                <c:pt idx="6">
                  <c:v>40591</c:v>
                </c:pt>
                <c:pt idx="7">
                  <c:v>40598</c:v>
                </c:pt>
                <c:pt idx="8">
                  <c:v>40605</c:v>
                </c:pt>
                <c:pt idx="9">
                  <c:v>40612</c:v>
                </c:pt>
                <c:pt idx="10">
                  <c:v>40619</c:v>
                </c:pt>
                <c:pt idx="11">
                  <c:v>40626</c:v>
                </c:pt>
                <c:pt idx="12">
                  <c:v>40633</c:v>
                </c:pt>
                <c:pt idx="13">
                  <c:v>40640</c:v>
                </c:pt>
                <c:pt idx="14">
                  <c:v>40647</c:v>
                </c:pt>
                <c:pt idx="15">
                  <c:v>40654</c:v>
                </c:pt>
                <c:pt idx="16">
                  <c:v>40661</c:v>
                </c:pt>
                <c:pt idx="17">
                  <c:v>40668</c:v>
                </c:pt>
                <c:pt idx="18">
                  <c:v>40675</c:v>
                </c:pt>
                <c:pt idx="19">
                  <c:v>40682</c:v>
                </c:pt>
                <c:pt idx="20">
                  <c:v>40689</c:v>
                </c:pt>
                <c:pt idx="21">
                  <c:v>40696</c:v>
                </c:pt>
                <c:pt idx="22">
                  <c:v>40703</c:v>
                </c:pt>
                <c:pt idx="23">
                  <c:v>40710</c:v>
                </c:pt>
                <c:pt idx="24">
                  <c:v>40717</c:v>
                </c:pt>
                <c:pt idx="25">
                  <c:v>40724</c:v>
                </c:pt>
                <c:pt idx="26">
                  <c:v>40731</c:v>
                </c:pt>
                <c:pt idx="27">
                  <c:v>40738</c:v>
                </c:pt>
                <c:pt idx="28">
                  <c:v>40745</c:v>
                </c:pt>
                <c:pt idx="29">
                  <c:v>40752</c:v>
                </c:pt>
                <c:pt idx="30">
                  <c:v>40759</c:v>
                </c:pt>
                <c:pt idx="31">
                  <c:v>40766</c:v>
                </c:pt>
                <c:pt idx="32">
                  <c:v>40773</c:v>
                </c:pt>
                <c:pt idx="33">
                  <c:v>40780</c:v>
                </c:pt>
                <c:pt idx="34">
                  <c:v>40787</c:v>
                </c:pt>
                <c:pt idx="35">
                  <c:v>40794</c:v>
                </c:pt>
                <c:pt idx="36">
                  <c:v>40801</c:v>
                </c:pt>
                <c:pt idx="37">
                  <c:v>40808</c:v>
                </c:pt>
                <c:pt idx="38">
                  <c:v>40815</c:v>
                </c:pt>
                <c:pt idx="39">
                  <c:v>40822</c:v>
                </c:pt>
                <c:pt idx="40">
                  <c:v>40829</c:v>
                </c:pt>
                <c:pt idx="41">
                  <c:v>40836</c:v>
                </c:pt>
                <c:pt idx="42">
                  <c:v>40843</c:v>
                </c:pt>
                <c:pt idx="43">
                  <c:v>40850</c:v>
                </c:pt>
                <c:pt idx="44">
                  <c:v>40857</c:v>
                </c:pt>
                <c:pt idx="45">
                  <c:v>40864</c:v>
                </c:pt>
                <c:pt idx="46">
                  <c:v>40870</c:v>
                </c:pt>
                <c:pt idx="47">
                  <c:v>40878</c:v>
                </c:pt>
                <c:pt idx="48">
                  <c:v>40885</c:v>
                </c:pt>
                <c:pt idx="49">
                  <c:v>40892</c:v>
                </c:pt>
                <c:pt idx="50">
                  <c:v>40899</c:v>
                </c:pt>
                <c:pt idx="51">
                  <c:v>40906</c:v>
                </c:pt>
                <c:pt idx="52">
                  <c:v>40913</c:v>
                </c:pt>
                <c:pt idx="53">
                  <c:v>40920</c:v>
                </c:pt>
                <c:pt idx="54">
                  <c:v>40927</c:v>
                </c:pt>
                <c:pt idx="55">
                  <c:v>40934</c:v>
                </c:pt>
                <c:pt idx="56">
                  <c:v>40941</c:v>
                </c:pt>
                <c:pt idx="57">
                  <c:v>40948</c:v>
                </c:pt>
                <c:pt idx="58">
                  <c:v>40955</c:v>
                </c:pt>
                <c:pt idx="59">
                  <c:v>40962</c:v>
                </c:pt>
                <c:pt idx="60">
                  <c:v>40969</c:v>
                </c:pt>
                <c:pt idx="61">
                  <c:v>40976</c:v>
                </c:pt>
                <c:pt idx="62">
                  <c:v>40983</c:v>
                </c:pt>
                <c:pt idx="63">
                  <c:v>40990</c:v>
                </c:pt>
                <c:pt idx="64">
                  <c:v>40997</c:v>
                </c:pt>
                <c:pt idx="65">
                  <c:v>41004</c:v>
                </c:pt>
                <c:pt idx="66">
                  <c:v>41011</c:v>
                </c:pt>
                <c:pt idx="67">
                  <c:v>41018</c:v>
                </c:pt>
                <c:pt idx="68">
                  <c:v>41025</c:v>
                </c:pt>
                <c:pt idx="69">
                  <c:v>41032</c:v>
                </c:pt>
                <c:pt idx="70">
                  <c:v>41039</c:v>
                </c:pt>
                <c:pt idx="71">
                  <c:v>41046</c:v>
                </c:pt>
                <c:pt idx="72">
                  <c:v>41053</c:v>
                </c:pt>
                <c:pt idx="73">
                  <c:v>41060</c:v>
                </c:pt>
                <c:pt idx="74">
                  <c:v>41067</c:v>
                </c:pt>
                <c:pt idx="75">
                  <c:v>41074</c:v>
                </c:pt>
                <c:pt idx="76">
                  <c:v>41081</c:v>
                </c:pt>
                <c:pt idx="77">
                  <c:v>41088</c:v>
                </c:pt>
                <c:pt idx="78">
                  <c:v>41095</c:v>
                </c:pt>
                <c:pt idx="79">
                  <c:v>41102</c:v>
                </c:pt>
                <c:pt idx="80">
                  <c:v>41109</c:v>
                </c:pt>
                <c:pt idx="81">
                  <c:v>41116</c:v>
                </c:pt>
                <c:pt idx="82">
                  <c:v>41123</c:v>
                </c:pt>
                <c:pt idx="83">
                  <c:v>41130</c:v>
                </c:pt>
                <c:pt idx="84">
                  <c:v>41137</c:v>
                </c:pt>
                <c:pt idx="85">
                  <c:v>41144</c:v>
                </c:pt>
                <c:pt idx="86">
                  <c:v>41151</c:v>
                </c:pt>
                <c:pt idx="87">
                  <c:v>41158</c:v>
                </c:pt>
                <c:pt idx="88">
                  <c:v>41165</c:v>
                </c:pt>
                <c:pt idx="89">
                  <c:v>41172</c:v>
                </c:pt>
                <c:pt idx="90">
                  <c:v>41179</c:v>
                </c:pt>
                <c:pt idx="91">
                  <c:v>41186</c:v>
                </c:pt>
                <c:pt idx="92">
                  <c:v>41193</c:v>
                </c:pt>
                <c:pt idx="93">
                  <c:v>41200</c:v>
                </c:pt>
                <c:pt idx="94">
                  <c:v>41207</c:v>
                </c:pt>
                <c:pt idx="95">
                  <c:v>41214</c:v>
                </c:pt>
                <c:pt idx="96">
                  <c:v>41221</c:v>
                </c:pt>
                <c:pt idx="97">
                  <c:v>41228</c:v>
                </c:pt>
                <c:pt idx="98">
                  <c:v>41234</c:v>
                </c:pt>
                <c:pt idx="99">
                  <c:v>41242</c:v>
                </c:pt>
                <c:pt idx="100">
                  <c:v>41249</c:v>
                </c:pt>
                <c:pt idx="101">
                  <c:v>41256</c:v>
                </c:pt>
                <c:pt idx="102">
                  <c:v>41263</c:v>
                </c:pt>
                <c:pt idx="103">
                  <c:v>41270</c:v>
                </c:pt>
                <c:pt idx="104">
                  <c:v>41277</c:v>
                </c:pt>
                <c:pt idx="105">
                  <c:v>41284</c:v>
                </c:pt>
                <c:pt idx="106">
                  <c:v>41291</c:v>
                </c:pt>
                <c:pt idx="107">
                  <c:v>41298</c:v>
                </c:pt>
                <c:pt idx="108">
                  <c:v>41305</c:v>
                </c:pt>
                <c:pt idx="109">
                  <c:v>41312</c:v>
                </c:pt>
                <c:pt idx="110">
                  <c:v>41319</c:v>
                </c:pt>
                <c:pt idx="111">
                  <c:v>41326</c:v>
                </c:pt>
                <c:pt idx="112">
                  <c:v>41333</c:v>
                </c:pt>
                <c:pt idx="113">
                  <c:v>41340</c:v>
                </c:pt>
                <c:pt idx="114">
                  <c:v>41347</c:v>
                </c:pt>
                <c:pt idx="115">
                  <c:v>41354</c:v>
                </c:pt>
                <c:pt idx="116">
                  <c:v>41361</c:v>
                </c:pt>
                <c:pt idx="117">
                  <c:v>41368</c:v>
                </c:pt>
                <c:pt idx="118">
                  <c:v>41375</c:v>
                </c:pt>
                <c:pt idx="119">
                  <c:v>41382</c:v>
                </c:pt>
                <c:pt idx="120">
                  <c:v>41389</c:v>
                </c:pt>
                <c:pt idx="121">
                  <c:v>41396</c:v>
                </c:pt>
                <c:pt idx="122">
                  <c:v>41403</c:v>
                </c:pt>
                <c:pt idx="123">
                  <c:v>41410</c:v>
                </c:pt>
                <c:pt idx="124">
                  <c:v>41417</c:v>
                </c:pt>
                <c:pt idx="125">
                  <c:v>41424</c:v>
                </c:pt>
                <c:pt idx="126">
                  <c:v>41431</c:v>
                </c:pt>
                <c:pt idx="127">
                  <c:v>41438</c:v>
                </c:pt>
                <c:pt idx="128">
                  <c:v>41445</c:v>
                </c:pt>
                <c:pt idx="129">
                  <c:v>41452</c:v>
                </c:pt>
                <c:pt idx="130">
                  <c:v>41458</c:v>
                </c:pt>
                <c:pt idx="131">
                  <c:v>41466</c:v>
                </c:pt>
                <c:pt idx="132">
                  <c:v>41473</c:v>
                </c:pt>
                <c:pt idx="133">
                  <c:v>41480</c:v>
                </c:pt>
                <c:pt idx="134">
                  <c:v>41487</c:v>
                </c:pt>
                <c:pt idx="135">
                  <c:v>41494</c:v>
                </c:pt>
                <c:pt idx="136">
                  <c:v>41501</c:v>
                </c:pt>
                <c:pt idx="137">
                  <c:v>41508</c:v>
                </c:pt>
                <c:pt idx="138">
                  <c:v>41515</c:v>
                </c:pt>
                <c:pt idx="139">
                  <c:v>41522</c:v>
                </c:pt>
                <c:pt idx="140">
                  <c:v>41529</c:v>
                </c:pt>
                <c:pt idx="141">
                  <c:v>41536</c:v>
                </c:pt>
                <c:pt idx="142">
                  <c:v>41543</c:v>
                </c:pt>
                <c:pt idx="143">
                  <c:v>41550</c:v>
                </c:pt>
                <c:pt idx="144">
                  <c:v>41557</c:v>
                </c:pt>
                <c:pt idx="145">
                  <c:v>41564</c:v>
                </c:pt>
                <c:pt idx="146">
                  <c:v>41571</c:v>
                </c:pt>
                <c:pt idx="147">
                  <c:v>41578</c:v>
                </c:pt>
                <c:pt idx="148">
                  <c:v>41585</c:v>
                </c:pt>
                <c:pt idx="149">
                  <c:v>41592</c:v>
                </c:pt>
                <c:pt idx="150">
                  <c:v>41599</c:v>
                </c:pt>
                <c:pt idx="151">
                  <c:v>41605</c:v>
                </c:pt>
                <c:pt idx="152">
                  <c:v>41613</c:v>
                </c:pt>
                <c:pt idx="153">
                  <c:v>41620</c:v>
                </c:pt>
                <c:pt idx="154">
                  <c:v>41627</c:v>
                </c:pt>
                <c:pt idx="155">
                  <c:v>41634</c:v>
                </c:pt>
                <c:pt idx="156">
                  <c:v>41641</c:v>
                </c:pt>
                <c:pt idx="157">
                  <c:v>41648</c:v>
                </c:pt>
                <c:pt idx="158">
                  <c:v>41655</c:v>
                </c:pt>
                <c:pt idx="159">
                  <c:v>41662</c:v>
                </c:pt>
                <c:pt idx="160">
                  <c:v>41669</c:v>
                </c:pt>
                <c:pt idx="161">
                  <c:v>41676</c:v>
                </c:pt>
                <c:pt idx="162">
                  <c:v>41683</c:v>
                </c:pt>
                <c:pt idx="163">
                  <c:v>41690</c:v>
                </c:pt>
                <c:pt idx="164">
                  <c:v>41697</c:v>
                </c:pt>
                <c:pt idx="165">
                  <c:v>41704</c:v>
                </c:pt>
                <c:pt idx="166">
                  <c:v>41711</c:v>
                </c:pt>
                <c:pt idx="167">
                  <c:v>41718</c:v>
                </c:pt>
                <c:pt idx="168">
                  <c:v>41725</c:v>
                </c:pt>
                <c:pt idx="169">
                  <c:v>41732</c:v>
                </c:pt>
                <c:pt idx="170">
                  <c:v>41739</c:v>
                </c:pt>
                <c:pt idx="171">
                  <c:v>41746</c:v>
                </c:pt>
                <c:pt idx="172">
                  <c:v>41753</c:v>
                </c:pt>
                <c:pt idx="173">
                  <c:v>41760</c:v>
                </c:pt>
                <c:pt idx="174">
                  <c:v>41767</c:v>
                </c:pt>
                <c:pt idx="175">
                  <c:v>41774</c:v>
                </c:pt>
                <c:pt idx="176">
                  <c:v>41781</c:v>
                </c:pt>
                <c:pt idx="177">
                  <c:v>41788</c:v>
                </c:pt>
                <c:pt idx="178">
                  <c:v>41795</c:v>
                </c:pt>
                <c:pt idx="179">
                  <c:v>41802</c:v>
                </c:pt>
                <c:pt idx="180">
                  <c:v>41809</c:v>
                </c:pt>
                <c:pt idx="181">
                  <c:v>41816</c:v>
                </c:pt>
                <c:pt idx="182">
                  <c:v>41823</c:v>
                </c:pt>
                <c:pt idx="183">
                  <c:v>41830</c:v>
                </c:pt>
                <c:pt idx="184">
                  <c:v>41837</c:v>
                </c:pt>
                <c:pt idx="185">
                  <c:v>41844</c:v>
                </c:pt>
                <c:pt idx="186">
                  <c:v>41851</c:v>
                </c:pt>
                <c:pt idx="187">
                  <c:v>41858</c:v>
                </c:pt>
                <c:pt idx="188">
                  <c:v>41865</c:v>
                </c:pt>
                <c:pt idx="189">
                  <c:v>41872</c:v>
                </c:pt>
                <c:pt idx="190">
                  <c:v>41879</c:v>
                </c:pt>
                <c:pt idx="191">
                  <c:v>41886</c:v>
                </c:pt>
                <c:pt idx="192">
                  <c:v>41893</c:v>
                </c:pt>
                <c:pt idx="193">
                  <c:v>41900</c:v>
                </c:pt>
                <c:pt idx="194">
                  <c:v>41907</c:v>
                </c:pt>
                <c:pt idx="195">
                  <c:v>41914</c:v>
                </c:pt>
                <c:pt idx="196">
                  <c:v>41921</c:v>
                </c:pt>
                <c:pt idx="197">
                  <c:v>41928</c:v>
                </c:pt>
                <c:pt idx="198">
                  <c:v>41935</c:v>
                </c:pt>
                <c:pt idx="199">
                  <c:v>41942</c:v>
                </c:pt>
                <c:pt idx="200">
                  <c:v>41949</c:v>
                </c:pt>
                <c:pt idx="201">
                  <c:v>41956</c:v>
                </c:pt>
                <c:pt idx="202">
                  <c:v>41963</c:v>
                </c:pt>
                <c:pt idx="203">
                  <c:v>41969</c:v>
                </c:pt>
                <c:pt idx="204">
                  <c:v>41977</c:v>
                </c:pt>
                <c:pt idx="205">
                  <c:v>41984</c:v>
                </c:pt>
                <c:pt idx="206">
                  <c:v>41991</c:v>
                </c:pt>
                <c:pt idx="207">
                  <c:v>41997</c:v>
                </c:pt>
                <c:pt idx="208">
                  <c:v>42004</c:v>
                </c:pt>
                <c:pt idx="209">
                  <c:v>42012</c:v>
                </c:pt>
                <c:pt idx="210">
                  <c:v>42019</c:v>
                </c:pt>
                <c:pt idx="211">
                  <c:v>42026</c:v>
                </c:pt>
                <c:pt idx="212">
                  <c:v>42033</c:v>
                </c:pt>
                <c:pt idx="213">
                  <c:v>42040</c:v>
                </c:pt>
                <c:pt idx="214">
                  <c:v>42047</c:v>
                </c:pt>
                <c:pt idx="215">
                  <c:v>42054</c:v>
                </c:pt>
                <c:pt idx="216">
                  <c:v>42061</c:v>
                </c:pt>
                <c:pt idx="217">
                  <c:v>42068</c:v>
                </c:pt>
                <c:pt idx="218">
                  <c:v>42075</c:v>
                </c:pt>
                <c:pt idx="219">
                  <c:v>42082</c:v>
                </c:pt>
                <c:pt idx="220">
                  <c:v>42089</c:v>
                </c:pt>
                <c:pt idx="221">
                  <c:v>42096</c:v>
                </c:pt>
                <c:pt idx="222">
                  <c:v>42103</c:v>
                </c:pt>
                <c:pt idx="223">
                  <c:v>42110</c:v>
                </c:pt>
                <c:pt idx="224">
                  <c:v>42117</c:v>
                </c:pt>
              </c:numCache>
            </c:numRef>
          </c:cat>
          <c:val>
            <c:numRef>
              <c:f>PoolRefinancible!$F$3:$F$227</c:f>
              <c:numCache>
                <c:formatCode>0%</c:formatCode>
                <c:ptCount val="225"/>
                <c:pt idx="0">
                  <c:v>0.53095286512326811</c:v>
                </c:pt>
                <c:pt idx="1">
                  <c:v>0.53151414802717445</c:v>
                </c:pt>
                <c:pt idx="2">
                  <c:v>0.53128369296391043</c:v>
                </c:pt>
                <c:pt idx="3">
                  <c:v>0.53088486817209324</c:v>
                </c:pt>
                <c:pt idx="4">
                  <c:v>0.45470305131111477</c:v>
                </c:pt>
                <c:pt idx="5">
                  <c:v>0.40745494442377123</c:v>
                </c:pt>
                <c:pt idx="6">
                  <c:v>0.40754568633496746</c:v>
                </c:pt>
                <c:pt idx="7">
                  <c:v>0.45432862067371088</c:v>
                </c:pt>
                <c:pt idx="8">
                  <c:v>0.44537925133640238</c:v>
                </c:pt>
                <c:pt idx="9">
                  <c:v>0.44531343502837423</c:v>
                </c:pt>
                <c:pt idx="10">
                  <c:v>0.50756853544493263</c:v>
                </c:pt>
                <c:pt idx="11">
                  <c:v>0.50709598627705932</c:v>
                </c:pt>
                <c:pt idx="12">
                  <c:v>0.44540607652299313</c:v>
                </c:pt>
                <c:pt idx="13">
                  <c:v>0.43752802947744701</c:v>
                </c:pt>
                <c:pt idx="14">
                  <c:v>0.43743055763305833</c:v>
                </c:pt>
                <c:pt idx="15">
                  <c:v>0.50071367537414391</c:v>
                </c:pt>
                <c:pt idx="16">
                  <c:v>0.50084038538064524</c:v>
                </c:pt>
                <c:pt idx="17">
                  <c:v>0.49619981605913671</c:v>
                </c:pt>
                <c:pt idx="18">
                  <c:v>0.54734510927234215</c:v>
                </c:pt>
                <c:pt idx="19">
                  <c:v>0.54747259610785104</c:v>
                </c:pt>
                <c:pt idx="20">
                  <c:v>0.54749050352200102</c:v>
                </c:pt>
                <c:pt idx="21">
                  <c:v>0.61801719649367404</c:v>
                </c:pt>
                <c:pt idx="22">
                  <c:v>0.61814735042604474</c:v>
                </c:pt>
                <c:pt idx="23">
                  <c:v>0.61809095300776584</c:v>
                </c:pt>
                <c:pt idx="24">
                  <c:v>0.61801719649367404</c:v>
                </c:pt>
                <c:pt idx="25">
                  <c:v>0.61807450623887938</c:v>
                </c:pt>
                <c:pt idx="26">
                  <c:v>0.5369732812748057</c:v>
                </c:pt>
                <c:pt idx="27">
                  <c:v>0.61264472977114681</c:v>
                </c:pt>
                <c:pt idx="28">
                  <c:v>0.61259676686406817</c:v>
                </c:pt>
                <c:pt idx="29">
                  <c:v>0.60542736860140534</c:v>
                </c:pt>
                <c:pt idx="30">
                  <c:v>0.74150202177436741</c:v>
                </c:pt>
                <c:pt idx="31">
                  <c:v>0.84590073793359044</c:v>
                </c:pt>
                <c:pt idx="32">
                  <c:v>0.88586751140233078</c:v>
                </c:pt>
                <c:pt idx="33">
                  <c:v>0.8463192849236576</c:v>
                </c:pt>
                <c:pt idx="34">
                  <c:v>0.84045690434216458</c:v>
                </c:pt>
                <c:pt idx="35">
                  <c:v>0.88186934327029209</c:v>
                </c:pt>
                <c:pt idx="36">
                  <c:v>0.88191978475653932</c:v>
                </c:pt>
                <c:pt idx="37">
                  <c:v>0.88191978475653932</c:v>
                </c:pt>
                <c:pt idx="38">
                  <c:v>0.92481236623397145</c:v>
                </c:pt>
                <c:pt idx="39">
                  <c:v>0.91682101113682013</c:v>
                </c:pt>
                <c:pt idx="40">
                  <c:v>0.87184341688215217</c:v>
                </c:pt>
                <c:pt idx="41">
                  <c:v>0.87184733410546966</c:v>
                </c:pt>
                <c:pt idx="42">
                  <c:v>0.87190767917521173</c:v>
                </c:pt>
                <c:pt idx="43">
                  <c:v>0.90632973266278982</c:v>
                </c:pt>
                <c:pt idx="44">
                  <c:v>0.9063475730739603</c:v>
                </c:pt>
                <c:pt idx="45">
                  <c:v>0.90632973266278982</c:v>
                </c:pt>
                <c:pt idx="46">
                  <c:v>0.90635487345396593</c:v>
                </c:pt>
                <c:pt idx="47">
                  <c:v>0.89703139526962428</c:v>
                </c:pt>
                <c:pt idx="48">
                  <c:v>0.89704903447944062</c:v>
                </c:pt>
                <c:pt idx="49">
                  <c:v>0.89709375429273885</c:v>
                </c:pt>
                <c:pt idx="50">
                  <c:v>0.94137030351529016</c:v>
                </c:pt>
                <c:pt idx="51">
                  <c:v>0.94128842871061857</c:v>
                </c:pt>
                <c:pt idx="52">
                  <c:v>0.93080329806075279</c:v>
                </c:pt>
                <c:pt idx="53">
                  <c:v>0.93090646498108043</c:v>
                </c:pt>
                <c:pt idx="54">
                  <c:v>0.93088678298606131</c:v>
                </c:pt>
                <c:pt idx="55">
                  <c:v>0.88426645621178879</c:v>
                </c:pt>
                <c:pt idx="56">
                  <c:v>0.91360112522716286</c:v>
                </c:pt>
                <c:pt idx="57">
                  <c:v>0.91360112522716286</c:v>
                </c:pt>
                <c:pt idx="58">
                  <c:v>0.91360112522716286</c:v>
                </c:pt>
                <c:pt idx="59">
                  <c:v>0.86453426929410926</c:v>
                </c:pt>
                <c:pt idx="60">
                  <c:v>0.8998965016430206</c:v>
                </c:pt>
                <c:pt idx="61">
                  <c:v>0.89998685767725373</c:v>
                </c:pt>
                <c:pt idx="62">
                  <c:v>0.89987035776157298</c:v>
                </c:pt>
                <c:pt idx="63">
                  <c:v>0.79963025534966692</c:v>
                </c:pt>
                <c:pt idx="64">
                  <c:v>0.84935496597160542</c:v>
                </c:pt>
                <c:pt idx="65">
                  <c:v>0.83420792590434467</c:v>
                </c:pt>
                <c:pt idx="66">
                  <c:v>0.88546928546811865</c:v>
                </c:pt>
                <c:pt idx="67">
                  <c:v>0.88532092394225137</c:v>
                </c:pt>
                <c:pt idx="68">
                  <c:v>0.88546928546811865</c:v>
                </c:pt>
                <c:pt idx="69">
                  <c:v>0.875279554781354</c:v>
                </c:pt>
                <c:pt idx="70">
                  <c:v>0.87534475648983412</c:v>
                </c:pt>
                <c:pt idx="71">
                  <c:v>0.91993589788714725</c:v>
                </c:pt>
                <c:pt idx="72">
                  <c:v>0.91989879371783623</c:v>
                </c:pt>
                <c:pt idx="73">
                  <c:v>0.92005776451854027</c:v>
                </c:pt>
                <c:pt idx="74">
                  <c:v>0.92441254418745433</c:v>
                </c:pt>
                <c:pt idx="75">
                  <c:v>0.90289735225778367</c:v>
                </c:pt>
                <c:pt idx="76">
                  <c:v>0.9244242433615838</c:v>
                </c:pt>
                <c:pt idx="77">
                  <c:v>0.9244242433615838</c:v>
                </c:pt>
                <c:pt idx="78">
                  <c:v>0.91386483587378442</c:v>
                </c:pt>
                <c:pt idx="79">
                  <c:v>0.94968585268042571</c:v>
                </c:pt>
                <c:pt idx="80">
                  <c:v>0.94974571127352658</c:v>
                </c:pt>
                <c:pt idx="81">
                  <c:v>0.95271926668027695</c:v>
                </c:pt>
                <c:pt idx="82">
                  <c:v>0.93570894150236794</c:v>
                </c:pt>
                <c:pt idx="83">
                  <c:v>0.9356798644507448</c:v>
                </c:pt>
                <c:pt idx="84">
                  <c:v>0.89511007451891311</c:v>
                </c:pt>
                <c:pt idx="85">
                  <c:v>0.89495866041217464</c:v>
                </c:pt>
                <c:pt idx="86">
                  <c:v>0.9356798644507448</c:v>
                </c:pt>
                <c:pt idx="87">
                  <c:v>0.921376249797624</c:v>
                </c:pt>
                <c:pt idx="88">
                  <c:v>0.9248916494900683</c:v>
                </c:pt>
                <c:pt idx="89">
                  <c:v>0.92514591669223734</c:v>
                </c:pt>
                <c:pt idx="90">
                  <c:v>0.96960771050923455</c:v>
                </c:pt>
                <c:pt idx="91">
                  <c:v>0.95173821154236116</c:v>
                </c:pt>
                <c:pt idx="92">
                  <c:v>0.9516214910186106</c:v>
                </c:pt>
                <c:pt idx="93">
                  <c:v>0.95171433528773408</c:v>
                </c:pt>
                <c:pt idx="94">
                  <c:v>0.95160314091355924</c:v>
                </c:pt>
                <c:pt idx="95">
                  <c:v>0.92867980817147811</c:v>
                </c:pt>
                <c:pt idx="96">
                  <c:v>0.92867016836240179</c:v>
                </c:pt>
                <c:pt idx="97">
                  <c:v>0.92880125520801771</c:v>
                </c:pt>
                <c:pt idx="98">
                  <c:v>0.95306397070735893</c:v>
                </c:pt>
                <c:pt idx="99">
                  <c:v>0.92879920649220771</c:v>
                </c:pt>
                <c:pt idx="100">
                  <c:v>0.91462867250042379</c:v>
                </c:pt>
                <c:pt idx="101">
                  <c:v>0.94167657117439885</c:v>
                </c:pt>
                <c:pt idx="102">
                  <c:v>0.91459695563417198</c:v>
                </c:pt>
                <c:pt idx="103">
                  <c:v>0.91462311468400781</c:v>
                </c:pt>
                <c:pt idx="104">
                  <c:v>0.89326181251225278</c:v>
                </c:pt>
                <c:pt idx="105">
                  <c:v>0.89311387348630478</c:v>
                </c:pt>
                <c:pt idx="106">
                  <c:v>0.89313594354940329</c:v>
                </c:pt>
                <c:pt idx="107">
                  <c:v>0.89309005512837913</c:v>
                </c:pt>
                <c:pt idx="108">
                  <c:v>0.8331952647990043</c:v>
                </c:pt>
                <c:pt idx="109">
                  <c:v>0.81023525759205761</c:v>
                </c:pt>
                <c:pt idx="110">
                  <c:v>0.81023525759205761</c:v>
                </c:pt>
                <c:pt idx="111">
                  <c:v>0.75933345466765345</c:v>
                </c:pt>
                <c:pt idx="112">
                  <c:v>0.81029528984572785</c:v>
                </c:pt>
                <c:pt idx="113">
                  <c:v>0.78624166702839782</c:v>
                </c:pt>
                <c:pt idx="114">
                  <c:v>0.73111655922691299</c:v>
                </c:pt>
                <c:pt idx="115">
                  <c:v>0.78232504101034894</c:v>
                </c:pt>
                <c:pt idx="116">
                  <c:v>0.73126322983221848</c:v>
                </c:pt>
                <c:pt idx="117">
                  <c:v>0.75888961446246717</c:v>
                </c:pt>
                <c:pt idx="118">
                  <c:v>0.76309932434523087</c:v>
                </c:pt>
                <c:pt idx="119">
                  <c:v>0.82449537522534488</c:v>
                </c:pt>
                <c:pt idx="120">
                  <c:v>0.82447540826292098</c:v>
                </c:pt>
                <c:pt idx="121">
                  <c:v>0.81093209114269571</c:v>
                </c:pt>
                <c:pt idx="122">
                  <c:v>0.81067760043559867</c:v>
                </c:pt>
                <c:pt idx="123">
                  <c:v>0.74620755103308722</c:v>
                </c:pt>
                <c:pt idx="124">
                  <c:v>0.68879869829190365</c:v>
                </c:pt>
                <c:pt idx="125">
                  <c:v>0.60503526915664596</c:v>
                </c:pt>
                <c:pt idx="126">
                  <c:v>0.58039665812793095</c:v>
                </c:pt>
                <c:pt idx="127">
                  <c:v>0.53516783439685534</c:v>
                </c:pt>
                <c:pt idx="128">
                  <c:v>0.5352370883375368</c:v>
                </c:pt>
                <c:pt idx="129">
                  <c:v>0.31802392696495574</c:v>
                </c:pt>
                <c:pt idx="130">
                  <c:v>0.44137433773261886</c:v>
                </c:pt>
                <c:pt idx="131">
                  <c:v>0.30323693087397197</c:v>
                </c:pt>
                <c:pt idx="132">
                  <c:v>0.38224036528758815</c:v>
                </c:pt>
                <c:pt idx="133">
                  <c:v>0.38235673657078234</c:v>
                </c:pt>
                <c:pt idx="134">
                  <c:v>0.366090471734486</c:v>
                </c:pt>
                <c:pt idx="135">
                  <c:v>0.36607182581429965</c:v>
                </c:pt>
                <c:pt idx="136">
                  <c:v>0.36607182581429965</c:v>
                </c:pt>
                <c:pt idx="137">
                  <c:v>0.25066720783636109</c:v>
                </c:pt>
                <c:pt idx="138">
                  <c:v>0.29050117748807303</c:v>
                </c:pt>
                <c:pt idx="139">
                  <c:v>0.27649551668926681</c:v>
                </c:pt>
                <c:pt idx="140">
                  <c:v>0.24165122804318193</c:v>
                </c:pt>
                <c:pt idx="141">
                  <c:v>0.28087782506985004</c:v>
                </c:pt>
                <c:pt idx="142">
                  <c:v>0.41495307542117416</c:v>
                </c:pt>
                <c:pt idx="143">
                  <c:v>0.40987337416034908</c:v>
                </c:pt>
                <c:pt idx="144">
                  <c:v>0.40982657529658695</c:v>
                </c:pt>
                <c:pt idx="145">
                  <c:v>0.40960480873930216</c:v>
                </c:pt>
                <c:pt idx="146">
                  <c:v>0.44702204362509623</c:v>
                </c:pt>
                <c:pt idx="147">
                  <c:v>0.44722315120204531</c:v>
                </c:pt>
                <c:pt idx="148">
                  <c:v>0.44656189112559813</c:v>
                </c:pt>
                <c:pt idx="149">
                  <c:v>0.34376188323838874</c:v>
                </c:pt>
                <c:pt idx="150">
                  <c:v>0.40633426574889947</c:v>
                </c:pt>
                <c:pt idx="151">
                  <c:v>0.40599486098742238</c:v>
                </c:pt>
                <c:pt idx="152">
                  <c:v>0.33663336734019467</c:v>
                </c:pt>
                <c:pt idx="153">
                  <c:v>0.33659925585033085</c:v>
                </c:pt>
                <c:pt idx="154">
                  <c:v>0.26251314123023178</c:v>
                </c:pt>
                <c:pt idx="155">
                  <c:v>0.2624253850951212</c:v>
                </c:pt>
                <c:pt idx="156">
                  <c:v>0.25542920246734474</c:v>
                </c:pt>
                <c:pt idx="157">
                  <c:v>0.25657721618559615</c:v>
                </c:pt>
                <c:pt idx="158">
                  <c:v>0.3304592378060357</c:v>
                </c:pt>
                <c:pt idx="159">
                  <c:v>0.33051418127812865</c:v>
                </c:pt>
                <c:pt idx="160">
                  <c:v>0.39423204709456816</c:v>
                </c:pt>
                <c:pt idx="161">
                  <c:v>0.39101792197108992</c:v>
                </c:pt>
                <c:pt idx="162">
                  <c:v>0.39068366290434636</c:v>
                </c:pt>
                <c:pt idx="163">
                  <c:v>0.32596209420558231</c:v>
                </c:pt>
                <c:pt idx="164">
                  <c:v>0.32584125763891397</c:v>
                </c:pt>
                <c:pt idx="165">
                  <c:v>0.3880906059489676</c:v>
                </c:pt>
                <c:pt idx="166">
                  <c:v>0.32243239988824457</c:v>
                </c:pt>
                <c:pt idx="167">
                  <c:v>0.38803155963126795</c:v>
                </c:pt>
                <c:pt idx="168">
                  <c:v>0.32225376577204623</c:v>
                </c:pt>
                <c:pt idx="169">
                  <c:v>0.31763867857518779</c:v>
                </c:pt>
                <c:pt idx="170">
                  <c:v>0.3179400498756681</c:v>
                </c:pt>
                <c:pt idx="171">
                  <c:v>0.38470598100767872</c:v>
                </c:pt>
                <c:pt idx="172">
                  <c:v>0.38440732841326453</c:v>
                </c:pt>
                <c:pt idx="173">
                  <c:v>0.38059841454921201</c:v>
                </c:pt>
                <c:pt idx="174">
                  <c:v>0.43450609291099734</c:v>
                </c:pt>
                <c:pt idx="175">
                  <c:v>0.43452030184865936</c:v>
                </c:pt>
                <c:pt idx="176">
                  <c:v>0.43535189728112444</c:v>
                </c:pt>
                <c:pt idx="177">
                  <c:v>0.43540610404364999</c:v>
                </c:pt>
                <c:pt idx="178">
                  <c:v>0.43456496283175705</c:v>
                </c:pt>
                <c:pt idx="179">
                  <c:v>0.43354196734760481</c:v>
                </c:pt>
                <c:pt idx="180">
                  <c:v>0.43404253553300182</c:v>
                </c:pt>
                <c:pt idx="181">
                  <c:v>0.43456496283175705</c:v>
                </c:pt>
                <c:pt idx="182">
                  <c:v>0.49845248288256383</c:v>
                </c:pt>
                <c:pt idx="183">
                  <c:v>0.43035217131462522</c:v>
                </c:pt>
                <c:pt idx="184">
                  <c:v>0.43087417454638577</c:v>
                </c:pt>
                <c:pt idx="185">
                  <c:v>0.43087417454638577</c:v>
                </c:pt>
                <c:pt idx="186">
                  <c:v>0.4308956555661862</c:v>
                </c:pt>
                <c:pt idx="187">
                  <c:v>0.42439769838835339</c:v>
                </c:pt>
                <c:pt idx="188">
                  <c:v>0.42491168993334688</c:v>
                </c:pt>
                <c:pt idx="189">
                  <c:v>0.49522669245285544</c:v>
                </c:pt>
                <c:pt idx="190">
                  <c:v>0.49522669245285544</c:v>
                </c:pt>
                <c:pt idx="191">
                  <c:v>0.49109889772075627</c:v>
                </c:pt>
                <c:pt idx="192">
                  <c:v>0.49012736819164349</c:v>
                </c:pt>
                <c:pt idx="193">
                  <c:v>0.41802491804441944</c:v>
                </c:pt>
                <c:pt idx="194">
                  <c:v>0.41850850640907544</c:v>
                </c:pt>
                <c:pt idx="195">
                  <c:v>0.41343470051083375</c:v>
                </c:pt>
                <c:pt idx="196">
                  <c:v>0.48620694744117765</c:v>
                </c:pt>
                <c:pt idx="197">
                  <c:v>0.55255700045884115</c:v>
                </c:pt>
                <c:pt idx="198">
                  <c:v>0.55308845562501008</c:v>
                </c:pt>
                <c:pt idx="199">
                  <c:v>0.55239173073087677</c:v>
                </c:pt>
                <c:pt idx="200">
                  <c:v>0.48321629589156551</c:v>
                </c:pt>
                <c:pt idx="201">
                  <c:v>0.4832857349268318</c:v>
                </c:pt>
                <c:pt idx="202">
                  <c:v>0.5490432943232525</c:v>
                </c:pt>
                <c:pt idx="203">
                  <c:v>0.54924529031688318</c:v>
                </c:pt>
                <c:pt idx="204">
                  <c:v>0.54634536257975941</c:v>
                </c:pt>
                <c:pt idx="205">
                  <c:v>0.54581015855265858</c:v>
                </c:pt>
                <c:pt idx="206">
                  <c:v>0.62551576683628252</c:v>
                </c:pt>
                <c:pt idx="207">
                  <c:v>0.62486343279989665</c:v>
                </c:pt>
                <c:pt idx="208">
                  <c:v>0.54632026447860305</c:v>
                </c:pt>
                <c:pt idx="209">
                  <c:v>0.62197683361271305</c:v>
                </c:pt>
                <c:pt idx="210">
                  <c:v>0.67978466942559534</c:v>
                </c:pt>
                <c:pt idx="211">
                  <c:v>0.67981359258153007</c:v>
                </c:pt>
                <c:pt idx="212">
                  <c:v>0.67978466942559534</c:v>
                </c:pt>
                <c:pt idx="213">
                  <c:v>0.67752750204659062</c:v>
                </c:pt>
                <c:pt idx="214">
                  <c:v>0.676983954566723</c:v>
                </c:pt>
                <c:pt idx="215">
                  <c:v>0.61566859790099082</c:v>
                </c:pt>
                <c:pt idx="216">
                  <c:v>0.6151593401991402</c:v>
                </c:pt>
                <c:pt idx="217">
                  <c:v>0.60677474487423166</c:v>
                </c:pt>
                <c:pt idx="218">
                  <c:v>0.52303888200369164</c:v>
                </c:pt>
                <c:pt idx="219">
                  <c:v>0.60648965415006506</c:v>
                </c:pt>
                <c:pt idx="220">
                  <c:v>0.66948681688726752</c:v>
                </c:pt>
                <c:pt idx="221">
                  <c:v>0.65757284583633613</c:v>
                </c:pt>
                <c:pt idx="222">
                  <c:v>0.65811343479434081</c:v>
                </c:pt>
                <c:pt idx="223">
                  <c:v>0.65789565295070052</c:v>
                </c:pt>
                <c:pt idx="224">
                  <c:v>0.65853359306754533</c:v>
                </c:pt>
              </c:numCache>
            </c:numRef>
          </c:val>
          <c:smooth val="0"/>
        </c:ser>
        <c:ser>
          <c:idx val="1"/>
          <c:order val="2"/>
          <c:tx>
            <c:strRef>
              <c:f>PoolRefinancible!$G$2</c:f>
              <c:strCache>
                <c:ptCount val="1"/>
                <c:pt idx="0">
                  <c:v>Loan with LLPA</c:v>
                </c:pt>
              </c:strCache>
            </c:strRef>
          </c:tx>
          <c:spPr>
            <a:ln w="19050">
              <a:solidFill>
                <a:srgbClr val="2E8A60"/>
              </a:solidFill>
            </a:ln>
          </c:spPr>
          <c:marker>
            <c:symbol val="none"/>
          </c:marker>
          <c:val>
            <c:numRef>
              <c:f>PoolRefinancible!$G$3:$G$227</c:f>
              <c:numCache>
                <c:formatCode>0%</c:formatCode>
                <c:ptCount val="225"/>
                <c:pt idx="0">
                  <c:v>0.28463940721984343</c:v>
                </c:pt>
                <c:pt idx="1">
                  <c:v>0.30326691494252433</c:v>
                </c:pt>
                <c:pt idx="2">
                  <c:v>0.28476877321432642</c:v>
                </c:pt>
                <c:pt idx="3">
                  <c:v>0.2846201863525834</c:v>
                </c:pt>
                <c:pt idx="4">
                  <c:v>0.24193364534957326</c:v>
                </c:pt>
                <c:pt idx="5">
                  <c:v>0.20177712502015799</c:v>
                </c:pt>
                <c:pt idx="6">
                  <c:v>0.21194639619399513</c:v>
                </c:pt>
                <c:pt idx="7">
                  <c:v>0.2296622233105281</c:v>
                </c:pt>
                <c:pt idx="8">
                  <c:v>0.22805396368099012</c:v>
                </c:pt>
                <c:pt idx="9">
                  <c:v>0.22800497750165782</c:v>
                </c:pt>
                <c:pt idx="10">
                  <c:v>0.26952651165647717</c:v>
                </c:pt>
                <c:pt idx="11">
                  <c:v>0.25273332689580402</c:v>
                </c:pt>
                <c:pt idx="12">
                  <c:v>0.22807581848396768</c:v>
                </c:pt>
                <c:pt idx="13">
                  <c:v>0.22629927187952814</c:v>
                </c:pt>
                <c:pt idx="14">
                  <c:v>0.22624072096473111</c:v>
                </c:pt>
                <c:pt idx="15">
                  <c:v>0.2512985264962686</c:v>
                </c:pt>
                <c:pt idx="16">
                  <c:v>0.25137722920486677</c:v>
                </c:pt>
                <c:pt idx="17">
                  <c:v>0.26857330186118961</c:v>
                </c:pt>
                <c:pt idx="18">
                  <c:v>0.32233793721061016</c:v>
                </c:pt>
                <c:pt idx="19">
                  <c:v>0.32249985215715632</c:v>
                </c:pt>
                <c:pt idx="20">
                  <c:v>0.32256622584809336</c:v>
                </c:pt>
                <c:pt idx="21">
                  <c:v>0.36014914447868307</c:v>
                </c:pt>
                <c:pt idx="22">
                  <c:v>0.38598811063501398</c:v>
                </c:pt>
                <c:pt idx="23">
                  <c:v>0.38593747737545009</c:v>
                </c:pt>
                <c:pt idx="24">
                  <c:v>0.36014914447868307</c:v>
                </c:pt>
                <c:pt idx="25">
                  <c:v>0.38497887844636058</c:v>
                </c:pt>
                <c:pt idx="26">
                  <c:v>0.32091685059597075</c:v>
                </c:pt>
                <c:pt idx="27">
                  <c:v>0.383025601933284</c:v>
                </c:pt>
                <c:pt idx="28">
                  <c:v>0.35799853895589562</c:v>
                </c:pt>
                <c:pt idx="29">
                  <c:v>0.35662695643050035</c:v>
                </c:pt>
                <c:pt idx="30">
                  <c:v>0.44152388004450221</c:v>
                </c:pt>
                <c:pt idx="31">
                  <c:v>0.56283322937311075</c:v>
                </c:pt>
                <c:pt idx="32">
                  <c:v>0.65725120433713646</c:v>
                </c:pt>
                <c:pt idx="33">
                  <c:v>0.60423363209899439</c:v>
                </c:pt>
                <c:pt idx="34">
                  <c:v>0.60140715225984098</c:v>
                </c:pt>
                <c:pt idx="35">
                  <c:v>0.67983551896838756</c:v>
                </c:pt>
                <c:pt idx="36">
                  <c:v>0.67993486944126125</c:v>
                </c:pt>
                <c:pt idx="37">
                  <c:v>0.67993486944126125</c:v>
                </c:pt>
                <c:pt idx="38">
                  <c:v>0.73138364057558247</c:v>
                </c:pt>
                <c:pt idx="39">
                  <c:v>0.71899866001218793</c:v>
                </c:pt>
                <c:pt idx="40">
                  <c:v>0.6410959583633683</c:v>
                </c:pt>
                <c:pt idx="41">
                  <c:v>0.66581224062715683</c:v>
                </c:pt>
                <c:pt idx="42">
                  <c:v>0.66595295657278242</c:v>
                </c:pt>
                <c:pt idx="43">
                  <c:v>0.70392552647182693</c:v>
                </c:pt>
                <c:pt idx="44">
                  <c:v>0.70394618436594358</c:v>
                </c:pt>
                <c:pt idx="45">
                  <c:v>0.70392552647182693</c:v>
                </c:pt>
                <c:pt idx="46">
                  <c:v>0.70396661640219049</c:v>
                </c:pt>
                <c:pt idx="47">
                  <c:v>0.69000379241839993</c:v>
                </c:pt>
                <c:pt idx="48">
                  <c:v>0.69002399417324023</c:v>
                </c:pt>
                <c:pt idx="49">
                  <c:v>0.69007408458163666</c:v>
                </c:pt>
                <c:pt idx="50">
                  <c:v>0.72186451896875248</c:v>
                </c:pt>
                <c:pt idx="51">
                  <c:v>0.72167534304727499</c:v>
                </c:pt>
                <c:pt idx="52">
                  <c:v>0.70942160362842166</c:v>
                </c:pt>
                <c:pt idx="53">
                  <c:v>0.71029190543434573</c:v>
                </c:pt>
                <c:pt idx="54">
                  <c:v>0.70950341028365815</c:v>
                </c:pt>
                <c:pt idx="55">
                  <c:v>0.6768466690798014</c:v>
                </c:pt>
                <c:pt idx="56">
                  <c:v>0.691794492463359</c:v>
                </c:pt>
                <c:pt idx="57">
                  <c:v>0.691794492463359</c:v>
                </c:pt>
                <c:pt idx="58">
                  <c:v>0.691794492463359</c:v>
                </c:pt>
                <c:pt idx="59">
                  <c:v>0.65880324187098283</c:v>
                </c:pt>
                <c:pt idx="60">
                  <c:v>0.6768042748029276</c:v>
                </c:pt>
                <c:pt idx="61">
                  <c:v>0.67687616474817947</c:v>
                </c:pt>
                <c:pt idx="62">
                  <c:v>0.67666690882866454</c:v>
                </c:pt>
                <c:pt idx="63">
                  <c:v>0.59032138856351324</c:v>
                </c:pt>
                <c:pt idx="64">
                  <c:v>0.64352631185007236</c:v>
                </c:pt>
                <c:pt idx="65">
                  <c:v>0.64723923967041441</c:v>
                </c:pt>
                <c:pt idx="66">
                  <c:v>0.70114627754493941</c:v>
                </c:pt>
                <c:pt idx="67">
                  <c:v>0.68067991850220211</c:v>
                </c:pt>
                <c:pt idx="68">
                  <c:v>0.70114627754493941</c:v>
                </c:pt>
                <c:pt idx="69">
                  <c:v>0.70888791690843067</c:v>
                </c:pt>
                <c:pt idx="70">
                  <c:v>0.70900581341869928</c:v>
                </c:pt>
                <c:pt idx="71">
                  <c:v>0.74206222053219018</c:v>
                </c:pt>
                <c:pt idx="72">
                  <c:v>0.74198992424051435</c:v>
                </c:pt>
                <c:pt idx="73">
                  <c:v>0.74214259096899848</c:v>
                </c:pt>
                <c:pt idx="74">
                  <c:v>0.78454877297076475</c:v>
                </c:pt>
                <c:pt idx="75">
                  <c:v>0.76165437928870827</c:v>
                </c:pt>
                <c:pt idx="76">
                  <c:v>0.78458904121756523</c:v>
                </c:pt>
                <c:pt idx="77">
                  <c:v>0.78458904121756523</c:v>
                </c:pt>
                <c:pt idx="78">
                  <c:v>0.7787052272593904</c:v>
                </c:pt>
                <c:pt idx="79">
                  <c:v>0.81145553697323414</c:v>
                </c:pt>
                <c:pt idx="80">
                  <c:v>0.81152752487539104</c:v>
                </c:pt>
                <c:pt idx="81">
                  <c:v>0.8279869924203217</c:v>
                </c:pt>
                <c:pt idx="82">
                  <c:v>0.79821644612468112</c:v>
                </c:pt>
                <c:pt idx="83">
                  <c:v>0.79815390760264004</c:v>
                </c:pt>
                <c:pt idx="84">
                  <c:v>0.77767208811206812</c:v>
                </c:pt>
                <c:pt idx="85">
                  <c:v>0.76370064895501943</c:v>
                </c:pt>
                <c:pt idx="86">
                  <c:v>0.79815390760264004</c:v>
                </c:pt>
                <c:pt idx="87">
                  <c:v>0.78544987095574126</c:v>
                </c:pt>
                <c:pt idx="88">
                  <c:v>0.78635808843680277</c:v>
                </c:pt>
                <c:pt idx="89">
                  <c:v>0.80445044367527219</c:v>
                </c:pt>
                <c:pt idx="90">
                  <c:v>0.85572735211332496</c:v>
                </c:pt>
                <c:pt idx="91">
                  <c:v>0.8367994340061099</c:v>
                </c:pt>
                <c:pt idx="92">
                  <c:v>0.81647343463882882</c:v>
                </c:pt>
                <c:pt idx="93">
                  <c:v>0.8364537448796312</c:v>
                </c:pt>
                <c:pt idx="94">
                  <c:v>0.8143557568992531</c:v>
                </c:pt>
                <c:pt idx="95">
                  <c:v>0.7903315811871281</c:v>
                </c:pt>
                <c:pt idx="96">
                  <c:v>0.78941596065900443</c:v>
                </c:pt>
                <c:pt idx="97">
                  <c:v>0.81158702805411931</c:v>
                </c:pt>
                <c:pt idx="98">
                  <c:v>0.83732764249868441</c:v>
                </c:pt>
                <c:pt idx="99">
                  <c:v>0.81158050245553093</c:v>
                </c:pt>
                <c:pt idx="100">
                  <c:v>0.79819422857128408</c:v>
                </c:pt>
                <c:pt idx="101">
                  <c:v>0.82430398544770933</c:v>
                </c:pt>
                <c:pt idx="102">
                  <c:v>0.79805276253561475</c:v>
                </c:pt>
                <c:pt idx="103">
                  <c:v>0.79817901661119839</c:v>
                </c:pt>
                <c:pt idx="104">
                  <c:v>0.77903280650246454</c:v>
                </c:pt>
                <c:pt idx="105">
                  <c:v>0.75573593713546339</c:v>
                </c:pt>
                <c:pt idx="106">
                  <c:v>0.7782961731296214</c:v>
                </c:pt>
                <c:pt idx="107">
                  <c:v>0.75445743013165401</c:v>
                </c:pt>
                <c:pt idx="108">
                  <c:v>0.70069200359610684</c:v>
                </c:pt>
                <c:pt idx="109">
                  <c:v>0.68066390920056685</c:v>
                </c:pt>
                <c:pt idx="110">
                  <c:v>0.68066390920056685</c:v>
                </c:pt>
                <c:pt idx="111">
                  <c:v>0.65848868988278741</c:v>
                </c:pt>
                <c:pt idx="112">
                  <c:v>0.68073059983518691</c:v>
                </c:pt>
                <c:pt idx="113">
                  <c:v>0.65724986454914325</c:v>
                </c:pt>
                <c:pt idx="114">
                  <c:v>0.62014045099909187</c:v>
                </c:pt>
                <c:pt idx="115">
                  <c:v>0.6562686953452237</c:v>
                </c:pt>
                <c:pt idx="116">
                  <c:v>0.63433556022178206</c:v>
                </c:pt>
                <c:pt idx="117">
                  <c:v>0.64025888760919014</c:v>
                </c:pt>
                <c:pt idx="118">
                  <c:v>0.6637730812462096</c:v>
                </c:pt>
                <c:pt idx="119">
                  <c:v>0.695622626584674</c:v>
                </c:pt>
                <c:pt idx="120">
                  <c:v>0.69553149400315528</c:v>
                </c:pt>
                <c:pt idx="121">
                  <c:v>0.71409535481591846</c:v>
                </c:pt>
                <c:pt idx="122">
                  <c:v>0.68515952942868741</c:v>
                </c:pt>
                <c:pt idx="123">
                  <c:v>0.6494790290250736</c:v>
                </c:pt>
                <c:pt idx="124">
                  <c:v>0.6051404208222666</c:v>
                </c:pt>
                <c:pt idx="125">
                  <c:v>0.52721345464386349</c:v>
                </c:pt>
                <c:pt idx="126">
                  <c:v>0.4891944540160782</c:v>
                </c:pt>
                <c:pt idx="127">
                  <c:v>0.46639665698988902</c:v>
                </c:pt>
                <c:pt idx="128">
                  <c:v>0.46645564331496181</c:v>
                </c:pt>
                <c:pt idx="129">
                  <c:v>0.24762221189085226</c:v>
                </c:pt>
                <c:pt idx="130">
                  <c:v>0.34116092459322267</c:v>
                </c:pt>
                <c:pt idx="131">
                  <c:v>0.21925196921871176</c:v>
                </c:pt>
                <c:pt idx="132">
                  <c:v>0.30618919991705607</c:v>
                </c:pt>
                <c:pt idx="133">
                  <c:v>0.30641559236172644</c:v>
                </c:pt>
                <c:pt idx="134">
                  <c:v>0.26247242102513602</c:v>
                </c:pt>
                <c:pt idx="135">
                  <c:v>0.26232322891763199</c:v>
                </c:pt>
                <c:pt idx="136">
                  <c:v>0.26232322891763199</c:v>
                </c:pt>
                <c:pt idx="137">
                  <c:v>0.1931798913236967</c:v>
                </c:pt>
                <c:pt idx="138">
                  <c:v>0.22914742259420434</c:v>
                </c:pt>
                <c:pt idx="139">
                  <c:v>0.20407660990880219</c:v>
                </c:pt>
                <c:pt idx="140">
                  <c:v>0.18764355995817586</c:v>
                </c:pt>
                <c:pt idx="141">
                  <c:v>0.2238872135619516</c:v>
                </c:pt>
                <c:pt idx="142">
                  <c:v>0.32122402612001461</c:v>
                </c:pt>
                <c:pt idx="143">
                  <c:v>0.34307700444970379</c:v>
                </c:pt>
                <c:pt idx="144">
                  <c:v>0.34303969168913079</c:v>
                </c:pt>
                <c:pt idx="145">
                  <c:v>0.31440034261436189</c:v>
                </c:pt>
                <c:pt idx="146">
                  <c:v>0.36543320460755224</c:v>
                </c:pt>
                <c:pt idx="147">
                  <c:v>0.38400936708573585</c:v>
                </c:pt>
                <c:pt idx="148">
                  <c:v>0.36033789770283325</c:v>
                </c:pt>
                <c:pt idx="149">
                  <c:v>0.27485742228516102</c:v>
                </c:pt>
                <c:pt idx="150">
                  <c:v>0.33691055631393624</c:v>
                </c:pt>
                <c:pt idx="151">
                  <c:v>0.30831604608005586</c:v>
                </c:pt>
                <c:pt idx="152">
                  <c:v>0.23676117392553889</c:v>
                </c:pt>
                <c:pt idx="153">
                  <c:v>0.23671874324760347</c:v>
                </c:pt>
                <c:pt idx="154">
                  <c:v>0.20585084911050922</c:v>
                </c:pt>
                <c:pt idx="155">
                  <c:v>0.20580376248650398</c:v>
                </c:pt>
                <c:pt idx="156">
                  <c:v>0.18277167291557561</c:v>
                </c:pt>
                <c:pt idx="157">
                  <c:v>0.1995598708648329</c:v>
                </c:pt>
                <c:pt idx="158">
                  <c:v>0.23136337362836862</c:v>
                </c:pt>
                <c:pt idx="159">
                  <c:v>0.23169665097660838</c:v>
                </c:pt>
                <c:pt idx="160">
                  <c:v>0.29474577349870773</c:v>
                </c:pt>
                <c:pt idx="161">
                  <c:v>0.31761815233915819</c:v>
                </c:pt>
                <c:pt idx="162">
                  <c:v>0.28995938501376983</c:v>
                </c:pt>
                <c:pt idx="163">
                  <c:v>0.25704564753531173</c:v>
                </c:pt>
                <c:pt idx="164">
                  <c:v>0.25682661220400127</c:v>
                </c:pt>
                <c:pt idx="165">
                  <c:v>0.2862432263746571</c:v>
                </c:pt>
                <c:pt idx="166">
                  <c:v>0.25311362033574425</c:v>
                </c:pt>
                <c:pt idx="167">
                  <c:v>0.28618346079129836</c:v>
                </c:pt>
                <c:pt idx="168">
                  <c:v>0.2529912660652664</c:v>
                </c:pt>
                <c:pt idx="169">
                  <c:v>0.22226173892798851</c:v>
                </c:pt>
                <c:pt idx="170">
                  <c:v>0.25193488777281597</c:v>
                </c:pt>
                <c:pt idx="171">
                  <c:v>0.28486963190417852</c:v>
                </c:pt>
                <c:pt idx="172">
                  <c:v>0.2847162826216843</c:v>
                </c:pt>
                <c:pt idx="173">
                  <c:v>0.28231972736522121</c:v>
                </c:pt>
                <c:pt idx="174">
                  <c:v>0.33562728951290161</c:v>
                </c:pt>
                <c:pt idx="175">
                  <c:v>0.33564994150270799</c:v>
                </c:pt>
                <c:pt idx="176">
                  <c:v>0.35800907395487891</c:v>
                </c:pt>
                <c:pt idx="177">
                  <c:v>0.35811856180138385</c:v>
                </c:pt>
                <c:pt idx="178">
                  <c:v>0.35629539343759348</c:v>
                </c:pt>
                <c:pt idx="179">
                  <c:v>0.33276240912323568</c:v>
                </c:pt>
                <c:pt idx="180">
                  <c:v>0.33298320890646194</c:v>
                </c:pt>
                <c:pt idx="181">
                  <c:v>0.35629539343759348</c:v>
                </c:pt>
                <c:pt idx="182">
                  <c:v>0.38510975967739758</c:v>
                </c:pt>
                <c:pt idx="183">
                  <c:v>0.32741444023701044</c:v>
                </c:pt>
                <c:pt idx="184">
                  <c:v>0.35110266556174058</c:v>
                </c:pt>
                <c:pt idx="185">
                  <c:v>0.35110266556174058</c:v>
                </c:pt>
                <c:pt idx="186">
                  <c:v>0.35114526360131104</c:v>
                </c:pt>
                <c:pt idx="187">
                  <c:v>0.3199331729306169</c:v>
                </c:pt>
                <c:pt idx="188">
                  <c:v>0.34372390880739873</c:v>
                </c:pt>
                <c:pt idx="189">
                  <c:v>0.37842109522047007</c:v>
                </c:pt>
                <c:pt idx="190">
                  <c:v>0.37842109522047007</c:v>
                </c:pt>
                <c:pt idx="191">
                  <c:v>0.37165910285507714</c:v>
                </c:pt>
                <c:pt idx="192">
                  <c:v>0.3711734763292962</c:v>
                </c:pt>
                <c:pt idx="193">
                  <c:v>0.31262849116425834</c:v>
                </c:pt>
                <c:pt idx="194">
                  <c:v>0.31284206209860954</c:v>
                </c:pt>
                <c:pt idx="195">
                  <c:v>0.32898554801574148</c:v>
                </c:pt>
                <c:pt idx="196">
                  <c:v>0.36357043577417181</c:v>
                </c:pt>
                <c:pt idx="197">
                  <c:v>0.43716239568675586</c:v>
                </c:pt>
                <c:pt idx="198">
                  <c:v>0.46855719956108682</c:v>
                </c:pt>
                <c:pt idx="199">
                  <c:v>0.43709492816271001</c:v>
                </c:pt>
                <c:pt idx="200">
                  <c:v>0.38755454680533724</c:v>
                </c:pt>
                <c:pt idx="201">
                  <c:v>0.3876856076600298</c:v>
                </c:pt>
                <c:pt idx="202">
                  <c:v>0.43020815046617</c:v>
                </c:pt>
                <c:pt idx="203">
                  <c:v>0.43039904065227119</c:v>
                </c:pt>
                <c:pt idx="204">
                  <c:v>0.45628100373039499</c:v>
                </c:pt>
                <c:pt idx="205">
                  <c:v>0.45567894153433269</c:v>
                </c:pt>
                <c:pt idx="206">
                  <c:v>0.49932545547497792</c:v>
                </c:pt>
                <c:pt idx="207">
                  <c:v>0.49889277729006254</c:v>
                </c:pt>
                <c:pt idx="208">
                  <c:v>0.45623015728134225</c:v>
                </c:pt>
                <c:pt idx="209">
                  <c:v>0.52521506611823021</c:v>
                </c:pt>
                <c:pt idx="210">
                  <c:v>0.59589441419972755</c:v>
                </c:pt>
                <c:pt idx="211">
                  <c:v>0.59596808480105368</c:v>
                </c:pt>
                <c:pt idx="212">
                  <c:v>0.59589441419972755</c:v>
                </c:pt>
                <c:pt idx="213">
                  <c:v>0.59044174111366599</c:v>
                </c:pt>
                <c:pt idx="214">
                  <c:v>0.56093530260459656</c:v>
                </c:pt>
                <c:pt idx="215">
                  <c:v>0.51672469270397592</c:v>
                </c:pt>
                <c:pt idx="216">
                  <c:v>0.48350846650958634</c:v>
                </c:pt>
                <c:pt idx="217">
                  <c:v>0.50718342258638915</c:v>
                </c:pt>
                <c:pt idx="218">
                  <c:v>0.43124435584172754</c:v>
                </c:pt>
                <c:pt idx="219">
                  <c:v>0.50666988212578556</c:v>
                </c:pt>
                <c:pt idx="220">
                  <c:v>0.55138762509375627</c:v>
                </c:pt>
                <c:pt idx="221">
                  <c:v>0.53682243639344718</c:v>
                </c:pt>
                <c:pt idx="222">
                  <c:v>0.56624534907007407</c:v>
                </c:pt>
                <c:pt idx="223">
                  <c:v>0.5369178318662613</c:v>
                </c:pt>
                <c:pt idx="224">
                  <c:v>0.56669393867683882</c:v>
                </c:pt>
              </c:numCache>
            </c:numRef>
          </c:val>
          <c:smooth val="0"/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223740672"/>
        <c:axId val="223742208"/>
      </c:lineChart>
      <c:dateAx>
        <c:axId val="223740672"/>
        <c:scaling>
          <c:orientation val="minMax"/>
        </c:scaling>
        <c:delete val="0"/>
        <c:axPos val="b"/>
        <c:numFmt formatCode="m/d/yyyy" sourceLinked="1"/>
        <c:majorTickMark val="out"/>
        <c:minorTickMark val="none"/>
        <c:tickLblPos val="nextTo"/>
        <c:crossAx val="223742208"/>
        <c:crosses val="autoZero"/>
        <c:auto val="1"/>
        <c:lblOffset val="100"/>
        <c:baseTimeUnit val="days"/>
        <c:majorUnit val="6"/>
        <c:majorTimeUnit val="months"/>
      </c:dateAx>
      <c:valAx>
        <c:axId val="223742208"/>
        <c:scaling>
          <c:orientation val="minMax"/>
        </c:scaling>
        <c:delete val="0"/>
        <c:axPos val="l"/>
        <c:majorGridlines/>
        <c:title>
          <c:tx>
            <c:rich>
              <a:bodyPr rot="-5400000" vert="horz"/>
              <a:lstStyle/>
              <a:p>
                <a:pPr>
                  <a:defRPr/>
                </a:pPr>
                <a:r>
                  <a:rPr lang="en-US"/>
                  <a:t> Refinancible</a:t>
                </a:r>
                <a:r>
                  <a:rPr lang="en-US" baseline="0"/>
                  <a:t> </a:t>
                </a:r>
                <a:r>
                  <a:rPr lang="en-US"/>
                  <a:t>Percentage</a:t>
                </a:r>
              </a:p>
            </c:rich>
          </c:tx>
          <c:layout/>
          <c:overlay val="0"/>
        </c:title>
        <c:numFmt formatCode="0%" sourceLinked="1"/>
        <c:majorTickMark val="out"/>
        <c:minorTickMark val="none"/>
        <c:tickLblPos val="nextTo"/>
        <c:crossAx val="223740672"/>
        <c:crosses val="autoZero"/>
        <c:crossBetween val="between"/>
      </c:valAx>
      <c:spPr>
        <a:ln>
          <a:solidFill>
            <a:schemeClr val="tx1"/>
          </a:solidFill>
        </a:ln>
      </c:spPr>
    </c:plotArea>
    <c:legend>
      <c:legendPos val="b"/>
      <c:layout/>
      <c:overlay val="0"/>
    </c:legend>
    <c:plotVisOnly val="1"/>
    <c:dispBlanksAs val="gap"/>
    <c:showDLblsOverMax val="0"/>
  </c:chart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0"/>
    <c:plotArea>
      <c:layout/>
      <c:lineChart>
        <c:grouping val="standard"/>
        <c:varyColors val="0"/>
        <c:ser>
          <c:idx val="0"/>
          <c:order val="0"/>
          <c:tx>
            <c:v>Pool Level</c:v>
          </c:tx>
          <c:spPr>
            <a:ln w="19050">
              <a:solidFill>
                <a:srgbClr val="2E398A"/>
              </a:solidFill>
            </a:ln>
          </c:spPr>
          <c:marker>
            <c:symbol val="none"/>
          </c:marker>
          <c:cat>
            <c:numRef>
              <c:f>PoolRefinancible!$B$3:$B$227</c:f>
              <c:numCache>
                <c:formatCode>m/d/yyyy</c:formatCode>
                <c:ptCount val="225"/>
                <c:pt idx="0">
                  <c:v>40549</c:v>
                </c:pt>
                <c:pt idx="1">
                  <c:v>40556</c:v>
                </c:pt>
                <c:pt idx="2">
                  <c:v>40563</c:v>
                </c:pt>
                <c:pt idx="3">
                  <c:v>40570</c:v>
                </c:pt>
                <c:pt idx="4">
                  <c:v>40577</c:v>
                </c:pt>
                <c:pt idx="5">
                  <c:v>40584</c:v>
                </c:pt>
                <c:pt idx="6">
                  <c:v>40591</c:v>
                </c:pt>
                <c:pt idx="7">
                  <c:v>40598</c:v>
                </c:pt>
                <c:pt idx="8">
                  <c:v>40605</c:v>
                </c:pt>
                <c:pt idx="9">
                  <c:v>40612</c:v>
                </c:pt>
                <c:pt idx="10">
                  <c:v>40619</c:v>
                </c:pt>
                <c:pt idx="11">
                  <c:v>40626</c:v>
                </c:pt>
                <c:pt idx="12">
                  <c:v>40633</c:v>
                </c:pt>
                <c:pt idx="13">
                  <c:v>40640</c:v>
                </c:pt>
                <c:pt idx="14">
                  <c:v>40647</c:v>
                </c:pt>
                <c:pt idx="15">
                  <c:v>40654</c:v>
                </c:pt>
                <c:pt idx="16">
                  <c:v>40661</c:v>
                </c:pt>
                <c:pt idx="17">
                  <c:v>40668</c:v>
                </c:pt>
                <c:pt idx="18">
                  <c:v>40675</c:v>
                </c:pt>
                <c:pt idx="19">
                  <c:v>40682</c:v>
                </c:pt>
                <c:pt idx="20">
                  <c:v>40689</c:v>
                </c:pt>
                <c:pt idx="21">
                  <c:v>40696</c:v>
                </c:pt>
                <c:pt idx="22">
                  <c:v>40703</c:v>
                </c:pt>
                <c:pt idx="23">
                  <c:v>40710</c:v>
                </c:pt>
                <c:pt idx="24">
                  <c:v>40717</c:v>
                </c:pt>
                <c:pt idx="25">
                  <c:v>40724</c:v>
                </c:pt>
                <c:pt idx="26">
                  <c:v>40731</c:v>
                </c:pt>
                <c:pt idx="27">
                  <c:v>40738</c:v>
                </c:pt>
                <c:pt idx="28">
                  <c:v>40745</c:v>
                </c:pt>
                <c:pt idx="29">
                  <c:v>40752</c:v>
                </c:pt>
                <c:pt idx="30">
                  <c:v>40759</c:v>
                </c:pt>
                <c:pt idx="31">
                  <c:v>40766</c:v>
                </c:pt>
                <c:pt idx="32">
                  <c:v>40773</c:v>
                </c:pt>
                <c:pt idx="33">
                  <c:v>40780</c:v>
                </c:pt>
                <c:pt idx="34">
                  <c:v>40787</c:v>
                </c:pt>
                <c:pt idx="35">
                  <c:v>40794</c:v>
                </c:pt>
                <c:pt idx="36">
                  <c:v>40801</c:v>
                </c:pt>
                <c:pt idx="37">
                  <c:v>40808</c:v>
                </c:pt>
                <c:pt idx="38">
                  <c:v>40815</c:v>
                </c:pt>
                <c:pt idx="39">
                  <c:v>40822</c:v>
                </c:pt>
                <c:pt idx="40">
                  <c:v>40829</c:v>
                </c:pt>
                <c:pt idx="41">
                  <c:v>40836</c:v>
                </c:pt>
                <c:pt idx="42">
                  <c:v>40843</c:v>
                </c:pt>
                <c:pt idx="43">
                  <c:v>40850</c:v>
                </c:pt>
                <c:pt idx="44">
                  <c:v>40857</c:v>
                </c:pt>
                <c:pt idx="45">
                  <c:v>40864</c:v>
                </c:pt>
                <c:pt idx="46">
                  <c:v>40870</c:v>
                </c:pt>
                <c:pt idx="47">
                  <c:v>40878</c:v>
                </c:pt>
                <c:pt idx="48">
                  <c:v>40885</c:v>
                </c:pt>
                <c:pt idx="49">
                  <c:v>40892</c:v>
                </c:pt>
                <c:pt idx="50">
                  <c:v>40899</c:v>
                </c:pt>
                <c:pt idx="51">
                  <c:v>40906</c:v>
                </c:pt>
                <c:pt idx="52">
                  <c:v>40913</c:v>
                </c:pt>
                <c:pt idx="53">
                  <c:v>40920</c:v>
                </c:pt>
                <c:pt idx="54">
                  <c:v>40927</c:v>
                </c:pt>
                <c:pt idx="55">
                  <c:v>40934</c:v>
                </c:pt>
                <c:pt idx="56">
                  <c:v>40941</c:v>
                </c:pt>
                <c:pt idx="57">
                  <c:v>40948</c:v>
                </c:pt>
                <c:pt idx="58">
                  <c:v>40955</c:v>
                </c:pt>
                <c:pt idx="59">
                  <c:v>40962</c:v>
                </c:pt>
                <c:pt idx="60">
                  <c:v>40969</c:v>
                </c:pt>
                <c:pt idx="61">
                  <c:v>40976</c:v>
                </c:pt>
                <c:pt idx="62">
                  <c:v>40983</c:v>
                </c:pt>
                <c:pt idx="63">
                  <c:v>40990</c:v>
                </c:pt>
                <c:pt idx="64">
                  <c:v>40997</c:v>
                </c:pt>
                <c:pt idx="65">
                  <c:v>41004</c:v>
                </c:pt>
                <c:pt idx="66">
                  <c:v>41011</c:v>
                </c:pt>
                <c:pt idx="67">
                  <c:v>41018</c:v>
                </c:pt>
                <c:pt idx="68">
                  <c:v>41025</c:v>
                </c:pt>
                <c:pt idx="69">
                  <c:v>41032</c:v>
                </c:pt>
                <c:pt idx="70">
                  <c:v>41039</c:v>
                </c:pt>
                <c:pt idx="71">
                  <c:v>41046</c:v>
                </c:pt>
                <c:pt idx="72">
                  <c:v>41053</c:v>
                </c:pt>
                <c:pt idx="73">
                  <c:v>41060</c:v>
                </c:pt>
                <c:pt idx="74">
                  <c:v>41067</c:v>
                </c:pt>
                <c:pt idx="75">
                  <c:v>41074</c:v>
                </c:pt>
                <c:pt idx="76">
                  <c:v>41081</c:v>
                </c:pt>
                <c:pt idx="77">
                  <c:v>41088</c:v>
                </c:pt>
                <c:pt idx="78">
                  <c:v>41095</c:v>
                </c:pt>
                <c:pt idx="79">
                  <c:v>41102</c:v>
                </c:pt>
                <c:pt idx="80">
                  <c:v>41109</c:v>
                </c:pt>
                <c:pt idx="81">
                  <c:v>41116</c:v>
                </c:pt>
                <c:pt idx="82">
                  <c:v>41123</c:v>
                </c:pt>
                <c:pt idx="83">
                  <c:v>41130</c:v>
                </c:pt>
                <c:pt idx="84">
                  <c:v>41137</c:v>
                </c:pt>
                <c:pt idx="85">
                  <c:v>41144</c:v>
                </c:pt>
                <c:pt idx="86">
                  <c:v>41151</c:v>
                </c:pt>
                <c:pt idx="87">
                  <c:v>41158</c:v>
                </c:pt>
                <c:pt idx="88">
                  <c:v>41165</c:v>
                </c:pt>
                <c:pt idx="89">
                  <c:v>41172</c:v>
                </c:pt>
                <c:pt idx="90">
                  <c:v>41179</c:v>
                </c:pt>
                <c:pt idx="91">
                  <c:v>41186</c:v>
                </c:pt>
                <c:pt idx="92">
                  <c:v>41193</c:v>
                </c:pt>
                <c:pt idx="93">
                  <c:v>41200</c:v>
                </c:pt>
                <c:pt idx="94">
                  <c:v>41207</c:v>
                </c:pt>
                <c:pt idx="95">
                  <c:v>41214</c:v>
                </c:pt>
                <c:pt idx="96">
                  <c:v>41221</c:v>
                </c:pt>
                <c:pt idx="97">
                  <c:v>41228</c:v>
                </c:pt>
                <c:pt idx="98">
                  <c:v>41234</c:v>
                </c:pt>
                <c:pt idx="99">
                  <c:v>41242</c:v>
                </c:pt>
                <c:pt idx="100">
                  <c:v>41249</c:v>
                </c:pt>
                <c:pt idx="101">
                  <c:v>41256</c:v>
                </c:pt>
                <c:pt idx="102">
                  <c:v>41263</c:v>
                </c:pt>
                <c:pt idx="103">
                  <c:v>41270</c:v>
                </c:pt>
                <c:pt idx="104">
                  <c:v>41277</c:v>
                </c:pt>
                <c:pt idx="105">
                  <c:v>41284</c:v>
                </c:pt>
                <c:pt idx="106">
                  <c:v>41291</c:v>
                </c:pt>
                <c:pt idx="107">
                  <c:v>41298</c:v>
                </c:pt>
                <c:pt idx="108">
                  <c:v>41305</c:v>
                </c:pt>
                <c:pt idx="109">
                  <c:v>41312</c:v>
                </c:pt>
                <c:pt idx="110">
                  <c:v>41319</c:v>
                </c:pt>
                <c:pt idx="111">
                  <c:v>41326</c:v>
                </c:pt>
                <c:pt idx="112">
                  <c:v>41333</c:v>
                </c:pt>
                <c:pt idx="113">
                  <c:v>41340</c:v>
                </c:pt>
                <c:pt idx="114">
                  <c:v>41347</c:v>
                </c:pt>
                <c:pt idx="115">
                  <c:v>41354</c:v>
                </c:pt>
                <c:pt idx="116">
                  <c:v>41361</c:v>
                </c:pt>
                <c:pt idx="117">
                  <c:v>41368</c:v>
                </c:pt>
                <c:pt idx="118">
                  <c:v>41375</c:v>
                </c:pt>
                <c:pt idx="119">
                  <c:v>41382</c:v>
                </c:pt>
                <c:pt idx="120">
                  <c:v>41389</c:v>
                </c:pt>
                <c:pt idx="121">
                  <c:v>41396</c:v>
                </c:pt>
                <c:pt idx="122">
                  <c:v>41403</c:v>
                </c:pt>
                <c:pt idx="123">
                  <c:v>41410</c:v>
                </c:pt>
                <c:pt idx="124">
                  <c:v>41417</c:v>
                </c:pt>
                <c:pt idx="125">
                  <c:v>41424</c:v>
                </c:pt>
                <c:pt idx="126">
                  <c:v>41431</c:v>
                </c:pt>
                <c:pt idx="127">
                  <c:v>41438</c:v>
                </c:pt>
                <c:pt idx="128">
                  <c:v>41445</c:v>
                </c:pt>
                <c:pt idx="129">
                  <c:v>41452</c:v>
                </c:pt>
                <c:pt idx="130">
                  <c:v>41458</c:v>
                </c:pt>
                <c:pt idx="131">
                  <c:v>41466</c:v>
                </c:pt>
                <c:pt idx="132">
                  <c:v>41473</c:v>
                </c:pt>
                <c:pt idx="133">
                  <c:v>41480</c:v>
                </c:pt>
                <c:pt idx="134">
                  <c:v>41487</c:v>
                </c:pt>
                <c:pt idx="135">
                  <c:v>41494</c:v>
                </c:pt>
                <c:pt idx="136">
                  <c:v>41501</c:v>
                </c:pt>
                <c:pt idx="137">
                  <c:v>41508</c:v>
                </c:pt>
                <c:pt idx="138">
                  <c:v>41515</c:v>
                </c:pt>
                <c:pt idx="139">
                  <c:v>41522</c:v>
                </c:pt>
                <c:pt idx="140">
                  <c:v>41529</c:v>
                </c:pt>
                <c:pt idx="141">
                  <c:v>41536</c:v>
                </c:pt>
                <c:pt idx="142">
                  <c:v>41543</c:v>
                </c:pt>
                <c:pt idx="143">
                  <c:v>41550</c:v>
                </c:pt>
                <c:pt idx="144">
                  <c:v>41557</c:v>
                </c:pt>
                <c:pt idx="145">
                  <c:v>41564</c:v>
                </c:pt>
                <c:pt idx="146">
                  <c:v>41571</c:v>
                </c:pt>
                <c:pt idx="147">
                  <c:v>41578</c:v>
                </c:pt>
                <c:pt idx="148">
                  <c:v>41585</c:v>
                </c:pt>
                <c:pt idx="149">
                  <c:v>41592</c:v>
                </c:pt>
                <c:pt idx="150">
                  <c:v>41599</c:v>
                </c:pt>
                <c:pt idx="151">
                  <c:v>41605</c:v>
                </c:pt>
                <c:pt idx="152">
                  <c:v>41613</c:v>
                </c:pt>
                <c:pt idx="153">
                  <c:v>41620</c:v>
                </c:pt>
                <c:pt idx="154">
                  <c:v>41627</c:v>
                </c:pt>
                <c:pt idx="155">
                  <c:v>41634</c:v>
                </c:pt>
                <c:pt idx="156">
                  <c:v>41641</c:v>
                </c:pt>
                <c:pt idx="157">
                  <c:v>41648</c:v>
                </c:pt>
                <c:pt idx="158">
                  <c:v>41655</c:v>
                </c:pt>
                <c:pt idx="159">
                  <c:v>41662</c:v>
                </c:pt>
                <c:pt idx="160">
                  <c:v>41669</c:v>
                </c:pt>
                <c:pt idx="161">
                  <c:v>41676</c:v>
                </c:pt>
                <c:pt idx="162">
                  <c:v>41683</c:v>
                </c:pt>
                <c:pt idx="163">
                  <c:v>41690</c:v>
                </c:pt>
                <c:pt idx="164">
                  <c:v>41697</c:v>
                </c:pt>
                <c:pt idx="165">
                  <c:v>41704</c:v>
                </c:pt>
                <c:pt idx="166">
                  <c:v>41711</c:v>
                </c:pt>
                <c:pt idx="167">
                  <c:v>41718</c:v>
                </c:pt>
                <c:pt idx="168">
                  <c:v>41725</c:v>
                </c:pt>
                <c:pt idx="169">
                  <c:v>41732</c:v>
                </c:pt>
                <c:pt idx="170">
                  <c:v>41739</c:v>
                </c:pt>
                <c:pt idx="171">
                  <c:v>41746</c:v>
                </c:pt>
                <c:pt idx="172">
                  <c:v>41753</c:v>
                </c:pt>
                <c:pt idx="173">
                  <c:v>41760</c:v>
                </c:pt>
                <c:pt idx="174">
                  <c:v>41767</c:v>
                </c:pt>
                <c:pt idx="175">
                  <c:v>41774</c:v>
                </c:pt>
                <c:pt idx="176">
                  <c:v>41781</c:v>
                </c:pt>
                <c:pt idx="177">
                  <c:v>41788</c:v>
                </c:pt>
                <c:pt idx="178">
                  <c:v>41795</c:v>
                </c:pt>
                <c:pt idx="179">
                  <c:v>41802</c:v>
                </c:pt>
                <c:pt idx="180">
                  <c:v>41809</c:v>
                </c:pt>
                <c:pt idx="181">
                  <c:v>41816</c:v>
                </c:pt>
                <c:pt idx="182">
                  <c:v>41823</c:v>
                </c:pt>
                <c:pt idx="183">
                  <c:v>41830</c:v>
                </c:pt>
                <c:pt idx="184">
                  <c:v>41837</c:v>
                </c:pt>
                <c:pt idx="185">
                  <c:v>41844</c:v>
                </c:pt>
                <c:pt idx="186">
                  <c:v>41851</c:v>
                </c:pt>
                <c:pt idx="187">
                  <c:v>41858</c:v>
                </c:pt>
                <c:pt idx="188">
                  <c:v>41865</c:v>
                </c:pt>
                <c:pt idx="189">
                  <c:v>41872</c:v>
                </c:pt>
                <c:pt idx="190">
                  <c:v>41879</c:v>
                </c:pt>
                <c:pt idx="191">
                  <c:v>41886</c:v>
                </c:pt>
                <c:pt idx="192">
                  <c:v>41893</c:v>
                </c:pt>
                <c:pt idx="193">
                  <c:v>41900</c:v>
                </c:pt>
                <c:pt idx="194">
                  <c:v>41907</c:v>
                </c:pt>
                <c:pt idx="195">
                  <c:v>41914</c:v>
                </c:pt>
                <c:pt idx="196">
                  <c:v>41921</c:v>
                </c:pt>
                <c:pt idx="197">
                  <c:v>41928</c:v>
                </c:pt>
                <c:pt idx="198">
                  <c:v>41935</c:v>
                </c:pt>
                <c:pt idx="199">
                  <c:v>41942</c:v>
                </c:pt>
                <c:pt idx="200">
                  <c:v>41949</c:v>
                </c:pt>
                <c:pt idx="201">
                  <c:v>41956</c:v>
                </c:pt>
                <c:pt idx="202">
                  <c:v>41963</c:v>
                </c:pt>
                <c:pt idx="203">
                  <c:v>41969</c:v>
                </c:pt>
                <c:pt idx="204">
                  <c:v>41977</c:v>
                </c:pt>
                <c:pt idx="205">
                  <c:v>41984</c:v>
                </c:pt>
                <c:pt idx="206">
                  <c:v>41991</c:v>
                </c:pt>
                <c:pt idx="207">
                  <c:v>41997</c:v>
                </c:pt>
                <c:pt idx="208">
                  <c:v>42004</c:v>
                </c:pt>
                <c:pt idx="209">
                  <c:v>42012</c:v>
                </c:pt>
                <c:pt idx="210">
                  <c:v>42019</c:v>
                </c:pt>
                <c:pt idx="211">
                  <c:v>42026</c:v>
                </c:pt>
                <c:pt idx="212">
                  <c:v>42033</c:v>
                </c:pt>
                <c:pt idx="213">
                  <c:v>42040</c:v>
                </c:pt>
                <c:pt idx="214">
                  <c:v>42047</c:v>
                </c:pt>
                <c:pt idx="215">
                  <c:v>42054</c:v>
                </c:pt>
                <c:pt idx="216">
                  <c:v>42061</c:v>
                </c:pt>
                <c:pt idx="217">
                  <c:v>42068</c:v>
                </c:pt>
                <c:pt idx="218">
                  <c:v>42075</c:v>
                </c:pt>
                <c:pt idx="219">
                  <c:v>42082</c:v>
                </c:pt>
                <c:pt idx="220">
                  <c:v>42089</c:v>
                </c:pt>
                <c:pt idx="221">
                  <c:v>42096</c:v>
                </c:pt>
                <c:pt idx="222">
                  <c:v>42103</c:v>
                </c:pt>
                <c:pt idx="223">
                  <c:v>42110</c:v>
                </c:pt>
                <c:pt idx="224">
                  <c:v>42117</c:v>
                </c:pt>
              </c:numCache>
            </c:numRef>
          </c:cat>
          <c:val>
            <c:numRef>
              <c:f>PoolRefinancible!$C$3:$C$227</c:f>
              <c:numCache>
                <c:formatCode>0%</c:formatCode>
                <c:ptCount val="225"/>
                <c:pt idx="0">
                  <c:v>0.62402170072443153</c:v>
                </c:pt>
                <c:pt idx="1">
                  <c:v>0.62817294477626939</c:v>
                </c:pt>
                <c:pt idx="2">
                  <c:v>0.62597730951219899</c:v>
                </c:pt>
                <c:pt idx="3">
                  <c:v>0.62392159162868732</c:v>
                </c:pt>
                <c:pt idx="4">
                  <c:v>0.60653142223595213</c:v>
                </c:pt>
                <c:pt idx="5">
                  <c:v>0.50868797673712363</c:v>
                </c:pt>
                <c:pt idx="6">
                  <c:v>0.52965901814335548</c:v>
                </c:pt>
                <c:pt idx="7">
                  <c:v>0.57709503787578109</c:v>
                </c:pt>
                <c:pt idx="8">
                  <c:v>0.59224775585706535</c:v>
                </c:pt>
                <c:pt idx="9">
                  <c:v>0.59090570789662444</c:v>
                </c:pt>
                <c:pt idx="10">
                  <c:v>0.60261779474869925</c:v>
                </c:pt>
                <c:pt idx="11">
                  <c:v>0.59950595681897523</c:v>
                </c:pt>
                <c:pt idx="12">
                  <c:v>0.593225708201635</c:v>
                </c:pt>
                <c:pt idx="13">
                  <c:v>0.58542144661011908</c:v>
                </c:pt>
                <c:pt idx="14">
                  <c:v>0.58155199492979581</c:v>
                </c:pt>
                <c:pt idx="15">
                  <c:v>0.59356262313394537</c:v>
                </c:pt>
                <c:pt idx="16">
                  <c:v>0.59445921362542997</c:v>
                </c:pt>
                <c:pt idx="17">
                  <c:v>0.59391131067456038</c:v>
                </c:pt>
                <c:pt idx="18">
                  <c:v>0.60662155942020002</c:v>
                </c:pt>
                <c:pt idx="19">
                  <c:v>0.61264076908113763</c:v>
                </c:pt>
                <c:pt idx="20">
                  <c:v>0.61599363608099678</c:v>
                </c:pt>
                <c:pt idx="21">
                  <c:v>0.66311590107349083</c:v>
                </c:pt>
                <c:pt idx="22">
                  <c:v>0.74517189360077984</c:v>
                </c:pt>
                <c:pt idx="23">
                  <c:v>0.72397022872334449</c:v>
                </c:pt>
                <c:pt idx="24">
                  <c:v>0.66311590107349083</c:v>
                </c:pt>
                <c:pt idx="25">
                  <c:v>0.69050447134038251</c:v>
                </c:pt>
                <c:pt idx="26">
                  <c:v>0.60410549631050647</c:v>
                </c:pt>
                <c:pt idx="27">
                  <c:v>0.684475421712615</c:v>
                </c:pt>
                <c:pt idx="28">
                  <c:v>0.66675683999516944</c:v>
                </c:pt>
                <c:pt idx="29">
                  <c:v>0.61660059317974736</c:v>
                </c:pt>
                <c:pt idx="30">
                  <c:v>0.81803711941746404</c:v>
                </c:pt>
                <c:pt idx="31">
                  <c:v>0.83404184296119399</c:v>
                </c:pt>
                <c:pt idx="32">
                  <c:v>0.86117434904403212</c:v>
                </c:pt>
                <c:pt idx="33">
                  <c:v>0.84714025108084823</c:v>
                </c:pt>
                <c:pt idx="34">
                  <c:v>0.84129278814437181</c:v>
                </c:pt>
                <c:pt idx="35">
                  <c:v>0.87859103936280614</c:v>
                </c:pt>
                <c:pt idx="36">
                  <c:v>0.90242289630359074</c:v>
                </c:pt>
                <c:pt idx="37">
                  <c:v>0.90242289630359074</c:v>
                </c:pt>
                <c:pt idx="38">
                  <c:v>0.94644262124543443</c:v>
                </c:pt>
                <c:pt idx="39">
                  <c:v>0.96725200604215567</c:v>
                </c:pt>
                <c:pt idx="40">
                  <c:v>0.84917694017596268</c:v>
                </c:pt>
                <c:pt idx="41">
                  <c:v>0.85635864773186432</c:v>
                </c:pt>
                <c:pt idx="42">
                  <c:v>0.86512672485653175</c:v>
                </c:pt>
                <c:pt idx="43">
                  <c:v>0.93485323798856346</c:v>
                </c:pt>
                <c:pt idx="44">
                  <c:v>0.94404770550683115</c:v>
                </c:pt>
                <c:pt idx="45">
                  <c:v>0.93485323798856346</c:v>
                </c:pt>
                <c:pt idx="46">
                  <c:v>0.94997170807452469</c:v>
                </c:pt>
                <c:pt idx="47">
                  <c:v>0.91542628506626045</c:v>
                </c:pt>
                <c:pt idx="48">
                  <c:v>0.9248746068169833</c:v>
                </c:pt>
                <c:pt idx="49">
                  <c:v>0.93969161247928745</c:v>
                </c:pt>
                <c:pt idx="50">
                  <c:v>0.9601958662364245</c:v>
                </c:pt>
                <c:pt idx="51">
                  <c:v>0.94762260030460288</c:v>
                </c:pt>
                <c:pt idx="52">
                  <c:v>0.94481773750585774</c:v>
                </c:pt>
                <c:pt idx="53">
                  <c:v>0.95320351892281485</c:v>
                </c:pt>
                <c:pt idx="54">
                  <c:v>0.95182771809710431</c:v>
                </c:pt>
                <c:pt idx="55">
                  <c:v>0.91861521434498927</c:v>
                </c:pt>
                <c:pt idx="56">
                  <c:v>0.94107838104995334</c:v>
                </c:pt>
                <c:pt idx="57">
                  <c:v>0.94107838104995334</c:v>
                </c:pt>
                <c:pt idx="58">
                  <c:v>0.94107838104995334</c:v>
                </c:pt>
                <c:pt idx="59">
                  <c:v>0.90921329115869776</c:v>
                </c:pt>
                <c:pt idx="60">
                  <c:v>0.91584710240533518</c:v>
                </c:pt>
                <c:pt idx="61">
                  <c:v>0.91902765125865959</c:v>
                </c:pt>
                <c:pt idx="62">
                  <c:v>0.90514599034862198</c:v>
                </c:pt>
                <c:pt idx="63">
                  <c:v>0.78959380464288376</c:v>
                </c:pt>
                <c:pt idx="64">
                  <c:v>0.87490910290764468</c:v>
                </c:pt>
                <c:pt idx="65">
                  <c:v>0.86928745494692716</c:v>
                </c:pt>
                <c:pt idx="66">
                  <c:v>0.90849340717481886</c:v>
                </c:pt>
                <c:pt idx="67">
                  <c:v>0.9034983903169389</c:v>
                </c:pt>
                <c:pt idx="68">
                  <c:v>0.90849340717481886</c:v>
                </c:pt>
                <c:pt idx="69">
                  <c:v>0.89225108632442729</c:v>
                </c:pt>
                <c:pt idx="70">
                  <c:v>0.89337268606647302</c:v>
                </c:pt>
                <c:pt idx="71">
                  <c:v>0.8948997967143093</c:v>
                </c:pt>
                <c:pt idx="72">
                  <c:v>0.89443957907281746</c:v>
                </c:pt>
                <c:pt idx="73">
                  <c:v>0.89512122084695944</c:v>
                </c:pt>
                <c:pt idx="74">
                  <c:v>0.8920195449585564</c:v>
                </c:pt>
                <c:pt idx="75">
                  <c:v>0.88667449797815956</c:v>
                </c:pt>
                <c:pt idx="76">
                  <c:v>0.89407594990163874</c:v>
                </c:pt>
                <c:pt idx="77">
                  <c:v>0.89407594990163874</c:v>
                </c:pt>
                <c:pt idx="78">
                  <c:v>0.8819114104860859</c:v>
                </c:pt>
                <c:pt idx="79">
                  <c:v>0.94551237246929465</c:v>
                </c:pt>
                <c:pt idx="80">
                  <c:v>0.97186924857158052</c:v>
                </c:pt>
                <c:pt idx="81">
                  <c:v>0.98451993370244106</c:v>
                </c:pt>
                <c:pt idx="82">
                  <c:v>0.9385222539497815</c:v>
                </c:pt>
                <c:pt idx="83">
                  <c:v>0.92408794393225557</c:v>
                </c:pt>
                <c:pt idx="84">
                  <c:v>0.88445471641937157</c:v>
                </c:pt>
                <c:pt idx="85">
                  <c:v>0.85694996797233836</c:v>
                </c:pt>
                <c:pt idx="86">
                  <c:v>0.92408794393225557</c:v>
                </c:pt>
                <c:pt idx="87">
                  <c:v>0.91761037893987563</c:v>
                </c:pt>
                <c:pt idx="88">
                  <c:v>0.94047646256577366</c:v>
                </c:pt>
                <c:pt idx="89">
                  <c:v>0.95891425076544745</c:v>
                </c:pt>
                <c:pt idx="90">
                  <c:v>0.96459917415866681</c:v>
                </c:pt>
                <c:pt idx="91">
                  <c:v>0.95362908529618629</c:v>
                </c:pt>
                <c:pt idx="92">
                  <c:v>0.95159604304738465</c:v>
                </c:pt>
                <c:pt idx="93">
                  <c:v>0.95277295236812309</c:v>
                </c:pt>
                <c:pt idx="94">
                  <c:v>0.95079229345734595</c:v>
                </c:pt>
                <c:pt idx="95">
                  <c:v>0.92571311512973709</c:v>
                </c:pt>
                <c:pt idx="96">
                  <c:v>0.9252942527060104</c:v>
                </c:pt>
                <c:pt idx="97">
                  <c:v>0.92772026190850965</c:v>
                </c:pt>
                <c:pt idx="98">
                  <c:v>0.9299301195282087</c:v>
                </c:pt>
                <c:pt idx="99">
                  <c:v>0.92756020040727527</c:v>
                </c:pt>
                <c:pt idx="100">
                  <c:v>0.9105479087849232</c:v>
                </c:pt>
                <c:pt idx="101">
                  <c:v>0.9126136851792267</c:v>
                </c:pt>
                <c:pt idx="102">
                  <c:v>0.90965157918840345</c:v>
                </c:pt>
                <c:pt idx="103">
                  <c:v>0.91018597538933266</c:v>
                </c:pt>
                <c:pt idx="104">
                  <c:v>0.88829814088555981</c:v>
                </c:pt>
                <c:pt idx="105">
                  <c:v>0.88507237465236011</c:v>
                </c:pt>
                <c:pt idx="106">
                  <c:v>0.88631407683414742</c:v>
                </c:pt>
                <c:pt idx="107">
                  <c:v>0.88379536104531342</c:v>
                </c:pt>
                <c:pt idx="108">
                  <c:v>0.84748759806752005</c:v>
                </c:pt>
                <c:pt idx="109">
                  <c:v>0.79744674672768578</c:v>
                </c:pt>
                <c:pt idx="110">
                  <c:v>0.79744674672768578</c:v>
                </c:pt>
                <c:pt idx="111">
                  <c:v>0.75767121274967097</c:v>
                </c:pt>
                <c:pt idx="112">
                  <c:v>0.81599621049204552</c:v>
                </c:pt>
                <c:pt idx="113">
                  <c:v>0.81254588826988361</c:v>
                </c:pt>
                <c:pt idx="114">
                  <c:v>0.70260073761186825</c:v>
                </c:pt>
                <c:pt idx="115">
                  <c:v>0.76832708554350626</c:v>
                </c:pt>
                <c:pt idx="116">
                  <c:v>0.73085022058809757</c:v>
                </c:pt>
                <c:pt idx="117">
                  <c:v>0.74812714109915845</c:v>
                </c:pt>
                <c:pt idx="118">
                  <c:v>0.81951890925716175</c:v>
                </c:pt>
                <c:pt idx="119">
                  <c:v>0.8263799320049966</c:v>
                </c:pt>
                <c:pt idx="120">
                  <c:v>0.82478602429419701</c:v>
                </c:pt>
                <c:pt idx="121">
                  <c:v>0.81686282095814366</c:v>
                </c:pt>
                <c:pt idx="122">
                  <c:v>0.80807149473903783</c:v>
                </c:pt>
                <c:pt idx="123">
                  <c:v>0.77783403735744605</c:v>
                </c:pt>
                <c:pt idx="124">
                  <c:v>0.69528028144531095</c:v>
                </c:pt>
                <c:pt idx="125">
                  <c:v>0.63267241864898449</c:v>
                </c:pt>
                <c:pt idx="126">
                  <c:v>0.60569175356282723</c:v>
                </c:pt>
                <c:pt idx="127">
                  <c:v>0.57343184072471942</c:v>
                </c:pt>
                <c:pt idx="128">
                  <c:v>0.58795254732817659</c:v>
                </c:pt>
                <c:pt idx="129">
                  <c:v>0.39082116641682313</c:v>
                </c:pt>
                <c:pt idx="130">
                  <c:v>0.4330864642120939</c:v>
                </c:pt>
                <c:pt idx="131">
                  <c:v>0.31856955774356621</c:v>
                </c:pt>
                <c:pt idx="132">
                  <c:v>0.42624975952077765</c:v>
                </c:pt>
                <c:pt idx="133">
                  <c:v>0.42922629610906576</c:v>
                </c:pt>
                <c:pt idx="134">
                  <c:v>0.40917398895537016</c:v>
                </c:pt>
                <c:pt idx="135">
                  <c:v>0.40797811985401045</c:v>
                </c:pt>
                <c:pt idx="136">
                  <c:v>0.40797811985401045</c:v>
                </c:pt>
                <c:pt idx="137">
                  <c:v>0.28211495793674252</c:v>
                </c:pt>
                <c:pt idx="138">
                  <c:v>0.32707732602530493</c:v>
                </c:pt>
                <c:pt idx="139">
                  <c:v>0.2818649256036454</c:v>
                </c:pt>
                <c:pt idx="140">
                  <c:v>0.27463010199382165</c:v>
                </c:pt>
                <c:pt idx="141">
                  <c:v>0.33277831045649614</c:v>
                </c:pt>
                <c:pt idx="142">
                  <c:v>0.40445747526612724</c:v>
                </c:pt>
                <c:pt idx="143">
                  <c:v>0.41528178559290679</c:v>
                </c:pt>
                <c:pt idx="144">
                  <c:v>0.41314719259777027</c:v>
                </c:pt>
                <c:pt idx="145">
                  <c:v>0.40232481590336117</c:v>
                </c:pt>
                <c:pt idx="146">
                  <c:v>0.43156912924668556</c:v>
                </c:pt>
                <c:pt idx="147">
                  <c:v>0.4605405147219428</c:v>
                </c:pt>
                <c:pt idx="148">
                  <c:v>0.42159370418067171</c:v>
                </c:pt>
                <c:pt idx="149">
                  <c:v>0.38756459325455095</c:v>
                </c:pt>
                <c:pt idx="150">
                  <c:v>0.41410653536495057</c:v>
                </c:pt>
                <c:pt idx="151">
                  <c:v>0.3969981593322805</c:v>
                </c:pt>
                <c:pt idx="152">
                  <c:v>0.37338021104571051</c:v>
                </c:pt>
                <c:pt idx="153">
                  <c:v>0.3707206267478419</c:v>
                </c:pt>
                <c:pt idx="154">
                  <c:v>0.33974567777608206</c:v>
                </c:pt>
                <c:pt idx="155">
                  <c:v>0.33029809597210952</c:v>
                </c:pt>
                <c:pt idx="156">
                  <c:v>0.26212623729092371</c:v>
                </c:pt>
                <c:pt idx="157">
                  <c:v>0.2902260049252946</c:v>
                </c:pt>
                <c:pt idx="158">
                  <c:v>0.36774882579493112</c:v>
                </c:pt>
                <c:pt idx="159">
                  <c:v>0.37084428304329614</c:v>
                </c:pt>
                <c:pt idx="160">
                  <c:v>0.38160196936392621</c:v>
                </c:pt>
                <c:pt idx="161">
                  <c:v>0.40068103493110224</c:v>
                </c:pt>
                <c:pt idx="162">
                  <c:v>0.38532630107916044</c:v>
                </c:pt>
                <c:pt idx="163">
                  <c:v>0.3755719775185945</c:v>
                </c:pt>
                <c:pt idx="164">
                  <c:v>0.36967404481869215</c:v>
                </c:pt>
                <c:pt idx="165">
                  <c:v>0.38316963725836589</c:v>
                </c:pt>
                <c:pt idx="166">
                  <c:v>0.36933430427665681</c:v>
                </c:pt>
                <c:pt idx="167">
                  <c:v>0.38030249532079374</c:v>
                </c:pt>
                <c:pt idx="168">
                  <c:v>0.36565400061256043</c:v>
                </c:pt>
                <c:pt idx="169">
                  <c:v>0.35521926568999218</c:v>
                </c:pt>
                <c:pt idx="170">
                  <c:v>0.36683376695248865</c:v>
                </c:pt>
                <c:pt idx="171">
                  <c:v>0.38166972699665563</c:v>
                </c:pt>
                <c:pt idx="172">
                  <c:v>0.37393962817107157</c:v>
                </c:pt>
                <c:pt idx="173">
                  <c:v>0.37360583835556432</c:v>
                </c:pt>
                <c:pt idx="174">
                  <c:v>0.40975674753773905</c:v>
                </c:pt>
                <c:pt idx="175">
                  <c:v>0.4132153406951769</c:v>
                </c:pt>
                <c:pt idx="176">
                  <c:v>0.44799454346559853</c:v>
                </c:pt>
                <c:pt idx="177">
                  <c:v>0.46362020494951672</c:v>
                </c:pt>
                <c:pt idx="178">
                  <c:v>0.46847875373528863</c:v>
                </c:pt>
                <c:pt idx="179">
                  <c:v>0.41096738430920449</c:v>
                </c:pt>
                <c:pt idx="180">
                  <c:v>0.42635938692148717</c:v>
                </c:pt>
                <c:pt idx="181">
                  <c:v>0.46847875373528863</c:v>
                </c:pt>
                <c:pt idx="182">
                  <c:v>0.48178321750260522</c:v>
                </c:pt>
                <c:pt idx="183">
                  <c:v>0.42147742037560049</c:v>
                </c:pt>
                <c:pt idx="184">
                  <c:v>0.45155296827836544</c:v>
                </c:pt>
                <c:pt idx="185">
                  <c:v>0.45155296827836544</c:v>
                </c:pt>
                <c:pt idx="186">
                  <c:v>0.45923072088835232</c:v>
                </c:pt>
                <c:pt idx="187">
                  <c:v>0.42413376349642812</c:v>
                </c:pt>
                <c:pt idx="188">
                  <c:v>0.45575254137027688</c:v>
                </c:pt>
                <c:pt idx="189">
                  <c:v>0.49084413664233395</c:v>
                </c:pt>
                <c:pt idx="190">
                  <c:v>0.49084413664233395</c:v>
                </c:pt>
                <c:pt idx="191">
                  <c:v>0.4873264191007175</c:v>
                </c:pt>
                <c:pt idx="192">
                  <c:v>0.4741591952243816</c:v>
                </c:pt>
                <c:pt idx="193">
                  <c:v>0.3981672862675662</c:v>
                </c:pt>
                <c:pt idx="194">
                  <c:v>0.41373230170663788</c:v>
                </c:pt>
                <c:pt idx="195">
                  <c:v>0.43232059685066798</c:v>
                </c:pt>
                <c:pt idx="196">
                  <c:v>0.47165449273347226</c:v>
                </c:pt>
                <c:pt idx="197">
                  <c:v>0.57517284737260799</c:v>
                </c:pt>
                <c:pt idx="198">
                  <c:v>0.58745733896979668</c:v>
                </c:pt>
                <c:pt idx="199">
                  <c:v>0.57181297396619646</c:v>
                </c:pt>
                <c:pt idx="200">
                  <c:v>0.54857982917990311</c:v>
                </c:pt>
                <c:pt idx="201">
                  <c:v>0.55497671209744126</c:v>
                </c:pt>
                <c:pt idx="202">
                  <c:v>0.56606721089043732</c:v>
                </c:pt>
                <c:pt idx="203">
                  <c:v>0.57290983086857539</c:v>
                </c:pt>
                <c:pt idx="204">
                  <c:v>0.59279776197128353</c:v>
                </c:pt>
                <c:pt idx="205">
                  <c:v>0.5786710507683992</c:v>
                </c:pt>
                <c:pt idx="206">
                  <c:v>0.6155496963810797</c:v>
                </c:pt>
                <c:pt idx="207">
                  <c:v>0.60574636223541978</c:v>
                </c:pt>
                <c:pt idx="208">
                  <c:v>0.59072795930158906</c:v>
                </c:pt>
                <c:pt idx="209">
                  <c:v>0.63580141506138355</c:v>
                </c:pt>
                <c:pt idx="210">
                  <c:v>0.66264885680249008</c:v>
                </c:pt>
                <c:pt idx="211">
                  <c:v>0.66474126748702123</c:v>
                </c:pt>
                <c:pt idx="212">
                  <c:v>0.66264885680249008</c:v>
                </c:pt>
                <c:pt idx="213">
                  <c:v>0.68438167594716182</c:v>
                </c:pt>
                <c:pt idx="214">
                  <c:v>0.64890841265420796</c:v>
                </c:pt>
                <c:pt idx="215">
                  <c:v>0.62651628119673453</c:v>
                </c:pt>
                <c:pt idx="216">
                  <c:v>0.61098575112407738</c:v>
                </c:pt>
                <c:pt idx="217">
                  <c:v>0.61966926616186646</c:v>
                </c:pt>
                <c:pt idx="218">
                  <c:v>0.57559445438514367</c:v>
                </c:pt>
                <c:pt idx="219">
                  <c:v>0.60937196228640689</c:v>
                </c:pt>
                <c:pt idx="220">
                  <c:v>0.64195316325793905</c:v>
                </c:pt>
                <c:pt idx="221">
                  <c:v>0.62778439660000751</c:v>
                </c:pt>
                <c:pt idx="222">
                  <c:v>0.64459292642165245</c:v>
                </c:pt>
                <c:pt idx="223">
                  <c:v>0.63055503904182508</c:v>
                </c:pt>
                <c:pt idx="224">
                  <c:v>0.64951370522505292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PoolRefinancible!$G$2</c:f>
              <c:strCache>
                <c:ptCount val="1"/>
                <c:pt idx="0">
                  <c:v>Loan with LLPA</c:v>
                </c:pt>
              </c:strCache>
            </c:strRef>
          </c:tx>
          <c:spPr>
            <a:ln w="19050">
              <a:solidFill>
                <a:srgbClr val="AD275C"/>
              </a:solidFill>
            </a:ln>
          </c:spPr>
          <c:marker>
            <c:symbol val="none"/>
          </c:marker>
          <c:val>
            <c:numRef>
              <c:f>PoolRefinancible!$G$3:$G$227</c:f>
              <c:numCache>
                <c:formatCode>0%</c:formatCode>
                <c:ptCount val="225"/>
                <c:pt idx="0">
                  <c:v>0.28463940721984343</c:v>
                </c:pt>
                <c:pt idx="1">
                  <c:v>0.30326691494252433</c:v>
                </c:pt>
                <c:pt idx="2">
                  <c:v>0.28476877321432642</c:v>
                </c:pt>
                <c:pt idx="3">
                  <c:v>0.2846201863525834</c:v>
                </c:pt>
                <c:pt idx="4">
                  <c:v>0.24193364534957326</c:v>
                </c:pt>
                <c:pt idx="5">
                  <c:v>0.20177712502015799</c:v>
                </c:pt>
                <c:pt idx="6">
                  <c:v>0.21194639619399513</c:v>
                </c:pt>
                <c:pt idx="7">
                  <c:v>0.2296622233105281</c:v>
                </c:pt>
                <c:pt idx="8">
                  <c:v>0.22805396368099012</c:v>
                </c:pt>
                <c:pt idx="9">
                  <c:v>0.22800497750165782</c:v>
                </c:pt>
                <c:pt idx="10">
                  <c:v>0.26952651165647717</c:v>
                </c:pt>
                <c:pt idx="11">
                  <c:v>0.25273332689580402</c:v>
                </c:pt>
                <c:pt idx="12">
                  <c:v>0.22807581848396768</c:v>
                </c:pt>
                <c:pt idx="13">
                  <c:v>0.22629927187952814</c:v>
                </c:pt>
                <c:pt idx="14">
                  <c:v>0.22624072096473111</c:v>
                </c:pt>
                <c:pt idx="15">
                  <c:v>0.2512985264962686</c:v>
                </c:pt>
                <c:pt idx="16">
                  <c:v>0.25137722920486677</c:v>
                </c:pt>
                <c:pt idx="17">
                  <c:v>0.26857330186118961</c:v>
                </c:pt>
                <c:pt idx="18">
                  <c:v>0.32233793721061016</c:v>
                </c:pt>
                <c:pt idx="19">
                  <c:v>0.32249985215715632</c:v>
                </c:pt>
                <c:pt idx="20">
                  <c:v>0.32256622584809336</c:v>
                </c:pt>
                <c:pt idx="21">
                  <c:v>0.36014914447868307</c:v>
                </c:pt>
                <c:pt idx="22">
                  <c:v>0.38598811063501398</c:v>
                </c:pt>
                <c:pt idx="23">
                  <c:v>0.38593747737545009</c:v>
                </c:pt>
                <c:pt idx="24">
                  <c:v>0.36014914447868307</c:v>
                </c:pt>
                <c:pt idx="25">
                  <c:v>0.38497887844636058</c:v>
                </c:pt>
                <c:pt idx="26">
                  <c:v>0.32091685059597075</c:v>
                </c:pt>
                <c:pt idx="27">
                  <c:v>0.383025601933284</c:v>
                </c:pt>
                <c:pt idx="28">
                  <c:v>0.35799853895589562</c:v>
                </c:pt>
                <c:pt idx="29">
                  <c:v>0.35662695643050035</c:v>
                </c:pt>
                <c:pt idx="30">
                  <c:v>0.44152388004450221</c:v>
                </c:pt>
                <c:pt idx="31">
                  <c:v>0.56283322937311075</c:v>
                </c:pt>
                <c:pt idx="32">
                  <c:v>0.65725120433713646</c:v>
                </c:pt>
                <c:pt idx="33">
                  <c:v>0.60423363209899439</c:v>
                </c:pt>
                <c:pt idx="34">
                  <c:v>0.60140715225984098</c:v>
                </c:pt>
                <c:pt idx="35">
                  <c:v>0.67983551896838756</c:v>
                </c:pt>
                <c:pt idx="36">
                  <c:v>0.67993486944126125</c:v>
                </c:pt>
                <c:pt idx="37">
                  <c:v>0.67993486944126125</c:v>
                </c:pt>
                <c:pt idx="38">
                  <c:v>0.73138364057558247</c:v>
                </c:pt>
                <c:pt idx="39">
                  <c:v>0.71899866001218793</c:v>
                </c:pt>
                <c:pt idx="40">
                  <c:v>0.6410959583633683</c:v>
                </c:pt>
                <c:pt idx="41">
                  <c:v>0.66581224062715683</c:v>
                </c:pt>
                <c:pt idx="42">
                  <c:v>0.66595295657278242</c:v>
                </c:pt>
                <c:pt idx="43">
                  <c:v>0.70392552647182693</c:v>
                </c:pt>
                <c:pt idx="44">
                  <c:v>0.70394618436594358</c:v>
                </c:pt>
                <c:pt idx="45">
                  <c:v>0.70392552647182693</c:v>
                </c:pt>
                <c:pt idx="46">
                  <c:v>0.70396661640219049</c:v>
                </c:pt>
                <c:pt idx="47">
                  <c:v>0.69000379241839993</c:v>
                </c:pt>
                <c:pt idx="48">
                  <c:v>0.69002399417324023</c:v>
                </c:pt>
                <c:pt idx="49">
                  <c:v>0.69007408458163666</c:v>
                </c:pt>
                <c:pt idx="50">
                  <c:v>0.72186451896875248</c:v>
                </c:pt>
                <c:pt idx="51">
                  <c:v>0.72167534304727499</c:v>
                </c:pt>
                <c:pt idx="52">
                  <c:v>0.70942160362842166</c:v>
                </c:pt>
                <c:pt idx="53">
                  <c:v>0.71029190543434573</c:v>
                </c:pt>
                <c:pt idx="54">
                  <c:v>0.70950341028365815</c:v>
                </c:pt>
                <c:pt idx="55">
                  <c:v>0.6768466690798014</c:v>
                </c:pt>
                <c:pt idx="56">
                  <c:v>0.691794492463359</c:v>
                </c:pt>
                <c:pt idx="57">
                  <c:v>0.691794492463359</c:v>
                </c:pt>
                <c:pt idx="58">
                  <c:v>0.691794492463359</c:v>
                </c:pt>
                <c:pt idx="59">
                  <c:v>0.65880324187098283</c:v>
                </c:pt>
                <c:pt idx="60">
                  <c:v>0.6768042748029276</c:v>
                </c:pt>
                <c:pt idx="61">
                  <c:v>0.67687616474817947</c:v>
                </c:pt>
                <c:pt idx="62">
                  <c:v>0.67666690882866454</c:v>
                </c:pt>
                <c:pt idx="63">
                  <c:v>0.59032138856351324</c:v>
                </c:pt>
                <c:pt idx="64">
                  <c:v>0.64352631185007236</c:v>
                </c:pt>
                <c:pt idx="65">
                  <c:v>0.64723923967041441</c:v>
                </c:pt>
                <c:pt idx="66">
                  <c:v>0.70114627754493941</c:v>
                </c:pt>
                <c:pt idx="67">
                  <c:v>0.68067991850220211</c:v>
                </c:pt>
                <c:pt idx="68">
                  <c:v>0.70114627754493941</c:v>
                </c:pt>
                <c:pt idx="69">
                  <c:v>0.70888791690843067</c:v>
                </c:pt>
                <c:pt idx="70">
                  <c:v>0.70900581341869928</c:v>
                </c:pt>
                <c:pt idx="71">
                  <c:v>0.74206222053219018</c:v>
                </c:pt>
                <c:pt idx="72">
                  <c:v>0.74198992424051435</c:v>
                </c:pt>
                <c:pt idx="73">
                  <c:v>0.74214259096899848</c:v>
                </c:pt>
                <c:pt idx="74">
                  <c:v>0.78454877297076475</c:v>
                </c:pt>
                <c:pt idx="75">
                  <c:v>0.76165437928870827</c:v>
                </c:pt>
                <c:pt idx="76">
                  <c:v>0.78458904121756523</c:v>
                </c:pt>
                <c:pt idx="77">
                  <c:v>0.78458904121756523</c:v>
                </c:pt>
                <c:pt idx="78">
                  <c:v>0.7787052272593904</c:v>
                </c:pt>
                <c:pt idx="79">
                  <c:v>0.81145553697323414</c:v>
                </c:pt>
                <c:pt idx="80">
                  <c:v>0.81152752487539104</c:v>
                </c:pt>
                <c:pt idx="81">
                  <c:v>0.8279869924203217</c:v>
                </c:pt>
                <c:pt idx="82">
                  <c:v>0.79821644612468112</c:v>
                </c:pt>
                <c:pt idx="83">
                  <c:v>0.79815390760264004</c:v>
                </c:pt>
                <c:pt idx="84">
                  <c:v>0.77767208811206812</c:v>
                </c:pt>
                <c:pt idx="85">
                  <c:v>0.76370064895501943</c:v>
                </c:pt>
                <c:pt idx="86">
                  <c:v>0.79815390760264004</c:v>
                </c:pt>
                <c:pt idx="87">
                  <c:v>0.78544987095574126</c:v>
                </c:pt>
                <c:pt idx="88">
                  <c:v>0.78635808843680277</c:v>
                </c:pt>
                <c:pt idx="89">
                  <c:v>0.80445044367527219</c:v>
                </c:pt>
                <c:pt idx="90">
                  <c:v>0.85572735211332496</c:v>
                </c:pt>
                <c:pt idx="91">
                  <c:v>0.8367994340061099</c:v>
                </c:pt>
                <c:pt idx="92">
                  <c:v>0.81647343463882882</c:v>
                </c:pt>
                <c:pt idx="93">
                  <c:v>0.8364537448796312</c:v>
                </c:pt>
                <c:pt idx="94">
                  <c:v>0.8143557568992531</c:v>
                </c:pt>
                <c:pt idx="95">
                  <c:v>0.7903315811871281</c:v>
                </c:pt>
                <c:pt idx="96">
                  <c:v>0.78941596065900443</c:v>
                </c:pt>
                <c:pt idx="97">
                  <c:v>0.81158702805411931</c:v>
                </c:pt>
                <c:pt idx="98">
                  <c:v>0.83732764249868441</c:v>
                </c:pt>
                <c:pt idx="99">
                  <c:v>0.81158050245553093</c:v>
                </c:pt>
                <c:pt idx="100">
                  <c:v>0.79819422857128408</c:v>
                </c:pt>
                <c:pt idx="101">
                  <c:v>0.82430398544770933</c:v>
                </c:pt>
                <c:pt idx="102">
                  <c:v>0.79805276253561475</c:v>
                </c:pt>
                <c:pt idx="103">
                  <c:v>0.79817901661119839</c:v>
                </c:pt>
                <c:pt idx="104">
                  <c:v>0.77903280650246454</c:v>
                </c:pt>
                <c:pt idx="105">
                  <c:v>0.75573593713546339</c:v>
                </c:pt>
                <c:pt idx="106">
                  <c:v>0.7782961731296214</c:v>
                </c:pt>
                <c:pt idx="107">
                  <c:v>0.75445743013165401</c:v>
                </c:pt>
                <c:pt idx="108">
                  <c:v>0.70069200359610684</c:v>
                </c:pt>
                <c:pt idx="109">
                  <c:v>0.68066390920056685</c:v>
                </c:pt>
                <c:pt idx="110">
                  <c:v>0.68066390920056685</c:v>
                </c:pt>
                <c:pt idx="111">
                  <c:v>0.65848868988278741</c:v>
                </c:pt>
                <c:pt idx="112">
                  <c:v>0.68073059983518691</c:v>
                </c:pt>
                <c:pt idx="113">
                  <c:v>0.65724986454914325</c:v>
                </c:pt>
                <c:pt idx="114">
                  <c:v>0.62014045099909187</c:v>
                </c:pt>
                <c:pt idx="115">
                  <c:v>0.6562686953452237</c:v>
                </c:pt>
                <c:pt idx="116">
                  <c:v>0.63433556022178206</c:v>
                </c:pt>
                <c:pt idx="117">
                  <c:v>0.64025888760919014</c:v>
                </c:pt>
                <c:pt idx="118">
                  <c:v>0.6637730812462096</c:v>
                </c:pt>
                <c:pt idx="119">
                  <c:v>0.695622626584674</c:v>
                </c:pt>
                <c:pt idx="120">
                  <c:v>0.69553149400315528</c:v>
                </c:pt>
                <c:pt idx="121">
                  <c:v>0.71409535481591846</c:v>
                </c:pt>
                <c:pt idx="122">
                  <c:v>0.68515952942868741</c:v>
                </c:pt>
                <c:pt idx="123">
                  <c:v>0.6494790290250736</c:v>
                </c:pt>
                <c:pt idx="124">
                  <c:v>0.6051404208222666</c:v>
                </c:pt>
                <c:pt idx="125">
                  <c:v>0.52721345464386349</c:v>
                </c:pt>
                <c:pt idx="126">
                  <c:v>0.4891944540160782</c:v>
                </c:pt>
                <c:pt idx="127">
                  <c:v>0.46639665698988902</c:v>
                </c:pt>
                <c:pt idx="128">
                  <c:v>0.46645564331496181</c:v>
                </c:pt>
                <c:pt idx="129">
                  <c:v>0.24762221189085226</c:v>
                </c:pt>
                <c:pt idx="130">
                  <c:v>0.34116092459322267</c:v>
                </c:pt>
                <c:pt idx="131">
                  <c:v>0.21925196921871176</c:v>
                </c:pt>
                <c:pt idx="132">
                  <c:v>0.30618919991705607</c:v>
                </c:pt>
                <c:pt idx="133">
                  <c:v>0.30641559236172644</c:v>
                </c:pt>
                <c:pt idx="134">
                  <c:v>0.26247242102513602</c:v>
                </c:pt>
                <c:pt idx="135">
                  <c:v>0.26232322891763199</c:v>
                </c:pt>
                <c:pt idx="136">
                  <c:v>0.26232322891763199</c:v>
                </c:pt>
                <c:pt idx="137">
                  <c:v>0.1931798913236967</c:v>
                </c:pt>
                <c:pt idx="138">
                  <c:v>0.22914742259420434</c:v>
                </c:pt>
                <c:pt idx="139">
                  <c:v>0.20407660990880219</c:v>
                </c:pt>
                <c:pt idx="140">
                  <c:v>0.18764355995817586</c:v>
                </c:pt>
                <c:pt idx="141">
                  <c:v>0.2238872135619516</c:v>
                </c:pt>
                <c:pt idx="142">
                  <c:v>0.32122402612001461</c:v>
                </c:pt>
                <c:pt idx="143">
                  <c:v>0.34307700444970379</c:v>
                </c:pt>
                <c:pt idx="144">
                  <c:v>0.34303969168913079</c:v>
                </c:pt>
                <c:pt idx="145">
                  <c:v>0.31440034261436189</c:v>
                </c:pt>
                <c:pt idx="146">
                  <c:v>0.36543320460755224</c:v>
                </c:pt>
                <c:pt idx="147">
                  <c:v>0.38400936708573585</c:v>
                </c:pt>
                <c:pt idx="148">
                  <c:v>0.36033789770283325</c:v>
                </c:pt>
                <c:pt idx="149">
                  <c:v>0.27485742228516102</c:v>
                </c:pt>
                <c:pt idx="150">
                  <c:v>0.33691055631393624</c:v>
                </c:pt>
                <c:pt idx="151">
                  <c:v>0.30831604608005586</c:v>
                </c:pt>
                <c:pt idx="152">
                  <c:v>0.23676117392553889</c:v>
                </c:pt>
                <c:pt idx="153">
                  <c:v>0.23671874324760347</c:v>
                </c:pt>
                <c:pt idx="154">
                  <c:v>0.20585084911050922</c:v>
                </c:pt>
                <c:pt idx="155">
                  <c:v>0.20580376248650398</c:v>
                </c:pt>
                <c:pt idx="156">
                  <c:v>0.18277167291557561</c:v>
                </c:pt>
                <c:pt idx="157">
                  <c:v>0.1995598708648329</c:v>
                </c:pt>
                <c:pt idx="158">
                  <c:v>0.23136337362836862</c:v>
                </c:pt>
                <c:pt idx="159">
                  <c:v>0.23169665097660838</c:v>
                </c:pt>
                <c:pt idx="160">
                  <c:v>0.29474577349870773</c:v>
                </c:pt>
                <c:pt idx="161">
                  <c:v>0.31761815233915819</c:v>
                </c:pt>
                <c:pt idx="162">
                  <c:v>0.28995938501376983</c:v>
                </c:pt>
                <c:pt idx="163">
                  <c:v>0.25704564753531173</c:v>
                </c:pt>
                <c:pt idx="164">
                  <c:v>0.25682661220400127</c:v>
                </c:pt>
                <c:pt idx="165">
                  <c:v>0.2862432263746571</c:v>
                </c:pt>
                <c:pt idx="166">
                  <c:v>0.25311362033574425</c:v>
                </c:pt>
                <c:pt idx="167">
                  <c:v>0.28618346079129836</c:v>
                </c:pt>
                <c:pt idx="168">
                  <c:v>0.2529912660652664</c:v>
                </c:pt>
                <c:pt idx="169">
                  <c:v>0.22226173892798851</c:v>
                </c:pt>
                <c:pt idx="170">
                  <c:v>0.25193488777281597</c:v>
                </c:pt>
                <c:pt idx="171">
                  <c:v>0.28486963190417852</c:v>
                </c:pt>
                <c:pt idx="172">
                  <c:v>0.2847162826216843</c:v>
                </c:pt>
                <c:pt idx="173">
                  <c:v>0.28231972736522121</c:v>
                </c:pt>
                <c:pt idx="174">
                  <c:v>0.33562728951290161</c:v>
                </c:pt>
                <c:pt idx="175">
                  <c:v>0.33564994150270799</c:v>
                </c:pt>
                <c:pt idx="176">
                  <c:v>0.35800907395487891</c:v>
                </c:pt>
                <c:pt idx="177">
                  <c:v>0.35811856180138385</c:v>
                </c:pt>
                <c:pt idx="178">
                  <c:v>0.35629539343759348</c:v>
                </c:pt>
                <c:pt idx="179">
                  <c:v>0.33276240912323568</c:v>
                </c:pt>
                <c:pt idx="180">
                  <c:v>0.33298320890646194</c:v>
                </c:pt>
                <c:pt idx="181">
                  <c:v>0.35629539343759348</c:v>
                </c:pt>
                <c:pt idx="182">
                  <c:v>0.38510975967739758</c:v>
                </c:pt>
                <c:pt idx="183">
                  <c:v>0.32741444023701044</c:v>
                </c:pt>
                <c:pt idx="184">
                  <c:v>0.35110266556174058</c:v>
                </c:pt>
                <c:pt idx="185">
                  <c:v>0.35110266556174058</c:v>
                </c:pt>
                <c:pt idx="186">
                  <c:v>0.35114526360131104</c:v>
                </c:pt>
                <c:pt idx="187">
                  <c:v>0.3199331729306169</c:v>
                </c:pt>
                <c:pt idx="188">
                  <c:v>0.34372390880739873</c:v>
                </c:pt>
                <c:pt idx="189">
                  <c:v>0.37842109522047007</c:v>
                </c:pt>
                <c:pt idx="190">
                  <c:v>0.37842109522047007</c:v>
                </c:pt>
                <c:pt idx="191">
                  <c:v>0.37165910285507714</c:v>
                </c:pt>
                <c:pt idx="192">
                  <c:v>0.3711734763292962</c:v>
                </c:pt>
                <c:pt idx="193">
                  <c:v>0.31262849116425834</c:v>
                </c:pt>
                <c:pt idx="194">
                  <c:v>0.31284206209860954</c:v>
                </c:pt>
                <c:pt idx="195">
                  <c:v>0.32898554801574148</c:v>
                </c:pt>
                <c:pt idx="196">
                  <c:v>0.36357043577417181</c:v>
                </c:pt>
                <c:pt idx="197">
                  <c:v>0.43716239568675586</c:v>
                </c:pt>
                <c:pt idx="198">
                  <c:v>0.46855719956108682</c:v>
                </c:pt>
                <c:pt idx="199">
                  <c:v>0.43709492816271001</c:v>
                </c:pt>
                <c:pt idx="200">
                  <c:v>0.38755454680533724</c:v>
                </c:pt>
                <c:pt idx="201">
                  <c:v>0.3876856076600298</c:v>
                </c:pt>
                <c:pt idx="202">
                  <c:v>0.43020815046617</c:v>
                </c:pt>
                <c:pt idx="203">
                  <c:v>0.43039904065227119</c:v>
                </c:pt>
                <c:pt idx="204">
                  <c:v>0.45628100373039499</c:v>
                </c:pt>
                <c:pt idx="205">
                  <c:v>0.45567894153433269</c:v>
                </c:pt>
                <c:pt idx="206">
                  <c:v>0.49932545547497792</c:v>
                </c:pt>
                <c:pt idx="207">
                  <c:v>0.49889277729006254</c:v>
                </c:pt>
                <c:pt idx="208">
                  <c:v>0.45623015728134225</c:v>
                </c:pt>
                <c:pt idx="209">
                  <c:v>0.52521506611823021</c:v>
                </c:pt>
                <c:pt idx="210">
                  <c:v>0.59589441419972755</c:v>
                </c:pt>
                <c:pt idx="211">
                  <c:v>0.59596808480105368</c:v>
                </c:pt>
                <c:pt idx="212">
                  <c:v>0.59589441419972755</c:v>
                </c:pt>
                <c:pt idx="213">
                  <c:v>0.59044174111366599</c:v>
                </c:pt>
                <c:pt idx="214">
                  <c:v>0.56093530260459656</c:v>
                </c:pt>
                <c:pt idx="215">
                  <c:v>0.51672469270397592</c:v>
                </c:pt>
                <c:pt idx="216">
                  <c:v>0.48350846650958634</c:v>
                </c:pt>
                <c:pt idx="217">
                  <c:v>0.50718342258638915</c:v>
                </c:pt>
                <c:pt idx="218">
                  <c:v>0.43124435584172754</c:v>
                </c:pt>
                <c:pt idx="219">
                  <c:v>0.50666988212578556</c:v>
                </c:pt>
                <c:pt idx="220">
                  <c:v>0.55138762509375627</c:v>
                </c:pt>
                <c:pt idx="221">
                  <c:v>0.53682243639344718</c:v>
                </c:pt>
                <c:pt idx="222">
                  <c:v>0.56624534907007407</c:v>
                </c:pt>
                <c:pt idx="223">
                  <c:v>0.5369178318662613</c:v>
                </c:pt>
                <c:pt idx="224">
                  <c:v>0.56669393867683882</c:v>
                </c:pt>
              </c:numCache>
            </c:numRef>
          </c:val>
          <c:smooth val="0"/>
        </c:ser>
        <c:ser>
          <c:idx val="3"/>
          <c:order val="2"/>
          <c:tx>
            <c:strRef>
              <c:f>PoolRefinancible!$H$2</c:f>
              <c:strCache>
                <c:ptCount val="1"/>
                <c:pt idx="0">
                  <c:v>Time-Dependent LLPA</c:v>
                </c:pt>
              </c:strCache>
            </c:strRef>
          </c:tx>
          <c:spPr>
            <a:ln w="19050">
              <a:solidFill>
                <a:srgbClr val="2E8A60"/>
              </a:solidFill>
            </a:ln>
          </c:spPr>
          <c:marker>
            <c:symbol val="none"/>
          </c:marker>
          <c:cat>
            <c:numRef>
              <c:f>PoolRefinancible!$B$3:$B$227</c:f>
              <c:numCache>
                <c:formatCode>m/d/yyyy</c:formatCode>
                <c:ptCount val="225"/>
                <c:pt idx="0">
                  <c:v>40549</c:v>
                </c:pt>
                <c:pt idx="1">
                  <c:v>40556</c:v>
                </c:pt>
                <c:pt idx="2">
                  <c:v>40563</c:v>
                </c:pt>
                <c:pt idx="3">
                  <c:v>40570</c:v>
                </c:pt>
                <c:pt idx="4">
                  <c:v>40577</c:v>
                </c:pt>
                <c:pt idx="5">
                  <c:v>40584</c:v>
                </c:pt>
                <c:pt idx="6">
                  <c:v>40591</c:v>
                </c:pt>
                <c:pt idx="7">
                  <c:v>40598</c:v>
                </c:pt>
                <c:pt idx="8">
                  <c:v>40605</c:v>
                </c:pt>
                <c:pt idx="9">
                  <c:v>40612</c:v>
                </c:pt>
                <c:pt idx="10">
                  <c:v>40619</c:v>
                </c:pt>
                <c:pt idx="11">
                  <c:v>40626</c:v>
                </c:pt>
                <c:pt idx="12">
                  <c:v>40633</c:v>
                </c:pt>
                <c:pt idx="13">
                  <c:v>40640</c:v>
                </c:pt>
                <c:pt idx="14">
                  <c:v>40647</c:v>
                </c:pt>
                <c:pt idx="15">
                  <c:v>40654</c:v>
                </c:pt>
                <c:pt idx="16">
                  <c:v>40661</c:v>
                </c:pt>
                <c:pt idx="17">
                  <c:v>40668</c:v>
                </c:pt>
                <c:pt idx="18">
                  <c:v>40675</c:v>
                </c:pt>
                <c:pt idx="19">
                  <c:v>40682</c:v>
                </c:pt>
                <c:pt idx="20">
                  <c:v>40689</c:v>
                </c:pt>
                <c:pt idx="21">
                  <c:v>40696</c:v>
                </c:pt>
                <c:pt idx="22">
                  <c:v>40703</c:v>
                </c:pt>
                <c:pt idx="23">
                  <c:v>40710</c:v>
                </c:pt>
                <c:pt idx="24">
                  <c:v>40717</c:v>
                </c:pt>
                <c:pt idx="25">
                  <c:v>40724</c:v>
                </c:pt>
                <c:pt idx="26">
                  <c:v>40731</c:v>
                </c:pt>
                <c:pt idx="27">
                  <c:v>40738</c:v>
                </c:pt>
                <c:pt idx="28">
                  <c:v>40745</c:v>
                </c:pt>
                <c:pt idx="29">
                  <c:v>40752</c:v>
                </c:pt>
                <c:pt idx="30">
                  <c:v>40759</c:v>
                </c:pt>
                <c:pt idx="31">
                  <c:v>40766</c:v>
                </c:pt>
                <c:pt idx="32">
                  <c:v>40773</c:v>
                </c:pt>
                <c:pt idx="33">
                  <c:v>40780</c:v>
                </c:pt>
                <c:pt idx="34">
                  <c:v>40787</c:v>
                </c:pt>
                <c:pt idx="35">
                  <c:v>40794</c:v>
                </c:pt>
                <c:pt idx="36">
                  <c:v>40801</c:v>
                </c:pt>
                <c:pt idx="37">
                  <c:v>40808</c:v>
                </c:pt>
                <c:pt idx="38">
                  <c:v>40815</c:v>
                </c:pt>
                <c:pt idx="39">
                  <c:v>40822</c:v>
                </c:pt>
                <c:pt idx="40">
                  <c:v>40829</c:v>
                </c:pt>
                <c:pt idx="41">
                  <c:v>40836</c:v>
                </c:pt>
                <c:pt idx="42">
                  <c:v>40843</c:v>
                </c:pt>
                <c:pt idx="43">
                  <c:v>40850</c:v>
                </c:pt>
                <c:pt idx="44">
                  <c:v>40857</c:v>
                </c:pt>
                <c:pt idx="45">
                  <c:v>40864</c:v>
                </c:pt>
                <c:pt idx="46">
                  <c:v>40870</c:v>
                </c:pt>
                <c:pt idx="47">
                  <c:v>40878</c:v>
                </c:pt>
                <c:pt idx="48">
                  <c:v>40885</c:v>
                </c:pt>
                <c:pt idx="49">
                  <c:v>40892</c:v>
                </c:pt>
                <c:pt idx="50">
                  <c:v>40899</c:v>
                </c:pt>
                <c:pt idx="51">
                  <c:v>40906</c:v>
                </c:pt>
                <c:pt idx="52">
                  <c:v>40913</c:v>
                </c:pt>
                <c:pt idx="53">
                  <c:v>40920</c:v>
                </c:pt>
                <c:pt idx="54">
                  <c:v>40927</c:v>
                </c:pt>
                <c:pt idx="55">
                  <c:v>40934</c:v>
                </c:pt>
                <c:pt idx="56">
                  <c:v>40941</c:v>
                </c:pt>
                <c:pt idx="57">
                  <c:v>40948</c:v>
                </c:pt>
                <c:pt idx="58">
                  <c:v>40955</c:v>
                </c:pt>
                <c:pt idx="59">
                  <c:v>40962</c:v>
                </c:pt>
                <c:pt idx="60">
                  <c:v>40969</c:v>
                </c:pt>
                <c:pt idx="61">
                  <c:v>40976</c:v>
                </c:pt>
                <c:pt idx="62">
                  <c:v>40983</c:v>
                </c:pt>
                <c:pt idx="63">
                  <c:v>40990</c:v>
                </c:pt>
                <c:pt idx="64">
                  <c:v>40997</c:v>
                </c:pt>
                <c:pt idx="65">
                  <c:v>41004</c:v>
                </c:pt>
                <c:pt idx="66">
                  <c:v>41011</c:v>
                </c:pt>
                <c:pt idx="67">
                  <c:v>41018</c:v>
                </c:pt>
                <c:pt idx="68">
                  <c:v>41025</c:v>
                </c:pt>
                <c:pt idx="69">
                  <c:v>41032</c:v>
                </c:pt>
                <c:pt idx="70">
                  <c:v>41039</c:v>
                </c:pt>
                <c:pt idx="71">
                  <c:v>41046</c:v>
                </c:pt>
                <c:pt idx="72">
                  <c:v>41053</c:v>
                </c:pt>
                <c:pt idx="73">
                  <c:v>41060</c:v>
                </c:pt>
                <c:pt idx="74">
                  <c:v>41067</c:v>
                </c:pt>
                <c:pt idx="75">
                  <c:v>41074</c:v>
                </c:pt>
                <c:pt idx="76">
                  <c:v>41081</c:v>
                </c:pt>
                <c:pt idx="77">
                  <c:v>41088</c:v>
                </c:pt>
                <c:pt idx="78">
                  <c:v>41095</c:v>
                </c:pt>
                <c:pt idx="79">
                  <c:v>41102</c:v>
                </c:pt>
                <c:pt idx="80">
                  <c:v>41109</c:v>
                </c:pt>
                <c:pt idx="81">
                  <c:v>41116</c:v>
                </c:pt>
                <c:pt idx="82">
                  <c:v>41123</c:v>
                </c:pt>
                <c:pt idx="83">
                  <c:v>41130</c:v>
                </c:pt>
                <c:pt idx="84">
                  <c:v>41137</c:v>
                </c:pt>
                <c:pt idx="85">
                  <c:v>41144</c:v>
                </c:pt>
                <c:pt idx="86">
                  <c:v>41151</c:v>
                </c:pt>
                <c:pt idx="87">
                  <c:v>41158</c:v>
                </c:pt>
                <c:pt idx="88">
                  <c:v>41165</c:v>
                </c:pt>
                <c:pt idx="89">
                  <c:v>41172</c:v>
                </c:pt>
                <c:pt idx="90">
                  <c:v>41179</c:v>
                </c:pt>
                <c:pt idx="91">
                  <c:v>41186</c:v>
                </c:pt>
                <c:pt idx="92">
                  <c:v>41193</c:v>
                </c:pt>
                <c:pt idx="93">
                  <c:v>41200</c:v>
                </c:pt>
                <c:pt idx="94">
                  <c:v>41207</c:v>
                </c:pt>
                <c:pt idx="95">
                  <c:v>41214</c:v>
                </c:pt>
                <c:pt idx="96">
                  <c:v>41221</c:v>
                </c:pt>
                <c:pt idx="97">
                  <c:v>41228</c:v>
                </c:pt>
                <c:pt idx="98">
                  <c:v>41234</c:v>
                </c:pt>
                <c:pt idx="99">
                  <c:v>41242</c:v>
                </c:pt>
                <c:pt idx="100">
                  <c:v>41249</c:v>
                </c:pt>
                <c:pt idx="101">
                  <c:v>41256</c:v>
                </c:pt>
                <c:pt idx="102">
                  <c:v>41263</c:v>
                </c:pt>
                <c:pt idx="103">
                  <c:v>41270</c:v>
                </c:pt>
                <c:pt idx="104">
                  <c:v>41277</c:v>
                </c:pt>
                <c:pt idx="105">
                  <c:v>41284</c:v>
                </c:pt>
                <c:pt idx="106">
                  <c:v>41291</c:v>
                </c:pt>
                <c:pt idx="107">
                  <c:v>41298</c:v>
                </c:pt>
                <c:pt idx="108">
                  <c:v>41305</c:v>
                </c:pt>
                <c:pt idx="109">
                  <c:v>41312</c:v>
                </c:pt>
                <c:pt idx="110">
                  <c:v>41319</c:v>
                </c:pt>
                <c:pt idx="111">
                  <c:v>41326</c:v>
                </c:pt>
                <c:pt idx="112">
                  <c:v>41333</c:v>
                </c:pt>
                <c:pt idx="113">
                  <c:v>41340</c:v>
                </c:pt>
                <c:pt idx="114">
                  <c:v>41347</c:v>
                </c:pt>
                <c:pt idx="115">
                  <c:v>41354</c:v>
                </c:pt>
                <c:pt idx="116">
                  <c:v>41361</c:v>
                </c:pt>
                <c:pt idx="117">
                  <c:v>41368</c:v>
                </c:pt>
                <c:pt idx="118">
                  <c:v>41375</c:v>
                </c:pt>
                <c:pt idx="119">
                  <c:v>41382</c:v>
                </c:pt>
                <c:pt idx="120">
                  <c:v>41389</c:v>
                </c:pt>
                <c:pt idx="121">
                  <c:v>41396</c:v>
                </c:pt>
                <c:pt idx="122">
                  <c:v>41403</c:v>
                </c:pt>
                <c:pt idx="123">
                  <c:v>41410</c:v>
                </c:pt>
                <c:pt idx="124">
                  <c:v>41417</c:v>
                </c:pt>
                <c:pt idx="125">
                  <c:v>41424</c:v>
                </c:pt>
                <c:pt idx="126">
                  <c:v>41431</c:v>
                </c:pt>
                <c:pt idx="127">
                  <c:v>41438</c:v>
                </c:pt>
                <c:pt idx="128">
                  <c:v>41445</c:v>
                </c:pt>
                <c:pt idx="129">
                  <c:v>41452</c:v>
                </c:pt>
                <c:pt idx="130">
                  <c:v>41458</c:v>
                </c:pt>
                <c:pt idx="131">
                  <c:v>41466</c:v>
                </c:pt>
                <c:pt idx="132">
                  <c:v>41473</c:v>
                </c:pt>
                <c:pt idx="133">
                  <c:v>41480</c:v>
                </c:pt>
                <c:pt idx="134">
                  <c:v>41487</c:v>
                </c:pt>
                <c:pt idx="135">
                  <c:v>41494</c:v>
                </c:pt>
                <c:pt idx="136">
                  <c:v>41501</c:v>
                </c:pt>
                <c:pt idx="137">
                  <c:v>41508</c:v>
                </c:pt>
                <c:pt idx="138">
                  <c:v>41515</c:v>
                </c:pt>
                <c:pt idx="139">
                  <c:v>41522</c:v>
                </c:pt>
                <c:pt idx="140">
                  <c:v>41529</c:v>
                </c:pt>
                <c:pt idx="141">
                  <c:v>41536</c:v>
                </c:pt>
                <c:pt idx="142">
                  <c:v>41543</c:v>
                </c:pt>
                <c:pt idx="143">
                  <c:v>41550</c:v>
                </c:pt>
                <c:pt idx="144">
                  <c:v>41557</c:v>
                </c:pt>
                <c:pt idx="145">
                  <c:v>41564</c:v>
                </c:pt>
                <c:pt idx="146">
                  <c:v>41571</c:v>
                </c:pt>
                <c:pt idx="147">
                  <c:v>41578</c:v>
                </c:pt>
                <c:pt idx="148">
                  <c:v>41585</c:v>
                </c:pt>
                <c:pt idx="149">
                  <c:v>41592</c:v>
                </c:pt>
                <c:pt idx="150">
                  <c:v>41599</c:v>
                </c:pt>
                <c:pt idx="151">
                  <c:v>41605</c:v>
                </c:pt>
                <c:pt idx="152">
                  <c:v>41613</c:v>
                </c:pt>
                <c:pt idx="153">
                  <c:v>41620</c:v>
                </c:pt>
                <c:pt idx="154">
                  <c:v>41627</c:v>
                </c:pt>
                <c:pt idx="155">
                  <c:v>41634</c:v>
                </c:pt>
                <c:pt idx="156">
                  <c:v>41641</c:v>
                </c:pt>
                <c:pt idx="157">
                  <c:v>41648</c:v>
                </c:pt>
                <c:pt idx="158">
                  <c:v>41655</c:v>
                </c:pt>
                <c:pt idx="159">
                  <c:v>41662</c:v>
                </c:pt>
                <c:pt idx="160">
                  <c:v>41669</c:v>
                </c:pt>
                <c:pt idx="161">
                  <c:v>41676</c:v>
                </c:pt>
                <c:pt idx="162">
                  <c:v>41683</c:v>
                </c:pt>
                <c:pt idx="163">
                  <c:v>41690</c:v>
                </c:pt>
                <c:pt idx="164">
                  <c:v>41697</c:v>
                </c:pt>
                <c:pt idx="165">
                  <c:v>41704</c:v>
                </c:pt>
                <c:pt idx="166">
                  <c:v>41711</c:v>
                </c:pt>
                <c:pt idx="167">
                  <c:v>41718</c:v>
                </c:pt>
                <c:pt idx="168">
                  <c:v>41725</c:v>
                </c:pt>
                <c:pt idx="169">
                  <c:v>41732</c:v>
                </c:pt>
                <c:pt idx="170">
                  <c:v>41739</c:v>
                </c:pt>
                <c:pt idx="171">
                  <c:v>41746</c:v>
                </c:pt>
                <c:pt idx="172">
                  <c:v>41753</c:v>
                </c:pt>
                <c:pt idx="173">
                  <c:v>41760</c:v>
                </c:pt>
                <c:pt idx="174">
                  <c:v>41767</c:v>
                </c:pt>
                <c:pt idx="175">
                  <c:v>41774</c:v>
                </c:pt>
                <c:pt idx="176">
                  <c:v>41781</c:v>
                </c:pt>
                <c:pt idx="177">
                  <c:v>41788</c:v>
                </c:pt>
                <c:pt idx="178">
                  <c:v>41795</c:v>
                </c:pt>
                <c:pt idx="179">
                  <c:v>41802</c:v>
                </c:pt>
                <c:pt idx="180">
                  <c:v>41809</c:v>
                </c:pt>
                <c:pt idx="181">
                  <c:v>41816</c:v>
                </c:pt>
                <c:pt idx="182">
                  <c:v>41823</c:v>
                </c:pt>
                <c:pt idx="183">
                  <c:v>41830</c:v>
                </c:pt>
                <c:pt idx="184">
                  <c:v>41837</c:v>
                </c:pt>
                <c:pt idx="185">
                  <c:v>41844</c:v>
                </c:pt>
                <c:pt idx="186">
                  <c:v>41851</c:v>
                </c:pt>
                <c:pt idx="187">
                  <c:v>41858</c:v>
                </c:pt>
                <c:pt idx="188">
                  <c:v>41865</c:v>
                </c:pt>
                <c:pt idx="189">
                  <c:v>41872</c:v>
                </c:pt>
                <c:pt idx="190">
                  <c:v>41879</c:v>
                </c:pt>
                <c:pt idx="191">
                  <c:v>41886</c:v>
                </c:pt>
                <c:pt idx="192">
                  <c:v>41893</c:v>
                </c:pt>
                <c:pt idx="193">
                  <c:v>41900</c:v>
                </c:pt>
                <c:pt idx="194">
                  <c:v>41907</c:v>
                </c:pt>
                <c:pt idx="195">
                  <c:v>41914</c:v>
                </c:pt>
                <c:pt idx="196">
                  <c:v>41921</c:v>
                </c:pt>
                <c:pt idx="197">
                  <c:v>41928</c:v>
                </c:pt>
                <c:pt idx="198">
                  <c:v>41935</c:v>
                </c:pt>
                <c:pt idx="199">
                  <c:v>41942</c:v>
                </c:pt>
                <c:pt idx="200">
                  <c:v>41949</c:v>
                </c:pt>
                <c:pt idx="201">
                  <c:v>41956</c:v>
                </c:pt>
                <c:pt idx="202">
                  <c:v>41963</c:v>
                </c:pt>
                <c:pt idx="203">
                  <c:v>41969</c:v>
                </c:pt>
                <c:pt idx="204">
                  <c:v>41977</c:v>
                </c:pt>
                <c:pt idx="205">
                  <c:v>41984</c:v>
                </c:pt>
                <c:pt idx="206">
                  <c:v>41991</c:v>
                </c:pt>
                <c:pt idx="207">
                  <c:v>41997</c:v>
                </c:pt>
                <c:pt idx="208">
                  <c:v>42004</c:v>
                </c:pt>
                <c:pt idx="209">
                  <c:v>42012</c:v>
                </c:pt>
                <c:pt idx="210">
                  <c:v>42019</c:v>
                </c:pt>
                <c:pt idx="211">
                  <c:v>42026</c:v>
                </c:pt>
                <c:pt idx="212">
                  <c:v>42033</c:v>
                </c:pt>
                <c:pt idx="213">
                  <c:v>42040</c:v>
                </c:pt>
                <c:pt idx="214">
                  <c:v>42047</c:v>
                </c:pt>
                <c:pt idx="215">
                  <c:v>42054</c:v>
                </c:pt>
                <c:pt idx="216">
                  <c:v>42061</c:v>
                </c:pt>
                <c:pt idx="217">
                  <c:v>42068</c:v>
                </c:pt>
                <c:pt idx="218">
                  <c:v>42075</c:v>
                </c:pt>
                <c:pt idx="219">
                  <c:v>42082</c:v>
                </c:pt>
                <c:pt idx="220">
                  <c:v>42089</c:v>
                </c:pt>
                <c:pt idx="221">
                  <c:v>42096</c:v>
                </c:pt>
                <c:pt idx="222">
                  <c:v>42103</c:v>
                </c:pt>
                <c:pt idx="223">
                  <c:v>42110</c:v>
                </c:pt>
                <c:pt idx="224">
                  <c:v>42117</c:v>
                </c:pt>
              </c:numCache>
            </c:numRef>
          </c:cat>
          <c:val>
            <c:numRef>
              <c:f>PoolRefinancible!$H$3:$H$227</c:f>
              <c:numCache>
                <c:formatCode>0%</c:formatCode>
                <c:ptCount val="225"/>
                <c:pt idx="0">
                  <c:v>0.29339129549199244</c:v>
                </c:pt>
                <c:pt idx="1">
                  <c:v>0.31216038149568309</c:v>
                </c:pt>
                <c:pt idx="2">
                  <c:v>0.29352345631455612</c:v>
                </c:pt>
                <c:pt idx="3">
                  <c:v>0.29337181673036272</c:v>
                </c:pt>
                <c:pt idx="4">
                  <c:v>0.25001180569005516</c:v>
                </c:pt>
                <c:pt idx="5">
                  <c:v>0.20884941022700101</c:v>
                </c:pt>
                <c:pt idx="6">
                  <c:v>0.21937474831597803</c:v>
                </c:pt>
                <c:pt idx="7">
                  <c:v>0.23756924071282229</c:v>
                </c:pt>
                <c:pt idx="8">
                  <c:v>0.23580697378092402</c:v>
                </c:pt>
                <c:pt idx="9">
                  <c:v>0.23575738208426369</c:v>
                </c:pt>
                <c:pt idx="10">
                  <c:v>0.27772990136821168</c:v>
                </c:pt>
                <c:pt idx="11">
                  <c:v>0.26081219543552103</c:v>
                </c:pt>
                <c:pt idx="12">
                  <c:v>0.23582915359045858</c:v>
                </c:pt>
                <c:pt idx="13">
                  <c:v>0.23398840657953646</c:v>
                </c:pt>
                <c:pt idx="14">
                  <c:v>0.23392925226898756</c:v>
                </c:pt>
                <c:pt idx="15">
                  <c:v>0.25931046586102646</c:v>
                </c:pt>
                <c:pt idx="16">
                  <c:v>0.25939108420754325</c:v>
                </c:pt>
                <c:pt idx="17">
                  <c:v>0.2767705840929231</c:v>
                </c:pt>
                <c:pt idx="18">
                  <c:v>0.33101736528723608</c:v>
                </c:pt>
                <c:pt idx="19">
                  <c:v>0.33118276104512157</c:v>
                </c:pt>
                <c:pt idx="20">
                  <c:v>0.33125092721379307</c:v>
                </c:pt>
                <c:pt idx="21">
                  <c:v>0.3691835869311077</c:v>
                </c:pt>
                <c:pt idx="22">
                  <c:v>0.39508524505835663</c:v>
                </c:pt>
                <c:pt idx="23">
                  <c:v>0.39503378326956207</c:v>
                </c:pt>
                <c:pt idx="24">
                  <c:v>0.3691835869311077</c:v>
                </c:pt>
                <c:pt idx="25">
                  <c:v>0.39407405863936062</c:v>
                </c:pt>
                <c:pt idx="26">
                  <c:v>0.32953309642129813</c:v>
                </c:pt>
                <c:pt idx="27">
                  <c:v>0.39198068984469925</c:v>
                </c:pt>
                <c:pt idx="28">
                  <c:v>0.36688328154710265</c:v>
                </c:pt>
                <c:pt idx="29">
                  <c:v>0.36550585923079215</c:v>
                </c:pt>
                <c:pt idx="30">
                  <c:v>0.45050394711351643</c:v>
                </c:pt>
                <c:pt idx="31">
                  <c:v>0.57202234451964995</c:v>
                </c:pt>
                <c:pt idx="32">
                  <c:v>0.66665601955240716</c:v>
                </c:pt>
                <c:pt idx="33">
                  <c:v>0.61340669597098385</c:v>
                </c:pt>
                <c:pt idx="34">
                  <c:v>0.61043584134215234</c:v>
                </c:pt>
                <c:pt idx="35">
                  <c:v>0.68911896233120773</c:v>
                </c:pt>
                <c:pt idx="36">
                  <c:v>0.68921930805544263</c:v>
                </c:pt>
                <c:pt idx="37">
                  <c:v>0.68921930805544263</c:v>
                </c:pt>
                <c:pt idx="38">
                  <c:v>0.74085165408919718</c:v>
                </c:pt>
                <c:pt idx="39">
                  <c:v>0.7283352335565505</c:v>
                </c:pt>
                <c:pt idx="40">
                  <c:v>0.65022815919416987</c:v>
                </c:pt>
                <c:pt idx="41">
                  <c:v>0.67496554048719415</c:v>
                </c:pt>
                <c:pt idx="42">
                  <c:v>0.67510900125173667</c:v>
                </c:pt>
                <c:pt idx="43">
                  <c:v>0.71321272785210488</c:v>
                </c:pt>
                <c:pt idx="44">
                  <c:v>0.71323324235131957</c:v>
                </c:pt>
                <c:pt idx="45">
                  <c:v>0.71321272785210488</c:v>
                </c:pt>
                <c:pt idx="46">
                  <c:v>0.71325364250112233</c:v>
                </c:pt>
                <c:pt idx="47">
                  <c:v>0.69921469866784125</c:v>
                </c:pt>
                <c:pt idx="48">
                  <c:v>0.69923497192416595</c:v>
                </c:pt>
                <c:pt idx="49">
                  <c:v>0.69928350198009037</c:v>
                </c:pt>
                <c:pt idx="50">
                  <c:v>0.73130536310420036</c:v>
                </c:pt>
                <c:pt idx="51">
                  <c:v>0.7311164441815301</c:v>
                </c:pt>
                <c:pt idx="52">
                  <c:v>0.71872246623497638</c:v>
                </c:pt>
                <c:pt idx="53">
                  <c:v>0.71892720085282324</c:v>
                </c:pt>
                <c:pt idx="54">
                  <c:v>0.71880362926806407</c:v>
                </c:pt>
                <c:pt idx="55">
                  <c:v>0.68591641414675153</c:v>
                </c:pt>
                <c:pt idx="56">
                  <c:v>0.70090674609623727</c:v>
                </c:pt>
                <c:pt idx="57">
                  <c:v>0.70090674609623727</c:v>
                </c:pt>
                <c:pt idx="58">
                  <c:v>0.70090674609623727</c:v>
                </c:pt>
                <c:pt idx="59">
                  <c:v>0.66768685957234042</c:v>
                </c:pt>
                <c:pt idx="60">
                  <c:v>0.68578772853860537</c:v>
                </c:pt>
                <c:pt idx="61">
                  <c:v>0.68585905113025258</c:v>
                </c:pt>
                <c:pt idx="62">
                  <c:v>0.68564931358979331</c:v>
                </c:pt>
                <c:pt idx="63">
                  <c:v>0.59885812506806924</c:v>
                </c:pt>
                <c:pt idx="64">
                  <c:v>0.65228379705075934</c:v>
                </c:pt>
                <c:pt idx="65">
                  <c:v>0.65610516867504221</c:v>
                </c:pt>
                <c:pt idx="66">
                  <c:v>0.70976914085945686</c:v>
                </c:pt>
                <c:pt idx="67">
                  <c:v>0.68977407029497229</c:v>
                </c:pt>
                <c:pt idx="68">
                  <c:v>0.70976914085945686</c:v>
                </c:pt>
                <c:pt idx="69">
                  <c:v>0.71778894613505184</c:v>
                </c:pt>
                <c:pt idx="70">
                  <c:v>0.71790603687606236</c:v>
                </c:pt>
                <c:pt idx="71">
                  <c:v>0.7511226293764568</c:v>
                </c:pt>
                <c:pt idx="72">
                  <c:v>0.75105035429874611</c:v>
                </c:pt>
                <c:pt idx="73">
                  <c:v>0.7512041517176814</c:v>
                </c:pt>
                <c:pt idx="74">
                  <c:v>0.79329641551681107</c:v>
                </c:pt>
                <c:pt idx="75">
                  <c:v>0.77022399573729294</c:v>
                </c:pt>
                <c:pt idx="76">
                  <c:v>0.79333577564121049</c:v>
                </c:pt>
                <c:pt idx="77">
                  <c:v>0.79333577564121049</c:v>
                </c:pt>
                <c:pt idx="78">
                  <c:v>0.78742350246505088</c:v>
                </c:pt>
                <c:pt idx="79">
                  <c:v>0.81997698463178614</c:v>
                </c:pt>
                <c:pt idx="80">
                  <c:v>0.82005106161314656</c:v>
                </c:pt>
                <c:pt idx="81">
                  <c:v>0.83574642345813432</c:v>
                </c:pt>
                <c:pt idx="82">
                  <c:v>0.80667448116643814</c:v>
                </c:pt>
                <c:pt idx="83">
                  <c:v>0.80661010872786376</c:v>
                </c:pt>
                <c:pt idx="84">
                  <c:v>0.7859411996742075</c:v>
                </c:pt>
                <c:pt idx="85">
                  <c:v>0.77233085778339827</c:v>
                </c:pt>
                <c:pt idx="86">
                  <c:v>0.80661010872786376</c:v>
                </c:pt>
                <c:pt idx="87">
                  <c:v>0.79385522628191763</c:v>
                </c:pt>
                <c:pt idx="88">
                  <c:v>0.79476488314048044</c:v>
                </c:pt>
                <c:pt idx="89">
                  <c:v>0.81215273598629645</c:v>
                </c:pt>
                <c:pt idx="90">
                  <c:v>0.86283075587771796</c:v>
                </c:pt>
                <c:pt idx="91">
                  <c:v>0.84379634926171598</c:v>
                </c:pt>
                <c:pt idx="92">
                  <c:v>0.82335914163118795</c:v>
                </c:pt>
                <c:pt idx="93">
                  <c:v>0.84345556360039442</c:v>
                </c:pt>
                <c:pt idx="94">
                  <c:v>0.82205123015040049</c:v>
                </c:pt>
                <c:pt idx="95">
                  <c:v>0.79712077418900507</c:v>
                </c:pt>
                <c:pt idx="96">
                  <c:v>0.79698536593342428</c:v>
                </c:pt>
                <c:pt idx="97">
                  <c:v>0.81850077597759319</c:v>
                </c:pt>
                <c:pt idx="98">
                  <c:v>0.84439089185574212</c:v>
                </c:pt>
                <c:pt idx="99">
                  <c:v>0.81849486720040165</c:v>
                </c:pt>
                <c:pt idx="100">
                  <c:v>0.80509322996926413</c:v>
                </c:pt>
                <c:pt idx="101">
                  <c:v>0.83135770301903678</c:v>
                </c:pt>
                <c:pt idx="102">
                  <c:v>0.80495713977092143</c:v>
                </c:pt>
                <c:pt idx="103">
                  <c:v>0.80507982737116601</c:v>
                </c:pt>
                <c:pt idx="104">
                  <c:v>0.78587704060014518</c:v>
                </c:pt>
                <c:pt idx="105">
                  <c:v>0.76318717011624149</c:v>
                </c:pt>
                <c:pt idx="106">
                  <c:v>0.785144217858876</c:v>
                </c:pt>
                <c:pt idx="107">
                  <c:v>0.76190943399436351</c:v>
                </c:pt>
                <c:pt idx="108">
                  <c:v>0.70861609938717229</c:v>
                </c:pt>
                <c:pt idx="109">
                  <c:v>0.6884953726397457</c:v>
                </c:pt>
                <c:pt idx="110">
                  <c:v>0.6884953726397457</c:v>
                </c:pt>
                <c:pt idx="111">
                  <c:v>0.66613472475485569</c:v>
                </c:pt>
                <c:pt idx="112">
                  <c:v>0.68856460743428471</c:v>
                </c:pt>
                <c:pt idx="113">
                  <c:v>0.66492754235269635</c:v>
                </c:pt>
                <c:pt idx="114">
                  <c:v>0.62785527997640145</c:v>
                </c:pt>
                <c:pt idx="115">
                  <c:v>0.66394223169170952</c:v>
                </c:pt>
                <c:pt idx="116">
                  <c:v>0.64182776636199401</c:v>
                </c:pt>
                <c:pt idx="117">
                  <c:v>0.64790815234902699</c:v>
                </c:pt>
                <c:pt idx="118">
                  <c:v>0.67093986203227984</c:v>
                </c:pt>
                <c:pt idx="119">
                  <c:v>0.70290697718981421</c:v>
                </c:pt>
                <c:pt idx="120">
                  <c:v>0.70281611264171606</c:v>
                </c:pt>
                <c:pt idx="121">
                  <c:v>0.72094528388633183</c:v>
                </c:pt>
                <c:pt idx="122">
                  <c:v>0.69246979917415841</c:v>
                </c:pt>
                <c:pt idx="123">
                  <c:v>0.65667808288144003</c:v>
                </c:pt>
                <c:pt idx="124">
                  <c:v>0.61265051606608523</c:v>
                </c:pt>
                <c:pt idx="125">
                  <c:v>0.53483965838657976</c:v>
                </c:pt>
                <c:pt idx="126">
                  <c:v>0.49694449948610975</c:v>
                </c:pt>
                <c:pt idx="127">
                  <c:v>0.47397924667640279</c:v>
                </c:pt>
                <c:pt idx="128">
                  <c:v>0.47403756846371675</c:v>
                </c:pt>
                <c:pt idx="129">
                  <c:v>0.25403206756592833</c:v>
                </c:pt>
                <c:pt idx="130">
                  <c:v>0.34777149804179863</c:v>
                </c:pt>
                <c:pt idx="131">
                  <c:v>0.22534397246731291</c:v>
                </c:pt>
                <c:pt idx="132">
                  <c:v>0.31268318581252624</c:v>
                </c:pt>
                <c:pt idx="133">
                  <c:v>0.312913492244701</c:v>
                </c:pt>
                <c:pt idx="134">
                  <c:v>0.26851632698808114</c:v>
                </c:pt>
                <c:pt idx="135">
                  <c:v>0.26848961945490407</c:v>
                </c:pt>
                <c:pt idx="136">
                  <c:v>0.26848961945490407</c:v>
                </c:pt>
                <c:pt idx="137">
                  <c:v>0.19897551419907808</c:v>
                </c:pt>
                <c:pt idx="138">
                  <c:v>0.2352153173287943</c:v>
                </c:pt>
                <c:pt idx="139">
                  <c:v>0.20985102278531986</c:v>
                </c:pt>
                <c:pt idx="140">
                  <c:v>0.1933013159773479</c:v>
                </c:pt>
                <c:pt idx="141">
                  <c:v>0.22981537322953327</c:v>
                </c:pt>
                <c:pt idx="142">
                  <c:v>0.32752583432106064</c:v>
                </c:pt>
                <c:pt idx="143">
                  <c:v>0.34934694100582447</c:v>
                </c:pt>
                <c:pt idx="144">
                  <c:v>0.34930953319751107</c:v>
                </c:pt>
                <c:pt idx="145">
                  <c:v>0.32051900820894169</c:v>
                </c:pt>
                <c:pt idx="146">
                  <c:v>0.37185328450087929</c:v>
                </c:pt>
                <c:pt idx="147">
                  <c:v>0.39063551189178952</c:v>
                </c:pt>
                <c:pt idx="148">
                  <c:v>0.36662430427029247</c:v>
                </c:pt>
                <c:pt idx="149">
                  <c:v>0.28071881128362103</c:v>
                </c:pt>
                <c:pt idx="150">
                  <c:v>0.34304694481314357</c:v>
                </c:pt>
                <c:pt idx="151">
                  <c:v>0.31428622705242126</c:v>
                </c:pt>
                <c:pt idx="152">
                  <c:v>0.24226678471994609</c:v>
                </c:pt>
                <c:pt idx="153">
                  <c:v>0.24222415354324153</c:v>
                </c:pt>
                <c:pt idx="154">
                  <c:v>0.20141162346005181</c:v>
                </c:pt>
                <c:pt idx="155">
                  <c:v>0.2013640996379655</c:v>
                </c:pt>
                <c:pt idx="156">
                  <c:v>0.17802959709068786</c:v>
                </c:pt>
                <c:pt idx="157">
                  <c:v>0.19750176495775237</c:v>
                </c:pt>
                <c:pt idx="158">
                  <c:v>0.22917295307652799</c:v>
                </c:pt>
                <c:pt idx="159">
                  <c:v>0.22951003472904788</c:v>
                </c:pt>
                <c:pt idx="160">
                  <c:v>0.29231353005395816</c:v>
                </c:pt>
                <c:pt idx="161">
                  <c:v>0.31520979957393219</c:v>
                </c:pt>
                <c:pt idx="162">
                  <c:v>0.28764958142832198</c:v>
                </c:pt>
                <c:pt idx="163">
                  <c:v>0.25489738506230836</c:v>
                </c:pt>
                <c:pt idx="164">
                  <c:v>0.25467923398674452</c:v>
                </c:pt>
                <c:pt idx="165">
                  <c:v>0.28397099180873842</c:v>
                </c:pt>
                <c:pt idx="166">
                  <c:v>0.25100221815672541</c:v>
                </c:pt>
                <c:pt idx="167">
                  <c:v>0.28391182536273768</c:v>
                </c:pt>
                <c:pt idx="168">
                  <c:v>0.25088103362043407</c:v>
                </c:pt>
                <c:pt idx="169">
                  <c:v>0.22052709973522447</c:v>
                </c:pt>
                <c:pt idx="170">
                  <c:v>0.25015107339443698</c:v>
                </c:pt>
                <c:pt idx="171">
                  <c:v>0.28299748708911909</c:v>
                </c:pt>
                <c:pt idx="172">
                  <c:v>0.28284593551814341</c:v>
                </c:pt>
                <c:pt idx="173">
                  <c:v>0.28069096324496473</c:v>
                </c:pt>
                <c:pt idx="174">
                  <c:v>0.33387849823041243</c:v>
                </c:pt>
                <c:pt idx="175">
                  <c:v>0.33390062435369622</c:v>
                </c:pt>
                <c:pt idx="176">
                  <c:v>0.35622497076114035</c:v>
                </c:pt>
                <c:pt idx="177">
                  <c:v>0.35633423706395456</c:v>
                </c:pt>
                <c:pt idx="178">
                  <c:v>0.35489250561464825</c:v>
                </c:pt>
                <c:pt idx="179">
                  <c:v>0.33139268056260768</c:v>
                </c:pt>
                <c:pt idx="180">
                  <c:v>0.33161272059622571</c:v>
                </c:pt>
                <c:pt idx="181">
                  <c:v>0.35489250561464825</c:v>
                </c:pt>
                <c:pt idx="182">
                  <c:v>0.38369257635845216</c:v>
                </c:pt>
                <c:pt idx="183">
                  <c:v>0.32616027597080055</c:v>
                </c:pt>
                <c:pt idx="184">
                  <c:v>0.34980501428845279</c:v>
                </c:pt>
                <c:pt idx="185">
                  <c:v>0.34980501428845279</c:v>
                </c:pt>
                <c:pt idx="186">
                  <c:v>0.34984761232802325</c:v>
                </c:pt>
                <c:pt idx="187">
                  <c:v>0.31880210030046374</c:v>
                </c:pt>
                <c:pt idx="188">
                  <c:v>0.34253304807104173</c:v>
                </c:pt>
                <c:pt idx="189">
                  <c:v>0.37707642116327283</c:v>
                </c:pt>
                <c:pt idx="190">
                  <c:v>0.37707642116327283</c:v>
                </c:pt>
                <c:pt idx="191">
                  <c:v>0.37038222757969602</c:v>
                </c:pt>
                <c:pt idx="192">
                  <c:v>0.36989684152089741</c:v>
                </c:pt>
                <c:pt idx="193">
                  <c:v>0.31156063649874671</c:v>
                </c:pt>
                <c:pt idx="194">
                  <c:v>0.31177385303472149</c:v>
                </c:pt>
                <c:pt idx="195">
                  <c:v>0.32780574578763855</c:v>
                </c:pt>
                <c:pt idx="196">
                  <c:v>0.36218729223083185</c:v>
                </c:pt>
                <c:pt idx="197">
                  <c:v>0.4353898175636014</c:v>
                </c:pt>
                <c:pt idx="198">
                  <c:v>0.46664485443170889</c:v>
                </c:pt>
                <c:pt idx="199">
                  <c:v>0.43532256207051467</c:v>
                </c:pt>
                <c:pt idx="200">
                  <c:v>0.38587687479746474</c:v>
                </c:pt>
                <c:pt idx="201">
                  <c:v>0.38600681959673633</c:v>
                </c:pt>
                <c:pt idx="202">
                  <c:v>0.42814045267369355</c:v>
                </c:pt>
                <c:pt idx="203">
                  <c:v>0.42832938632971174</c:v>
                </c:pt>
                <c:pt idx="204">
                  <c:v>0.45366657462074822</c:v>
                </c:pt>
                <c:pt idx="205">
                  <c:v>0.45307285506276335</c:v>
                </c:pt>
                <c:pt idx="206">
                  <c:v>0.49619277574154708</c:v>
                </c:pt>
                <c:pt idx="207">
                  <c:v>0.49576374351331026</c:v>
                </c:pt>
                <c:pt idx="208">
                  <c:v>0.45361652490457088</c:v>
                </c:pt>
                <c:pt idx="209">
                  <c:v>0.52521506611823021</c:v>
                </c:pt>
                <c:pt idx="210">
                  <c:v>0.59589441419972755</c:v>
                </c:pt>
                <c:pt idx="211">
                  <c:v>0.59596808480105368</c:v>
                </c:pt>
                <c:pt idx="212">
                  <c:v>0.59589441419972755</c:v>
                </c:pt>
                <c:pt idx="213">
                  <c:v>0.59044174111366599</c:v>
                </c:pt>
                <c:pt idx="214">
                  <c:v>0.56093530260459656</c:v>
                </c:pt>
                <c:pt idx="215">
                  <c:v>0.51672469270397592</c:v>
                </c:pt>
                <c:pt idx="216">
                  <c:v>0.48350846650958634</c:v>
                </c:pt>
                <c:pt idx="217">
                  <c:v>0.50718342258638915</c:v>
                </c:pt>
                <c:pt idx="218">
                  <c:v>0.43124435584172754</c:v>
                </c:pt>
                <c:pt idx="219">
                  <c:v>0.50666988212578556</c:v>
                </c:pt>
                <c:pt idx="220">
                  <c:v>0.55138762509375627</c:v>
                </c:pt>
                <c:pt idx="221">
                  <c:v>0.53682243639344718</c:v>
                </c:pt>
                <c:pt idx="222">
                  <c:v>0.56624534907007407</c:v>
                </c:pt>
                <c:pt idx="223">
                  <c:v>0.5369178318662613</c:v>
                </c:pt>
                <c:pt idx="224">
                  <c:v>0.56669393867683882</c:v>
                </c:pt>
              </c:numCache>
            </c:numRef>
          </c:val>
          <c:smooth val="0"/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224059392"/>
        <c:axId val="224060928"/>
      </c:lineChart>
      <c:dateAx>
        <c:axId val="224059392"/>
        <c:scaling>
          <c:orientation val="minMax"/>
        </c:scaling>
        <c:delete val="0"/>
        <c:axPos val="b"/>
        <c:numFmt formatCode="m/d/yyyy" sourceLinked="1"/>
        <c:majorTickMark val="out"/>
        <c:minorTickMark val="none"/>
        <c:tickLblPos val="nextTo"/>
        <c:crossAx val="224060928"/>
        <c:crosses val="autoZero"/>
        <c:auto val="1"/>
        <c:lblOffset val="100"/>
        <c:baseTimeUnit val="days"/>
        <c:majorUnit val="6"/>
        <c:majorTimeUnit val="months"/>
      </c:dateAx>
      <c:valAx>
        <c:axId val="224060928"/>
        <c:scaling>
          <c:orientation val="minMax"/>
        </c:scaling>
        <c:delete val="0"/>
        <c:axPos val="l"/>
        <c:majorGridlines/>
        <c:title>
          <c:tx>
            <c:rich>
              <a:bodyPr rot="-5400000" vert="horz"/>
              <a:lstStyle/>
              <a:p>
                <a:pPr>
                  <a:defRPr/>
                </a:pPr>
                <a:r>
                  <a:rPr lang="en-US"/>
                  <a:t> Refinancible</a:t>
                </a:r>
                <a:r>
                  <a:rPr lang="en-US" baseline="0"/>
                  <a:t> </a:t>
                </a:r>
                <a:r>
                  <a:rPr lang="en-US"/>
                  <a:t>Percentage</a:t>
                </a:r>
              </a:p>
            </c:rich>
          </c:tx>
          <c:layout/>
          <c:overlay val="0"/>
        </c:title>
        <c:numFmt formatCode="0%" sourceLinked="1"/>
        <c:majorTickMark val="out"/>
        <c:minorTickMark val="none"/>
        <c:tickLblPos val="nextTo"/>
        <c:crossAx val="224059392"/>
        <c:crosses val="autoZero"/>
        <c:crossBetween val="between"/>
      </c:valAx>
      <c:spPr>
        <a:ln>
          <a:solidFill>
            <a:schemeClr val="tx1"/>
          </a:solidFill>
        </a:ln>
      </c:spPr>
    </c:plotArea>
    <c:legend>
      <c:legendPos val="b"/>
      <c:layout/>
      <c:overlay val="0"/>
    </c:legend>
    <c:plotVisOnly val="1"/>
    <c:dispBlanksAs val="gap"/>
    <c:showDLblsOverMax val="0"/>
  </c:chart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0"/>
    <c:plotArea>
      <c:layout/>
      <c:lineChart>
        <c:grouping val="standard"/>
        <c:varyColors val="0"/>
        <c:ser>
          <c:idx val="5"/>
          <c:order val="1"/>
          <c:tx>
            <c:strRef>
              <c:f>PoolRefinancible!$H$2</c:f>
              <c:strCache>
                <c:ptCount val="1"/>
                <c:pt idx="0">
                  <c:v>Time-Dependent LLPA</c:v>
                </c:pt>
              </c:strCache>
            </c:strRef>
          </c:tx>
          <c:spPr>
            <a:ln w="19050">
              <a:solidFill>
                <a:srgbClr val="2E398A"/>
              </a:solidFill>
            </a:ln>
          </c:spPr>
          <c:marker>
            <c:symbol val="none"/>
          </c:marker>
          <c:cat>
            <c:numRef>
              <c:f>PoolRefinancible!$B$3:$B$227</c:f>
              <c:numCache>
                <c:formatCode>m/d/yyyy</c:formatCode>
                <c:ptCount val="225"/>
                <c:pt idx="0">
                  <c:v>40549</c:v>
                </c:pt>
                <c:pt idx="1">
                  <c:v>40556</c:v>
                </c:pt>
                <c:pt idx="2">
                  <c:v>40563</c:v>
                </c:pt>
                <c:pt idx="3">
                  <c:v>40570</c:v>
                </c:pt>
                <c:pt idx="4">
                  <c:v>40577</c:v>
                </c:pt>
                <c:pt idx="5">
                  <c:v>40584</c:v>
                </c:pt>
                <c:pt idx="6">
                  <c:v>40591</c:v>
                </c:pt>
                <c:pt idx="7">
                  <c:v>40598</c:v>
                </c:pt>
                <c:pt idx="8">
                  <c:v>40605</c:v>
                </c:pt>
                <c:pt idx="9">
                  <c:v>40612</c:v>
                </c:pt>
                <c:pt idx="10">
                  <c:v>40619</c:v>
                </c:pt>
                <c:pt idx="11">
                  <c:v>40626</c:v>
                </c:pt>
                <c:pt idx="12">
                  <c:v>40633</c:v>
                </c:pt>
                <c:pt idx="13">
                  <c:v>40640</c:v>
                </c:pt>
                <c:pt idx="14">
                  <c:v>40647</c:v>
                </c:pt>
                <c:pt idx="15">
                  <c:v>40654</c:v>
                </c:pt>
                <c:pt idx="16">
                  <c:v>40661</c:v>
                </c:pt>
                <c:pt idx="17">
                  <c:v>40668</c:v>
                </c:pt>
                <c:pt idx="18">
                  <c:v>40675</c:v>
                </c:pt>
                <c:pt idx="19">
                  <c:v>40682</c:v>
                </c:pt>
                <c:pt idx="20">
                  <c:v>40689</c:v>
                </c:pt>
                <c:pt idx="21">
                  <c:v>40696</c:v>
                </c:pt>
                <c:pt idx="22">
                  <c:v>40703</c:v>
                </c:pt>
                <c:pt idx="23">
                  <c:v>40710</c:v>
                </c:pt>
                <c:pt idx="24">
                  <c:v>40717</c:v>
                </c:pt>
                <c:pt idx="25">
                  <c:v>40724</c:v>
                </c:pt>
                <c:pt idx="26">
                  <c:v>40731</c:v>
                </c:pt>
                <c:pt idx="27">
                  <c:v>40738</c:v>
                </c:pt>
                <c:pt idx="28">
                  <c:v>40745</c:v>
                </c:pt>
                <c:pt idx="29">
                  <c:v>40752</c:v>
                </c:pt>
                <c:pt idx="30">
                  <c:v>40759</c:v>
                </c:pt>
                <c:pt idx="31">
                  <c:v>40766</c:v>
                </c:pt>
                <c:pt idx="32">
                  <c:v>40773</c:v>
                </c:pt>
                <c:pt idx="33">
                  <c:v>40780</c:v>
                </c:pt>
                <c:pt idx="34">
                  <c:v>40787</c:v>
                </c:pt>
                <c:pt idx="35">
                  <c:v>40794</c:v>
                </c:pt>
                <c:pt idx="36">
                  <c:v>40801</c:v>
                </c:pt>
                <c:pt idx="37">
                  <c:v>40808</c:v>
                </c:pt>
                <c:pt idx="38">
                  <c:v>40815</c:v>
                </c:pt>
                <c:pt idx="39">
                  <c:v>40822</c:v>
                </c:pt>
                <c:pt idx="40">
                  <c:v>40829</c:v>
                </c:pt>
                <c:pt idx="41">
                  <c:v>40836</c:v>
                </c:pt>
                <c:pt idx="42">
                  <c:v>40843</c:v>
                </c:pt>
                <c:pt idx="43">
                  <c:v>40850</c:v>
                </c:pt>
                <c:pt idx="44">
                  <c:v>40857</c:v>
                </c:pt>
                <c:pt idx="45">
                  <c:v>40864</c:v>
                </c:pt>
                <c:pt idx="46">
                  <c:v>40870</c:v>
                </c:pt>
                <c:pt idx="47">
                  <c:v>40878</c:v>
                </c:pt>
                <c:pt idx="48">
                  <c:v>40885</c:v>
                </c:pt>
                <c:pt idx="49">
                  <c:v>40892</c:v>
                </c:pt>
                <c:pt idx="50">
                  <c:v>40899</c:v>
                </c:pt>
                <c:pt idx="51">
                  <c:v>40906</c:v>
                </c:pt>
                <c:pt idx="52">
                  <c:v>40913</c:v>
                </c:pt>
                <c:pt idx="53">
                  <c:v>40920</c:v>
                </c:pt>
                <c:pt idx="54">
                  <c:v>40927</c:v>
                </c:pt>
                <c:pt idx="55">
                  <c:v>40934</c:v>
                </c:pt>
                <c:pt idx="56">
                  <c:v>40941</c:v>
                </c:pt>
                <c:pt idx="57">
                  <c:v>40948</c:v>
                </c:pt>
                <c:pt idx="58">
                  <c:v>40955</c:v>
                </c:pt>
                <c:pt idx="59">
                  <c:v>40962</c:v>
                </c:pt>
                <c:pt idx="60">
                  <c:v>40969</c:v>
                </c:pt>
                <c:pt idx="61">
                  <c:v>40976</c:v>
                </c:pt>
                <c:pt idx="62">
                  <c:v>40983</c:v>
                </c:pt>
                <c:pt idx="63">
                  <c:v>40990</c:v>
                </c:pt>
                <c:pt idx="64">
                  <c:v>40997</c:v>
                </c:pt>
                <c:pt idx="65">
                  <c:v>41004</c:v>
                </c:pt>
                <c:pt idx="66">
                  <c:v>41011</c:v>
                </c:pt>
                <c:pt idx="67">
                  <c:v>41018</c:v>
                </c:pt>
                <c:pt idx="68">
                  <c:v>41025</c:v>
                </c:pt>
                <c:pt idx="69">
                  <c:v>41032</c:v>
                </c:pt>
                <c:pt idx="70">
                  <c:v>41039</c:v>
                </c:pt>
                <c:pt idx="71">
                  <c:v>41046</c:v>
                </c:pt>
                <c:pt idx="72">
                  <c:v>41053</c:v>
                </c:pt>
                <c:pt idx="73">
                  <c:v>41060</c:v>
                </c:pt>
                <c:pt idx="74">
                  <c:v>41067</c:v>
                </c:pt>
                <c:pt idx="75">
                  <c:v>41074</c:v>
                </c:pt>
                <c:pt idx="76">
                  <c:v>41081</c:v>
                </c:pt>
                <c:pt idx="77">
                  <c:v>41088</c:v>
                </c:pt>
                <c:pt idx="78">
                  <c:v>41095</c:v>
                </c:pt>
                <c:pt idx="79">
                  <c:v>41102</c:v>
                </c:pt>
                <c:pt idx="80">
                  <c:v>41109</c:v>
                </c:pt>
                <c:pt idx="81">
                  <c:v>41116</c:v>
                </c:pt>
                <c:pt idx="82">
                  <c:v>41123</c:v>
                </c:pt>
                <c:pt idx="83">
                  <c:v>41130</c:v>
                </c:pt>
                <c:pt idx="84">
                  <c:v>41137</c:v>
                </c:pt>
                <c:pt idx="85">
                  <c:v>41144</c:v>
                </c:pt>
                <c:pt idx="86">
                  <c:v>41151</c:v>
                </c:pt>
                <c:pt idx="87">
                  <c:v>41158</c:v>
                </c:pt>
                <c:pt idx="88">
                  <c:v>41165</c:v>
                </c:pt>
                <c:pt idx="89">
                  <c:v>41172</c:v>
                </c:pt>
                <c:pt idx="90">
                  <c:v>41179</c:v>
                </c:pt>
                <c:pt idx="91">
                  <c:v>41186</c:v>
                </c:pt>
                <c:pt idx="92">
                  <c:v>41193</c:v>
                </c:pt>
                <c:pt idx="93">
                  <c:v>41200</c:v>
                </c:pt>
                <c:pt idx="94">
                  <c:v>41207</c:v>
                </c:pt>
                <c:pt idx="95">
                  <c:v>41214</c:v>
                </c:pt>
                <c:pt idx="96">
                  <c:v>41221</c:v>
                </c:pt>
                <c:pt idx="97">
                  <c:v>41228</c:v>
                </c:pt>
                <c:pt idx="98">
                  <c:v>41234</c:v>
                </c:pt>
                <c:pt idx="99">
                  <c:v>41242</c:v>
                </c:pt>
                <c:pt idx="100">
                  <c:v>41249</c:v>
                </c:pt>
                <c:pt idx="101">
                  <c:v>41256</c:v>
                </c:pt>
                <c:pt idx="102">
                  <c:v>41263</c:v>
                </c:pt>
                <c:pt idx="103">
                  <c:v>41270</c:v>
                </c:pt>
                <c:pt idx="104">
                  <c:v>41277</c:v>
                </c:pt>
                <c:pt idx="105">
                  <c:v>41284</c:v>
                </c:pt>
                <c:pt idx="106">
                  <c:v>41291</c:v>
                </c:pt>
                <c:pt idx="107">
                  <c:v>41298</c:v>
                </c:pt>
                <c:pt idx="108">
                  <c:v>41305</c:v>
                </c:pt>
                <c:pt idx="109">
                  <c:v>41312</c:v>
                </c:pt>
                <c:pt idx="110">
                  <c:v>41319</c:v>
                </c:pt>
                <c:pt idx="111">
                  <c:v>41326</c:v>
                </c:pt>
                <c:pt idx="112">
                  <c:v>41333</c:v>
                </c:pt>
                <c:pt idx="113">
                  <c:v>41340</c:v>
                </c:pt>
                <c:pt idx="114">
                  <c:v>41347</c:v>
                </c:pt>
                <c:pt idx="115">
                  <c:v>41354</c:v>
                </c:pt>
                <c:pt idx="116">
                  <c:v>41361</c:v>
                </c:pt>
                <c:pt idx="117">
                  <c:v>41368</c:v>
                </c:pt>
                <c:pt idx="118">
                  <c:v>41375</c:v>
                </c:pt>
                <c:pt idx="119">
                  <c:v>41382</c:v>
                </c:pt>
                <c:pt idx="120">
                  <c:v>41389</c:v>
                </c:pt>
                <c:pt idx="121">
                  <c:v>41396</c:v>
                </c:pt>
                <c:pt idx="122">
                  <c:v>41403</c:v>
                </c:pt>
                <c:pt idx="123">
                  <c:v>41410</c:v>
                </c:pt>
                <c:pt idx="124">
                  <c:v>41417</c:v>
                </c:pt>
                <c:pt idx="125">
                  <c:v>41424</c:v>
                </c:pt>
                <c:pt idx="126">
                  <c:v>41431</c:v>
                </c:pt>
                <c:pt idx="127">
                  <c:v>41438</c:v>
                </c:pt>
                <c:pt idx="128">
                  <c:v>41445</c:v>
                </c:pt>
                <c:pt idx="129">
                  <c:v>41452</c:v>
                </c:pt>
                <c:pt idx="130">
                  <c:v>41458</c:v>
                </c:pt>
                <c:pt idx="131">
                  <c:v>41466</c:v>
                </c:pt>
                <c:pt idx="132">
                  <c:v>41473</c:v>
                </c:pt>
                <c:pt idx="133">
                  <c:v>41480</c:v>
                </c:pt>
                <c:pt idx="134">
                  <c:v>41487</c:v>
                </c:pt>
                <c:pt idx="135">
                  <c:v>41494</c:v>
                </c:pt>
                <c:pt idx="136">
                  <c:v>41501</c:v>
                </c:pt>
                <c:pt idx="137">
                  <c:v>41508</c:v>
                </c:pt>
                <c:pt idx="138">
                  <c:v>41515</c:v>
                </c:pt>
                <c:pt idx="139">
                  <c:v>41522</c:v>
                </c:pt>
                <c:pt idx="140">
                  <c:v>41529</c:v>
                </c:pt>
                <c:pt idx="141">
                  <c:v>41536</c:v>
                </c:pt>
                <c:pt idx="142">
                  <c:v>41543</c:v>
                </c:pt>
                <c:pt idx="143">
                  <c:v>41550</c:v>
                </c:pt>
                <c:pt idx="144">
                  <c:v>41557</c:v>
                </c:pt>
                <c:pt idx="145">
                  <c:v>41564</c:v>
                </c:pt>
                <c:pt idx="146">
                  <c:v>41571</c:v>
                </c:pt>
                <c:pt idx="147">
                  <c:v>41578</c:v>
                </c:pt>
                <c:pt idx="148">
                  <c:v>41585</c:v>
                </c:pt>
                <c:pt idx="149">
                  <c:v>41592</c:v>
                </c:pt>
                <c:pt idx="150">
                  <c:v>41599</c:v>
                </c:pt>
                <c:pt idx="151">
                  <c:v>41605</c:v>
                </c:pt>
                <c:pt idx="152">
                  <c:v>41613</c:v>
                </c:pt>
                <c:pt idx="153">
                  <c:v>41620</c:v>
                </c:pt>
                <c:pt idx="154">
                  <c:v>41627</c:v>
                </c:pt>
                <c:pt idx="155">
                  <c:v>41634</c:v>
                </c:pt>
                <c:pt idx="156">
                  <c:v>41641</c:v>
                </c:pt>
                <c:pt idx="157">
                  <c:v>41648</c:v>
                </c:pt>
                <c:pt idx="158">
                  <c:v>41655</c:v>
                </c:pt>
                <c:pt idx="159">
                  <c:v>41662</c:v>
                </c:pt>
                <c:pt idx="160">
                  <c:v>41669</c:v>
                </c:pt>
                <c:pt idx="161">
                  <c:v>41676</c:v>
                </c:pt>
                <c:pt idx="162">
                  <c:v>41683</c:v>
                </c:pt>
                <c:pt idx="163">
                  <c:v>41690</c:v>
                </c:pt>
                <c:pt idx="164">
                  <c:v>41697</c:v>
                </c:pt>
                <c:pt idx="165">
                  <c:v>41704</c:v>
                </c:pt>
                <c:pt idx="166">
                  <c:v>41711</c:v>
                </c:pt>
                <c:pt idx="167">
                  <c:v>41718</c:v>
                </c:pt>
                <c:pt idx="168">
                  <c:v>41725</c:v>
                </c:pt>
                <c:pt idx="169">
                  <c:v>41732</c:v>
                </c:pt>
                <c:pt idx="170">
                  <c:v>41739</c:v>
                </c:pt>
                <c:pt idx="171">
                  <c:v>41746</c:v>
                </c:pt>
                <c:pt idx="172">
                  <c:v>41753</c:v>
                </c:pt>
                <c:pt idx="173">
                  <c:v>41760</c:v>
                </c:pt>
                <c:pt idx="174">
                  <c:v>41767</c:v>
                </c:pt>
                <c:pt idx="175">
                  <c:v>41774</c:v>
                </c:pt>
                <c:pt idx="176">
                  <c:v>41781</c:v>
                </c:pt>
                <c:pt idx="177">
                  <c:v>41788</c:v>
                </c:pt>
                <c:pt idx="178">
                  <c:v>41795</c:v>
                </c:pt>
                <c:pt idx="179">
                  <c:v>41802</c:v>
                </c:pt>
                <c:pt idx="180">
                  <c:v>41809</c:v>
                </c:pt>
                <c:pt idx="181">
                  <c:v>41816</c:v>
                </c:pt>
                <c:pt idx="182">
                  <c:v>41823</c:v>
                </c:pt>
                <c:pt idx="183">
                  <c:v>41830</c:v>
                </c:pt>
                <c:pt idx="184">
                  <c:v>41837</c:v>
                </c:pt>
                <c:pt idx="185">
                  <c:v>41844</c:v>
                </c:pt>
                <c:pt idx="186">
                  <c:v>41851</c:v>
                </c:pt>
                <c:pt idx="187">
                  <c:v>41858</c:v>
                </c:pt>
                <c:pt idx="188">
                  <c:v>41865</c:v>
                </c:pt>
                <c:pt idx="189">
                  <c:v>41872</c:v>
                </c:pt>
                <c:pt idx="190">
                  <c:v>41879</c:v>
                </c:pt>
                <c:pt idx="191">
                  <c:v>41886</c:v>
                </c:pt>
                <c:pt idx="192">
                  <c:v>41893</c:v>
                </c:pt>
                <c:pt idx="193">
                  <c:v>41900</c:v>
                </c:pt>
                <c:pt idx="194">
                  <c:v>41907</c:v>
                </c:pt>
                <c:pt idx="195">
                  <c:v>41914</c:v>
                </c:pt>
                <c:pt idx="196">
                  <c:v>41921</c:v>
                </c:pt>
                <c:pt idx="197">
                  <c:v>41928</c:v>
                </c:pt>
                <c:pt idx="198">
                  <c:v>41935</c:v>
                </c:pt>
                <c:pt idx="199">
                  <c:v>41942</c:v>
                </c:pt>
                <c:pt idx="200">
                  <c:v>41949</c:v>
                </c:pt>
                <c:pt idx="201">
                  <c:v>41956</c:v>
                </c:pt>
                <c:pt idx="202">
                  <c:v>41963</c:v>
                </c:pt>
                <c:pt idx="203">
                  <c:v>41969</c:v>
                </c:pt>
                <c:pt idx="204">
                  <c:v>41977</c:v>
                </c:pt>
                <c:pt idx="205">
                  <c:v>41984</c:v>
                </c:pt>
                <c:pt idx="206">
                  <c:v>41991</c:v>
                </c:pt>
                <c:pt idx="207">
                  <c:v>41997</c:v>
                </c:pt>
                <c:pt idx="208">
                  <c:v>42004</c:v>
                </c:pt>
                <c:pt idx="209">
                  <c:v>42012</c:v>
                </c:pt>
                <c:pt idx="210">
                  <c:v>42019</c:v>
                </c:pt>
                <c:pt idx="211">
                  <c:v>42026</c:v>
                </c:pt>
                <c:pt idx="212">
                  <c:v>42033</c:v>
                </c:pt>
                <c:pt idx="213">
                  <c:v>42040</c:v>
                </c:pt>
                <c:pt idx="214">
                  <c:v>42047</c:v>
                </c:pt>
                <c:pt idx="215">
                  <c:v>42054</c:v>
                </c:pt>
                <c:pt idx="216">
                  <c:v>42061</c:v>
                </c:pt>
                <c:pt idx="217">
                  <c:v>42068</c:v>
                </c:pt>
                <c:pt idx="218">
                  <c:v>42075</c:v>
                </c:pt>
                <c:pt idx="219">
                  <c:v>42082</c:v>
                </c:pt>
                <c:pt idx="220">
                  <c:v>42089</c:v>
                </c:pt>
                <c:pt idx="221">
                  <c:v>42096</c:v>
                </c:pt>
                <c:pt idx="222">
                  <c:v>42103</c:v>
                </c:pt>
                <c:pt idx="223">
                  <c:v>42110</c:v>
                </c:pt>
                <c:pt idx="224">
                  <c:v>42117</c:v>
                </c:pt>
              </c:numCache>
            </c:numRef>
          </c:cat>
          <c:val>
            <c:numRef>
              <c:f>PoolRefinancible!$H$3:$H$227</c:f>
              <c:numCache>
                <c:formatCode>0%</c:formatCode>
                <c:ptCount val="225"/>
                <c:pt idx="0">
                  <c:v>0.29339129549199244</c:v>
                </c:pt>
                <c:pt idx="1">
                  <c:v>0.31216038149568309</c:v>
                </c:pt>
                <c:pt idx="2">
                  <c:v>0.29352345631455612</c:v>
                </c:pt>
                <c:pt idx="3">
                  <c:v>0.29337181673036272</c:v>
                </c:pt>
                <c:pt idx="4">
                  <c:v>0.25001180569005516</c:v>
                </c:pt>
                <c:pt idx="5">
                  <c:v>0.20884941022700101</c:v>
                </c:pt>
                <c:pt idx="6">
                  <c:v>0.21937474831597803</c:v>
                </c:pt>
                <c:pt idx="7">
                  <c:v>0.23756924071282229</c:v>
                </c:pt>
                <c:pt idx="8">
                  <c:v>0.23580697378092402</c:v>
                </c:pt>
                <c:pt idx="9">
                  <c:v>0.23575738208426369</c:v>
                </c:pt>
                <c:pt idx="10">
                  <c:v>0.27772990136821168</c:v>
                </c:pt>
                <c:pt idx="11">
                  <c:v>0.26081219543552103</c:v>
                </c:pt>
                <c:pt idx="12">
                  <c:v>0.23582915359045858</c:v>
                </c:pt>
                <c:pt idx="13">
                  <c:v>0.23398840657953646</c:v>
                </c:pt>
                <c:pt idx="14">
                  <c:v>0.23392925226898756</c:v>
                </c:pt>
                <c:pt idx="15">
                  <c:v>0.25931046586102646</c:v>
                </c:pt>
                <c:pt idx="16">
                  <c:v>0.25939108420754325</c:v>
                </c:pt>
                <c:pt idx="17">
                  <c:v>0.2767705840929231</c:v>
                </c:pt>
                <c:pt idx="18">
                  <c:v>0.33101736528723608</c:v>
                </c:pt>
                <c:pt idx="19">
                  <c:v>0.33118276104512157</c:v>
                </c:pt>
                <c:pt idx="20">
                  <c:v>0.33125092721379307</c:v>
                </c:pt>
                <c:pt idx="21">
                  <c:v>0.3691835869311077</c:v>
                </c:pt>
                <c:pt idx="22">
                  <c:v>0.39508524505835663</c:v>
                </c:pt>
                <c:pt idx="23">
                  <c:v>0.39503378326956207</c:v>
                </c:pt>
                <c:pt idx="24">
                  <c:v>0.3691835869311077</c:v>
                </c:pt>
                <c:pt idx="25">
                  <c:v>0.39407405863936062</c:v>
                </c:pt>
                <c:pt idx="26">
                  <c:v>0.32953309642129813</c:v>
                </c:pt>
                <c:pt idx="27">
                  <c:v>0.39198068984469925</c:v>
                </c:pt>
                <c:pt idx="28">
                  <c:v>0.36688328154710265</c:v>
                </c:pt>
                <c:pt idx="29">
                  <c:v>0.36550585923079215</c:v>
                </c:pt>
                <c:pt idx="30">
                  <c:v>0.45050394711351643</c:v>
                </c:pt>
                <c:pt idx="31">
                  <c:v>0.57202234451964995</c:v>
                </c:pt>
                <c:pt idx="32">
                  <c:v>0.66665601955240716</c:v>
                </c:pt>
                <c:pt idx="33">
                  <c:v>0.61340669597098385</c:v>
                </c:pt>
                <c:pt idx="34">
                  <c:v>0.61043584134215234</c:v>
                </c:pt>
                <c:pt idx="35">
                  <c:v>0.68911896233120773</c:v>
                </c:pt>
                <c:pt idx="36">
                  <c:v>0.68921930805544263</c:v>
                </c:pt>
                <c:pt idx="37">
                  <c:v>0.68921930805544263</c:v>
                </c:pt>
                <c:pt idx="38">
                  <c:v>0.74085165408919718</c:v>
                </c:pt>
                <c:pt idx="39">
                  <c:v>0.7283352335565505</c:v>
                </c:pt>
                <c:pt idx="40">
                  <c:v>0.65022815919416987</c:v>
                </c:pt>
                <c:pt idx="41">
                  <c:v>0.67496554048719415</c:v>
                </c:pt>
                <c:pt idx="42">
                  <c:v>0.67510900125173667</c:v>
                </c:pt>
                <c:pt idx="43">
                  <c:v>0.71321272785210488</c:v>
                </c:pt>
                <c:pt idx="44">
                  <c:v>0.71323324235131957</c:v>
                </c:pt>
                <c:pt idx="45">
                  <c:v>0.71321272785210488</c:v>
                </c:pt>
                <c:pt idx="46">
                  <c:v>0.71325364250112233</c:v>
                </c:pt>
                <c:pt idx="47">
                  <c:v>0.69921469866784125</c:v>
                </c:pt>
                <c:pt idx="48">
                  <c:v>0.69923497192416595</c:v>
                </c:pt>
                <c:pt idx="49">
                  <c:v>0.69928350198009037</c:v>
                </c:pt>
                <c:pt idx="50">
                  <c:v>0.73130536310420036</c:v>
                </c:pt>
                <c:pt idx="51">
                  <c:v>0.7311164441815301</c:v>
                </c:pt>
                <c:pt idx="52">
                  <c:v>0.71872246623497638</c:v>
                </c:pt>
                <c:pt idx="53">
                  <c:v>0.71892720085282324</c:v>
                </c:pt>
                <c:pt idx="54">
                  <c:v>0.71880362926806407</c:v>
                </c:pt>
                <c:pt idx="55">
                  <c:v>0.68591641414675153</c:v>
                </c:pt>
                <c:pt idx="56">
                  <c:v>0.70090674609623727</c:v>
                </c:pt>
                <c:pt idx="57">
                  <c:v>0.70090674609623727</c:v>
                </c:pt>
                <c:pt idx="58">
                  <c:v>0.70090674609623727</c:v>
                </c:pt>
                <c:pt idx="59">
                  <c:v>0.66768685957234042</c:v>
                </c:pt>
                <c:pt idx="60">
                  <c:v>0.68578772853860537</c:v>
                </c:pt>
                <c:pt idx="61">
                  <c:v>0.68585905113025258</c:v>
                </c:pt>
                <c:pt idx="62">
                  <c:v>0.68564931358979331</c:v>
                </c:pt>
                <c:pt idx="63">
                  <c:v>0.59885812506806924</c:v>
                </c:pt>
                <c:pt idx="64">
                  <c:v>0.65228379705075934</c:v>
                </c:pt>
                <c:pt idx="65">
                  <c:v>0.65610516867504221</c:v>
                </c:pt>
                <c:pt idx="66">
                  <c:v>0.70976914085945686</c:v>
                </c:pt>
                <c:pt idx="67">
                  <c:v>0.68977407029497229</c:v>
                </c:pt>
                <c:pt idx="68">
                  <c:v>0.70976914085945686</c:v>
                </c:pt>
                <c:pt idx="69">
                  <c:v>0.71778894613505184</c:v>
                </c:pt>
                <c:pt idx="70">
                  <c:v>0.71790603687606236</c:v>
                </c:pt>
                <c:pt idx="71">
                  <c:v>0.7511226293764568</c:v>
                </c:pt>
                <c:pt idx="72">
                  <c:v>0.75105035429874611</c:v>
                </c:pt>
                <c:pt idx="73">
                  <c:v>0.7512041517176814</c:v>
                </c:pt>
                <c:pt idx="74">
                  <c:v>0.79329641551681107</c:v>
                </c:pt>
                <c:pt idx="75">
                  <c:v>0.77022399573729294</c:v>
                </c:pt>
                <c:pt idx="76">
                  <c:v>0.79333577564121049</c:v>
                </c:pt>
                <c:pt idx="77">
                  <c:v>0.79333577564121049</c:v>
                </c:pt>
                <c:pt idx="78">
                  <c:v>0.78742350246505088</c:v>
                </c:pt>
                <c:pt idx="79">
                  <c:v>0.81997698463178614</c:v>
                </c:pt>
                <c:pt idx="80">
                  <c:v>0.82005106161314656</c:v>
                </c:pt>
                <c:pt idx="81">
                  <c:v>0.83574642345813432</c:v>
                </c:pt>
                <c:pt idx="82">
                  <c:v>0.80667448116643814</c:v>
                </c:pt>
                <c:pt idx="83">
                  <c:v>0.80661010872786376</c:v>
                </c:pt>
                <c:pt idx="84">
                  <c:v>0.7859411996742075</c:v>
                </c:pt>
                <c:pt idx="85">
                  <c:v>0.77233085778339827</c:v>
                </c:pt>
                <c:pt idx="86">
                  <c:v>0.80661010872786376</c:v>
                </c:pt>
                <c:pt idx="87">
                  <c:v>0.79385522628191763</c:v>
                </c:pt>
                <c:pt idx="88">
                  <c:v>0.79476488314048044</c:v>
                </c:pt>
                <c:pt idx="89">
                  <c:v>0.81215273598629645</c:v>
                </c:pt>
                <c:pt idx="90">
                  <c:v>0.86283075587771796</c:v>
                </c:pt>
                <c:pt idx="91">
                  <c:v>0.84379634926171598</c:v>
                </c:pt>
                <c:pt idx="92">
                  <c:v>0.82335914163118795</c:v>
                </c:pt>
                <c:pt idx="93">
                  <c:v>0.84345556360039442</c:v>
                </c:pt>
                <c:pt idx="94">
                  <c:v>0.82205123015040049</c:v>
                </c:pt>
                <c:pt idx="95">
                  <c:v>0.79712077418900507</c:v>
                </c:pt>
                <c:pt idx="96">
                  <c:v>0.79698536593342428</c:v>
                </c:pt>
                <c:pt idx="97">
                  <c:v>0.81850077597759319</c:v>
                </c:pt>
                <c:pt idx="98">
                  <c:v>0.84439089185574212</c:v>
                </c:pt>
                <c:pt idx="99">
                  <c:v>0.81849486720040165</c:v>
                </c:pt>
                <c:pt idx="100">
                  <c:v>0.80509322996926413</c:v>
                </c:pt>
                <c:pt idx="101">
                  <c:v>0.83135770301903678</c:v>
                </c:pt>
                <c:pt idx="102">
                  <c:v>0.80495713977092143</c:v>
                </c:pt>
                <c:pt idx="103">
                  <c:v>0.80507982737116601</c:v>
                </c:pt>
                <c:pt idx="104">
                  <c:v>0.78587704060014518</c:v>
                </c:pt>
                <c:pt idx="105">
                  <c:v>0.76318717011624149</c:v>
                </c:pt>
                <c:pt idx="106">
                  <c:v>0.785144217858876</c:v>
                </c:pt>
                <c:pt idx="107">
                  <c:v>0.76190943399436351</c:v>
                </c:pt>
                <c:pt idx="108">
                  <c:v>0.70861609938717229</c:v>
                </c:pt>
                <c:pt idx="109">
                  <c:v>0.6884953726397457</c:v>
                </c:pt>
                <c:pt idx="110">
                  <c:v>0.6884953726397457</c:v>
                </c:pt>
                <c:pt idx="111">
                  <c:v>0.66613472475485569</c:v>
                </c:pt>
                <c:pt idx="112">
                  <c:v>0.68856460743428471</c:v>
                </c:pt>
                <c:pt idx="113">
                  <c:v>0.66492754235269635</c:v>
                </c:pt>
                <c:pt idx="114">
                  <c:v>0.62785527997640145</c:v>
                </c:pt>
                <c:pt idx="115">
                  <c:v>0.66394223169170952</c:v>
                </c:pt>
                <c:pt idx="116">
                  <c:v>0.64182776636199401</c:v>
                </c:pt>
                <c:pt idx="117">
                  <c:v>0.64790815234902699</c:v>
                </c:pt>
                <c:pt idx="118">
                  <c:v>0.67093986203227984</c:v>
                </c:pt>
                <c:pt idx="119">
                  <c:v>0.70290697718981421</c:v>
                </c:pt>
                <c:pt idx="120">
                  <c:v>0.70281611264171606</c:v>
                </c:pt>
                <c:pt idx="121">
                  <c:v>0.72094528388633183</c:v>
                </c:pt>
                <c:pt idx="122">
                  <c:v>0.69246979917415841</c:v>
                </c:pt>
                <c:pt idx="123">
                  <c:v>0.65667808288144003</c:v>
                </c:pt>
                <c:pt idx="124">
                  <c:v>0.61265051606608523</c:v>
                </c:pt>
                <c:pt idx="125">
                  <c:v>0.53483965838657976</c:v>
                </c:pt>
                <c:pt idx="126">
                  <c:v>0.49694449948610975</c:v>
                </c:pt>
                <c:pt idx="127">
                  <c:v>0.47397924667640279</c:v>
                </c:pt>
                <c:pt idx="128">
                  <c:v>0.47403756846371675</c:v>
                </c:pt>
                <c:pt idx="129">
                  <c:v>0.25403206756592833</c:v>
                </c:pt>
                <c:pt idx="130">
                  <c:v>0.34777149804179863</c:v>
                </c:pt>
                <c:pt idx="131">
                  <c:v>0.22534397246731291</c:v>
                </c:pt>
                <c:pt idx="132">
                  <c:v>0.31268318581252624</c:v>
                </c:pt>
                <c:pt idx="133">
                  <c:v>0.312913492244701</c:v>
                </c:pt>
                <c:pt idx="134">
                  <c:v>0.26851632698808114</c:v>
                </c:pt>
                <c:pt idx="135">
                  <c:v>0.26848961945490407</c:v>
                </c:pt>
                <c:pt idx="136">
                  <c:v>0.26848961945490407</c:v>
                </c:pt>
                <c:pt idx="137">
                  <c:v>0.19897551419907808</c:v>
                </c:pt>
                <c:pt idx="138">
                  <c:v>0.2352153173287943</c:v>
                </c:pt>
                <c:pt idx="139">
                  <c:v>0.20985102278531986</c:v>
                </c:pt>
                <c:pt idx="140">
                  <c:v>0.1933013159773479</c:v>
                </c:pt>
                <c:pt idx="141">
                  <c:v>0.22981537322953327</c:v>
                </c:pt>
                <c:pt idx="142">
                  <c:v>0.32752583432106064</c:v>
                </c:pt>
                <c:pt idx="143">
                  <c:v>0.34934694100582447</c:v>
                </c:pt>
                <c:pt idx="144">
                  <c:v>0.34930953319751107</c:v>
                </c:pt>
                <c:pt idx="145">
                  <c:v>0.32051900820894169</c:v>
                </c:pt>
                <c:pt idx="146">
                  <c:v>0.37185328450087929</c:v>
                </c:pt>
                <c:pt idx="147">
                  <c:v>0.39063551189178952</c:v>
                </c:pt>
                <c:pt idx="148">
                  <c:v>0.36662430427029247</c:v>
                </c:pt>
                <c:pt idx="149">
                  <c:v>0.28071881128362103</c:v>
                </c:pt>
                <c:pt idx="150">
                  <c:v>0.34304694481314357</c:v>
                </c:pt>
                <c:pt idx="151">
                  <c:v>0.31428622705242126</c:v>
                </c:pt>
                <c:pt idx="152">
                  <c:v>0.24226678471994609</c:v>
                </c:pt>
                <c:pt idx="153">
                  <c:v>0.24222415354324153</c:v>
                </c:pt>
                <c:pt idx="154">
                  <c:v>0.20141162346005181</c:v>
                </c:pt>
                <c:pt idx="155">
                  <c:v>0.2013640996379655</c:v>
                </c:pt>
                <c:pt idx="156">
                  <c:v>0.17802959709068786</c:v>
                </c:pt>
                <c:pt idx="157">
                  <c:v>0.19750176495775237</c:v>
                </c:pt>
                <c:pt idx="158">
                  <c:v>0.22917295307652799</c:v>
                </c:pt>
                <c:pt idx="159">
                  <c:v>0.22951003472904788</c:v>
                </c:pt>
                <c:pt idx="160">
                  <c:v>0.29231353005395816</c:v>
                </c:pt>
                <c:pt idx="161">
                  <c:v>0.31520979957393219</c:v>
                </c:pt>
                <c:pt idx="162">
                  <c:v>0.28764958142832198</c:v>
                </c:pt>
                <c:pt idx="163">
                  <c:v>0.25489738506230836</c:v>
                </c:pt>
                <c:pt idx="164">
                  <c:v>0.25467923398674452</c:v>
                </c:pt>
                <c:pt idx="165">
                  <c:v>0.28397099180873842</c:v>
                </c:pt>
                <c:pt idx="166">
                  <c:v>0.25100221815672541</c:v>
                </c:pt>
                <c:pt idx="167">
                  <c:v>0.28391182536273768</c:v>
                </c:pt>
                <c:pt idx="168">
                  <c:v>0.25088103362043407</c:v>
                </c:pt>
                <c:pt idx="169">
                  <c:v>0.22052709973522447</c:v>
                </c:pt>
                <c:pt idx="170">
                  <c:v>0.25015107339443698</c:v>
                </c:pt>
                <c:pt idx="171">
                  <c:v>0.28299748708911909</c:v>
                </c:pt>
                <c:pt idx="172">
                  <c:v>0.28284593551814341</c:v>
                </c:pt>
                <c:pt idx="173">
                  <c:v>0.28069096324496473</c:v>
                </c:pt>
                <c:pt idx="174">
                  <c:v>0.33387849823041243</c:v>
                </c:pt>
                <c:pt idx="175">
                  <c:v>0.33390062435369622</c:v>
                </c:pt>
                <c:pt idx="176">
                  <c:v>0.35622497076114035</c:v>
                </c:pt>
                <c:pt idx="177">
                  <c:v>0.35633423706395456</c:v>
                </c:pt>
                <c:pt idx="178">
                  <c:v>0.35489250561464825</c:v>
                </c:pt>
                <c:pt idx="179">
                  <c:v>0.33139268056260768</c:v>
                </c:pt>
                <c:pt idx="180">
                  <c:v>0.33161272059622571</c:v>
                </c:pt>
                <c:pt idx="181">
                  <c:v>0.35489250561464825</c:v>
                </c:pt>
                <c:pt idx="182">
                  <c:v>0.38369257635845216</c:v>
                </c:pt>
                <c:pt idx="183">
                  <c:v>0.32616027597080055</c:v>
                </c:pt>
                <c:pt idx="184">
                  <c:v>0.34980501428845279</c:v>
                </c:pt>
                <c:pt idx="185">
                  <c:v>0.34980501428845279</c:v>
                </c:pt>
                <c:pt idx="186">
                  <c:v>0.34984761232802325</c:v>
                </c:pt>
                <c:pt idx="187">
                  <c:v>0.31880210030046374</c:v>
                </c:pt>
                <c:pt idx="188">
                  <c:v>0.34253304807104173</c:v>
                </c:pt>
                <c:pt idx="189">
                  <c:v>0.37707642116327283</c:v>
                </c:pt>
                <c:pt idx="190">
                  <c:v>0.37707642116327283</c:v>
                </c:pt>
                <c:pt idx="191">
                  <c:v>0.37038222757969602</c:v>
                </c:pt>
                <c:pt idx="192">
                  <c:v>0.36989684152089741</c:v>
                </c:pt>
                <c:pt idx="193">
                  <c:v>0.31156063649874671</c:v>
                </c:pt>
                <c:pt idx="194">
                  <c:v>0.31177385303472149</c:v>
                </c:pt>
                <c:pt idx="195">
                  <c:v>0.32780574578763855</c:v>
                </c:pt>
                <c:pt idx="196">
                  <c:v>0.36218729223083185</c:v>
                </c:pt>
                <c:pt idx="197">
                  <c:v>0.4353898175636014</c:v>
                </c:pt>
                <c:pt idx="198">
                  <c:v>0.46664485443170889</c:v>
                </c:pt>
                <c:pt idx="199">
                  <c:v>0.43532256207051467</c:v>
                </c:pt>
                <c:pt idx="200">
                  <c:v>0.38587687479746474</c:v>
                </c:pt>
                <c:pt idx="201">
                  <c:v>0.38600681959673633</c:v>
                </c:pt>
                <c:pt idx="202">
                  <c:v>0.42814045267369355</c:v>
                </c:pt>
                <c:pt idx="203">
                  <c:v>0.42832938632971174</c:v>
                </c:pt>
                <c:pt idx="204">
                  <c:v>0.45366657462074822</c:v>
                </c:pt>
                <c:pt idx="205">
                  <c:v>0.45307285506276335</c:v>
                </c:pt>
                <c:pt idx="206">
                  <c:v>0.49619277574154708</c:v>
                </c:pt>
                <c:pt idx="207">
                  <c:v>0.49576374351331026</c:v>
                </c:pt>
                <c:pt idx="208">
                  <c:v>0.45361652490457088</c:v>
                </c:pt>
                <c:pt idx="209">
                  <c:v>0.52521506611823021</c:v>
                </c:pt>
                <c:pt idx="210">
                  <c:v>0.59589441419972755</c:v>
                </c:pt>
                <c:pt idx="211">
                  <c:v>0.59596808480105368</c:v>
                </c:pt>
                <c:pt idx="212">
                  <c:v>0.59589441419972755</c:v>
                </c:pt>
                <c:pt idx="213">
                  <c:v>0.59044174111366599</c:v>
                </c:pt>
                <c:pt idx="214">
                  <c:v>0.56093530260459656</c:v>
                </c:pt>
                <c:pt idx="215">
                  <c:v>0.51672469270397592</c:v>
                </c:pt>
                <c:pt idx="216">
                  <c:v>0.48350846650958634</c:v>
                </c:pt>
                <c:pt idx="217">
                  <c:v>0.50718342258638915</c:v>
                </c:pt>
                <c:pt idx="218">
                  <c:v>0.43124435584172754</c:v>
                </c:pt>
                <c:pt idx="219">
                  <c:v>0.50666988212578556</c:v>
                </c:pt>
                <c:pt idx="220">
                  <c:v>0.55138762509375627</c:v>
                </c:pt>
                <c:pt idx="221">
                  <c:v>0.53682243639344718</c:v>
                </c:pt>
                <c:pt idx="222">
                  <c:v>0.56624534907007407</c:v>
                </c:pt>
                <c:pt idx="223">
                  <c:v>0.5369178318662613</c:v>
                </c:pt>
                <c:pt idx="224">
                  <c:v>0.56669393867683882</c:v>
                </c:pt>
              </c:numCache>
            </c:numRef>
          </c:val>
          <c:smooth val="0"/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223808128"/>
        <c:axId val="223814016"/>
      </c:lineChart>
      <c:lineChart>
        <c:grouping val="standard"/>
        <c:varyColors val="0"/>
        <c:ser>
          <c:idx val="2"/>
          <c:order val="0"/>
          <c:tx>
            <c:strRef>
              <c:f>PoolRefinancible!$E$2</c:f>
              <c:strCache>
                <c:ptCount val="1"/>
                <c:pt idx="0">
                  <c:v>Conv Refi Index</c:v>
                </c:pt>
              </c:strCache>
            </c:strRef>
          </c:tx>
          <c:spPr>
            <a:ln w="19050">
              <a:solidFill>
                <a:srgbClr val="AD275C"/>
              </a:solidFill>
            </a:ln>
          </c:spPr>
          <c:marker>
            <c:symbol val="none"/>
          </c:marker>
          <c:cat>
            <c:numRef>
              <c:f>PoolRefinancible!$B$3:$B$227</c:f>
              <c:numCache>
                <c:formatCode>m/d/yyyy</c:formatCode>
                <c:ptCount val="225"/>
                <c:pt idx="0">
                  <c:v>40549</c:v>
                </c:pt>
                <c:pt idx="1">
                  <c:v>40556</c:v>
                </c:pt>
                <c:pt idx="2">
                  <c:v>40563</c:v>
                </c:pt>
                <c:pt idx="3">
                  <c:v>40570</c:v>
                </c:pt>
                <c:pt idx="4">
                  <c:v>40577</c:v>
                </c:pt>
                <c:pt idx="5">
                  <c:v>40584</c:v>
                </c:pt>
                <c:pt idx="6">
                  <c:v>40591</c:v>
                </c:pt>
                <c:pt idx="7">
                  <c:v>40598</c:v>
                </c:pt>
                <c:pt idx="8">
                  <c:v>40605</c:v>
                </c:pt>
                <c:pt idx="9">
                  <c:v>40612</c:v>
                </c:pt>
                <c:pt idx="10">
                  <c:v>40619</c:v>
                </c:pt>
                <c:pt idx="11">
                  <c:v>40626</c:v>
                </c:pt>
                <c:pt idx="12">
                  <c:v>40633</c:v>
                </c:pt>
                <c:pt idx="13">
                  <c:v>40640</c:v>
                </c:pt>
                <c:pt idx="14">
                  <c:v>40647</c:v>
                </c:pt>
                <c:pt idx="15">
                  <c:v>40654</c:v>
                </c:pt>
                <c:pt idx="16">
                  <c:v>40661</c:v>
                </c:pt>
                <c:pt idx="17">
                  <c:v>40668</c:v>
                </c:pt>
                <c:pt idx="18">
                  <c:v>40675</c:v>
                </c:pt>
                <c:pt idx="19">
                  <c:v>40682</c:v>
                </c:pt>
                <c:pt idx="20">
                  <c:v>40689</c:v>
                </c:pt>
                <c:pt idx="21">
                  <c:v>40696</c:v>
                </c:pt>
                <c:pt idx="22">
                  <c:v>40703</c:v>
                </c:pt>
                <c:pt idx="23">
                  <c:v>40710</c:v>
                </c:pt>
                <c:pt idx="24">
                  <c:v>40717</c:v>
                </c:pt>
                <c:pt idx="25">
                  <c:v>40724</c:v>
                </c:pt>
                <c:pt idx="26">
                  <c:v>40731</c:v>
                </c:pt>
                <c:pt idx="27">
                  <c:v>40738</c:v>
                </c:pt>
                <c:pt idx="28">
                  <c:v>40745</c:v>
                </c:pt>
                <c:pt idx="29">
                  <c:v>40752</c:v>
                </c:pt>
                <c:pt idx="30">
                  <c:v>40759</c:v>
                </c:pt>
                <c:pt idx="31">
                  <c:v>40766</c:v>
                </c:pt>
                <c:pt idx="32">
                  <c:v>40773</c:v>
                </c:pt>
                <c:pt idx="33">
                  <c:v>40780</c:v>
                </c:pt>
                <c:pt idx="34">
                  <c:v>40787</c:v>
                </c:pt>
                <c:pt idx="35">
                  <c:v>40794</c:v>
                </c:pt>
                <c:pt idx="36">
                  <c:v>40801</c:v>
                </c:pt>
                <c:pt idx="37">
                  <c:v>40808</c:v>
                </c:pt>
                <c:pt idx="38">
                  <c:v>40815</c:v>
                </c:pt>
                <c:pt idx="39">
                  <c:v>40822</c:v>
                </c:pt>
                <c:pt idx="40">
                  <c:v>40829</c:v>
                </c:pt>
                <c:pt idx="41">
                  <c:v>40836</c:v>
                </c:pt>
                <c:pt idx="42">
                  <c:v>40843</c:v>
                </c:pt>
                <c:pt idx="43">
                  <c:v>40850</c:v>
                </c:pt>
                <c:pt idx="44">
                  <c:v>40857</c:v>
                </c:pt>
                <c:pt idx="45">
                  <c:v>40864</c:v>
                </c:pt>
                <c:pt idx="46">
                  <c:v>40870</c:v>
                </c:pt>
                <c:pt idx="47">
                  <c:v>40878</c:v>
                </c:pt>
                <c:pt idx="48">
                  <c:v>40885</c:v>
                </c:pt>
                <c:pt idx="49">
                  <c:v>40892</c:v>
                </c:pt>
                <c:pt idx="50">
                  <c:v>40899</c:v>
                </c:pt>
                <c:pt idx="51">
                  <c:v>40906</c:v>
                </c:pt>
                <c:pt idx="52">
                  <c:v>40913</c:v>
                </c:pt>
                <c:pt idx="53">
                  <c:v>40920</c:v>
                </c:pt>
                <c:pt idx="54">
                  <c:v>40927</c:v>
                </c:pt>
                <c:pt idx="55">
                  <c:v>40934</c:v>
                </c:pt>
                <c:pt idx="56">
                  <c:v>40941</c:v>
                </c:pt>
                <c:pt idx="57">
                  <c:v>40948</c:v>
                </c:pt>
                <c:pt idx="58">
                  <c:v>40955</c:v>
                </c:pt>
                <c:pt idx="59">
                  <c:v>40962</c:v>
                </c:pt>
                <c:pt idx="60">
                  <c:v>40969</c:v>
                </c:pt>
                <c:pt idx="61">
                  <c:v>40976</c:v>
                </c:pt>
                <c:pt idx="62">
                  <c:v>40983</c:v>
                </c:pt>
                <c:pt idx="63">
                  <c:v>40990</c:v>
                </c:pt>
                <c:pt idx="64">
                  <c:v>40997</c:v>
                </c:pt>
                <c:pt idx="65">
                  <c:v>41004</c:v>
                </c:pt>
                <c:pt idx="66">
                  <c:v>41011</c:v>
                </c:pt>
                <c:pt idx="67">
                  <c:v>41018</c:v>
                </c:pt>
                <c:pt idx="68">
                  <c:v>41025</c:v>
                </c:pt>
                <c:pt idx="69">
                  <c:v>41032</c:v>
                </c:pt>
                <c:pt idx="70">
                  <c:v>41039</c:v>
                </c:pt>
                <c:pt idx="71">
                  <c:v>41046</c:v>
                </c:pt>
                <c:pt idx="72">
                  <c:v>41053</c:v>
                </c:pt>
                <c:pt idx="73">
                  <c:v>41060</c:v>
                </c:pt>
                <c:pt idx="74">
                  <c:v>41067</c:v>
                </c:pt>
                <c:pt idx="75">
                  <c:v>41074</c:v>
                </c:pt>
                <c:pt idx="76">
                  <c:v>41081</c:v>
                </c:pt>
                <c:pt idx="77">
                  <c:v>41088</c:v>
                </c:pt>
                <c:pt idx="78">
                  <c:v>41095</c:v>
                </c:pt>
                <c:pt idx="79">
                  <c:v>41102</c:v>
                </c:pt>
                <c:pt idx="80">
                  <c:v>41109</c:v>
                </c:pt>
                <c:pt idx="81">
                  <c:v>41116</c:v>
                </c:pt>
                <c:pt idx="82">
                  <c:v>41123</c:v>
                </c:pt>
                <c:pt idx="83">
                  <c:v>41130</c:v>
                </c:pt>
                <c:pt idx="84">
                  <c:v>41137</c:v>
                </c:pt>
                <c:pt idx="85">
                  <c:v>41144</c:v>
                </c:pt>
                <c:pt idx="86">
                  <c:v>41151</c:v>
                </c:pt>
                <c:pt idx="87">
                  <c:v>41158</c:v>
                </c:pt>
                <c:pt idx="88">
                  <c:v>41165</c:v>
                </c:pt>
                <c:pt idx="89">
                  <c:v>41172</c:v>
                </c:pt>
                <c:pt idx="90">
                  <c:v>41179</c:v>
                </c:pt>
                <c:pt idx="91">
                  <c:v>41186</c:v>
                </c:pt>
                <c:pt idx="92">
                  <c:v>41193</c:v>
                </c:pt>
                <c:pt idx="93">
                  <c:v>41200</c:v>
                </c:pt>
                <c:pt idx="94">
                  <c:v>41207</c:v>
                </c:pt>
                <c:pt idx="95">
                  <c:v>41214</c:v>
                </c:pt>
                <c:pt idx="96">
                  <c:v>41221</c:v>
                </c:pt>
                <c:pt idx="97">
                  <c:v>41228</c:v>
                </c:pt>
                <c:pt idx="98">
                  <c:v>41234</c:v>
                </c:pt>
                <c:pt idx="99">
                  <c:v>41242</c:v>
                </c:pt>
                <c:pt idx="100">
                  <c:v>41249</c:v>
                </c:pt>
                <c:pt idx="101">
                  <c:v>41256</c:v>
                </c:pt>
                <c:pt idx="102">
                  <c:v>41263</c:v>
                </c:pt>
                <c:pt idx="103">
                  <c:v>41270</c:v>
                </c:pt>
                <c:pt idx="104">
                  <c:v>41277</c:v>
                </c:pt>
                <c:pt idx="105">
                  <c:v>41284</c:v>
                </c:pt>
                <c:pt idx="106">
                  <c:v>41291</c:v>
                </c:pt>
                <c:pt idx="107">
                  <c:v>41298</c:v>
                </c:pt>
                <c:pt idx="108">
                  <c:v>41305</c:v>
                </c:pt>
                <c:pt idx="109">
                  <c:v>41312</c:v>
                </c:pt>
                <c:pt idx="110">
                  <c:v>41319</c:v>
                </c:pt>
                <c:pt idx="111">
                  <c:v>41326</c:v>
                </c:pt>
                <c:pt idx="112">
                  <c:v>41333</c:v>
                </c:pt>
                <c:pt idx="113">
                  <c:v>41340</c:v>
                </c:pt>
                <c:pt idx="114">
                  <c:v>41347</c:v>
                </c:pt>
                <c:pt idx="115">
                  <c:v>41354</c:v>
                </c:pt>
                <c:pt idx="116">
                  <c:v>41361</c:v>
                </c:pt>
                <c:pt idx="117">
                  <c:v>41368</c:v>
                </c:pt>
                <c:pt idx="118">
                  <c:v>41375</c:v>
                </c:pt>
                <c:pt idx="119">
                  <c:v>41382</c:v>
                </c:pt>
                <c:pt idx="120">
                  <c:v>41389</c:v>
                </c:pt>
                <c:pt idx="121">
                  <c:v>41396</c:v>
                </c:pt>
                <c:pt idx="122">
                  <c:v>41403</c:v>
                </c:pt>
                <c:pt idx="123">
                  <c:v>41410</c:v>
                </c:pt>
                <c:pt idx="124">
                  <c:v>41417</c:v>
                </c:pt>
                <c:pt idx="125">
                  <c:v>41424</c:v>
                </c:pt>
                <c:pt idx="126">
                  <c:v>41431</c:v>
                </c:pt>
                <c:pt idx="127">
                  <c:v>41438</c:v>
                </c:pt>
                <c:pt idx="128">
                  <c:v>41445</c:v>
                </c:pt>
                <c:pt idx="129">
                  <c:v>41452</c:v>
                </c:pt>
                <c:pt idx="130">
                  <c:v>41458</c:v>
                </c:pt>
                <c:pt idx="131">
                  <c:v>41466</c:v>
                </c:pt>
                <c:pt idx="132">
                  <c:v>41473</c:v>
                </c:pt>
                <c:pt idx="133">
                  <c:v>41480</c:v>
                </c:pt>
                <c:pt idx="134">
                  <c:v>41487</c:v>
                </c:pt>
                <c:pt idx="135">
                  <c:v>41494</c:v>
                </c:pt>
                <c:pt idx="136">
                  <c:v>41501</c:v>
                </c:pt>
                <c:pt idx="137">
                  <c:v>41508</c:v>
                </c:pt>
                <c:pt idx="138">
                  <c:v>41515</c:v>
                </c:pt>
                <c:pt idx="139">
                  <c:v>41522</c:v>
                </c:pt>
                <c:pt idx="140">
                  <c:v>41529</c:v>
                </c:pt>
                <c:pt idx="141">
                  <c:v>41536</c:v>
                </c:pt>
                <c:pt idx="142">
                  <c:v>41543</c:v>
                </c:pt>
                <c:pt idx="143">
                  <c:v>41550</c:v>
                </c:pt>
                <c:pt idx="144">
                  <c:v>41557</c:v>
                </c:pt>
                <c:pt idx="145">
                  <c:v>41564</c:v>
                </c:pt>
                <c:pt idx="146">
                  <c:v>41571</c:v>
                </c:pt>
                <c:pt idx="147">
                  <c:v>41578</c:v>
                </c:pt>
                <c:pt idx="148">
                  <c:v>41585</c:v>
                </c:pt>
                <c:pt idx="149">
                  <c:v>41592</c:v>
                </c:pt>
                <c:pt idx="150">
                  <c:v>41599</c:v>
                </c:pt>
                <c:pt idx="151">
                  <c:v>41605</c:v>
                </c:pt>
                <c:pt idx="152">
                  <c:v>41613</c:v>
                </c:pt>
                <c:pt idx="153">
                  <c:v>41620</c:v>
                </c:pt>
                <c:pt idx="154">
                  <c:v>41627</c:v>
                </c:pt>
                <c:pt idx="155">
                  <c:v>41634</c:v>
                </c:pt>
                <c:pt idx="156">
                  <c:v>41641</c:v>
                </c:pt>
                <c:pt idx="157">
                  <c:v>41648</c:v>
                </c:pt>
                <c:pt idx="158">
                  <c:v>41655</c:v>
                </c:pt>
                <c:pt idx="159">
                  <c:v>41662</c:v>
                </c:pt>
                <c:pt idx="160">
                  <c:v>41669</c:v>
                </c:pt>
                <c:pt idx="161">
                  <c:v>41676</c:v>
                </c:pt>
                <c:pt idx="162">
                  <c:v>41683</c:v>
                </c:pt>
                <c:pt idx="163">
                  <c:v>41690</c:v>
                </c:pt>
                <c:pt idx="164">
                  <c:v>41697</c:v>
                </c:pt>
                <c:pt idx="165">
                  <c:v>41704</c:v>
                </c:pt>
                <c:pt idx="166">
                  <c:v>41711</c:v>
                </c:pt>
                <c:pt idx="167">
                  <c:v>41718</c:v>
                </c:pt>
                <c:pt idx="168">
                  <c:v>41725</c:v>
                </c:pt>
                <c:pt idx="169">
                  <c:v>41732</c:v>
                </c:pt>
                <c:pt idx="170">
                  <c:v>41739</c:v>
                </c:pt>
                <c:pt idx="171">
                  <c:v>41746</c:v>
                </c:pt>
                <c:pt idx="172">
                  <c:v>41753</c:v>
                </c:pt>
                <c:pt idx="173">
                  <c:v>41760</c:v>
                </c:pt>
                <c:pt idx="174">
                  <c:v>41767</c:v>
                </c:pt>
                <c:pt idx="175">
                  <c:v>41774</c:v>
                </c:pt>
                <c:pt idx="176">
                  <c:v>41781</c:v>
                </c:pt>
                <c:pt idx="177">
                  <c:v>41788</c:v>
                </c:pt>
                <c:pt idx="178">
                  <c:v>41795</c:v>
                </c:pt>
                <c:pt idx="179">
                  <c:v>41802</c:v>
                </c:pt>
                <c:pt idx="180">
                  <c:v>41809</c:v>
                </c:pt>
                <c:pt idx="181">
                  <c:v>41816</c:v>
                </c:pt>
                <c:pt idx="182">
                  <c:v>41823</c:v>
                </c:pt>
                <c:pt idx="183">
                  <c:v>41830</c:v>
                </c:pt>
                <c:pt idx="184">
                  <c:v>41837</c:v>
                </c:pt>
                <c:pt idx="185">
                  <c:v>41844</c:v>
                </c:pt>
                <c:pt idx="186">
                  <c:v>41851</c:v>
                </c:pt>
                <c:pt idx="187">
                  <c:v>41858</c:v>
                </c:pt>
                <c:pt idx="188">
                  <c:v>41865</c:v>
                </c:pt>
                <c:pt idx="189">
                  <c:v>41872</c:v>
                </c:pt>
                <c:pt idx="190">
                  <c:v>41879</c:v>
                </c:pt>
                <c:pt idx="191">
                  <c:v>41886</c:v>
                </c:pt>
                <c:pt idx="192">
                  <c:v>41893</c:v>
                </c:pt>
                <c:pt idx="193">
                  <c:v>41900</c:v>
                </c:pt>
                <c:pt idx="194">
                  <c:v>41907</c:v>
                </c:pt>
                <c:pt idx="195">
                  <c:v>41914</c:v>
                </c:pt>
                <c:pt idx="196">
                  <c:v>41921</c:v>
                </c:pt>
                <c:pt idx="197">
                  <c:v>41928</c:v>
                </c:pt>
                <c:pt idx="198">
                  <c:v>41935</c:v>
                </c:pt>
                <c:pt idx="199">
                  <c:v>41942</c:v>
                </c:pt>
                <c:pt idx="200">
                  <c:v>41949</c:v>
                </c:pt>
                <c:pt idx="201">
                  <c:v>41956</c:v>
                </c:pt>
                <c:pt idx="202">
                  <c:v>41963</c:v>
                </c:pt>
                <c:pt idx="203">
                  <c:v>41969</c:v>
                </c:pt>
                <c:pt idx="204">
                  <c:v>41977</c:v>
                </c:pt>
                <c:pt idx="205">
                  <c:v>41984</c:v>
                </c:pt>
                <c:pt idx="206">
                  <c:v>41991</c:v>
                </c:pt>
                <c:pt idx="207">
                  <c:v>41997</c:v>
                </c:pt>
                <c:pt idx="208">
                  <c:v>42004</c:v>
                </c:pt>
                <c:pt idx="209">
                  <c:v>42012</c:v>
                </c:pt>
                <c:pt idx="210">
                  <c:v>42019</c:v>
                </c:pt>
                <c:pt idx="211">
                  <c:v>42026</c:v>
                </c:pt>
                <c:pt idx="212">
                  <c:v>42033</c:v>
                </c:pt>
                <c:pt idx="213">
                  <c:v>42040</c:v>
                </c:pt>
                <c:pt idx="214">
                  <c:v>42047</c:v>
                </c:pt>
                <c:pt idx="215">
                  <c:v>42054</c:v>
                </c:pt>
                <c:pt idx="216">
                  <c:v>42061</c:v>
                </c:pt>
                <c:pt idx="217">
                  <c:v>42068</c:v>
                </c:pt>
                <c:pt idx="218">
                  <c:v>42075</c:v>
                </c:pt>
                <c:pt idx="219">
                  <c:v>42082</c:v>
                </c:pt>
                <c:pt idx="220">
                  <c:v>42089</c:v>
                </c:pt>
                <c:pt idx="221">
                  <c:v>42096</c:v>
                </c:pt>
                <c:pt idx="222">
                  <c:v>42103</c:v>
                </c:pt>
                <c:pt idx="223">
                  <c:v>42110</c:v>
                </c:pt>
                <c:pt idx="224">
                  <c:v>42117</c:v>
                </c:pt>
              </c:numCache>
            </c:numRef>
          </c:cat>
          <c:val>
            <c:numRef>
              <c:f>PoolRefinancible!$E$3:$E$227</c:f>
              <c:numCache>
                <c:formatCode>General</c:formatCode>
                <c:ptCount val="225"/>
                <c:pt idx="0">
                  <c:v>2344.3000000000002</c:v>
                </c:pt>
                <c:pt idx="1">
                  <c:v>2528.6999999999998</c:v>
                </c:pt>
                <c:pt idx="2">
                  <c:v>2129.6999999999998</c:v>
                </c:pt>
                <c:pt idx="3">
                  <c:v>2371.1</c:v>
                </c:pt>
                <c:pt idx="4">
                  <c:v>2190.4</c:v>
                </c:pt>
                <c:pt idx="5">
                  <c:v>1953.2</c:v>
                </c:pt>
                <c:pt idx="6">
                  <c:v>2325.3000000000002</c:v>
                </c:pt>
                <c:pt idx="7">
                  <c:v>2155.5</c:v>
                </c:pt>
                <c:pt idx="8">
                  <c:v>2539.4</c:v>
                </c:pt>
                <c:pt idx="9">
                  <c:v>2563.6</c:v>
                </c:pt>
                <c:pt idx="10">
                  <c:v>2620.8000000000002</c:v>
                </c:pt>
                <c:pt idx="11">
                  <c:v>2350.6999999999998</c:v>
                </c:pt>
                <c:pt idx="12">
                  <c:v>2194.4</c:v>
                </c:pt>
                <c:pt idx="13">
                  <c:v>2010.6</c:v>
                </c:pt>
                <c:pt idx="14">
                  <c:v>2065.3000000000002</c:v>
                </c:pt>
                <c:pt idx="15">
                  <c:v>2091.4</c:v>
                </c:pt>
                <c:pt idx="16">
                  <c:v>2220.1</c:v>
                </c:pt>
                <c:pt idx="17">
                  <c:v>2414.9</c:v>
                </c:pt>
                <c:pt idx="18">
                  <c:v>2742.2</c:v>
                </c:pt>
                <c:pt idx="19">
                  <c:v>2764.6</c:v>
                </c:pt>
                <c:pt idx="20">
                  <c:v>2619.6999999999998</c:v>
                </c:pt>
                <c:pt idx="21">
                  <c:v>2648</c:v>
                </c:pt>
                <c:pt idx="22">
                  <c:v>3101.7</c:v>
                </c:pt>
                <c:pt idx="23">
                  <c:v>2857.9</c:v>
                </c:pt>
                <c:pt idx="24">
                  <c:v>2809.5</c:v>
                </c:pt>
                <c:pt idx="25">
                  <c:v>2527.5</c:v>
                </c:pt>
                <c:pt idx="26">
                  <c:v>2362.6999999999998</c:v>
                </c:pt>
                <c:pt idx="27">
                  <c:v>2923.8</c:v>
                </c:pt>
                <c:pt idx="28">
                  <c:v>2769.6</c:v>
                </c:pt>
                <c:pt idx="29">
                  <c:v>2974.1</c:v>
                </c:pt>
                <c:pt idx="30">
                  <c:v>3880.9</c:v>
                </c:pt>
                <c:pt idx="31">
                  <c:v>4184.3999999999996</c:v>
                </c:pt>
                <c:pt idx="32">
                  <c:v>4110.8</c:v>
                </c:pt>
                <c:pt idx="33">
                  <c:v>3601.3</c:v>
                </c:pt>
                <c:pt idx="34">
                  <c:v>3372</c:v>
                </c:pt>
                <c:pt idx="35">
                  <c:v>3571.7</c:v>
                </c:pt>
                <c:pt idx="36">
                  <c:v>4033.8</c:v>
                </c:pt>
                <c:pt idx="37">
                  <c:v>4512.1000000000004</c:v>
                </c:pt>
                <c:pt idx="38">
                  <c:v>4241.8</c:v>
                </c:pt>
                <c:pt idx="39">
                  <c:v>4251.1000000000004</c:v>
                </c:pt>
                <c:pt idx="40">
                  <c:v>3553.2</c:v>
                </c:pt>
                <c:pt idx="41">
                  <c:v>3719.3</c:v>
                </c:pt>
                <c:pt idx="42">
                  <c:v>3695</c:v>
                </c:pt>
                <c:pt idx="43">
                  <c:v>4137.6000000000004</c:v>
                </c:pt>
                <c:pt idx="44">
                  <c:v>3664.5</c:v>
                </c:pt>
                <c:pt idx="45">
                  <c:v>3466.8</c:v>
                </c:pt>
                <c:pt idx="46">
                  <c:v>#N/A</c:v>
                </c:pt>
                <c:pt idx="47">
                  <c:v>3394.7</c:v>
                </c:pt>
                <c:pt idx="48">
                  <c:v>3708.6</c:v>
                </c:pt>
                <c:pt idx="49">
                  <c:v>3676.1</c:v>
                </c:pt>
                <c:pt idx="50">
                  <c:v>3684.5</c:v>
                </c:pt>
                <c:pt idx="51">
                  <c:v>3608.1</c:v>
                </c:pt>
                <c:pt idx="52">
                  <c:v>3668.3</c:v>
                </c:pt>
                <c:pt idx="53">
                  <c:v>4626.5</c:v>
                </c:pt>
                <c:pt idx="54">
                  <c:v>4326.3999999999996</c:v>
                </c:pt>
                <c:pt idx="55">
                  <c:v>4184.3</c:v>
                </c:pt>
                <c:pt idx="56">
                  <c:v>4617.1000000000004</c:v>
                </c:pt>
                <c:pt idx="57">
                  <c:v>4716.1000000000004</c:v>
                </c:pt>
                <c:pt idx="58">
                  <c:v>4466.8999999999996</c:v>
                </c:pt>
                <c:pt idx="59">
                  <c:v>4379.1000000000004</c:v>
                </c:pt>
                <c:pt idx="60">
                  <c:v>4277.6000000000004</c:v>
                </c:pt>
                <c:pt idx="61">
                  <c:v>4063.4</c:v>
                </c:pt>
                <c:pt idx="62">
                  <c:v>3715.2</c:v>
                </c:pt>
                <c:pt idx="63">
                  <c:v>3588.4</c:v>
                </c:pt>
                <c:pt idx="64">
                  <c:v>3699.5</c:v>
                </c:pt>
                <c:pt idx="65">
                  <c:v>3549.3</c:v>
                </c:pt>
                <c:pt idx="66">
                  <c:v>4144.3</c:v>
                </c:pt>
                <c:pt idx="67">
                  <c:v>3892.2</c:v>
                </c:pt>
                <c:pt idx="68">
                  <c:v>3856</c:v>
                </c:pt>
                <c:pt idx="69">
                  <c:v>3924.4</c:v>
                </c:pt>
                <c:pt idx="70">
                  <c:v>4482</c:v>
                </c:pt>
                <c:pt idx="71">
                  <c:v>4732</c:v>
                </c:pt>
                <c:pt idx="72">
                  <c:v>4675.8999999999996</c:v>
                </c:pt>
                <c:pt idx="73">
                  <c:v>4736</c:v>
                </c:pt>
                <c:pt idx="74">
                  <c:v>5590</c:v>
                </c:pt>
                <c:pt idx="75">
                  <c:v>4719.6000000000004</c:v>
                </c:pt>
                <c:pt idx="76">
                  <c:v>4585.8</c:v>
                </c:pt>
                <c:pt idx="77">
                  <c:v>4372.2</c:v>
                </c:pt>
                <c:pt idx="78">
                  <c:v>4267.8999999999996</c:v>
                </c:pt>
                <c:pt idx="79">
                  <c:v>5246.8</c:v>
                </c:pt>
                <c:pt idx="80">
                  <c:v>5383.1</c:v>
                </c:pt>
                <c:pt idx="81">
                  <c:v>5492.1</c:v>
                </c:pt>
                <c:pt idx="82">
                  <c:v>5444.3</c:v>
                </c:pt>
                <c:pt idx="83">
                  <c:v>5172.2</c:v>
                </c:pt>
                <c:pt idx="84">
                  <c:v>4671.1000000000004</c:v>
                </c:pt>
                <c:pt idx="85">
                  <c:v>4414.6000000000004</c:v>
                </c:pt>
                <c:pt idx="86">
                  <c:v>4274.8</c:v>
                </c:pt>
                <c:pt idx="87">
                  <c:v>4779.1000000000004</c:v>
                </c:pt>
                <c:pt idx="88">
                  <c:v>4823.3</c:v>
                </c:pt>
                <c:pt idx="89">
                  <c:v>4979</c:v>
                </c:pt>
                <c:pt idx="90">
                  <c:v>5965.5</c:v>
                </c:pt>
                <c:pt idx="91">
                  <c:v>5892.5</c:v>
                </c:pt>
                <c:pt idx="92">
                  <c:v>5572.2</c:v>
                </c:pt>
                <c:pt idx="93">
                  <c:v>4847.2</c:v>
                </c:pt>
                <c:pt idx="94">
                  <c:v>4550.7</c:v>
                </c:pt>
                <c:pt idx="95">
                  <c:v>4297.7</c:v>
                </c:pt>
                <c:pt idx="96">
                  <c:v>4856.1000000000004</c:v>
                </c:pt>
                <c:pt idx="97">
                  <c:v>4702.3999999999996</c:v>
                </c:pt>
                <c:pt idx="98">
                  <c:v>#N/A</c:v>
                </c:pt>
                <c:pt idx="99">
                  <c:v>4943</c:v>
                </c:pt>
                <c:pt idx="100">
                  <c:v>5368.1</c:v>
                </c:pt>
                <c:pt idx="101">
                  <c:v>4564.3999999999996</c:v>
                </c:pt>
                <c:pt idx="102">
                  <c:v>3983.2</c:v>
                </c:pt>
                <c:pt idx="103">
                  <c:v>3488.9</c:v>
                </c:pt>
                <c:pt idx="104">
                  <c:v>3896.4</c:v>
                </c:pt>
                <c:pt idx="105">
                  <c:v>4554.3999999999996</c:v>
                </c:pt>
                <c:pt idx="106">
                  <c:v>4937.3999999999996</c:v>
                </c:pt>
                <c:pt idx="107">
                  <c:v>4433.6000000000004</c:v>
                </c:pt>
                <c:pt idx="108">
                  <c:v>4579</c:v>
                </c:pt>
                <c:pt idx="109">
                  <c:v>4284.3</c:v>
                </c:pt>
                <c:pt idx="110">
                  <c:v>4261.8</c:v>
                </c:pt>
                <c:pt idx="111">
                  <c:v>4136.3</c:v>
                </c:pt>
                <c:pt idx="112">
                  <c:v>4724.8999999999996</c:v>
                </c:pt>
                <c:pt idx="113">
                  <c:v>4485.2</c:v>
                </c:pt>
                <c:pt idx="114">
                  <c:v>4111.3</c:v>
                </c:pt>
                <c:pt idx="115">
                  <c:v>4412.8999999999996</c:v>
                </c:pt>
                <c:pt idx="116">
                  <c:v>4119.2</c:v>
                </c:pt>
                <c:pt idx="117">
                  <c:v>4528.8999999999996</c:v>
                </c:pt>
                <c:pt idx="118">
                  <c:v>4726.8999999999996</c:v>
                </c:pt>
                <c:pt idx="119">
                  <c:v>4672.1000000000004</c:v>
                </c:pt>
                <c:pt idx="120">
                  <c:v>4854.1000000000004</c:v>
                </c:pt>
                <c:pt idx="121">
                  <c:v>5279.9</c:v>
                </c:pt>
                <c:pt idx="122">
                  <c:v>4797.2</c:v>
                </c:pt>
                <c:pt idx="123">
                  <c:v>4241.5</c:v>
                </c:pt>
                <c:pt idx="124">
                  <c:v>3709.4</c:v>
                </c:pt>
                <c:pt idx="125">
                  <c:v>3163.6</c:v>
                </c:pt>
                <c:pt idx="126">
                  <c:v>3339.8</c:v>
                </c:pt>
                <c:pt idx="127">
                  <c:v>3214.4</c:v>
                </c:pt>
                <c:pt idx="128">
                  <c:v>3040.1</c:v>
                </c:pt>
                <c:pt idx="129">
                  <c:v>2573.4</c:v>
                </c:pt>
                <c:pt idx="130">
                  <c:v>#N/A</c:v>
                </c:pt>
                <c:pt idx="131">
                  <c:v>2242.1999999999998</c:v>
                </c:pt>
                <c:pt idx="132">
                  <c:v>2288</c:v>
                </c:pt>
                <c:pt idx="133">
                  <c:v>2218.3000000000002</c:v>
                </c:pt>
                <c:pt idx="134">
                  <c:v>2228.9</c:v>
                </c:pt>
                <c:pt idx="135">
                  <c:v>2110.6</c:v>
                </c:pt>
                <c:pt idx="136">
                  <c:v>1935.1</c:v>
                </c:pt>
                <c:pt idx="137">
                  <c:v>1842.6</c:v>
                </c:pt>
                <c:pt idx="138">
                  <c:v>1909</c:v>
                </c:pt>
                <c:pt idx="139">
                  <c:v>1512.9</c:v>
                </c:pt>
                <c:pt idx="140">
                  <c:v>1814</c:v>
                </c:pt>
                <c:pt idx="141">
                  <c:v>1922.9</c:v>
                </c:pt>
                <c:pt idx="142">
                  <c:v>1956.6</c:v>
                </c:pt>
                <c:pt idx="143">
                  <c:v>2025.3</c:v>
                </c:pt>
                <c:pt idx="144">
                  <c:v>2102.6999999999998</c:v>
                </c:pt>
                <c:pt idx="145">
                  <c:v>2033.7</c:v>
                </c:pt>
                <c:pt idx="146">
                  <c:v>2211.8000000000002</c:v>
                </c:pt>
                <c:pt idx="147">
                  <c:v>2105.6</c:v>
                </c:pt>
                <c:pt idx="148">
                  <c:v>2056.9</c:v>
                </c:pt>
                <c:pt idx="149">
                  <c:v>1903.5</c:v>
                </c:pt>
                <c:pt idx="150">
                  <c:v>1917.2</c:v>
                </c:pt>
                <c:pt idx="151">
                  <c:v>#N/A</c:v>
                </c:pt>
                <c:pt idx="152">
                  <c:v>1599.4</c:v>
                </c:pt>
                <c:pt idx="153">
                  <c:v>1529.8</c:v>
                </c:pt>
                <c:pt idx="154">
                  <c:v>1426.7</c:v>
                </c:pt>
                <c:pt idx="155">
                  <c:v>1277.8</c:v>
                </c:pt>
                <c:pt idx="156">
                  <c:v>1352.7</c:v>
                </c:pt>
                <c:pt idx="157">
                  <c:v>1507</c:v>
                </c:pt>
                <c:pt idx="158">
                  <c:v>1675.8</c:v>
                </c:pt>
                <c:pt idx="159">
                  <c:v>1601.2</c:v>
                </c:pt>
                <c:pt idx="160">
                  <c:v>1667.5</c:v>
                </c:pt>
                <c:pt idx="161">
                  <c:v>1674.2</c:v>
                </c:pt>
                <c:pt idx="162">
                  <c:v>1650.6</c:v>
                </c:pt>
                <c:pt idx="163">
                  <c:v>1442.3</c:v>
                </c:pt>
                <c:pt idx="164">
                  <c:v>1600.6</c:v>
                </c:pt>
                <c:pt idx="165">
                  <c:v>1528</c:v>
                </c:pt>
                <c:pt idx="166">
                  <c:v>1552.1</c:v>
                </c:pt>
                <c:pt idx="167">
                  <c:v>1426.3</c:v>
                </c:pt>
                <c:pt idx="168">
                  <c:v>1383.5</c:v>
                </c:pt>
                <c:pt idx="169">
                  <c:v>1324.7</c:v>
                </c:pt>
                <c:pt idx="170">
                  <c:v>1429.9</c:v>
                </c:pt>
                <c:pt idx="171">
                  <c:v>1370.9</c:v>
                </c:pt>
                <c:pt idx="172">
                  <c:v>1298.0999999999999</c:v>
                </c:pt>
                <c:pt idx="173">
                  <c:v>1323.9</c:v>
                </c:pt>
                <c:pt idx="174">
                  <c:v>1400.9</c:v>
                </c:pt>
                <c:pt idx="175">
                  <c:v>1460.6</c:v>
                </c:pt>
                <c:pt idx="176">
                  <c:v>1453.4</c:v>
                </c:pt>
                <c:pt idx="177">
                  <c:v>1382.6</c:v>
                </c:pt>
                <c:pt idx="178">
                  <c:v>1516.9</c:v>
                </c:pt>
                <c:pt idx="179">
                  <c:v>1321.3</c:v>
                </c:pt>
                <c:pt idx="180">
                  <c:v>1333.5</c:v>
                </c:pt>
                <c:pt idx="181">
                  <c:v>1341.8</c:v>
                </c:pt>
                <c:pt idx="182">
                  <c:v>1346.8</c:v>
                </c:pt>
                <c:pt idx="183">
                  <c:v>1329.7</c:v>
                </c:pt>
                <c:pt idx="184">
                  <c:v>1400.7</c:v>
                </c:pt>
                <c:pt idx="185">
                  <c:v>1327.5</c:v>
                </c:pt>
                <c:pt idx="186">
                  <c:v>1373.9</c:v>
                </c:pt>
                <c:pt idx="187">
                  <c:v>1342.6</c:v>
                </c:pt>
                <c:pt idx="188">
                  <c:v>1404.9</c:v>
                </c:pt>
                <c:pt idx="189">
                  <c:v>1439.4</c:v>
                </c:pt>
                <c:pt idx="190">
                  <c:v>1436</c:v>
                </c:pt>
                <c:pt idx="191">
                  <c:v>1275.8</c:v>
                </c:pt>
                <c:pt idx="192">
                  <c:v>1398.4</c:v>
                </c:pt>
                <c:pt idx="193">
                  <c:v>1335.1</c:v>
                </c:pt>
                <c:pt idx="194">
                  <c:v>1326.2</c:v>
                </c:pt>
                <c:pt idx="195">
                  <c:v>1387.1</c:v>
                </c:pt>
                <c:pt idx="196">
                  <c:v>1560.6</c:v>
                </c:pt>
                <c:pt idx="197">
                  <c:v>1898.2</c:v>
                </c:pt>
                <c:pt idx="198">
                  <c:v>1713.6</c:v>
                </c:pt>
                <c:pt idx="199">
                  <c:v>1604.8</c:v>
                </c:pt>
                <c:pt idx="200">
                  <c:v>1565.3</c:v>
                </c:pt>
                <c:pt idx="201">
                  <c:v>1563.2</c:v>
                </c:pt>
                <c:pt idx="202">
                  <c:v>1547.9</c:v>
                </c:pt>
                <c:pt idx="203">
                  <c:v>#N/A</c:v>
                </c:pt>
                <c:pt idx="204">
                  <c:v>1548.6</c:v>
                </c:pt>
                <c:pt idx="205">
                  <c:v>1518.8</c:v>
                </c:pt>
                <c:pt idx="206">
                  <c:v>1538.7</c:v>
                </c:pt>
                <c:pt idx="207">
                  <c:v>#N/A</c:v>
                </c:pt>
                <c:pt idx="208">
                  <c:v>#N/A</c:v>
                </c:pt>
                <c:pt idx="209">
                  <c:v>2271.5</c:v>
                </c:pt>
                <c:pt idx="210">
                  <c:v>2799.3</c:v>
                </c:pt>
                <c:pt idx="211">
                  <c:v>2572.3000000000002</c:v>
                </c:pt>
                <c:pt idx="212">
                  <c:v>2584.8000000000002</c:v>
                </c:pt>
                <c:pt idx="213">
                  <c:v>2291.3000000000002</c:v>
                </c:pt>
                <c:pt idx="214">
                  <c:v>1904.2</c:v>
                </c:pt>
                <c:pt idx="215">
                  <c:v>1703.1</c:v>
                </c:pt>
                <c:pt idx="216">
                  <c:v>1740.3</c:v>
                </c:pt>
                <c:pt idx="217">
                  <c:v>1685.7</c:v>
                </c:pt>
                <c:pt idx="218">
                  <c:v>1623.6</c:v>
                </c:pt>
                <c:pt idx="219">
                  <c:v>1860.8</c:v>
                </c:pt>
                <c:pt idx="220">
                  <c:v>1941.6</c:v>
                </c:pt>
                <c:pt idx="221">
                  <c:v>1854.7</c:v>
                </c:pt>
                <c:pt idx="222">
                  <c:v>1804.6</c:v>
                </c:pt>
                <c:pt idx="223">
                  <c:v>1817</c:v>
                </c:pt>
                <c:pt idx="224">
                  <c:v>#N/A</c:v>
                </c:pt>
              </c:numCache>
            </c:numRef>
          </c:val>
          <c:smooth val="0"/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223826304"/>
        <c:axId val="223815936"/>
      </c:lineChart>
      <c:dateAx>
        <c:axId val="223808128"/>
        <c:scaling>
          <c:orientation val="minMax"/>
        </c:scaling>
        <c:delete val="0"/>
        <c:axPos val="b"/>
        <c:numFmt formatCode="m/d/yyyy" sourceLinked="1"/>
        <c:majorTickMark val="out"/>
        <c:minorTickMark val="none"/>
        <c:tickLblPos val="nextTo"/>
        <c:crossAx val="223814016"/>
        <c:crosses val="autoZero"/>
        <c:auto val="1"/>
        <c:lblOffset val="100"/>
        <c:baseTimeUnit val="days"/>
        <c:majorUnit val="6"/>
        <c:majorTimeUnit val="months"/>
      </c:dateAx>
      <c:valAx>
        <c:axId val="223814016"/>
        <c:scaling>
          <c:orientation val="minMax"/>
        </c:scaling>
        <c:delete val="0"/>
        <c:axPos val="l"/>
        <c:majorGridlines/>
        <c:title>
          <c:tx>
            <c:rich>
              <a:bodyPr rot="-5400000" vert="horz"/>
              <a:lstStyle/>
              <a:p>
                <a:pPr>
                  <a:defRPr/>
                </a:pPr>
                <a:r>
                  <a:rPr lang="en-US"/>
                  <a:t>Refinancible Percentage</a:t>
                </a:r>
              </a:p>
            </c:rich>
          </c:tx>
          <c:layout/>
          <c:overlay val="0"/>
        </c:title>
        <c:numFmt formatCode="0%" sourceLinked="1"/>
        <c:majorTickMark val="out"/>
        <c:minorTickMark val="none"/>
        <c:tickLblPos val="nextTo"/>
        <c:crossAx val="223808128"/>
        <c:crosses val="autoZero"/>
        <c:crossBetween val="between"/>
        <c:majorUnit val="0.2"/>
      </c:valAx>
      <c:valAx>
        <c:axId val="223815936"/>
        <c:scaling>
          <c:orientation val="minMax"/>
        </c:scaling>
        <c:delete val="0"/>
        <c:axPos val="r"/>
        <c:title>
          <c:tx>
            <c:rich>
              <a:bodyPr rot="-5400000" vert="horz"/>
              <a:lstStyle/>
              <a:p>
                <a:pPr>
                  <a:defRPr/>
                </a:pPr>
                <a:r>
                  <a:rPr lang="en-US"/>
                  <a:t>Refi Index</a:t>
                </a:r>
              </a:p>
            </c:rich>
          </c:tx>
          <c:layout/>
          <c:overlay val="0"/>
        </c:title>
        <c:numFmt formatCode="General" sourceLinked="1"/>
        <c:majorTickMark val="out"/>
        <c:minorTickMark val="none"/>
        <c:tickLblPos val="nextTo"/>
        <c:crossAx val="223826304"/>
        <c:crosses val="max"/>
        <c:crossBetween val="between"/>
      </c:valAx>
      <c:dateAx>
        <c:axId val="223826304"/>
        <c:scaling>
          <c:orientation val="minMax"/>
        </c:scaling>
        <c:delete val="1"/>
        <c:axPos val="b"/>
        <c:numFmt formatCode="m/d/yyyy" sourceLinked="1"/>
        <c:majorTickMark val="out"/>
        <c:minorTickMark val="none"/>
        <c:tickLblPos val="nextTo"/>
        <c:crossAx val="223815936"/>
        <c:crosses val="autoZero"/>
        <c:auto val="1"/>
        <c:lblOffset val="100"/>
        <c:baseTimeUnit val="days"/>
      </c:dateAx>
    </c:plotArea>
    <c:legend>
      <c:legendPos val="b"/>
      <c:layout/>
      <c:overlay val="0"/>
    </c:legend>
    <c:plotVisOnly val="1"/>
    <c:dispBlanksAs val="gap"/>
    <c:showDLblsOverMax val="0"/>
  </c:chart>
  <c:externalData r:id="rId1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0"/>
    <c:plotArea>
      <c:layout/>
      <c:lineChart>
        <c:grouping val="standard"/>
        <c:varyColors val="0"/>
        <c:ser>
          <c:idx val="0"/>
          <c:order val="0"/>
          <c:tx>
            <c:strRef>
              <c:f>PoolRefinancible!$C$2</c:f>
              <c:strCache>
                <c:ptCount val="1"/>
                <c:pt idx="0">
                  <c:v>Pool</c:v>
                </c:pt>
              </c:strCache>
            </c:strRef>
          </c:tx>
          <c:spPr>
            <a:ln w="19050">
              <a:solidFill>
                <a:srgbClr val="2E398A"/>
              </a:solidFill>
            </a:ln>
          </c:spPr>
          <c:marker>
            <c:symbol val="none"/>
          </c:marker>
          <c:cat>
            <c:numRef>
              <c:f>PoolRefinancible!$B$3:$B$227</c:f>
              <c:numCache>
                <c:formatCode>m/d/yyyy</c:formatCode>
                <c:ptCount val="225"/>
                <c:pt idx="0">
                  <c:v>40549</c:v>
                </c:pt>
                <c:pt idx="1">
                  <c:v>40556</c:v>
                </c:pt>
                <c:pt idx="2">
                  <c:v>40563</c:v>
                </c:pt>
                <c:pt idx="3">
                  <c:v>40570</c:v>
                </c:pt>
                <c:pt idx="4">
                  <c:v>40577</c:v>
                </c:pt>
                <c:pt idx="5">
                  <c:v>40584</c:v>
                </c:pt>
                <c:pt idx="6">
                  <c:v>40591</c:v>
                </c:pt>
                <c:pt idx="7">
                  <c:v>40598</c:v>
                </c:pt>
                <c:pt idx="8">
                  <c:v>40605</c:v>
                </c:pt>
                <c:pt idx="9">
                  <c:v>40612</c:v>
                </c:pt>
                <c:pt idx="10">
                  <c:v>40619</c:v>
                </c:pt>
                <c:pt idx="11">
                  <c:v>40626</c:v>
                </c:pt>
                <c:pt idx="12">
                  <c:v>40633</c:v>
                </c:pt>
                <c:pt idx="13">
                  <c:v>40640</c:v>
                </c:pt>
                <c:pt idx="14">
                  <c:v>40647</c:v>
                </c:pt>
                <c:pt idx="15">
                  <c:v>40654</c:v>
                </c:pt>
                <c:pt idx="16">
                  <c:v>40661</c:v>
                </c:pt>
                <c:pt idx="17">
                  <c:v>40668</c:v>
                </c:pt>
                <c:pt idx="18">
                  <c:v>40675</c:v>
                </c:pt>
                <c:pt idx="19">
                  <c:v>40682</c:v>
                </c:pt>
                <c:pt idx="20">
                  <c:v>40689</c:v>
                </c:pt>
                <c:pt idx="21">
                  <c:v>40696</c:v>
                </c:pt>
                <c:pt idx="22">
                  <c:v>40703</c:v>
                </c:pt>
                <c:pt idx="23">
                  <c:v>40710</c:v>
                </c:pt>
                <c:pt idx="24">
                  <c:v>40717</c:v>
                </c:pt>
                <c:pt idx="25">
                  <c:v>40724</c:v>
                </c:pt>
                <c:pt idx="26">
                  <c:v>40731</c:v>
                </c:pt>
                <c:pt idx="27">
                  <c:v>40738</c:v>
                </c:pt>
                <c:pt idx="28">
                  <c:v>40745</c:v>
                </c:pt>
                <c:pt idx="29">
                  <c:v>40752</c:v>
                </c:pt>
                <c:pt idx="30">
                  <c:v>40759</c:v>
                </c:pt>
                <c:pt idx="31">
                  <c:v>40766</c:v>
                </c:pt>
                <c:pt idx="32">
                  <c:v>40773</c:v>
                </c:pt>
                <c:pt idx="33">
                  <c:v>40780</c:v>
                </c:pt>
                <c:pt idx="34">
                  <c:v>40787</c:v>
                </c:pt>
                <c:pt idx="35">
                  <c:v>40794</c:v>
                </c:pt>
                <c:pt idx="36">
                  <c:v>40801</c:v>
                </c:pt>
                <c:pt idx="37">
                  <c:v>40808</c:v>
                </c:pt>
                <c:pt idx="38">
                  <c:v>40815</c:v>
                </c:pt>
                <c:pt idx="39">
                  <c:v>40822</c:v>
                </c:pt>
                <c:pt idx="40">
                  <c:v>40829</c:v>
                </c:pt>
                <c:pt idx="41">
                  <c:v>40836</c:v>
                </c:pt>
                <c:pt idx="42">
                  <c:v>40843</c:v>
                </c:pt>
                <c:pt idx="43">
                  <c:v>40850</c:v>
                </c:pt>
                <c:pt idx="44">
                  <c:v>40857</c:v>
                </c:pt>
                <c:pt idx="45">
                  <c:v>40864</c:v>
                </c:pt>
                <c:pt idx="46">
                  <c:v>40870</c:v>
                </c:pt>
                <c:pt idx="47">
                  <c:v>40878</c:v>
                </c:pt>
                <c:pt idx="48">
                  <c:v>40885</c:v>
                </c:pt>
                <c:pt idx="49">
                  <c:v>40892</c:v>
                </c:pt>
                <c:pt idx="50">
                  <c:v>40899</c:v>
                </c:pt>
                <c:pt idx="51">
                  <c:v>40906</c:v>
                </c:pt>
                <c:pt idx="52">
                  <c:v>40913</c:v>
                </c:pt>
                <c:pt idx="53">
                  <c:v>40920</c:v>
                </c:pt>
                <c:pt idx="54">
                  <c:v>40927</c:v>
                </c:pt>
                <c:pt idx="55">
                  <c:v>40934</c:v>
                </c:pt>
                <c:pt idx="56">
                  <c:v>40941</c:v>
                </c:pt>
                <c:pt idx="57">
                  <c:v>40948</c:v>
                </c:pt>
                <c:pt idx="58">
                  <c:v>40955</c:v>
                </c:pt>
                <c:pt idx="59">
                  <c:v>40962</c:v>
                </c:pt>
                <c:pt idx="60">
                  <c:v>40969</c:v>
                </c:pt>
                <c:pt idx="61">
                  <c:v>40976</c:v>
                </c:pt>
                <c:pt idx="62">
                  <c:v>40983</c:v>
                </c:pt>
                <c:pt idx="63">
                  <c:v>40990</c:v>
                </c:pt>
                <c:pt idx="64">
                  <c:v>40997</c:v>
                </c:pt>
                <c:pt idx="65">
                  <c:v>41004</c:v>
                </c:pt>
                <c:pt idx="66">
                  <c:v>41011</c:v>
                </c:pt>
                <c:pt idx="67">
                  <c:v>41018</c:v>
                </c:pt>
                <c:pt idx="68">
                  <c:v>41025</c:v>
                </c:pt>
                <c:pt idx="69">
                  <c:v>41032</c:v>
                </c:pt>
                <c:pt idx="70">
                  <c:v>41039</c:v>
                </c:pt>
                <c:pt idx="71">
                  <c:v>41046</c:v>
                </c:pt>
                <c:pt idx="72">
                  <c:v>41053</c:v>
                </c:pt>
                <c:pt idx="73">
                  <c:v>41060</c:v>
                </c:pt>
                <c:pt idx="74">
                  <c:v>41067</c:v>
                </c:pt>
                <c:pt idx="75">
                  <c:v>41074</c:v>
                </c:pt>
                <c:pt idx="76">
                  <c:v>41081</c:v>
                </c:pt>
                <c:pt idx="77">
                  <c:v>41088</c:v>
                </c:pt>
                <c:pt idx="78">
                  <c:v>41095</c:v>
                </c:pt>
                <c:pt idx="79">
                  <c:v>41102</c:v>
                </c:pt>
                <c:pt idx="80">
                  <c:v>41109</c:v>
                </c:pt>
                <c:pt idx="81">
                  <c:v>41116</c:v>
                </c:pt>
                <c:pt idx="82">
                  <c:v>41123</c:v>
                </c:pt>
                <c:pt idx="83">
                  <c:v>41130</c:v>
                </c:pt>
                <c:pt idx="84">
                  <c:v>41137</c:v>
                </c:pt>
                <c:pt idx="85">
                  <c:v>41144</c:v>
                </c:pt>
                <c:pt idx="86">
                  <c:v>41151</c:v>
                </c:pt>
                <c:pt idx="87">
                  <c:v>41158</c:v>
                </c:pt>
                <c:pt idx="88">
                  <c:v>41165</c:v>
                </c:pt>
                <c:pt idx="89">
                  <c:v>41172</c:v>
                </c:pt>
                <c:pt idx="90">
                  <c:v>41179</c:v>
                </c:pt>
                <c:pt idx="91">
                  <c:v>41186</c:v>
                </c:pt>
                <c:pt idx="92">
                  <c:v>41193</c:v>
                </c:pt>
                <c:pt idx="93">
                  <c:v>41200</c:v>
                </c:pt>
                <c:pt idx="94">
                  <c:v>41207</c:v>
                </c:pt>
                <c:pt idx="95">
                  <c:v>41214</c:v>
                </c:pt>
                <c:pt idx="96">
                  <c:v>41221</c:v>
                </c:pt>
                <c:pt idx="97">
                  <c:v>41228</c:v>
                </c:pt>
                <c:pt idx="98">
                  <c:v>41234</c:v>
                </c:pt>
                <c:pt idx="99">
                  <c:v>41242</c:v>
                </c:pt>
                <c:pt idx="100">
                  <c:v>41249</c:v>
                </c:pt>
                <c:pt idx="101">
                  <c:v>41256</c:v>
                </c:pt>
                <c:pt idx="102">
                  <c:v>41263</c:v>
                </c:pt>
                <c:pt idx="103">
                  <c:v>41270</c:v>
                </c:pt>
                <c:pt idx="104">
                  <c:v>41277</c:v>
                </c:pt>
                <c:pt idx="105">
                  <c:v>41284</c:v>
                </c:pt>
                <c:pt idx="106">
                  <c:v>41291</c:v>
                </c:pt>
                <c:pt idx="107">
                  <c:v>41298</c:v>
                </c:pt>
                <c:pt idx="108">
                  <c:v>41305</c:v>
                </c:pt>
                <c:pt idx="109">
                  <c:v>41312</c:v>
                </c:pt>
                <c:pt idx="110">
                  <c:v>41319</c:v>
                </c:pt>
                <c:pt idx="111">
                  <c:v>41326</c:v>
                </c:pt>
                <c:pt idx="112">
                  <c:v>41333</c:v>
                </c:pt>
                <c:pt idx="113">
                  <c:v>41340</c:v>
                </c:pt>
                <c:pt idx="114">
                  <c:v>41347</c:v>
                </c:pt>
                <c:pt idx="115">
                  <c:v>41354</c:v>
                </c:pt>
                <c:pt idx="116">
                  <c:v>41361</c:v>
                </c:pt>
                <c:pt idx="117">
                  <c:v>41368</c:v>
                </c:pt>
                <c:pt idx="118">
                  <c:v>41375</c:v>
                </c:pt>
                <c:pt idx="119">
                  <c:v>41382</c:v>
                </c:pt>
                <c:pt idx="120">
                  <c:v>41389</c:v>
                </c:pt>
                <c:pt idx="121">
                  <c:v>41396</c:v>
                </c:pt>
                <c:pt idx="122">
                  <c:v>41403</c:v>
                </c:pt>
                <c:pt idx="123">
                  <c:v>41410</c:v>
                </c:pt>
                <c:pt idx="124">
                  <c:v>41417</c:v>
                </c:pt>
                <c:pt idx="125">
                  <c:v>41424</c:v>
                </c:pt>
                <c:pt idx="126">
                  <c:v>41431</c:v>
                </c:pt>
                <c:pt idx="127">
                  <c:v>41438</c:v>
                </c:pt>
                <c:pt idx="128">
                  <c:v>41445</c:v>
                </c:pt>
                <c:pt idx="129">
                  <c:v>41452</c:v>
                </c:pt>
                <c:pt idx="130">
                  <c:v>41458</c:v>
                </c:pt>
                <c:pt idx="131">
                  <c:v>41466</c:v>
                </c:pt>
                <c:pt idx="132">
                  <c:v>41473</c:v>
                </c:pt>
                <c:pt idx="133">
                  <c:v>41480</c:v>
                </c:pt>
                <c:pt idx="134">
                  <c:v>41487</c:v>
                </c:pt>
                <c:pt idx="135">
                  <c:v>41494</c:v>
                </c:pt>
                <c:pt idx="136">
                  <c:v>41501</c:v>
                </c:pt>
                <c:pt idx="137">
                  <c:v>41508</c:v>
                </c:pt>
                <c:pt idx="138">
                  <c:v>41515</c:v>
                </c:pt>
                <c:pt idx="139">
                  <c:v>41522</c:v>
                </c:pt>
                <c:pt idx="140">
                  <c:v>41529</c:v>
                </c:pt>
                <c:pt idx="141">
                  <c:v>41536</c:v>
                </c:pt>
                <c:pt idx="142">
                  <c:v>41543</c:v>
                </c:pt>
                <c:pt idx="143">
                  <c:v>41550</c:v>
                </c:pt>
                <c:pt idx="144">
                  <c:v>41557</c:v>
                </c:pt>
                <c:pt idx="145">
                  <c:v>41564</c:v>
                </c:pt>
                <c:pt idx="146">
                  <c:v>41571</c:v>
                </c:pt>
                <c:pt idx="147">
                  <c:v>41578</c:v>
                </c:pt>
                <c:pt idx="148">
                  <c:v>41585</c:v>
                </c:pt>
                <c:pt idx="149">
                  <c:v>41592</c:v>
                </c:pt>
                <c:pt idx="150">
                  <c:v>41599</c:v>
                </c:pt>
                <c:pt idx="151">
                  <c:v>41605</c:v>
                </c:pt>
                <c:pt idx="152">
                  <c:v>41613</c:v>
                </c:pt>
                <c:pt idx="153">
                  <c:v>41620</c:v>
                </c:pt>
                <c:pt idx="154">
                  <c:v>41627</c:v>
                </c:pt>
                <c:pt idx="155">
                  <c:v>41634</c:v>
                </c:pt>
                <c:pt idx="156">
                  <c:v>41641</c:v>
                </c:pt>
                <c:pt idx="157">
                  <c:v>41648</c:v>
                </c:pt>
                <c:pt idx="158">
                  <c:v>41655</c:v>
                </c:pt>
                <c:pt idx="159">
                  <c:v>41662</c:v>
                </c:pt>
                <c:pt idx="160">
                  <c:v>41669</c:v>
                </c:pt>
                <c:pt idx="161">
                  <c:v>41676</c:v>
                </c:pt>
                <c:pt idx="162">
                  <c:v>41683</c:v>
                </c:pt>
                <c:pt idx="163">
                  <c:v>41690</c:v>
                </c:pt>
                <c:pt idx="164">
                  <c:v>41697</c:v>
                </c:pt>
                <c:pt idx="165">
                  <c:v>41704</c:v>
                </c:pt>
                <c:pt idx="166">
                  <c:v>41711</c:v>
                </c:pt>
                <c:pt idx="167">
                  <c:v>41718</c:v>
                </c:pt>
                <c:pt idx="168">
                  <c:v>41725</c:v>
                </c:pt>
                <c:pt idx="169">
                  <c:v>41732</c:v>
                </c:pt>
                <c:pt idx="170">
                  <c:v>41739</c:v>
                </c:pt>
                <c:pt idx="171">
                  <c:v>41746</c:v>
                </c:pt>
                <c:pt idx="172">
                  <c:v>41753</c:v>
                </c:pt>
                <c:pt idx="173">
                  <c:v>41760</c:v>
                </c:pt>
                <c:pt idx="174">
                  <c:v>41767</c:v>
                </c:pt>
                <c:pt idx="175">
                  <c:v>41774</c:v>
                </c:pt>
                <c:pt idx="176">
                  <c:v>41781</c:v>
                </c:pt>
                <c:pt idx="177">
                  <c:v>41788</c:v>
                </c:pt>
                <c:pt idx="178">
                  <c:v>41795</c:v>
                </c:pt>
                <c:pt idx="179">
                  <c:v>41802</c:v>
                </c:pt>
                <c:pt idx="180">
                  <c:v>41809</c:v>
                </c:pt>
                <c:pt idx="181">
                  <c:v>41816</c:v>
                </c:pt>
                <c:pt idx="182">
                  <c:v>41823</c:v>
                </c:pt>
                <c:pt idx="183">
                  <c:v>41830</c:v>
                </c:pt>
                <c:pt idx="184">
                  <c:v>41837</c:v>
                </c:pt>
                <c:pt idx="185">
                  <c:v>41844</c:v>
                </c:pt>
                <c:pt idx="186">
                  <c:v>41851</c:v>
                </c:pt>
                <c:pt idx="187">
                  <c:v>41858</c:v>
                </c:pt>
                <c:pt idx="188">
                  <c:v>41865</c:v>
                </c:pt>
                <c:pt idx="189">
                  <c:v>41872</c:v>
                </c:pt>
                <c:pt idx="190">
                  <c:v>41879</c:v>
                </c:pt>
                <c:pt idx="191">
                  <c:v>41886</c:v>
                </c:pt>
                <c:pt idx="192">
                  <c:v>41893</c:v>
                </c:pt>
                <c:pt idx="193">
                  <c:v>41900</c:v>
                </c:pt>
                <c:pt idx="194">
                  <c:v>41907</c:v>
                </c:pt>
                <c:pt idx="195">
                  <c:v>41914</c:v>
                </c:pt>
                <c:pt idx="196">
                  <c:v>41921</c:v>
                </c:pt>
                <c:pt idx="197">
                  <c:v>41928</c:v>
                </c:pt>
                <c:pt idx="198">
                  <c:v>41935</c:v>
                </c:pt>
                <c:pt idx="199">
                  <c:v>41942</c:v>
                </c:pt>
                <c:pt idx="200">
                  <c:v>41949</c:v>
                </c:pt>
                <c:pt idx="201">
                  <c:v>41956</c:v>
                </c:pt>
                <c:pt idx="202">
                  <c:v>41963</c:v>
                </c:pt>
                <c:pt idx="203">
                  <c:v>41969</c:v>
                </c:pt>
                <c:pt idx="204">
                  <c:v>41977</c:v>
                </c:pt>
                <c:pt idx="205">
                  <c:v>41984</c:v>
                </c:pt>
                <c:pt idx="206">
                  <c:v>41991</c:v>
                </c:pt>
                <c:pt idx="207">
                  <c:v>41997</c:v>
                </c:pt>
                <c:pt idx="208">
                  <c:v>42004</c:v>
                </c:pt>
                <c:pt idx="209">
                  <c:v>42012</c:v>
                </c:pt>
                <c:pt idx="210">
                  <c:v>42019</c:v>
                </c:pt>
                <c:pt idx="211">
                  <c:v>42026</c:v>
                </c:pt>
                <c:pt idx="212">
                  <c:v>42033</c:v>
                </c:pt>
                <c:pt idx="213">
                  <c:v>42040</c:v>
                </c:pt>
                <c:pt idx="214">
                  <c:v>42047</c:v>
                </c:pt>
                <c:pt idx="215">
                  <c:v>42054</c:v>
                </c:pt>
                <c:pt idx="216">
                  <c:v>42061</c:v>
                </c:pt>
                <c:pt idx="217">
                  <c:v>42068</c:v>
                </c:pt>
                <c:pt idx="218">
                  <c:v>42075</c:v>
                </c:pt>
                <c:pt idx="219">
                  <c:v>42082</c:v>
                </c:pt>
                <c:pt idx="220">
                  <c:v>42089</c:v>
                </c:pt>
                <c:pt idx="221">
                  <c:v>42096</c:v>
                </c:pt>
                <c:pt idx="222">
                  <c:v>42103</c:v>
                </c:pt>
                <c:pt idx="223">
                  <c:v>42110</c:v>
                </c:pt>
                <c:pt idx="224">
                  <c:v>42117</c:v>
                </c:pt>
              </c:numCache>
            </c:numRef>
          </c:cat>
          <c:val>
            <c:numRef>
              <c:f>PoolRefinancible!$C$3:$C$227</c:f>
              <c:numCache>
                <c:formatCode>0%</c:formatCode>
                <c:ptCount val="225"/>
                <c:pt idx="0">
                  <c:v>0.62402170072443153</c:v>
                </c:pt>
                <c:pt idx="1">
                  <c:v>0.62817294477626939</c:v>
                </c:pt>
                <c:pt idx="2">
                  <c:v>0.62597730951219899</c:v>
                </c:pt>
                <c:pt idx="3">
                  <c:v>0.62392159162868732</c:v>
                </c:pt>
                <c:pt idx="4">
                  <c:v>0.60653142223595213</c:v>
                </c:pt>
                <c:pt idx="5">
                  <c:v>0.50868797673712363</c:v>
                </c:pt>
                <c:pt idx="6">
                  <c:v>0.52965901814335548</c:v>
                </c:pt>
                <c:pt idx="7">
                  <c:v>0.57709503787578109</c:v>
                </c:pt>
                <c:pt idx="8">
                  <c:v>0.59224775585706535</c:v>
                </c:pt>
                <c:pt idx="9">
                  <c:v>0.59090570789662444</c:v>
                </c:pt>
                <c:pt idx="10">
                  <c:v>0.60261779474869925</c:v>
                </c:pt>
                <c:pt idx="11">
                  <c:v>0.59950595681897523</c:v>
                </c:pt>
                <c:pt idx="12">
                  <c:v>0.593225708201635</c:v>
                </c:pt>
                <c:pt idx="13">
                  <c:v>0.58542144661011908</c:v>
                </c:pt>
                <c:pt idx="14">
                  <c:v>0.58155199492979581</c:v>
                </c:pt>
                <c:pt idx="15">
                  <c:v>0.59356262313394537</c:v>
                </c:pt>
                <c:pt idx="16">
                  <c:v>0.59445921362542997</c:v>
                </c:pt>
                <c:pt idx="17">
                  <c:v>0.59391131067456038</c:v>
                </c:pt>
                <c:pt idx="18">
                  <c:v>0.60662155942020002</c:v>
                </c:pt>
                <c:pt idx="19">
                  <c:v>0.61264076908113763</c:v>
                </c:pt>
                <c:pt idx="20">
                  <c:v>0.61599363608099678</c:v>
                </c:pt>
                <c:pt idx="21">
                  <c:v>0.66311590107349083</c:v>
                </c:pt>
                <c:pt idx="22">
                  <c:v>0.74517189360077984</c:v>
                </c:pt>
                <c:pt idx="23">
                  <c:v>0.72397022872334449</c:v>
                </c:pt>
                <c:pt idx="24">
                  <c:v>0.66311590107349083</c:v>
                </c:pt>
                <c:pt idx="25">
                  <c:v>0.69050447134038251</c:v>
                </c:pt>
                <c:pt idx="26">
                  <c:v>0.60410549631050647</c:v>
                </c:pt>
                <c:pt idx="27">
                  <c:v>0.684475421712615</c:v>
                </c:pt>
                <c:pt idx="28">
                  <c:v>0.66675683999516944</c:v>
                </c:pt>
                <c:pt idx="29">
                  <c:v>0.61660059317974736</c:v>
                </c:pt>
                <c:pt idx="30">
                  <c:v>0.81803711941746404</c:v>
                </c:pt>
                <c:pt idx="31">
                  <c:v>0.83404184296119399</c:v>
                </c:pt>
                <c:pt idx="32">
                  <c:v>0.86117434904403212</c:v>
                </c:pt>
                <c:pt idx="33">
                  <c:v>0.84714025108084823</c:v>
                </c:pt>
                <c:pt idx="34">
                  <c:v>0.84129278814437181</c:v>
                </c:pt>
                <c:pt idx="35">
                  <c:v>0.87859103936280614</c:v>
                </c:pt>
                <c:pt idx="36">
                  <c:v>0.90242289630359074</c:v>
                </c:pt>
                <c:pt idx="37">
                  <c:v>0.90242289630359074</c:v>
                </c:pt>
                <c:pt idx="38">
                  <c:v>0.94644262124543443</c:v>
                </c:pt>
                <c:pt idx="39">
                  <c:v>0.96725200604215567</c:v>
                </c:pt>
                <c:pt idx="40">
                  <c:v>0.84917694017596268</c:v>
                </c:pt>
                <c:pt idx="41">
                  <c:v>0.85635864773186432</c:v>
                </c:pt>
                <c:pt idx="42">
                  <c:v>0.86512672485653175</c:v>
                </c:pt>
                <c:pt idx="43">
                  <c:v>0.93485323798856346</c:v>
                </c:pt>
                <c:pt idx="44">
                  <c:v>0.94404770550683115</c:v>
                </c:pt>
                <c:pt idx="45">
                  <c:v>0.93485323798856346</c:v>
                </c:pt>
                <c:pt idx="46">
                  <c:v>0.94997170807452469</c:v>
                </c:pt>
                <c:pt idx="47">
                  <c:v>0.91542628506626045</c:v>
                </c:pt>
                <c:pt idx="48">
                  <c:v>0.9248746068169833</c:v>
                </c:pt>
                <c:pt idx="49">
                  <c:v>0.93969161247928745</c:v>
                </c:pt>
                <c:pt idx="50">
                  <c:v>0.9601958662364245</c:v>
                </c:pt>
                <c:pt idx="51">
                  <c:v>0.94762260030460288</c:v>
                </c:pt>
                <c:pt idx="52">
                  <c:v>0.94481773750585774</c:v>
                </c:pt>
                <c:pt idx="53">
                  <c:v>0.95320351892281485</c:v>
                </c:pt>
                <c:pt idx="54">
                  <c:v>0.95182771809710431</c:v>
                </c:pt>
                <c:pt idx="55">
                  <c:v>0.91861521434498927</c:v>
                </c:pt>
                <c:pt idx="56">
                  <c:v>0.94107838104995334</c:v>
                </c:pt>
                <c:pt idx="57">
                  <c:v>0.94107838104995334</c:v>
                </c:pt>
                <c:pt idx="58">
                  <c:v>0.94107838104995334</c:v>
                </c:pt>
                <c:pt idx="59">
                  <c:v>0.90921329115869776</c:v>
                </c:pt>
                <c:pt idx="60">
                  <c:v>0.91584710240533518</c:v>
                </c:pt>
                <c:pt idx="61">
                  <c:v>0.91902765125865959</c:v>
                </c:pt>
                <c:pt idx="62">
                  <c:v>0.90514599034862198</c:v>
                </c:pt>
                <c:pt idx="63">
                  <c:v>0.78959380464288376</c:v>
                </c:pt>
                <c:pt idx="64">
                  <c:v>0.87490910290764468</c:v>
                </c:pt>
                <c:pt idx="65">
                  <c:v>0.86928745494692716</c:v>
                </c:pt>
                <c:pt idx="66">
                  <c:v>0.90849340717481886</c:v>
                </c:pt>
                <c:pt idx="67">
                  <c:v>0.9034983903169389</c:v>
                </c:pt>
                <c:pt idx="68">
                  <c:v>0.90849340717481886</c:v>
                </c:pt>
                <c:pt idx="69">
                  <c:v>0.89225108632442729</c:v>
                </c:pt>
                <c:pt idx="70">
                  <c:v>0.89337268606647302</c:v>
                </c:pt>
                <c:pt idx="71">
                  <c:v>0.8948997967143093</c:v>
                </c:pt>
                <c:pt idx="72">
                  <c:v>0.89443957907281746</c:v>
                </c:pt>
                <c:pt idx="73">
                  <c:v>0.89512122084695944</c:v>
                </c:pt>
                <c:pt idx="74">
                  <c:v>0.8920195449585564</c:v>
                </c:pt>
                <c:pt idx="75">
                  <c:v>0.88667449797815956</c:v>
                </c:pt>
                <c:pt idx="76">
                  <c:v>0.89407594990163874</c:v>
                </c:pt>
                <c:pt idx="77">
                  <c:v>0.89407594990163874</c:v>
                </c:pt>
                <c:pt idx="78">
                  <c:v>0.8819114104860859</c:v>
                </c:pt>
                <c:pt idx="79">
                  <c:v>0.94551237246929465</c:v>
                </c:pt>
                <c:pt idx="80">
                  <c:v>0.97186924857158052</c:v>
                </c:pt>
                <c:pt idx="81">
                  <c:v>0.98451993370244106</c:v>
                </c:pt>
                <c:pt idx="82">
                  <c:v>0.9385222539497815</c:v>
                </c:pt>
                <c:pt idx="83">
                  <c:v>0.92408794393225557</c:v>
                </c:pt>
                <c:pt idx="84">
                  <c:v>0.88445471641937157</c:v>
                </c:pt>
                <c:pt idx="85">
                  <c:v>0.85694996797233836</c:v>
                </c:pt>
                <c:pt idx="86">
                  <c:v>0.92408794393225557</c:v>
                </c:pt>
                <c:pt idx="87">
                  <c:v>0.91761037893987563</c:v>
                </c:pt>
                <c:pt idx="88">
                  <c:v>0.94047646256577366</c:v>
                </c:pt>
                <c:pt idx="89">
                  <c:v>0.95891425076544745</c:v>
                </c:pt>
                <c:pt idx="90">
                  <c:v>0.96459917415866681</c:v>
                </c:pt>
                <c:pt idx="91">
                  <c:v>0.95362908529618629</c:v>
                </c:pt>
                <c:pt idx="92">
                  <c:v>0.95159604304738465</c:v>
                </c:pt>
                <c:pt idx="93">
                  <c:v>0.95277295236812309</c:v>
                </c:pt>
                <c:pt idx="94">
                  <c:v>0.95079229345734595</c:v>
                </c:pt>
                <c:pt idx="95">
                  <c:v>0.92571311512973709</c:v>
                </c:pt>
                <c:pt idx="96">
                  <c:v>0.9252942527060104</c:v>
                </c:pt>
                <c:pt idx="97">
                  <c:v>0.92772026190850965</c:v>
                </c:pt>
                <c:pt idx="98">
                  <c:v>0.9299301195282087</c:v>
                </c:pt>
                <c:pt idx="99">
                  <c:v>0.92756020040727527</c:v>
                </c:pt>
                <c:pt idx="100">
                  <c:v>0.9105479087849232</c:v>
                </c:pt>
                <c:pt idx="101">
                  <c:v>0.9126136851792267</c:v>
                </c:pt>
                <c:pt idx="102">
                  <c:v>0.90965157918840345</c:v>
                </c:pt>
                <c:pt idx="103">
                  <c:v>0.91018597538933266</c:v>
                </c:pt>
                <c:pt idx="104">
                  <c:v>0.88829814088555981</c:v>
                </c:pt>
                <c:pt idx="105">
                  <c:v>0.88507237465236011</c:v>
                </c:pt>
                <c:pt idx="106">
                  <c:v>0.88631407683414742</c:v>
                </c:pt>
                <c:pt idx="107">
                  <c:v>0.88379536104531342</c:v>
                </c:pt>
                <c:pt idx="108">
                  <c:v>0.84748759806752005</c:v>
                </c:pt>
                <c:pt idx="109">
                  <c:v>0.79744674672768578</c:v>
                </c:pt>
                <c:pt idx="110">
                  <c:v>0.79744674672768578</c:v>
                </c:pt>
                <c:pt idx="111">
                  <c:v>0.75767121274967097</c:v>
                </c:pt>
                <c:pt idx="112">
                  <c:v>0.81599621049204552</c:v>
                </c:pt>
                <c:pt idx="113">
                  <c:v>0.81254588826988361</c:v>
                </c:pt>
                <c:pt idx="114">
                  <c:v>0.70260073761186825</c:v>
                </c:pt>
                <c:pt idx="115">
                  <c:v>0.76832708554350626</c:v>
                </c:pt>
                <c:pt idx="116">
                  <c:v>0.73085022058809757</c:v>
                </c:pt>
                <c:pt idx="117">
                  <c:v>0.74812714109915845</c:v>
                </c:pt>
                <c:pt idx="118">
                  <c:v>0.81951890925716175</c:v>
                </c:pt>
                <c:pt idx="119">
                  <c:v>0.8263799320049966</c:v>
                </c:pt>
                <c:pt idx="120">
                  <c:v>0.82478602429419701</c:v>
                </c:pt>
                <c:pt idx="121">
                  <c:v>0.81686282095814366</c:v>
                </c:pt>
                <c:pt idx="122">
                  <c:v>0.80807149473903783</c:v>
                </c:pt>
                <c:pt idx="123">
                  <c:v>0.77783403735744605</c:v>
                </c:pt>
                <c:pt idx="124">
                  <c:v>0.69528028144531095</c:v>
                </c:pt>
                <c:pt idx="125">
                  <c:v>0.63267241864898449</c:v>
                </c:pt>
                <c:pt idx="126">
                  <c:v>0.60569175356282723</c:v>
                </c:pt>
                <c:pt idx="127">
                  <c:v>0.57343184072471942</c:v>
                </c:pt>
                <c:pt idx="128">
                  <c:v>0.58795254732817659</c:v>
                </c:pt>
                <c:pt idx="129">
                  <c:v>0.39082116641682313</c:v>
                </c:pt>
                <c:pt idx="130">
                  <c:v>0.4330864642120939</c:v>
                </c:pt>
                <c:pt idx="131">
                  <c:v>0.31856955774356621</c:v>
                </c:pt>
                <c:pt idx="132">
                  <c:v>0.42624975952077765</c:v>
                </c:pt>
                <c:pt idx="133">
                  <c:v>0.42922629610906576</c:v>
                </c:pt>
                <c:pt idx="134">
                  <c:v>0.40917398895537016</c:v>
                </c:pt>
                <c:pt idx="135">
                  <c:v>0.40797811985401045</c:v>
                </c:pt>
                <c:pt idx="136">
                  <c:v>0.40797811985401045</c:v>
                </c:pt>
                <c:pt idx="137">
                  <c:v>0.28211495793674252</c:v>
                </c:pt>
                <c:pt idx="138">
                  <c:v>0.32707732602530493</c:v>
                </c:pt>
                <c:pt idx="139">
                  <c:v>0.2818649256036454</c:v>
                </c:pt>
                <c:pt idx="140">
                  <c:v>0.27463010199382165</c:v>
                </c:pt>
                <c:pt idx="141">
                  <c:v>0.33277831045649614</c:v>
                </c:pt>
                <c:pt idx="142">
                  <c:v>0.40445747526612724</c:v>
                </c:pt>
                <c:pt idx="143">
                  <c:v>0.41528178559290679</c:v>
                </c:pt>
                <c:pt idx="144">
                  <c:v>0.41314719259777027</c:v>
                </c:pt>
                <c:pt idx="145">
                  <c:v>0.40232481590336117</c:v>
                </c:pt>
                <c:pt idx="146">
                  <c:v>0.43156912924668556</c:v>
                </c:pt>
                <c:pt idx="147">
                  <c:v>0.4605405147219428</c:v>
                </c:pt>
                <c:pt idx="148">
                  <c:v>0.42159370418067171</c:v>
                </c:pt>
                <c:pt idx="149">
                  <c:v>0.38756459325455095</c:v>
                </c:pt>
                <c:pt idx="150">
                  <c:v>0.41410653536495057</c:v>
                </c:pt>
                <c:pt idx="151">
                  <c:v>0.3969981593322805</c:v>
                </c:pt>
                <c:pt idx="152">
                  <c:v>0.37338021104571051</c:v>
                </c:pt>
                <c:pt idx="153">
                  <c:v>0.3707206267478419</c:v>
                </c:pt>
                <c:pt idx="154">
                  <c:v>0.33974567777608206</c:v>
                </c:pt>
                <c:pt idx="155">
                  <c:v>0.33029809597210952</c:v>
                </c:pt>
                <c:pt idx="156">
                  <c:v>0.26212623729092371</c:v>
                </c:pt>
                <c:pt idx="157">
                  <c:v>0.2902260049252946</c:v>
                </c:pt>
                <c:pt idx="158">
                  <c:v>0.36774882579493112</c:v>
                </c:pt>
                <c:pt idx="159">
                  <c:v>0.37084428304329614</c:v>
                </c:pt>
                <c:pt idx="160">
                  <c:v>0.38160196936392621</c:v>
                </c:pt>
                <c:pt idx="161">
                  <c:v>0.40068103493110224</c:v>
                </c:pt>
                <c:pt idx="162">
                  <c:v>0.38532630107916044</c:v>
                </c:pt>
                <c:pt idx="163">
                  <c:v>0.3755719775185945</c:v>
                </c:pt>
                <c:pt idx="164">
                  <c:v>0.36967404481869215</c:v>
                </c:pt>
                <c:pt idx="165">
                  <c:v>0.38316963725836589</c:v>
                </c:pt>
                <c:pt idx="166">
                  <c:v>0.36933430427665681</c:v>
                </c:pt>
                <c:pt idx="167">
                  <c:v>0.38030249532079374</c:v>
                </c:pt>
                <c:pt idx="168">
                  <c:v>0.36565400061256043</c:v>
                </c:pt>
                <c:pt idx="169">
                  <c:v>0.35521926568999218</c:v>
                </c:pt>
                <c:pt idx="170">
                  <c:v>0.36683376695248865</c:v>
                </c:pt>
                <c:pt idx="171">
                  <c:v>0.38166972699665563</c:v>
                </c:pt>
                <c:pt idx="172">
                  <c:v>0.37393962817107157</c:v>
                </c:pt>
                <c:pt idx="173">
                  <c:v>0.37360583835556432</c:v>
                </c:pt>
                <c:pt idx="174">
                  <c:v>0.40975674753773905</c:v>
                </c:pt>
                <c:pt idx="175">
                  <c:v>0.4132153406951769</c:v>
                </c:pt>
                <c:pt idx="176">
                  <c:v>0.44799454346559853</c:v>
                </c:pt>
                <c:pt idx="177">
                  <c:v>0.46362020494951672</c:v>
                </c:pt>
                <c:pt idx="178">
                  <c:v>0.46847875373528863</c:v>
                </c:pt>
                <c:pt idx="179">
                  <c:v>0.41096738430920449</c:v>
                </c:pt>
                <c:pt idx="180">
                  <c:v>0.42635938692148717</c:v>
                </c:pt>
                <c:pt idx="181">
                  <c:v>0.46847875373528863</c:v>
                </c:pt>
                <c:pt idx="182">
                  <c:v>0.48178321750260522</c:v>
                </c:pt>
                <c:pt idx="183">
                  <c:v>0.42147742037560049</c:v>
                </c:pt>
                <c:pt idx="184">
                  <c:v>0.45155296827836544</c:v>
                </c:pt>
                <c:pt idx="185">
                  <c:v>0.45155296827836544</c:v>
                </c:pt>
                <c:pt idx="186">
                  <c:v>0.45923072088835232</c:v>
                </c:pt>
                <c:pt idx="187">
                  <c:v>0.42413376349642812</c:v>
                </c:pt>
                <c:pt idx="188">
                  <c:v>0.45575254137027688</c:v>
                </c:pt>
                <c:pt idx="189">
                  <c:v>0.49084413664233395</c:v>
                </c:pt>
                <c:pt idx="190">
                  <c:v>0.49084413664233395</c:v>
                </c:pt>
                <c:pt idx="191">
                  <c:v>0.4873264191007175</c:v>
                </c:pt>
                <c:pt idx="192">
                  <c:v>0.4741591952243816</c:v>
                </c:pt>
                <c:pt idx="193">
                  <c:v>0.3981672862675662</c:v>
                </c:pt>
                <c:pt idx="194">
                  <c:v>0.41373230170663788</c:v>
                </c:pt>
                <c:pt idx="195">
                  <c:v>0.43232059685066798</c:v>
                </c:pt>
                <c:pt idx="196">
                  <c:v>0.47165449273347226</c:v>
                </c:pt>
                <c:pt idx="197">
                  <c:v>0.57517284737260799</c:v>
                </c:pt>
                <c:pt idx="198">
                  <c:v>0.58745733896979668</c:v>
                </c:pt>
                <c:pt idx="199">
                  <c:v>0.57181297396619646</c:v>
                </c:pt>
                <c:pt idx="200">
                  <c:v>0.54857982917990311</c:v>
                </c:pt>
                <c:pt idx="201">
                  <c:v>0.55497671209744126</c:v>
                </c:pt>
                <c:pt idx="202">
                  <c:v>0.56606721089043732</c:v>
                </c:pt>
                <c:pt idx="203">
                  <c:v>0.57290983086857539</c:v>
                </c:pt>
                <c:pt idx="204">
                  <c:v>0.59279776197128353</c:v>
                </c:pt>
                <c:pt idx="205">
                  <c:v>0.5786710507683992</c:v>
                </c:pt>
                <c:pt idx="206">
                  <c:v>0.6155496963810797</c:v>
                </c:pt>
                <c:pt idx="207">
                  <c:v>0.60574636223541978</c:v>
                </c:pt>
                <c:pt idx="208">
                  <c:v>0.59072795930158906</c:v>
                </c:pt>
                <c:pt idx="209">
                  <c:v>0.63580141506138355</c:v>
                </c:pt>
                <c:pt idx="210">
                  <c:v>0.66264885680249008</c:v>
                </c:pt>
                <c:pt idx="211">
                  <c:v>0.66474126748702123</c:v>
                </c:pt>
                <c:pt idx="212">
                  <c:v>0.66264885680249008</c:v>
                </c:pt>
                <c:pt idx="213">
                  <c:v>0.68438167594716182</c:v>
                </c:pt>
                <c:pt idx="214">
                  <c:v>0.64890841265420796</c:v>
                </c:pt>
                <c:pt idx="215">
                  <c:v>0.62651628119673453</c:v>
                </c:pt>
                <c:pt idx="216">
                  <c:v>0.61098575112407738</c:v>
                </c:pt>
                <c:pt idx="217">
                  <c:v>0.61966926616186646</c:v>
                </c:pt>
                <c:pt idx="218">
                  <c:v>0.57559445438514367</c:v>
                </c:pt>
                <c:pt idx="219">
                  <c:v>0.60937196228640689</c:v>
                </c:pt>
                <c:pt idx="220">
                  <c:v>0.64195316325793905</c:v>
                </c:pt>
                <c:pt idx="221">
                  <c:v>0.62778439660000751</c:v>
                </c:pt>
                <c:pt idx="222">
                  <c:v>0.64459292642165245</c:v>
                </c:pt>
                <c:pt idx="223">
                  <c:v>0.63055503904182508</c:v>
                </c:pt>
                <c:pt idx="224">
                  <c:v>0.64951370522505292</c:v>
                </c:pt>
              </c:numCache>
            </c:numRef>
          </c:val>
          <c:smooth val="0"/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210655104"/>
        <c:axId val="210656640"/>
      </c:lineChart>
      <c:lineChart>
        <c:grouping val="standard"/>
        <c:varyColors val="0"/>
        <c:ser>
          <c:idx val="2"/>
          <c:order val="1"/>
          <c:tx>
            <c:strRef>
              <c:f>PoolRefinancible!$E$2</c:f>
              <c:strCache>
                <c:ptCount val="1"/>
                <c:pt idx="0">
                  <c:v>Conv Refi Index</c:v>
                </c:pt>
              </c:strCache>
            </c:strRef>
          </c:tx>
          <c:spPr>
            <a:ln w="19050">
              <a:solidFill>
                <a:srgbClr val="AD275C"/>
              </a:solidFill>
            </a:ln>
          </c:spPr>
          <c:marker>
            <c:symbol val="none"/>
          </c:marker>
          <c:cat>
            <c:numRef>
              <c:f>PoolRefinancible!$B$3:$B$227</c:f>
              <c:numCache>
                <c:formatCode>m/d/yyyy</c:formatCode>
                <c:ptCount val="225"/>
                <c:pt idx="0">
                  <c:v>40549</c:v>
                </c:pt>
                <c:pt idx="1">
                  <c:v>40556</c:v>
                </c:pt>
                <c:pt idx="2">
                  <c:v>40563</c:v>
                </c:pt>
                <c:pt idx="3">
                  <c:v>40570</c:v>
                </c:pt>
                <c:pt idx="4">
                  <c:v>40577</c:v>
                </c:pt>
                <c:pt idx="5">
                  <c:v>40584</c:v>
                </c:pt>
                <c:pt idx="6">
                  <c:v>40591</c:v>
                </c:pt>
                <c:pt idx="7">
                  <c:v>40598</c:v>
                </c:pt>
                <c:pt idx="8">
                  <c:v>40605</c:v>
                </c:pt>
                <c:pt idx="9">
                  <c:v>40612</c:v>
                </c:pt>
                <c:pt idx="10">
                  <c:v>40619</c:v>
                </c:pt>
                <c:pt idx="11">
                  <c:v>40626</c:v>
                </c:pt>
                <c:pt idx="12">
                  <c:v>40633</c:v>
                </c:pt>
                <c:pt idx="13">
                  <c:v>40640</c:v>
                </c:pt>
                <c:pt idx="14">
                  <c:v>40647</c:v>
                </c:pt>
                <c:pt idx="15">
                  <c:v>40654</c:v>
                </c:pt>
                <c:pt idx="16">
                  <c:v>40661</c:v>
                </c:pt>
                <c:pt idx="17">
                  <c:v>40668</c:v>
                </c:pt>
                <c:pt idx="18">
                  <c:v>40675</c:v>
                </c:pt>
                <c:pt idx="19">
                  <c:v>40682</c:v>
                </c:pt>
                <c:pt idx="20">
                  <c:v>40689</c:v>
                </c:pt>
                <c:pt idx="21">
                  <c:v>40696</c:v>
                </c:pt>
                <c:pt idx="22">
                  <c:v>40703</c:v>
                </c:pt>
                <c:pt idx="23">
                  <c:v>40710</c:v>
                </c:pt>
                <c:pt idx="24">
                  <c:v>40717</c:v>
                </c:pt>
                <c:pt idx="25">
                  <c:v>40724</c:v>
                </c:pt>
                <c:pt idx="26">
                  <c:v>40731</c:v>
                </c:pt>
                <c:pt idx="27">
                  <c:v>40738</c:v>
                </c:pt>
                <c:pt idx="28">
                  <c:v>40745</c:v>
                </c:pt>
                <c:pt idx="29">
                  <c:v>40752</c:v>
                </c:pt>
                <c:pt idx="30">
                  <c:v>40759</c:v>
                </c:pt>
                <c:pt idx="31">
                  <c:v>40766</c:v>
                </c:pt>
                <c:pt idx="32">
                  <c:v>40773</c:v>
                </c:pt>
                <c:pt idx="33">
                  <c:v>40780</c:v>
                </c:pt>
                <c:pt idx="34">
                  <c:v>40787</c:v>
                </c:pt>
                <c:pt idx="35">
                  <c:v>40794</c:v>
                </c:pt>
                <c:pt idx="36">
                  <c:v>40801</c:v>
                </c:pt>
                <c:pt idx="37">
                  <c:v>40808</c:v>
                </c:pt>
                <c:pt idx="38">
                  <c:v>40815</c:v>
                </c:pt>
                <c:pt idx="39">
                  <c:v>40822</c:v>
                </c:pt>
                <c:pt idx="40">
                  <c:v>40829</c:v>
                </c:pt>
                <c:pt idx="41">
                  <c:v>40836</c:v>
                </c:pt>
                <c:pt idx="42">
                  <c:v>40843</c:v>
                </c:pt>
                <c:pt idx="43">
                  <c:v>40850</c:v>
                </c:pt>
                <c:pt idx="44">
                  <c:v>40857</c:v>
                </c:pt>
                <c:pt idx="45">
                  <c:v>40864</c:v>
                </c:pt>
                <c:pt idx="46">
                  <c:v>40870</c:v>
                </c:pt>
                <c:pt idx="47">
                  <c:v>40878</c:v>
                </c:pt>
                <c:pt idx="48">
                  <c:v>40885</c:v>
                </c:pt>
                <c:pt idx="49">
                  <c:v>40892</c:v>
                </c:pt>
                <c:pt idx="50">
                  <c:v>40899</c:v>
                </c:pt>
                <c:pt idx="51">
                  <c:v>40906</c:v>
                </c:pt>
                <c:pt idx="52">
                  <c:v>40913</c:v>
                </c:pt>
                <c:pt idx="53">
                  <c:v>40920</c:v>
                </c:pt>
                <c:pt idx="54">
                  <c:v>40927</c:v>
                </c:pt>
                <c:pt idx="55">
                  <c:v>40934</c:v>
                </c:pt>
                <c:pt idx="56">
                  <c:v>40941</c:v>
                </c:pt>
                <c:pt idx="57">
                  <c:v>40948</c:v>
                </c:pt>
                <c:pt idx="58">
                  <c:v>40955</c:v>
                </c:pt>
                <c:pt idx="59">
                  <c:v>40962</c:v>
                </c:pt>
                <c:pt idx="60">
                  <c:v>40969</c:v>
                </c:pt>
                <c:pt idx="61">
                  <c:v>40976</c:v>
                </c:pt>
                <c:pt idx="62">
                  <c:v>40983</c:v>
                </c:pt>
                <c:pt idx="63">
                  <c:v>40990</c:v>
                </c:pt>
                <c:pt idx="64">
                  <c:v>40997</c:v>
                </c:pt>
                <c:pt idx="65">
                  <c:v>41004</c:v>
                </c:pt>
                <c:pt idx="66">
                  <c:v>41011</c:v>
                </c:pt>
                <c:pt idx="67">
                  <c:v>41018</c:v>
                </c:pt>
                <c:pt idx="68">
                  <c:v>41025</c:v>
                </c:pt>
                <c:pt idx="69">
                  <c:v>41032</c:v>
                </c:pt>
                <c:pt idx="70">
                  <c:v>41039</c:v>
                </c:pt>
                <c:pt idx="71">
                  <c:v>41046</c:v>
                </c:pt>
                <c:pt idx="72">
                  <c:v>41053</c:v>
                </c:pt>
                <c:pt idx="73">
                  <c:v>41060</c:v>
                </c:pt>
                <c:pt idx="74">
                  <c:v>41067</c:v>
                </c:pt>
                <c:pt idx="75">
                  <c:v>41074</c:v>
                </c:pt>
                <c:pt idx="76">
                  <c:v>41081</c:v>
                </c:pt>
                <c:pt idx="77">
                  <c:v>41088</c:v>
                </c:pt>
                <c:pt idx="78">
                  <c:v>41095</c:v>
                </c:pt>
                <c:pt idx="79">
                  <c:v>41102</c:v>
                </c:pt>
                <c:pt idx="80">
                  <c:v>41109</c:v>
                </c:pt>
                <c:pt idx="81">
                  <c:v>41116</c:v>
                </c:pt>
                <c:pt idx="82">
                  <c:v>41123</c:v>
                </c:pt>
                <c:pt idx="83">
                  <c:v>41130</c:v>
                </c:pt>
                <c:pt idx="84">
                  <c:v>41137</c:v>
                </c:pt>
                <c:pt idx="85">
                  <c:v>41144</c:v>
                </c:pt>
                <c:pt idx="86">
                  <c:v>41151</c:v>
                </c:pt>
                <c:pt idx="87">
                  <c:v>41158</c:v>
                </c:pt>
                <c:pt idx="88">
                  <c:v>41165</c:v>
                </c:pt>
                <c:pt idx="89">
                  <c:v>41172</c:v>
                </c:pt>
                <c:pt idx="90">
                  <c:v>41179</c:v>
                </c:pt>
                <c:pt idx="91">
                  <c:v>41186</c:v>
                </c:pt>
                <c:pt idx="92">
                  <c:v>41193</c:v>
                </c:pt>
                <c:pt idx="93">
                  <c:v>41200</c:v>
                </c:pt>
                <c:pt idx="94">
                  <c:v>41207</c:v>
                </c:pt>
                <c:pt idx="95">
                  <c:v>41214</c:v>
                </c:pt>
                <c:pt idx="96">
                  <c:v>41221</c:v>
                </c:pt>
                <c:pt idx="97">
                  <c:v>41228</c:v>
                </c:pt>
                <c:pt idx="98">
                  <c:v>41234</c:v>
                </c:pt>
                <c:pt idx="99">
                  <c:v>41242</c:v>
                </c:pt>
                <c:pt idx="100">
                  <c:v>41249</c:v>
                </c:pt>
                <c:pt idx="101">
                  <c:v>41256</c:v>
                </c:pt>
                <c:pt idx="102">
                  <c:v>41263</c:v>
                </c:pt>
                <c:pt idx="103">
                  <c:v>41270</c:v>
                </c:pt>
                <c:pt idx="104">
                  <c:v>41277</c:v>
                </c:pt>
                <c:pt idx="105">
                  <c:v>41284</c:v>
                </c:pt>
                <c:pt idx="106">
                  <c:v>41291</c:v>
                </c:pt>
                <c:pt idx="107">
                  <c:v>41298</c:v>
                </c:pt>
                <c:pt idx="108">
                  <c:v>41305</c:v>
                </c:pt>
                <c:pt idx="109">
                  <c:v>41312</c:v>
                </c:pt>
                <c:pt idx="110">
                  <c:v>41319</c:v>
                </c:pt>
                <c:pt idx="111">
                  <c:v>41326</c:v>
                </c:pt>
                <c:pt idx="112">
                  <c:v>41333</c:v>
                </c:pt>
                <c:pt idx="113">
                  <c:v>41340</c:v>
                </c:pt>
                <c:pt idx="114">
                  <c:v>41347</c:v>
                </c:pt>
                <c:pt idx="115">
                  <c:v>41354</c:v>
                </c:pt>
                <c:pt idx="116">
                  <c:v>41361</c:v>
                </c:pt>
                <c:pt idx="117">
                  <c:v>41368</c:v>
                </c:pt>
                <c:pt idx="118">
                  <c:v>41375</c:v>
                </c:pt>
                <c:pt idx="119">
                  <c:v>41382</c:v>
                </c:pt>
                <c:pt idx="120">
                  <c:v>41389</c:v>
                </c:pt>
                <c:pt idx="121">
                  <c:v>41396</c:v>
                </c:pt>
                <c:pt idx="122">
                  <c:v>41403</c:v>
                </c:pt>
                <c:pt idx="123">
                  <c:v>41410</c:v>
                </c:pt>
                <c:pt idx="124">
                  <c:v>41417</c:v>
                </c:pt>
                <c:pt idx="125">
                  <c:v>41424</c:v>
                </c:pt>
                <c:pt idx="126">
                  <c:v>41431</c:v>
                </c:pt>
                <c:pt idx="127">
                  <c:v>41438</c:v>
                </c:pt>
                <c:pt idx="128">
                  <c:v>41445</c:v>
                </c:pt>
                <c:pt idx="129">
                  <c:v>41452</c:v>
                </c:pt>
                <c:pt idx="130">
                  <c:v>41458</c:v>
                </c:pt>
                <c:pt idx="131">
                  <c:v>41466</c:v>
                </c:pt>
                <c:pt idx="132">
                  <c:v>41473</c:v>
                </c:pt>
                <c:pt idx="133">
                  <c:v>41480</c:v>
                </c:pt>
                <c:pt idx="134">
                  <c:v>41487</c:v>
                </c:pt>
                <c:pt idx="135">
                  <c:v>41494</c:v>
                </c:pt>
                <c:pt idx="136">
                  <c:v>41501</c:v>
                </c:pt>
                <c:pt idx="137">
                  <c:v>41508</c:v>
                </c:pt>
                <c:pt idx="138">
                  <c:v>41515</c:v>
                </c:pt>
                <c:pt idx="139">
                  <c:v>41522</c:v>
                </c:pt>
                <c:pt idx="140">
                  <c:v>41529</c:v>
                </c:pt>
                <c:pt idx="141">
                  <c:v>41536</c:v>
                </c:pt>
                <c:pt idx="142">
                  <c:v>41543</c:v>
                </c:pt>
                <c:pt idx="143">
                  <c:v>41550</c:v>
                </c:pt>
                <c:pt idx="144">
                  <c:v>41557</c:v>
                </c:pt>
                <c:pt idx="145">
                  <c:v>41564</c:v>
                </c:pt>
                <c:pt idx="146">
                  <c:v>41571</c:v>
                </c:pt>
                <c:pt idx="147">
                  <c:v>41578</c:v>
                </c:pt>
                <c:pt idx="148">
                  <c:v>41585</c:v>
                </c:pt>
                <c:pt idx="149">
                  <c:v>41592</c:v>
                </c:pt>
                <c:pt idx="150">
                  <c:v>41599</c:v>
                </c:pt>
                <c:pt idx="151">
                  <c:v>41605</c:v>
                </c:pt>
                <c:pt idx="152">
                  <c:v>41613</c:v>
                </c:pt>
                <c:pt idx="153">
                  <c:v>41620</c:v>
                </c:pt>
                <c:pt idx="154">
                  <c:v>41627</c:v>
                </c:pt>
                <c:pt idx="155">
                  <c:v>41634</c:v>
                </c:pt>
                <c:pt idx="156">
                  <c:v>41641</c:v>
                </c:pt>
                <c:pt idx="157">
                  <c:v>41648</c:v>
                </c:pt>
                <c:pt idx="158">
                  <c:v>41655</c:v>
                </c:pt>
                <c:pt idx="159">
                  <c:v>41662</c:v>
                </c:pt>
                <c:pt idx="160">
                  <c:v>41669</c:v>
                </c:pt>
                <c:pt idx="161">
                  <c:v>41676</c:v>
                </c:pt>
                <c:pt idx="162">
                  <c:v>41683</c:v>
                </c:pt>
                <c:pt idx="163">
                  <c:v>41690</c:v>
                </c:pt>
                <c:pt idx="164">
                  <c:v>41697</c:v>
                </c:pt>
                <c:pt idx="165">
                  <c:v>41704</c:v>
                </c:pt>
                <c:pt idx="166">
                  <c:v>41711</c:v>
                </c:pt>
                <c:pt idx="167">
                  <c:v>41718</c:v>
                </c:pt>
                <c:pt idx="168">
                  <c:v>41725</c:v>
                </c:pt>
                <c:pt idx="169">
                  <c:v>41732</c:v>
                </c:pt>
                <c:pt idx="170">
                  <c:v>41739</c:v>
                </c:pt>
                <c:pt idx="171">
                  <c:v>41746</c:v>
                </c:pt>
                <c:pt idx="172">
                  <c:v>41753</c:v>
                </c:pt>
                <c:pt idx="173">
                  <c:v>41760</c:v>
                </c:pt>
                <c:pt idx="174">
                  <c:v>41767</c:v>
                </c:pt>
                <c:pt idx="175">
                  <c:v>41774</c:v>
                </c:pt>
                <c:pt idx="176">
                  <c:v>41781</c:v>
                </c:pt>
                <c:pt idx="177">
                  <c:v>41788</c:v>
                </c:pt>
                <c:pt idx="178">
                  <c:v>41795</c:v>
                </c:pt>
                <c:pt idx="179">
                  <c:v>41802</c:v>
                </c:pt>
                <c:pt idx="180">
                  <c:v>41809</c:v>
                </c:pt>
                <c:pt idx="181">
                  <c:v>41816</c:v>
                </c:pt>
                <c:pt idx="182">
                  <c:v>41823</c:v>
                </c:pt>
                <c:pt idx="183">
                  <c:v>41830</c:v>
                </c:pt>
                <c:pt idx="184">
                  <c:v>41837</c:v>
                </c:pt>
                <c:pt idx="185">
                  <c:v>41844</c:v>
                </c:pt>
                <c:pt idx="186">
                  <c:v>41851</c:v>
                </c:pt>
                <c:pt idx="187">
                  <c:v>41858</c:v>
                </c:pt>
                <c:pt idx="188">
                  <c:v>41865</c:v>
                </c:pt>
                <c:pt idx="189">
                  <c:v>41872</c:v>
                </c:pt>
                <c:pt idx="190">
                  <c:v>41879</c:v>
                </c:pt>
                <c:pt idx="191">
                  <c:v>41886</c:v>
                </c:pt>
                <c:pt idx="192">
                  <c:v>41893</c:v>
                </c:pt>
                <c:pt idx="193">
                  <c:v>41900</c:v>
                </c:pt>
                <c:pt idx="194">
                  <c:v>41907</c:v>
                </c:pt>
                <c:pt idx="195">
                  <c:v>41914</c:v>
                </c:pt>
                <c:pt idx="196">
                  <c:v>41921</c:v>
                </c:pt>
                <c:pt idx="197">
                  <c:v>41928</c:v>
                </c:pt>
                <c:pt idx="198">
                  <c:v>41935</c:v>
                </c:pt>
                <c:pt idx="199">
                  <c:v>41942</c:v>
                </c:pt>
                <c:pt idx="200">
                  <c:v>41949</c:v>
                </c:pt>
                <c:pt idx="201">
                  <c:v>41956</c:v>
                </c:pt>
                <c:pt idx="202">
                  <c:v>41963</c:v>
                </c:pt>
                <c:pt idx="203">
                  <c:v>41969</c:v>
                </c:pt>
                <c:pt idx="204">
                  <c:v>41977</c:v>
                </c:pt>
                <c:pt idx="205">
                  <c:v>41984</c:v>
                </c:pt>
                <c:pt idx="206">
                  <c:v>41991</c:v>
                </c:pt>
                <c:pt idx="207">
                  <c:v>41997</c:v>
                </c:pt>
                <c:pt idx="208">
                  <c:v>42004</c:v>
                </c:pt>
                <c:pt idx="209">
                  <c:v>42012</c:v>
                </c:pt>
                <c:pt idx="210">
                  <c:v>42019</c:v>
                </c:pt>
                <c:pt idx="211">
                  <c:v>42026</c:v>
                </c:pt>
                <c:pt idx="212">
                  <c:v>42033</c:v>
                </c:pt>
                <c:pt idx="213">
                  <c:v>42040</c:v>
                </c:pt>
                <c:pt idx="214">
                  <c:v>42047</c:v>
                </c:pt>
                <c:pt idx="215">
                  <c:v>42054</c:v>
                </c:pt>
                <c:pt idx="216">
                  <c:v>42061</c:v>
                </c:pt>
                <c:pt idx="217">
                  <c:v>42068</c:v>
                </c:pt>
                <c:pt idx="218">
                  <c:v>42075</c:v>
                </c:pt>
                <c:pt idx="219">
                  <c:v>42082</c:v>
                </c:pt>
                <c:pt idx="220">
                  <c:v>42089</c:v>
                </c:pt>
                <c:pt idx="221">
                  <c:v>42096</c:v>
                </c:pt>
                <c:pt idx="222">
                  <c:v>42103</c:v>
                </c:pt>
                <c:pt idx="223">
                  <c:v>42110</c:v>
                </c:pt>
                <c:pt idx="224">
                  <c:v>42117</c:v>
                </c:pt>
              </c:numCache>
            </c:numRef>
          </c:cat>
          <c:val>
            <c:numRef>
              <c:f>PoolRefinancible!$E$3:$E$227</c:f>
              <c:numCache>
                <c:formatCode>General</c:formatCode>
                <c:ptCount val="225"/>
                <c:pt idx="0">
                  <c:v>2344.3000000000002</c:v>
                </c:pt>
                <c:pt idx="1">
                  <c:v>2528.6999999999998</c:v>
                </c:pt>
                <c:pt idx="2">
                  <c:v>2129.6999999999998</c:v>
                </c:pt>
                <c:pt idx="3">
                  <c:v>2371.1</c:v>
                </c:pt>
                <c:pt idx="4">
                  <c:v>2190.4</c:v>
                </c:pt>
                <c:pt idx="5">
                  <c:v>1953.2</c:v>
                </c:pt>
                <c:pt idx="6">
                  <c:v>2325.3000000000002</c:v>
                </c:pt>
                <c:pt idx="7">
                  <c:v>2155.5</c:v>
                </c:pt>
                <c:pt idx="8">
                  <c:v>2539.4</c:v>
                </c:pt>
                <c:pt idx="9">
                  <c:v>2563.6</c:v>
                </c:pt>
                <c:pt idx="10">
                  <c:v>2620.8000000000002</c:v>
                </c:pt>
                <c:pt idx="11">
                  <c:v>2350.6999999999998</c:v>
                </c:pt>
                <c:pt idx="12">
                  <c:v>2194.4</c:v>
                </c:pt>
                <c:pt idx="13">
                  <c:v>2010.6</c:v>
                </c:pt>
                <c:pt idx="14">
                  <c:v>2065.3000000000002</c:v>
                </c:pt>
                <c:pt idx="15">
                  <c:v>2091.4</c:v>
                </c:pt>
                <c:pt idx="16">
                  <c:v>2220.1</c:v>
                </c:pt>
                <c:pt idx="17">
                  <c:v>2414.9</c:v>
                </c:pt>
                <c:pt idx="18">
                  <c:v>2742.2</c:v>
                </c:pt>
                <c:pt idx="19">
                  <c:v>2764.6</c:v>
                </c:pt>
                <c:pt idx="20">
                  <c:v>2619.6999999999998</c:v>
                </c:pt>
                <c:pt idx="21">
                  <c:v>2648</c:v>
                </c:pt>
                <c:pt idx="22">
                  <c:v>3101.7</c:v>
                </c:pt>
                <c:pt idx="23">
                  <c:v>2857.9</c:v>
                </c:pt>
                <c:pt idx="24">
                  <c:v>2809.5</c:v>
                </c:pt>
                <c:pt idx="25">
                  <c:v>2527.5</c:v>
                </c:pt>
                <c:pt idx="26">
                  <c:v>2362.6999999999998</c:v>
                </c:pt>
                <c:pt idx="27">
                  <c:v>2923.8</c:v>
                </c:pt>
                <c:pt idx="28">
                  <c:v>2769.6</c:v>
                </c:pt>
                <c:pt idx="29">
                  <c:v>2974.1</c:v>
                </c:pt>
                <c:pt idx="30">
                  <c:v>3880.9</c:v>
                </c:pt>
                <c:pt idx="31">
                  <c:v>4184.3999999999996</c:v>
                </c:pt>
                <c:pt idx="32">
                  <c:v>4110.8</c:v>
                </c:pt>
                <c:pt idx="33">
                  <c:v>3601.3</c:v>
                </c:pt>
                <c:pt idx="34">
                  <c:v>3372</c:v>
                </c:pt>
                <c:pt idx="35">
                  <c:v>3571.7</c:v>
                </c:pt>
                <c:pt idx="36">
                  <c:v>4033.8</c:v>
                </c:pt>
                <c:pt idx="37">
                  <c:v>4512.1000000000004</c:v>
                </c:pt>
                <c:pt idx="38">
                  <c:v>4241.8</c:v>
                </c:pt>
                <c:pt idx="39">
                  <c:v>4251.1000000000004</c:v>
                </c:pt>
                <c:pt idx="40">
                  <c:v>3553.2</c:v>
                </c:pt>
                <c:pt idx="41">
                  <c:v>3719.3</c:v>
                </c:pt>
                <c:pt idx="42">
                  <c:v>3695</c:v>
                </c:pt>
                <c:pt idx="43">
                  <c:v>4137.6000000000004</c:v>
                </c:pt>
                <c:pt idx="44">
                  <c:v>3664.5</c:v>
                </c:pt>
                <c:pt idx="45">
                  <c:v>3466.8</c:v>
                </c:pt>
                <c:pt idx="46">
                  <c:v>#N/A</c:v>
                </c:pt>
                <c:pt idx="47">
                  <c:v>3394.7</c:v>
                </c:pt>
                <c:pt idx="48">
                  <c:v>3708.6</c:v>
                </c:pt>
                <c:pt idx="49">
                  <c:v>3676.1</c:v>
                </c:pt>
                <c:pt idx="50">
                  <c:v>3684.5</c:v>
                </c:pt>
                <c:pt idx="51">
                  <c:v>3608.1</c:v>
                </c:pt>
                <c:pt idx="52">
                  <c:v>3668.3</c:v>
                </c:pt>
                <c:pt idx="53">
                  <c:v>4626.5</c:v>
                </c:pt>
                <c:pt idx="54">
                  <c:v>4326.3999999999996</c:v>
                </c:pt>
                <c:pt idx="55">
                  <c:v>4184.3</c:v>
                </c:pt>
                <c:pt idx="56">
                  <c:v>4617.1000000000004</c:v>
                </c:pt>
                <c:pt idx="57">
                  <c:v>4716.1000000000004</c:v>
                </c:pt>
                <c:pt idx="58">
                  <c:v>4466.8999999999996</c:v>
                </c:pt>
                <c:pt idx="59">
                  <c:v>4379.1000000000004</c:v>
                </c:pt>
                <c:pt idx="60">
                  <c:v>4277.6000000000004</c:v>
                </c:pt>
                <c:pt idx="61">
                  <c:v>4063.4</c:v>
                </c:pt>
                <c:pt idx="62">
                  <c:v>3715.2</c:v>
                </c:pt>
                <c:pt idx="63">
                  <c:v>3588.4</c:v>
                </c:pt>
                <c:pt idx="64">
                  <c:v>3699.5</c:v>
                </c:pt>
                <c:pt idx="65">
                  <c:v>3549.3</c:v>
                </c:pt>
                <c:pt idx="66">
                  <c:v>4144.3</c:v>
                </c:pt>
                <c:pt idx="67">
                  <c:v>3892.2</c:v>
                </c:pt>
                <c:pt idx="68">
                  <c:v>3856</c:v>
                </c:pt>
                <c:pt idx="69">
                  <c:v>3924.4</c:v>
                </c:pt>
                <c:pt idx="70">
                  <c:v>4482</c:v>
                </c:pt>
                <c:pt idx="71">
                  <c:v>4732</c:v>
                </c:pt>
                <c:pt idx="72">
                  <c:v>4675.8999999999996</c:v>
                </c:pt>
                <c:pt idx="73">
                  <c:v>4736</c:v>
                </c:pt>
                <c:pt idx="74">
                  <c:v>5590</c:v>
                </c:pt>
                <c:pt idx="75">
                  <c:v>4719.6000000000004</c:v>
                </c:pt>
                <c:pt idx="76">
                  <c:v>4585.8</c:v>
                </c:pt>
                <c:pt idx="77">
                  <c:v>4372.2</c:v>
                </c:pt>
                <c:pt idx="78">
                  <c:v>4267.8999999999996</c:v>
                </c:pt>
                <c:pt idx="79">
                  <c:v>5246.8</c:v>
                </c:pt>
                <c:pt idx="80">
                  <c:v>5383.1</c:v>
                </c:pt>
                <c:pt idx="81">
                  <c:v>5492.1</c:v>
                </c:pt>
                <c:pt idx="82">
                  <c:v>5444.3</c:v>
                </c:pt>
                <c:pt idx="83">
                  <c:v>5172.2</c:v>
                </c:pt>
                <c:pt idx="84">
                  <c:v>4671.1000000000004</c:v>
                </c:pt>
                <c:pt idx="85">
                  <c:v>4414.6000000000004</c:v>
                </c:pt>
                <c:pt idx="86">
                  <c:v>4274.8</c:v>
                </c:pt>
                <c:pt idx="87">
                  <c:v>4779.1000000000004</c:v>
                </c:pt>
                <c:pt idx="88">
                  <c:v>4823.3</c:v>
                </c:pt>
                <c:pt idx="89">
                  <c:v>4979</c:v>
                </c:pt>
                <c:pt idx="90">
                  <c:v>5965.5</c:v>
                </c:pt>
                <c:pt idx="91">
                  <c:v>5892.5</c:v>
                </c:pt>
                <c:pt idx="92">
                  <c:v>5572.2</c:v>
                </c:pt>
                <c:pt idx="93">
                  <c:v>4847.2</c:v>
                </c:pt>
                <c:pt idx="94">
                  <c:v>4550.7</c:v>
                </c:pt>
                <c:pt idx="95">
                  <c:v>4297.7</c:v>
                </c:pt>
                <c:pt idx="96">
                  <c:v>4856.1000000000004</c:v>
                </c:pt>
                <c:pt idx="97">
                  <c:v>4702.3999999999996</c:v>
                </c:pt>
                <c:pt idx="98">
                  <c:v>#N/A</c:v>
                </c:pt>
                <c:pt idx="99">
                  <c:v>4943</c:v>
                </c:pt>
                <c:pt idx="100">
                  <c:v>5368.1</c:v>
                </c:pt>
                <c:pt idx="101">
                  <c:v>4564.3999999999996</c:v>
                </c:pt>
                <c:pt idx="102">
                  <c:v>3983.2</c:v>
                </c:pt>
                <c:pt idx="103">
                  <c:v>3488.9</c:v>
                </c:pt>
                <c:pt idx="104">
                  <c:v>3896.4</c:v>
                </c:pt>
                <c:pt idx="105">
                  <c:v>4554.3999999999996</c:v>
                </c:pt>
                <c:pt idx="106">
                  <c:v>4937.3999999999996</c:v>
                </c:pt>
                <c:pt idx="107">
                  <c:v>4433.6000000000004</c:v>
                </c:pt>
                <c:pt idx="108">
                  <c:v>4579</c:v>
                </c:pt>
                <c:pt idx="109">
                  <c:v>4284.3</c:v>
                </c:pt>
                <c:pt idx="110">
                  <c:v>4261.8</c:v>
                </c:pt>
                <c:pt idx="111">
                  <c:v>4136.3</c:v>
                </c:pt>
                <c:pt idx="112">
                  <c:v>4724.8999999999996</c:v>
                </c:pt>
                <c:pt idx="113">
                  <c:v>4485.2</c:v>
                </c:pt>
                <c:pt idx="114">
                  <c:v>4111.3</c:v>
                </c:pt>
                <c:pt idx="115">
                  <c:v>4412.8999999999996</c:v>
                </c:pt>
                <c:pt idx="116">
                  <c:v>4119.2</c:v>
                </c:pt>
                <c:pt idx="117">
                  <c:v>4528.8999999999996</c:v>
                </c:pt>
                <c:pt idx="118">
                  <c:v>4726.8999999999996</c:v>
                </c:pt>
                <c:pt idx="119">
                  <c:v>4672.1000000000004</c:v>
                </c:pt>
                <c:pt idx="120">
                  <c:v>4854.1000000000004</c:v>
                </c:pt>
                <c:pt idx="121">
                  <c:v>5279.9</c:v>
                </c:pt>
                <c:pt idx="122">
                  <c:v>4797.2</c:v>
                </c:pt>
                <c:pt idx="123">
                  <c:v>4241.5</c:v>
                </c:pt>
                <c:pt idx="124">
                  <c:v>3709.4</c:v>
                </c:pt>
                <c:pt idx="125">
                  <c:v>3163.6</c:v>
                </c:pt>
                <c:pt idx="126">
                  <c:v>3339.8</c:v>
                </c:pt>
                <c:pt idx="127">
                  <c:v>3214.4</c:v>
                </c:pt>
                <c:pt idx="128">
                  <c:v>3040.1</c:v>
                </c:pt>
                <c:pt idx="129">
                  <c:v>2573.4</c:v>
                </c:pt>
                <c:pt idx="130">
                  <c:v>#N/A</c:v>
                </c:pt>
                <c:pt idx="131">
                  <c:v>2242.1999999999998</c:v>
                </c:pt>
                <c:pt idx="132">
                  <c:v>2288</c:v>
                </c:pt>
                <c:pt idx="133">
                  <c:v>2218.3000000000002</c:v>
                </c:pt>
                <c:pt idx="134">
                  <c:v>2228.9</c:v>
                </c:pt>
                <c:pt idx="135">
                  <c:v>2110.6</c:v>
                </c:pt>
                <c:pt idx="136">
                  <c:v>1935.1</c:v>
                </c:pt>
                <c:pt idx="137">
                  <c:v>1842.6</c:v>
                </c:pt>
                <c:pt idx="138">
                  <c:v>1909</c:v>
                </c:pt>
                <c:pt idx="139">
                  <c:v>1512.9</c:v>
                </c:pt>
                <c:pt idx="140">
                  <c:v>1814</c:v>
                </c:pt>
                <c:pt idx="141">
                  <c:v>1922.9</c:v>
                </c:pt>
                <c:pt idx="142">
                  <c:v>1956.6</c:v>
                </c:pt>
                <c:pt idx="143">
                  <c:v>2025.3</c:v>
                </c:pt>
                <c:pt idx="144">
                  <c:v>2102.6999999999998</c:v>
                </c:pt>
                <c:pt idx="145">
                  <c:v>2033.7</c:v>
                </c:pt>
                <c:pt idx="146">
                  <c:v>2211.8000000000002</c:v>
                </c:pt>
                <c:pt idx="147">
                  <c:v>2105.6</c:v>
                </c:pt>
                <c:pt idx="148">
                  <c:v>2056.9</c:v>
                </c:pt>
                <c:pt idx="149">
                  <c:v>1903.5</c:v>
                </c:pt>
                <c:pt idx="150">
                  <c:v>1917.2</c:v>
                </c:pt>
                <c:pt idx="151">
                  <c:v>#N/A</c:v>
                </c:pt>
                <c:pt idx="152">
                  <c:v>1599.4</c:v>
                </c:pt>
                <c:pt idx="153">
                  <c:v>1529.8</c:v>
                </c:pt>
                <c:pt idx="154">
                  <c:v>1426.7</c:v>
                </c:pt>
                <c:pt idx="155">
                  <c:v>1277.8</c:v>
                </c:pt>
                <c:pt idx="156">
                  <c:v>1352.7</c:v>
                </c:pt>
                <c:pt idx="157">
                  <c:v>1507</c:v>
                </c:pt>
                <c:pt idx="158">
                  <c:v>1675.8</c:v>
                </c:pt>
                <c:pt idx="159">
                  <c:v>1601.2</c:v>
                </c:pt>
                <c:pt idx="160">
                  <c:v>1667.5</c:v>
                </c:pt>
                <c:pt idx="161">
                  <c:v>1674.2</c:v>
                </c:pt>
                <c:pt idx="162">
                  <c:v>1650.6</c:v>
                </c:pt>
                <c:pt idx="163">
                  <c:v>1442.3</c:v>
                </c:pt>
                <c:pt idx="164">
                  <c:v>1600.6</c:v>
                </c:pt>
                <c:pt idx="165">
                  <c:v>1528</c:v>
                </c:pt>
                <c:pt idx="166">
                  <c:v>1552.1</c:v>
                </c:pt>
                <c:pt idx="167">
                  <c:v>1426.3</c:v>
                </c:pt>
                <c:pt idx="168">
                  <c:v>1383.5</c:v>
                </c:pt>
                <c:pt idx="169">
                  <c:v>1324.7</c:v>
                </c:pt>
                <c:pt idx="170">
                  <c:v>1429.9</c:v>
                </c:pt>
                <c:pt idx="171">
                  <c:v>1370.9</c:v>
                </c:pt>
                <c:pt idx="172">
                  <c:v>1298.0999999999999</c:v>
                </c:pt>
                <c:pt idx="173">
                  <c:v>1323.9</c:v>
                </c:pt>
                <c:pt idx="174">
                  <c:v>1400.9</c:v>
                </c:pt>
                <c:pt idx="175">
                  <c:v>1460.6</c:v>
                </c:pt>
                <c:pt idx="176">
                  <c:v>1453.4</c:v>
                </c:pt>
                <c:pt idx="177">
                  <c:v>1382.6</c:v>
                </c:pt>
                <c:pt idx="178">
                  <c:v>1516.9</c:v>
                </c:pt>
                <c:pt idx="179">
                  <c:v>1321.3</c:v>
                </c:pt>
                <c:pt idx="180">
                  <c:v>1333.5</c:v>
                </c:pt>
                <c:pt idx="181">
                  <c:v>1341.8</c:v>
                </c:pt>
                <c:pt idx="182">
                  <c:v>1346.8</c:v>
                </c:pt>
                <c:pt idx="183">
                  <c:v>1329.7</c:v>
                </c:pt>
                <c:pt idx="184">
                  <c:v>1400.7</c:v>
                </c:pt>
                <c:pt idx="185">
                  <c:v>1327.5</c:v>
                </c:pt>
                <c:pt idx="186">
                  <c:v>1373.9</c:v>
                </c:pt>
                <c:pt idx="187">
                  <c:v>1342.6</c:v>
                </c:pt>
                <c:pt idx="188">
                  <c:v>1404.9</c:v>
                </c:pt>
                <c:pt idx="189">
                  <c:v>1439.4</c:v>
                </c:pt>
                <c:pt idx="190">
                  <c:v>1436</c:v>
                </c:pt>
                <c:pt idx="191">
                  <c:v>1275.8</c:v>
                </c:pt>
                <c:pt idx="192">
                  <c:v>1398.4</c:v>
                </c:pt>
                <c:pt idx="193">
                  <c:v>1335.1</c:v>
                </c:pt>
                <c:pt idx="194">
                  <c:v>1326.2</c:v>
                </c:pt>
                <c:pt idx="195">
                  <c:v>1387.1</c:v>
                </c:pt>
                <c:pt idx="196">
                  <c:v>1560.6</c:v>
                </c:pt>
                <c:pt idx="197">
                  <c:v>1898.2</c:v>
                </c:pt>
                <c:pt idx="198">
                  <c:v>1713.6</c:v>
                </c:pt>
                <c:pt idx="199">
                  <c:v>1604.8</c:v>
                </c:pt>
                <c:pt idx="200">
                  <c:v>1565.3</c:v>
                </c:pt>
                <c:pt idx="201">
                  <c:v>1563.2</c:v>
                </c:pt>
                <c:pt idx="202">
                  <c:v>1547.9</c:v>
                </c:pt>
                <c:pt idx="203">
                  <c:v>#N/A</c:v>
                </c:pt>
                <c:pt idx="204">
                  <c:v>1548.6</c:v>
                </c:pt>
                <c:pt idx="205">
                  <c:v>1518.8</c:v>
                </c:pt>
                <c:pt idx="206">
                  <c:v>1538.7</c:v>
                </c:pt>
                <c:pt idx="207">
                  <c:v>#N/A</c:v>
                </c:pt>
                <c:pt idx="208">
                  <c:v>#N/A</c:v>
                </c:pt>
                <c:pt idx="209">
                  <c:v>2271.5</c:v>
                </c:pt>
                <c:pt idx="210">
                  <c:v>2799.3</c:v>
                </c:pt>
                <c:pt idx="211">
                  <c:v>2572.3000000000002</c:v>
                </c:pt>
                <c:pt idx="212">
                  <c:v>2584.8000000000002</c:v>
                </c:pt>
                <c:pt idx="213">
                  <c:v>2291.3000000000002</c:v>
                </c:pt>
                <c:pt idx="214">
                  <c:v>1904.2</c:v>
                </c:pt>
                <c:pt idx="215">
                  <c:v>1703.1</c:v>
                </c:pt>
                <c:pt idx="216">
                  <c:v>1740.3</c:v>
                </c:pt>
                <c:pt idx="217">
                  <c:v>1685.7</c:v>
                </c:pt>
                <c:pt idx="218">
                  <c:v>1623.6</c:v>
                </c:pt>
                <c:pt idx="219">
                  <c:v>1860.8</c:v>
                </c:pt>
                <c:pt idx="220">
                  <c:v>1941.6</c:v>
                </c:pt>
                <c:pt idx="221">
                  <c:v>1854.7</c:v>
                </c:pt>
                <c:pt idx="222">
                  <c:v>1804.6</c:v>
                </c:pt>
                <c:pt idx="223">
                  <c:v>1817</c:v>
                </c:pt>
                <c:pt idx="224">
                  <c:v>#N/A</c:v>
                </c:pt>
              </c:numCache>
            </c:numRef>
          </c:val>
          <c:smooth val="0"/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210664832"/>
        <c:axId val="210662912"/>
      </c:lineChart>
      <c:dateAx>
        <c:axId val="210655104"/>
        <c:scaling>
          <c:orientation val="minMax"/>
        </c:scaling>
        <c:delete val="0"/>
        <c:axPos val="b"/>
        <c:numFmt formatCode="m/d/yyyy" sourceLinked="1"/>
        <c:majorTickMark val="out"/>
        <c:minorTickMark val="none"/>
        <c:tickLblPos val="nextTo"/>
        <c:crossAx val="210656640"/>
        <c:crosses val="autoZero"/>
        <c:auto val="1"/>
        <c:lblOffset val="100"/>
        <c:baseTimeUnit val="days"/>
        <c:majorUnit val="6"/>
        <c:majorTimeUnit val="months"/>
      </c:dateAx>
      <c:valAx>
        <c:axId val="210656640"/>
        <c:scaling>
          <c:orientation val="minMax"/>
        </c:scaling>
        <c:delete val="0"/>
        <c:axPos val="l"/>
        <c:majorGridlines/>
        <c:title>
          <c:tx>
            <c:rich>
              <a:bodyPr rot="-5400000" vert="horz"/>
              <a:lstStyle/>
              <a:p>
                <a:pPr>
                  <a:defRPr/>
                </a:pPr>
                <a:r>
                  <a:rPr lang="en-US"/>
                  <a:t>Refinancible Percentage</a:t>
                </a:r>
              </a:p>
            </c:rich>
          </c:tx>
          <c:layout/>
          <c:overlay val="0"/>
        </c:title>
        <c:numFmt formatCode="0%" sourceLinked="1"/>
        <c:majorTickMark val="out"/>
        <c:minorTickMark val="none"/>
        <c:tickLblPos val="nextTo"/>
        <c:crossAx val="210655104"/>
        <c:crosses val="autoZero"/>
        <c:crossBetween val="between"/>
      </c:valAx>
      <c:valAx>
        <c:axId val="210662912"/>
        <c:scaling>
          <c:orientation val="minMax"/>
        </c:scaling>
        <c:delete val="0"/>
        <c:axPos val="r"/>
        <c:title>
          <c:tx>
            <c:rich>
              <a:bodyPr rot="-5400000" vert="horz"/>
              <a:lstStyle/>
              <a:p>
                <a:pPr>
                  <a:defRPr/>
                </a:pPr>
                <a:r>
                  <a:rPr lang="en-US"/>
                  <a:t>Refi Index</a:t>
                </a:r>
              </a:p>
            </c:rich>
          </c:tx>
          <c:layout/>
          <c:overlay val="0"/>
        </c:title>
        <c:numFmt formatCode="General" sourceLinked="1"/>
        <c:majorTickMark val="out"/>
        <c:minorTickMark val="none"/>
        <c:tickLblPos val="nextTo"/>
        <c:crossAx val="210664832"/>
        <c:crosses val="max"/>
        <c:crossBetween val="between"/>
      </c:valAx>
      <c:dateAx>
        <c:axId val="210664832"/>
        <c:scaling>
          <c:orientation val="minMax"/>
        </c:scaling>
        <c:delete val="1"/>
        <c:axPos val="b"/>
        <c:numFmt formatCode="m/d/yyyy" sourceLinked="1"/>
        <c:majorTickMark val="out"/>
        <c:minorTickMark val="none"/>
        <c:tickLblPos val="nextTo"/>
        <c:crossAx val="210662912"/>
        <c:crosses val="autoZero"/>
        <c:auto val="1"/>
        <c:lblOffset val="100"/>
        <c:baseTimeUnit val="days"/>
      </c:dateAx>
    </c:plotArea>
    <c:legend>
      <c:legendPos val="b"/>
      <c:layout/>
      <c:overlay val="0"/>
    </c:legend>
    <c:plotVisOnly val="1"/>
    <c:dispBlanksAs val="gap"/>
    <c:showDLblsOverMax val="0"/>
  </c:chart>
  <c:externalData r:id="rId1">
    <c:autoUpdate val="0"/>
  </c:externalData>
</c:chartSpace>
</file>

<file path=ppt/charts/chart8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0"/>
    <c:plotArea>
      <c:layout/>
      <c:lineChart>
        <c:grouping val="standard"/>
        <c:varyColors val="0"/>
        <c:ser>
          <c:idx val="0"/>
          <c:order val="0"/>
          <c:tx>
            <c:strRef>
              <c:f>PoolRefinancible!$C$2</c:f>
              <c:strCache>
                <c:ptCount val="1"/>
                <c:pt idx="0">
                  <c:v>Pool</c:v>
                </c:pt>
              </c:strCache>
            </c:strRef>
          </c:tx>
          <c:spPr>
            <a:ln w="19050">
              <a:solidFill>
                <a:srgbClr val="2E398A"/>
              </a:solidFill>
            </a:ln>
          </c:spPr>
          <c:marker>
            <c:symbol val="none"/>
          </c:marker>
          <c:cat>
            <c:numRef>
              <c:f>PoolRefinancible!$B$3:$B$227</c:f>
              <c:numCache>
                <c:formatCode>m/d/yyyy</c:formatCode>
                <c:ptCount val="225"/>
                <c:pt idx="0">
                  <c:v>40549</c:v>
                </c:pt>
                <c:pt idx="1">
                  <c:v>40556</c:v>
                </c:pt>
                <c:pt idx="2">
                  <c:v>40563</c:v>
                </c:pt>
                <c:pt idx="3">
                  <c:v>40570</c:v>
                </c:pt>
                <c:pt idx="4">
                  <c:v>40577</c:v>
                </c:pt>
                <c:pt idx="5">
                  <c:v>40584</c:v>
                </c:pt>
                <c:pt idx="6">
                  <c:v>40591</c:v>
                </c:pt>
                <c:pt idx="7">
                  <c:v>40598</c:v>
                </c:pt>
                <c:pt idx="8">
                  <c:v>40605</c:v>
                </c:pt>
                <c:pt idx="9">
                  <c:v>40612</c:v>
                </c:pt>
                <c:pt idx="10">
                  <c:v>40619</c:v>
                </c:pt>
                <c:pt idx="11">
                  <c:v>40626</c:v>
                </c:pt>
                <c:pt idx="12">
                  <c:v>40633</c:v>
                </c:pt>
                <c:pt idx="13">
                  <c:v>40640</c:v>
                </c:pt>
                <c:pt idx="14">
                  <c:v>40647</c:v>
                </c:pt>
                <c:pt idx="15">
                  <c:v>40654</c:v>
                </c:pt>
                <c:pt idx="16">
                  <c:v>40661</c:v>
                </c:pt>
                <c:pt idx="17">
                  <c:v>40668</c:v>
                </c:pt>
                <c:pt idx="18">
                  <c:v>40675</c:v>
                </c:pt>
                <c:pt idx="19">
                  <c:v>40682</c:v>
                </c:pt>
                <c:pt idx="20">
                  <c:v>40689</c:v>
                </c:pt>
                <c:pt idx="21">
                  <c:v>40696</c:v>
                </c:pt>
                <c:pt idx="22">
                  <c:v>40703</c:v>
                </c:pt>
                <c:pt idx="23">
                  <c:v>40710</c:v>
                </c:pt>
                <c:pt idx="24">
                  <c:v>40717</c:v>
                </c:pt>
                <c:pt idx="25">
                  <c:v>40724</c:v>
                </c:pt>
                <c:pt idx="26">
                  <c:v>40731</c:v>
                </c:pt>
                <c:pt idx="27">
                  <c:v>40738</c:v>
                </c:pt>
                <c:pt idx="28">
                  <c:v>40745</c:v>
                </c:pt>
                <c:pt idx="29">
                  <c:v>40752</c:v>
                </c:pt>
                <c:pt idx="30">
                  <c:v>40759</c:v>
                </c:pt>
                <c:pt idx="31">
                  <c:v>40766</c:v>
                </c:pt>
                <c:pt idx="32">
                  <c:v>40773</c:v>
                </c:pt>
                <c:pt idx="33">
                  <c:v>40780</c:v>
                </c:pt>
                <c:pt idx="34">
                  <c:v>40787</c:v>
                </c:pt>
                <c:pt idx="35">
                  <c:v>40794</c:v>
                </c:pt>
                <c:pt idx="36">
                  <c:v>40801</c:v>
                </c:pt>
                <c:pt idx="37">
                  <c:v>40808</c:v>
                </c:pt>
                <c:pt idx="38">
                  <c:v>40815</c:v>
                </c:pt>
                <c:pt idx="39">
                  <c:v>40822</c:v>
                </c:pt>
                <c:pt idx="40">
                  <c:v>40829</c:v>
                </c:pt>
                <c:pt idx="41">
                  <c:v>40836</c:v>
                </c:pt>
                <c:pt idx="42">
                  <c:v>40843</c:v>
                </c:pt>
                <c:pt idx="43">
                  <c:v>40850</c:v>
                </c:pt>
                <c:pt idx="44">
                  <c:v>40857</c:v>
                </c:pt>
                <c:pt idx="45">
                  <c:v>40864</c:v>
                </c:pt>
                <c:pt idx="46">
                  <c:v>40870</c:v>
                </c:pt>
                <c:pt idx="47">
                  <c:v>40878</c:v>
                </c:pt>
                <c:pt idx="48">
                  <c:v>40885</c:v>
                </c:pt>
                <c:pt idx="49">
                  <c:v>40892</c:v>
                </c:pt>
                <c:pt idx="50">
                  <c:v>40899</c:v>
                </c:pt>
                <c:pt idx="51">
                  <c:v>40906</c:v>
                </c:pt>
                <c:pt idx="52">
                  <c:v>40913</c:v>
                </c:pt>
                <c:pt idx="53">
                  <c:v>40920</c:v>
                </c:pt>
                <c:pt idx="54">
                  <c:v>40927</c:v>
                </c:pt>
                <c:pt idx="55">
                  <c:v>40934</c:v>
                </c:pt>
                <c:pt idx="56">
                  <c:v>40941</c:v>
                </c:pt>
                <c:pt idx="57">
                  <c:v>40948</c:v>
                </c:pt>
                <c:pt idx="58">
                  <c:v>40955</c:v>
                </c:pt>
                <c:pt idx="59">
                  <c:v>40962</c:v>
                </c:pt>
                <c:pt idx="60">
                  <c:v>40969</c:v>
                </c:pt>
                <c:pt idx="61">
                  <c:v>40976</c:v>
                </c:pt>
                <c:pt idx="62">
                  <c:v>40983</c:v>
                </c:pt>
                <c:pt idx="63">
                  <c:v>40990</c:v>
                </c:pt>
                <c:pt idx="64">
                  <c:v>40997</c:v>
                </c:pt>
                <c:pt idx="65">
                  <c:v>41004</c:v>
                </c:pt>
                <c:pt idx="66">
                  <c:v>41011</c:v>
                </c:pt>
                <c:pt idx="67">
                  <c:v>41018</c:v>
                </c:pt>
                <c:pt idx="68">
                  <c:v>41025</c:v>
                </c:pt>
                <c:pt idx="69">
                  <c:v>41032</c:v>
                </c:pt>
                <c:pt idx="70">
                  <c:v>41039</c:v>
                </c:pt>
                <c:pt idx="71">
                  <c:v>41046</c:v>
                </c:pt>
                <c:pt idx="72">
                  <c:v>41053</c:v>
                </c:pt>
                <c:pt idx="73">
                  <c:v>41060</c:v>
                </c:pt>
                <c:pt idx="74">
                  <c:v>41067</c:v>
                </c:pt>
                <c:pt idx="75">
                  <c:v>41074</c:v>
                </c:pt>
                <c:pt idx="76">
                  <c:v>41081</c:v>
                </c:pt>
                <c:pt idx="77">
                  <c:v>41088</c:v>
                </c:pt>
                <c:pt idx="78">
                  <c:v>41095</c:v>
                </c:pt>
                <c:pt idx="79">
                  <c:v>41102</c:v>
                </c:pt>
                <c:pt idx="80">
                  <c:v>41109</c:v>
                </c:pt>
                <c:pt idx="81">
                  <c:v>41116</c:v>
                </c:pt>
                <c:pt idx="82">
                  <c:v>41123</c:v>
                </c:pt>
                <c:pt idx="83">
                  <c:v>41130</c:v>
                </c:pt>
                <c:pt idx="84">
                  <c:v>41137</c:v>
                </c:pt>
                <c:pt idx="85">
                  <c:v>41144</c:v>
                </c:pt>
                <c:pt idx="86">
                  <c:v>41151</c:v>
                </c:pt>
                <c:pt idx="87">
                  <c:v>41158</c:v>
                </c:pt>
                <c:pt idx="88">
                  <c:v>41165</c:v>
                </c:pt>
                <c:pt idx="89">
                  <c:v>41172</c:v>
                </c:pt>
                <c:pt idx="90">
                  <c:v>41179</c:v>
                </c:pt>
                <c:pt idx="91">
                  <c:v>41186</c:v>
                </c:pt>
                <c:pt idx="92">
                  <c:v>41193</c:v>
                </c:pt>
                <c:pt idx="93">
                  <c:v>41200</c:v>
                </c:pt>
                <c:pt idx="94">
                  <c:v>41207</c:v>
                </c:pt>
                <c:pt idx="95">
                  <c:v>41214</c:v>
                </c:pt>
                <c:pt idx="96">
                  <c:v>41221</c:v>
                </c:pt>
                <c:pt idx="97">
                  <c:v>41228</c:v>
                </c:pt>
                <c:pt idx="98">
                  <c:v>41234</c:v>
                </c:pt>
                <c:pt idx="99">
                  <c:v>41242</c:v>
                </c:pt>
                <c:pt idx="100">
                  <c:v>41249</c:v>
                </c:pt>
                <c:pt idx="101">
                  <c:v>41256</c:v>
                </c:pt>
                <c:pt idx="102">
                  <c:v>41263</c:v>
                </c:pt>
                <c:pt idx="103">
                  <c:v>41270</c:v>
                </c:pt>
                <c:pt idx="104">
                  <c:v>41277</c:v>
                </c:pt>
                <c:pt idx="105">
                  <c:v>41284</c:v>
                </c:pt>
                <c:pt idx="106">
                  <c:v>41291</c:v>
                </c:pt>
                <c:pt idx="107">
                  <c:v>41298</c:v>
                </c:pt>
                <c:pt idx="108">
                  <c:v>41305</c:v>
                </c:pt>
                <c:pt idx="109">
                  <c:v>41312</c:v>
                </c:pt>
                <c:pt idx="110">
                  <c:v>41319</c:v>
                </c:pt>
                <c:pt idx="111">
                  <c:v>41326</c:v>
                </c:pt>
                <c:pt idx="112">
                  <c:v>41333</c:v>
                </c:pt>
                <c:pt idx="113">
                  <c:v>41340</c:v>
                </c:pt>
                <c:pt idx="114">
                  <c:v>41347</c:v>
                </c:pt>
                <c:pt idx="115">
                  <c:v>41354</c:v>
                </c:pt>
                <c:pt idx="116">
                  <c:v>41361</c:v>
                </c:pt>
                <c:pt idx="117">
                  <c:v>41368</c:v>
                </c:pt>
                <c:pt idx="118">
                  <c:v>41375</c:v>
                </c:pt>
                <c:pt idx="119">
                  <c:v>41382</c:v>
                </c:pt>
                <c:pt idx="120">
                  <c:v>41389</c:v>
                </c:pt>
                <c:pt idx="121">
                  <c:v>41396</c:v>
                </c:pt>
                <c:pt idx="122">
                  <c:v>41403</c:v>
                </c:pt>
                <c:pt idx="123">
                  <c:v>41410</c:v>
                </c:pt>
                <c:pt idx="124">
                  <c:v>41417</c:v>
                </c:pt>
                <c:pt idx="125">
                  <c:v>41424</c:v>
                </c:pt>
                <c:pt idx="126">
                  <c:v>41431</c:v>
                </c:pt>
                <c:pt idx="127">
                  <c:v>41438</c:v>
                </c:pt>
                <c:pt idx="128">
                  <c:v>41445</c:v>
                </c:pt>
                <c:pt idx="129">
                  <c:v>41452</c:v>
                </c:pt>
                <c:pt idx="130">
                  <c:v>41458</c:v>
                </c:pt>
                <c:pt idx="131">
                  <c:v>41466</c:v>
                </c:pt>
                <c:pt idx="132">
                  <c:v>41473</c:v>
                </c:pt>
                <c:pt idx="133">
                  <c:v>41480</c:v>
                </c:pt>
                <c:pt idx="134">
                  <c:v>41487</c:v>
                </c:pt>
                <c:pt idx="135">
                  <c:v>41494</c:v>
                </c:pt>
                <c:pt idx="136">
                  <c:v>41501</c:v>
                </c:pt>
                <c:pt idx="137">
                  <c:v>41508</c:v>
                </c:pt>
                <c:pt idx="138">
                  <c:v>41515</c:v>
                </c:pt>
                <c:pt idx="139">
                  <c:v>41522</c:v>
                </c:pt>
                <c:pt idx="140">
                  <c:v>41529</c:v>
                </c:pt>
                <c:pt idx="141">
                  <c:v>41536</c:v>
                </c:pt>
                <c:pt idx="142">
                  <c:v>41543</c:v>
                </c:pt>
                <c:pt idx="143">
                  <c:v>41550</c:v>
                </c:pt>
                <c:pt idx="144">
                  <c:v>41557</c:v>
                </c:pt>
                <c:pt idx="145">
                  <c:v>41564</c:v>
                </c:pt>
                <c:pt idx="146">
                  <c:v>41571</c:v>
                </c:pt>
                <c:pt idx="147">
                  <c:v>41578</c:v>
                </c:pt>
                <c:pt idx="148">
                  <c:v>41585</c:v>
                </c:pt>
                <c:pt idx="149">
                  <c:v>41592</c:v>
                </c:pt>
                <c:pt idx="150">
                  <c:v>41599</c:v>
                </c:pt>
                <c:pt idx="151">
                  <c:v>41605</c:v>
                </c:pt>
                <c:pt idx="152">
                  <c:v>41613</c:v>
                </c:pt>
                <c:pt idx="153">
                  <c:v>41620</c:v>
                </c:pt>
                <c:pt idx="154">
                  <c:v>41627</c:v>
                </c:pt>
                <c:pt idx="155">
                  <c:v>41634</c:v>
                </c:pt>
                <c:pt idx="156">
                  <c:v>41641</c:v>
                </c:pt>
                <c:pt idx="157">
                  <c:v>41648</c:v>
                </c:pt>
                <c:pt idx="158">
                  <c:v>41655</c:v>
                </c:pt>
                <c:pt idx="159">
                  <c:v>41662</c:v>
                </c:pt>
                <c:pt idx="160">
                  <c:v>41669</c:v>
                </c:pt>
                <c:pt idx="161">
                  <c:v>41676</c:v>
                </c:pt>
                <c:pt idx="162">
                  <c:v>41683</c:v>
                </c:pt>
                <c:pt idx="163">
                  <c:v>41690</c:v>
                </c:pt>
                <c:pt idx="164">
                  <c:v>41697</c:v>
                </c:pt>
                <c:pt idx="165">
                  <c:v>41704</c:v>
                </c:pt>
                <c:pt idx="166">
                  <c:v>41711</c:v>
                </c:pt>
                <c:pt idx="167">
                  <c:v>41718</c:v>
                </c:pt>
                <c:pt idx="168">
                  <c:v>41725</c:v>
                </c:pt>
                <c:pt idx="169">
                  <c:v>41732</c:v>
                </c:pt>
                <c:pt idx="170">
                  <c:v>41739</c:v>
                </c:pt>
                <c:pt idx="171">
                  <c:v>41746</c:v>
                </c:pt>
                <c:pt idx="172">
                  <c:v>41753</c:v>
                </c:pt>
                <c:pt idx="173">
                  <c:v>41760</c:v>
                </c:pt>
                <c:pt idx="174">
                  <c:v>41767</c:v>
                </c:pt>
                <c:pt idx="175">
                  <c:v>41774</c:v>
                </c:pt>
                <c:pt idx="176">
                  <c:v>41781</c:v>
                </c:pt>
                <c:pt idx="177">
                  <c:v>41788</c:v>
                </c:pt>
                <c:pt idx="178">
                  <c:v>41795</c:v>
                </c:pt>
                <c:pt idx="179">
                  <c:v>41802</c:v>
                </c:pt>
                <c:pt idx="180">
                  <c:v>41809</c:v>
                </c:pt>
                <c:pt idx="181">
                  <c:v>41816</c:v>
                </c:pt>
                <c:pt idx="182">
                  <c:v>41823</c:v>
                </c:pt>
                <c:pt idx="183">
                  <c:v>41830</c:v>
                </c:pt>
                <c:pt idx="184">
                  <c:v>41837</c:v>
                </c:pt>
                <c:pt idx="185">
                  <c:v>41844</c:v>
                </c:pt>
                <c:pt idx="186">
                  <c:v>41851</c:v>
                </c:pt>
                <c:pt idx="187">
                  <c:v>41858</c:v>
                </c:pt>
                <c:pt idx="188">
                  <c:v>41865</c:v>
                </c:pt>
                <c:pt idx="189">
                  <c:v>41872</c:v>
                </c:pt>
                <c:pt idx="190">
                  <c:v>41879</c:v>
                </c:pt>
                <c:pt idx="191">
                  <c:v>41886</c:v>
                </c:pt>
                <c:pt idx="192">
                  <c:v>41893</c:v>
                </c:pt>
                <c:pt idx="193">
                  <c:v>41900</c:v>
                </c:pt>
                <c:pt idx="194">
                  <c:v>41907</c:v>
                </c:pt>
                <c:pt idx="195">
                  <c:v>41914</c:v>
                </c:pt>
                <c:pt idx="196">
                  <c:v>41921</c:v>
                </c:pt>
                <c:pt idx="197">
                  <c:v>41928</c:v>
                </c:pt>
                <c:pt idx="198">
                  <c:v>41935</c:v>
                </c:pt>
                <c:pt idx="199">
                  <c:v>41942</c:v>
                </c:pt>
                <c:pt idx="200">
                  <c:v>41949</c:v>
                </c:pt>
                <c:pt idx="201">
                  <c:v>41956</c:v>
                </c:pt>
                <c:pt idx="202">
                  <c:v>41963</c:v>
                </c:pt>
                <c:pt idx="203">
                  <c:v>41969</c:v>
                </c:pt>
                <c:pt idx="204">
                  <c:v>41977</c:v>
                </c:pt>
                <c:pt idx="205">
                  <c:v>41984</c:v>
                </c:pt>
                <c:pt idx="206">
                  <c:v>41991</c:v>
                </c:pt>
                <c:pt idx="207">
                  <c:v>41997</c:v>
                </c:pt>
                <c:pt idx="208">
                  <c:v>42004</c:v>
                </c:pt>
                <c:pt idx="209">
                  <c:v>42012</c:v>
                </c:pt>
                <c:pt idx="210">
                  <c:v>42019</c:v>
                </c:pt>
                <c:pt idx="211">
                  <c:v>42026</c:v>
                </c:pt>
                <c:pt idx="212">
                  <c:v>42033</c:v>
                </c:pt>
                <c:pt idx="213">
                  <c:v>42040</c:v>
                </c:pt>
                <c:pt idx="214">
                  <c:v>42047</c:v>
                </c:pt>
                <c:pt idx="215">
                  <c:v>42054</c:v>
                </c:pt>
                <c:pt idx="216">
                  <c:v>42061</c:v>
                </c:pt>
                <c:pt idx="217">
                  <c:v>42068</c:v>
                </c:pt>
                <c:pt idx="218">
                  <c:v>42075</c:v>
                </c:pt>
                <c:pt idx="219">
                  <c:v>42082</c:v>
                </c:pt>
                <c:pt idx="220">
                  <c:v>42089</c:v>
                </c:pt>
                <c:pt idx="221">
                  <c:v>42096</c:v>
                </c:pt>
                <c:pt idx="222">
                  <c:v>42103</c:v>
                </c:pt>
                <c:pt idx="223">
                  <c:v>42110</c:v>
                </c:pt>
                <c:pt idx="224">
                  <c:v>42117</c:v>
                </c:pt>
              </c:numCache>
            </c:numRef>
          </c:cat>
          <c:val>
            <c:numRef>
              <c:f>PoolRefinancible!$C$3:$C$227</c:f>
              <c:numCache>
                <c:formatCode>0%</c:formatCode>
                <c:ptCount val="225"/>
                <c:pt idx="0">
                  <c:v>0.62402170072443153</c:v>
                </c:pt>
                <c:pt idx="1">
                  <c:v>0.62817294477626939</c:v>
                </c:pt>
                <c:pt idx="2">
                  <c:v>0.62597730951219899</c:v>
                </c:pt>
                <c:pt idx="3">
                  <c:v>0.62392159162868732</c:v>
                </c:pt>
                <c:pt idx="4">
                  <c:v>0.60653142223595213</c:v>
                </c:pt>
                <c:pt idx="5">
                  <c:v>0.50868797673712363</c:v>
                </c:pt>
                <c:pt idx="6">
                  <c:v>0.52965901814335548</c:v>
                </c:pt>
                <c:pt idx="7">
                  <c:v>0.57709503787578109</c:v>
                </c:pt>
                <c:pt idx="8">
                  <c:v>0.59224775585706535</c:v>
                </c:pt>
                <c:pt idx="9">
                  <c:v>0.59090570789662444</c:v>
                </c:pt>
                <c:pt idx="10">
                  <c:v>0.60261779474869925</c:v>
                </c:pt>
                <c:pt idx="11">
                  <c:v>0.59950595681897523</c:v>
                </c:pt>
                <c:pt idx="12">
                  <c:v>0.593225708201635</c:v>
                </c:pt>
                <c:pt idx="13">
                  <c:v>0.58542144661011908</c:v>
                </c:pt>
                <c:pt idx="14">
                  <c:v>0.58155199492979581</c:v>
                </c:pt>
                <c:pt idx="15">
                  <c:v>0.59356262313394537</c:v>
                </c:pt>
                <c:pt idx="16">
                  <c:v>0.59445921362542997</c:v>
                </c:pt>
                <c:pt idx="17">
                  <c:v>0.59391131067456038</c:v>
                </c:pt>
                <c:pt idx="18">
                  <c:v>0.60662155942020002</c:v>
                </c:pt>
                <c:pt idx="19">
                  <c:v>0.61264076908113763</c:v>
                </c:pt>
                <c:pt idx="20">
                  <c:v>0.61599363608099678</c:v>
                </c:pt>
                <c:pt idx="21">
                  <c:v>0.66311590107349083</c:v>
                </c:pt>
                <c:pt idx="22">
                  <c:v>0.74517189360077984</c:v>
                </c:pt>
                <c:pt idx="23">
                  <c:v>0.72397022872334449</c:v>
                </c:pt>
                <c:pt idx="24">
                  <c:v>0.66311590107349083</c:v>
                </c:pt>
                <c:pt idx="25">
                  <c:v>0.69050447134038251</c:v>
                </c:pt>
                <c:pt idx="26">
                  <c:v>0.60410549631050647</c:v>
                </c:pt>
                <c:pt idx="27">
                  <c:v>0.684475421712615</c:v>
                </c:pt>
                <c:pt idx="28">
                  <c:v>0.66675683999516944</c:v>
                </c:pt>
                <c:pt idx="29">
                  <c:v>0.61660059317974736</c:v>
                </c:pt>
                <c:pt idx="30">
                  <c:v>0.81803711941746404</c:v>
                </c:pt>
                <c:pt idx="31">
                  <c:v>0.83404184296119399</c:v>
                </c:pt>
                <c:pt idx="32">
                  <c:v>0.86117434904403212</c:v>
                </c:pt>
                <c:pt idx="33">
                  <c:v>0.84714025108084823</c:v>
                </c:pt>
                <c:pt idx="34">
                  <c:v>0.84129278814437181</c:v>
                </c:pt>
                <c:pt idx="35">
                  <c:v>0.87859103936280614</c:v>
                </c:pt>
                <c:pt idx="36">
                  <c:v>0.90242289630359074</c:v>
                </c:pt>
                <c:pt idx="37">
                  <c:v>0.90242289630359074</c:v>
                </c:pt>
                <c:pt idx="38">
                  <c:v>0.94644262124543443</c:v>
                </c:pt>
                <c:pt idx="39">
                  <c:v>0.96725200604215567</c:v>
                </c:pt>
                <c:pt idx="40">
                  <c:v>0.84917694017596268</c:v>
                </c:pt>
                <c:pt idx="41">
                  <c:v>0.85635864773186432</c:v>
                </c:pt>
                <c:pt idx="42">
                  <c:v>0.86512672485653175</c:v>
                </c:pt>
                <c:pt idx="43">
                  <c:v>0.93485323798856346</c:v>
                </c:pt>
                <c:pt idx="44">
                  <c:v>0.94404770550683115</c:v>
                </c:pt>
                <c:pt idx="45">
                  <c:v>0.93485323798856346</c:v>
                </c:pt>
                <c:pt idx="46">
                  <c:v>0.94997170807452469</c:v>
                </c:pt>
                <c:pt idx="47">
                  <c:v>0.91542628506626045</c:v>
                </c:pt>
                <c:pt idx="48">
                  <c:v>0.9248746068169833</c:v>
                </c:pt>
                <c:pt idx="49">
                  <c:v>0.93969161247928745</c:v>
                </c:pt>
                <c:pt idx="50">
                  <c:v>0.9601958662364245</c:v>
                </c:pt>
                <c:pt idx="51">
                  <c:v>0.94762260030460288</c:v>
                </c:pt>
                <c:pt idx="52">
                  <c:v>0.94481773750585774</c:v>
                </c:pt>
                <c:pt idx="53">
                  <c:v>0.95320351892281485</c:v>
                </c:pt>
                <c:pt idx="54">
                  <c:v>0.95182771809710431</c:v>
                </c:pt>
                <c:pt idx="55">
                  <c:v>0.91861521434498927</c:v>
                </c:pt>
                <c:pt idx="56">
                  <c:v>0.94107838104995334</c:v>
                </c:pt>
                <c:pt idx="57">
                  <c:v>0.94107838104995334</c:v>
                </c:pt>
                <c:pt idx="58">
                  <c:v>0.94107838104995334</c:v>
                </c:pt>
                <c:pt idx="59">
                  <c:v>0.90921329115869776</c:v>
                </c:pt>
                <c:pt idx="60">
                  <c:v>0.91584710240533518</c:v>
                </c:pt>
                <c:pt idx="61">
                  <c:v>0.91902765125865959</c:v>
                </c:pt>
                <c:pt idx="62">
                  <c:v>0.90514599034862198</c:v>
                </c:pt>
                <c:pt idx="63">
                  <c:v>0.78959380464288376</c:v>
                </c:pt>
                <c:pt idx="64">
                  <c:v>0.87490910290764468</c:v>
                </c:pt>
                <c:pt idx="65">
                  <c:v>0.86928745494692716</c:v>
                </c:pt>
                <c:pt idx="66">
                  <c:v>0.90849340717481886</c:v>
                </c:pt>
                <c:pt idx="67">
                  <c:v>0.9034983903169389</c:v>
                </c:pt>
                <c:pt idx="68">
                  <c:v>0.90849340717481886</c:v>
                </c:pt>
                <c:pt idx="69">
                  <c:v>0.89225108632442729</c:v>
                </c:pt>
                <c:pt idx="70">
                  <c:v>0.89337268606647302</c:v>
                </c:pt>
                <c:pt idx="71">
                  <c:v>0.8948997967143093</c:v>
                </c:pt>
                <c:pt idx="72">
                  <c:v>0.89443957907281746</c:v>
                </c:pt>
                <c:pt idx="73">
                  <c:v>0.89512122084695944</c:v>
                </c:pt>
                <c:pt idx="74">
                  <c:v>0.8920195449585564</c:v>
                </c:pt>
                <c:pt idx="75">
                  <c:v>0.88667449797815956</c:v>
                </c:pt>
                <c:pt idx="76">
                  <c:v>0.89407594990163874</c:v>
                </c:pt>
                <c:pt idx="77">
                  <c:v>0.89407594990163874</c:v>
                </c:pt>
                <c:pt idx="78">
                  <c:v>0.8819114104860859</c:v>
                </c:pt>
                <c:pt idx="79">
                  <c:v>0.94551237246929465</c:v>
                </c:pt>
                <c:pt idx="80">
                  <c:v>0.97186924857158052</c:v>
                </c:pt>
                <c:pt idx="81">
                  <c:v>0.98451993370244106</c:v>
                </c:pt>
                <c:pt idx="82">
                  <c:v>0.9385222539497815</c:v>
                </c:pt>
                <c:pt idx="83">
                  <c:v>0.92408794393225557</c:v>
                </c:pt>
                <c:pt idx="84">
                  <c:v>0.88445471641937157</c:v>
                </c:pt>
                <c:pt idx="85">
                  <c:v>0.85694996797233836</c:v>
                </c:pt>
                <c:pt idx="86">
                  <c:v>0.92408794393225557</c:v>
                </c:pt>
                <c:pt idx="87">
                  <c:v>0.91761037893987563</c:v>
                </c:pt>
                <c:pt idx="88">
                  <c:v>0.94047646256577366</c:v>
                </c:pt>
                <c:pt idx="89">
                  <c:v>0.95891425076544745</c:v>
                </c:pt>
                <c:pt idx="90">
                  <c:v>0.96459917415866681</c:v>
                </c:pt>
                <c:pt idx="91">
                  <c:v>0.95362908529618629</c:v>
                </c:pt>
                <c:pt idx="92">
                  <c:v>0.95159604304738465</c:v>
                </c:pt>
                <c:pt idx="93">
                  <c:v>0.95277295236812309</c:v>
                </c:pt>
                <c:pt idx="94">
                  <c:v>0.95079229345734595</c:v>
                </c:pt>
                <c:pt idx="95">
                  <c:v>0.92571311512973709</c:v>
                </c:pt>
                <c:pt idx="96">
                  <c:v>0.9252942527060104</c:v>
                </c:pt>
                <c:pt idx="97">
                  <c:v>0.92772026190850965</c:v>
                </c:pt>
                <c:pt idx="98">
                  <c:v>0.9299301195282087</c:v>
                </c:pt>
                <c:pt idx="99">
                  <c:v>0.92756020040727527</c:v>
                </c:pt>
                <c:pt idx="100">
                  <c:v>0.9105479087849232</c:v>
                </c:pt>
                <c:pt idx="101">
                  <c:v>0.9126136851792267</c:v>
                </c:pt>
                <c:pt idx="102">
                  <c:v>0.90965157918840345</c:v>
                </c:pt>
                <c:pt idx="103">
                  <c:v>0.91018597538933266</c:v>
                </c:pt>
                <c:pt idx="104">
                  <c:v>0.88829814088555981</c:v>
                </c:pt>
                <c:pt idx="105">
                  <c:v>0.88507237465236011</c:v>
                </c:pt>
                <c:pt idx="106">
                  <c:v>0.88631407683414742</c:v>
                </c:pt>
                <c:pt idx="107">
                  <c:v>0.88379536104531342</c:v>
                </c:pt>
                <c:pt idx="108">
                  <c:v>0.84748759806752005</c:v>
                </c:pt>
                <c:pt idx="109">
                  <c:v>0.79744674672768578</c:v>
                </c:pt>
                <c:pt idx="110">
                  <c:v>0.79744674672768578</c:v>
                </c:pt>
                <c:pt idx="111">
                  <c:v>0.75767121274967097</c:v>
                </c:pt>
                <c:pt idx="112">
                  <c:v>0.81599621049204552</c:v>
                </c:pt>
                <c:pt idx="113">
                  <c:v>0.81254588826988361</c:v>
                </c:pt>
                <c:pt idx="114">
                  <c:v>0.70260073761186825</c:v>
                </c:pt>
                <c:pt idx="115">
                  <c:v>0.76832708554350626</c:v>
                </c:pt>
                <c:pt idx="116">
                  <c:v>0.73085022058809757</c:v>
                </c:pt>
                <c:pt idx="117">
                  <c:v>0.74812714109915845</c:v>
                </c:pt>
                <c:pt idx="118">
                  <c:v>0.81951890925716175</c:v>
                </c:pt>
                <c:pt idx="119">
                  <c:v>0.8263799320049966</c:v>
                </c:pt>
                <c:pt idx="120">
                  <c:v>0.82478602429419701</c:v>
                </c:pt>
                <c:pt idx="121">
                  <c:v>0.81686282095814366</c:v>
                </c:pt>
                <c:pt idx="122">
                  <c:v>0.80807149473903783</c:v>
                </c:pt>
                <c:pt idx="123">
                  <c:v>0.77783403735744605</c:v>
                </c:pt>
                <c:pt idx="124">
                  <c:v>0.69528028144531095</c:v>
                </c:pt>
                <c:pt idx="125">
                  <c:v>0.63267241864898449</c:v>
                </c:pt>
                <c:pt idx="126">
                  <c:v>0.60569175356282723</c:v>
                </c:pt>
                <c:pt idx="127">
                  <c:v>0.57343184072471942</c:v>
                </c:pt>
                <c:pt idx="128">
                  <c:v>0.58795254732817659</c:v>
                </c:pt>
                <c:pt idx="129">
                  <c:v>0.39082116641682313</c:v>
                </c:pt>
                <c:pt idx="130">
                  <c:v>0.4330864642120939</c:v>
                </c:pt>
                <c:pt idx="131">
                  <c:v>0.31856955774356621</c:v>
                </c:pt>
                <c:pt idx="132">
                  <c:v>0.42624975952077765</c:v>
                </c:pt>
                <c:pt idx="133">
                  <c:v>0.42922629610906576</c:v>
                </c:pt>
                <c:pt idx="134">
                  <c:v>0.40917398895537016</c:v>
                </c:pt>
                <c:pt idx="135">
                  <c:v>0.40797811985401045</c:v>
                </c:pt>
                <c:pt idx="136">
                  <c:v>0.40797811985401045</c:v>
                </c:pt>
                <c:pt idx="137">
                  <c:v>0.28211495793674252</c:v>
                </c:pt>
                <c:pt idx="138">
                  <c:v>0.32707732602530493</c:v>
                </c:pt>
                <c:pt idx="139">
                  <c:v>0.2818649256036454</c:v>
                </c:pt>
                <c:pt idx="140">
                  <c:v>0.27463010199382165</c:v>
                </c:pt>
                <c:pt idx="141">
                  <c:v>0.33277831045649614</c:v>
                </c:pt>
                <c:pt idx="142">
                  <c:v>0.40445747526612724</c:v>
                </c:pt>
                <c:pt idx="143">
                  <c:v>0.41528178559290679</c:v>
                </c:pt>
                <c:pt idx="144">
                  <c:v>0.41314719259777027</c:v>
                </c:pt>
                <c:pt idx="145">
                  <c:v>0.40232481590336117</c:v>
                </c:pt>
                <c:pt idx="146">
                  <c:v>0.43156912924668556</c:v>
                </c:pt>
                <c:pt idx="147">
                  <c:v>0.4605405147219428</c:v>
                </c:pt>
                <c:pt idx="148">
                  <c:v>0.42159370418067171</c:v>
                </c:pt>
                <c:pt idx="149">
                  <c:v>0.38756459325455095</c:v>
                </c:pt>
                <c:pt idx="150">
                  <c:v>0.41410653536495057</c:v>
                </c:pt>
                <c:pt idx="151">
                  <c:v>0.3969981593322805</c:v>
                </c:pt>
                <c:pt idx="152">
                  <c:v>0.37338021104571051</c:v>
                </c:pt>
                <c:pt idx="153">
                  <c:v>0.3707206267478419</c:v>
                </c:pt>
                <c:pt idx="154">
                  <c:v>0.33974567777608206</c:v>
                </c:pt>
                <c:pt idx="155">
                  <c:v>0.33029809597210952</c:v>
                </c:pt>
                <c:pt idx="156">
                  <c:v>0.26212623729092371</c:v>
                </c:pt>
                <c:pt idx="157">
                  <c:v>0.2902260049252946</c:v>
                </c:pt>
                <c:pt idx="158">
                  <c:v>0.36774882579493112</c:v>
                </c:pt>
                <c:pt idx="159">
                  <c:v>0.37084428304329614</c:v>
                </c:pt>
                <c:pt idx="160">
                  <c:v>0.38160196936392621</c:v>
                </c:pt>
                <c:pt idx="161">
                  <c:v>0.40068103493110224</c:v>
                </c:pt>
                <c:pt idx="162">
                  <c:v>0.38532630107916044</c:v>
                </c:pt>
                <c:pt idx="163">
                  <c:v>0.3755719775185945</c:v>
                </c:pt>
                <c:pt idx="164">
                  <c:v>0.36967404481869215</c:v>
                </c:pt>
                <c:pt idx="165">
                  <c:v>0.38316963725836589</c:v>
                </c:pt>
                <c:pt idx="166">
                  <c:v>0.36933430427665681</c:v>
                </c:pt>
                <c:pt idx="167">
                  <c:v>0.38030249532079374</c:v>
                </c:pt>
                <c:pt idx="168">
                  <c:v>0.36565400061256043</c:v>
                </c:pt>
                <c:pt idx="169">
                  <c:v>0.35521926568999218</c:v>
                </c:pt>
                <c:pt idx="170">
                  <c:v>0.36683376695248865</c:v>
                </c:pt>
                <c:pt idx="171">
                  <c:v>0.38166972699665563</c:v>
                </c:pt>
                <c:pt idx="172">
                  <c:v>0.37393962817107157</c:v>
                </c:pt>
                <c:pt idx="173">
                  <c:v>0.37360583835556432</c:v>
                </c:pt>
                <c:pt idx="174">
                  <c:v>0.40975674753773905</c:v>
                </c:pt>
                <c:pt idx="175">
                  <c:v>0.4132153406951769</c:v>
                </c:pt>
                <c:pt idx="176">
                  <c:v>0.44799454346559853</c:v>
                </c:pt>
                <c:pt idx="177">
                  <c:v>0.46362020494951672</c:v>
                </c:pt>
                <c:pt idx="178">
                  <c:v>0.46847875373528863</c:v>
                </c:pt>
                <c:pt idx="179">
                  <c:v>0.41096738430920449</c:v>
                </c:pt>
                <c:pt idx="180">
                  <c:v>0.42635938692148717</c:v>
                </c:pt>
                <c:pt idx="181">
                  <c:v>0.46847875373528863</c:v>
                </c:pt>
                <c:pt idx="182">
                  <c:v>0.48178321750260522</c:v>
                </c:pt>
                <c:pt idx="183">
                  <c:v>0.42147742037560049</c:v>
                </c:pt>
                <c:pt idx="184">
                  <c:v>0.45155296827836544</c:v>
                </c:pt>
                <c:pt idx="185">
                  <c:v>0.45155296827836544</c:v>
                </c:pt>
                <c:pt idx="186">
                  <c:v>0.45923072088835232</c:v>
                </c:pt>
                <c:pt idx="187">
                  <c:v>0.42413376349642812</c:v>
                </c:pt>
                <c:pt idx="188">
                  <c:v>0.45575254137027688</c:v>
                </c:pt>
                <c:pt idx="189">
                  <c:v>0.49084413664233395</c:v>
                </c:pt>
                <c:pt idx="190">
                  <c:v>0.49084413664233395</c:v>
                </c:pt>
                <c:pt idx="191">
                  <c:v>0.4873264191007175</c:v>
                </c:pt>
                <c:pt idx="192">
                  <c:v>0.4741591952243816</c:v>
                </c:pt>
                <c:pt idx="193">
                  <c:v>0.3981672862675662</c:v>
                </c:pt>
                <c:pt idx="194">
                  <c:v>0.41373230170663788</c:v>
                </c:pt>
                <c:pt idx="195">
                  <c:v>0.43232059685066798</c:v>
                </c:pt>
                <c:pt idx="196">
                  <c:v>0.47165449273347226</c:v>
                </c:pt>
                <c:pt idx="197">
                  <c:v>0.57517284737260799</c:v>
                </c:pt>
                <c:pt idx="198">
                  <c:v>0.58745733896979668</c:v>
                </c:pt>
                <c:pt idx="199">
                  <c:v>0.57181297396619646</c:v>
                </c:pt>
                <c:pt idx="200">
                  <c:v>0.54857982917990311</c:v>
                </c:pt>
                <c:pt idx="201">
                  <c:v>0.55497671209744126</c:v>
                </c:pt>
                <c:pt idx="202">
                  <c:v>0.56606721089043732</c:v>
                </c:pt>
                <c:pt idx="203">
                  <c:v>0.57290983086857539</c:v>
                </c:pt>
                <c:pt idx="204">
                  <c:v>0.59279776197128353</c:v>
                </c:pt>
                <c:pt idx="205">
                  <c:v>0.5786710507683992</c:v>
                </c:pt>
                <c:pt idx="206">
                  <c:v>0.6155496963810797</c:v>
                </c:pt>
                <c:pt idx="207">
                  <c:v>0.60574636223541978</c:v>
                </c:pt>
                <c:pt idx="208">
                  <c:v>0.59072795930158906</c:v>
                </c:pt>
                <c:pt idx="209">
                  <c:v>0.63580141506138355</c:v>
                </c:pt>
                <c:pt idx="210">
                  <c:v>0.66264885680249008</c:v>
                </c:pt>
                <c:pt idx="211">
                  <c:v>0.66474126748702123</c:v>
                </c:pt>
                <c:pt idx="212">
                  <c:v>0.66264885680249008</c:v>
                </c:pt>
                <c:pt idx="213">
                  <c:v>0.68438167594716182</c:v>
                </c:pt>
                <c:pt idx="214">
                  <c:v>0.64890841265420796</c:v>
                </c:pt>
                <c:pt idx="215">
                  <c:v>0.62651628119673453</c:v>
                </c:pt>
                <c:pt idx="216">
                  <c:v>0.61098575112407738</c:v>
                </c:pt>
                <c:pt idx="217">
                  <c:v>0.61966926616186646</c:v>
                </c:pt>
                <c:pt idx="218">
                  <c:v>0.57559445438514367</c:v>
                </c:pt>
                <c:pt idx="219">
                  <c:v>0.60937196228640689</c:v>
                </c:pt>
                <c:pt idx="220">
                  <c:v>0.64195316325793905</c:v>
                </c:pt>
                <c:pt idx="221">
                  <c:v>0.62778439660000751</c:v>
                </c:pt>
                <c:pt idx="222">
                  <c:v>0.64459292642165245</c:v>
                </c:pt>
                <c:pt idx="223">
                  <c:v>0.63055503904182508</c:v>
                </c:pt>
                <c:pt idx="224">
                  <c:v>0.64951370522505292</c:v>
                </c:pt>
              </c:numCache>
            </c:numRef>
          </c:val>
          <c:smooth val="0"/>
        </c:ser>
        <c:ser>
          <c:idx val="4"/>
          <c:order val="1"/>
          <c:tx>
            <c:strRef>
              <c:f>PoolRefinancible!$G$2</c:f>
              <c:strCache>
                <c:ptCount val="1"/>
                <c:pt idx="0">
                  <c:v>Loan with LLPA</c:v>
                </c:pt>
              </c:strCache>
            </c:strRef>
          </c:tx>
          <c:spPr>
            <a:ln w="19050">
              <a:solidFill>
                <a:srgbClr val="AD275C"/>
              </a:solidFill>
            </a:ln>
          </c:spPr>
          <c:marker>
            <c:symbol val="none"/>
          </c:marker>
          <c:cat>
            <c:numRef>
              <c:f>PoolRefinancible!$B$3:$B$227</c:f>
              <c:numCache>
                <c:formatCode>m/d/yyyy</c:formatCode>
                <c:ptCount val="225"/>
                <c:pt idx="0">
                  <c:v>40549</c:v>
                </c:pt>
                <c:pt idx="1">
                  <c:v>40556</c:v>
                </c:pt>
                <c:pt idx="2">
                  <c:v>40563</c:v>
                </c:pt>
                <c:pt idx="3">
                  <c:v>40570</c:v>
                </c:pt>
                <c:pt idx="4">
                  <c:v>40577</c:v>
                </c:pt>
                <c:pt idx="5">
                  <c:v>40584</c:v>
                </c:pt>
                <c:pt idx="6">
                  <c:v>40591</c:v>
                </c:pt>
                <c:pt idx="7">
                  <c:v>40598</c:v>
                </c:pt>
                <c:pt idx="8">
                  <c:v>40605</c:v>
                </c:pt>
                <c:pt idx="9">
                  <c:v>40612</c:v>
                </c:pt>
                <c:pt idx="10">
                  <c:v>40619</c:v>
                </c:pt>
                <c:pt idx="11">
                  <c:v>40626</c:v>
                </c:pt>
                <c:pt idx="12">
                  <c:v>40633</c:v>
                </c:pt>
                <c:pt idx="13">
                  <c:v>40640</c:v>
                </c:pt>
                <c:pt idx="14">
                  <c:v>40647</c:v>
                </c:pt>
                <c:pt idx="15">
                  <c:v>40654</c:v>
                </c:pt>
                <c:pt idx="16">
                  <c:v>40661</c:v>
                </c:pt>
                <c:pt idx="17">
                  <c:v>40668</c:v>
                </c:pt>
                <c:pt idx="18">
                  <c:v>40675</c:v>
                </c:pt>
                <c:pt idx="19">
                  <c:v>40682</c:v>
                </c:pt>
                <c:pt idx="20">
                  <c:v>40689</c:v>
                </c:pt>
                <c:pt idx="21">
                  <c:v>40696</c:v>
                </c:pt>
                <c:pt idx="22">
                  <c:v>40703</c:v>
                </c:pt>
                <c:pt idx="23">
                  <c:v>40710</c:v>
                </c:pt>
                <c:pt idx="24">
                  <c:v>40717</c:v>
                </c:pt>
                <c:pt idx="25">
                  <c:v>40724</c:v>
                </c:pt>
                <c:pt idx="26">
                  <c:v>40731</c:v>
                </c:pt>
                <c:pt idx="27">
                  <c:v>40738</c:v>
                </c:pt>
                <c:pt idx="28">
                  <c:v>40745</c:v>
                </c:pt>
                <c:pt idx="29">
                  <c:v>40752</c:v>
                </c:pt>
                <c:pt idx="30">
                  <c:v>40759</c:v>
                </c:pt>
                <c:pt idx="31">
                  <c:v>40766</c:v>
                </c:pt>
                <c:pt idx="32">
                  <c:v>40773</c:v>
                </c:pt>
                <c:pt idx="33">
                  <c:v>40780</c:v>
                </c:pt>
                <c:pt idx="34">
                  <c:v>40787</c:v>
                </c:pt>
                <c:pt idx="35">
                  <c:v>40794</c:v>
                </c:pt>
                <c:pt idx="36">
                  <c:v>40801</c:v>
                </c:pt>
                <c:pt idx="37">
                  <c:v>40808</c:v>
                </c:pt>
                <c:pt idx="38">
                  <c:v>40815</c:v>
                </c:pt>
                <c:pt idx="39">
                  <c:v>40822</c:v>
                </c:pt>
                <c:pt idx="40">
                  <c:v>40829</c:v>
                </c:pt>
                <c:pt idx="41">
                  <c:v>40836</c:v>
                </c:pt>
                <c:pt idx="42">
                  <c:v>40843</c:v>
                </c:pt>
                <c:pt idx="43">
                  <c:v>40850</c:v>
                </c:pt>
                <c:pt idx="44">
                  <c:v>40857</c:v>
                </c:pt>
                <c:pt idx="45">
                  <c:v>40864</c:v>
                </c:pt>
                <c:pt idx="46">
                  <c:v>40870</c:v>
                </c:pt>
                <c:pt idx="47">
                  <c:v>40878</c:v>
                </c:pt>
                <c:pt idx="48">
                  <c:v>40885</c:v>
                </c:pt>
                <c:pt idx="49">
                  <c:v>40892</c:v>
                </c:pt>
                <c:pt idx="50">
                  <c:v>40899</c:v>
                </c:pt>
                <c:pt idx="51">
                  <c:v>40906</c:v>
                </c:pt>
                <c:pt idx="52">
                  <c:v>40913</c:v>
                </c:pt>
                <c:pt idx="53">
                  <c:v>40920</c:v>
                </c:pt>
                <c:pt idx="54">
                  <c:v>40927</c:v>
                </c:pt>
                <c:pt idx="55">
                  <c:v>40934</c:v>
                </c:pt>
                <c:pt idx="56">
                  <c:v>40941</c:v>
                </c:pt>
                <c:pt idx="57">
                  <c:v>40948</c:v>
                </c:pt>
                <c:pt idx="58">
                  <c:v>40955</c:v>
                </c:pt>
                <c:pt idx="59">
                  <c:v>40962</c:v>
                </c:pt>
                <c:pt idx="60">
                  <c:v>40969</c:v>
                </c:pt>
                <c:pt idx="61">
                  <c:v>40976</c:v>
                </c:pt>
                <c:pt idx="62">
                  <c:v>40983</c:v>
                </c:pt>
                <c:pt idx="63">
                  <c:v>40990</c:v>
                </c:pt>
                <c:pt idx="64">
                  <c:v>40997</c:v>
                </c:pt>
                <c:pt idx="65">
                  <c:v>41004</c:v>
                </c:pt>
                <c:pt idx="66">
                  <c:v>41011</c:v>
                </c:pt>
                <c:pt idx="67">
                  <c:v>41018</c:v>
                </c:pt>
                <c:pt idx="68">
                  <c:v>41025</c:v>
                </c:pt>
                <c:pt idx="69">
                  <c:v>41032</c:v>
                </c:pt>
                <c:pt idx="70">
                  <c:v>41039</c:v>
                </c:pt>
                <c:pt idx="71">
                  <c:v>41046</c:v>
                </c:pt>
                <c:pt idx="72">
                  <c:v>41053</c:v>
                </c:pt>
                <c:pt idx="73">
                  <c:v>41060</c:v>
                </c:pt>
                <c:pt idx="74">
                  <c:v>41067</c:v>
                </c:pt>
                <c:pt idx="75">
                  <c:v>41074</c:v>
                </c:pt>
                <c:pt idx="76">
                  <c:v>41081</c:v>
                </c:pt>
                <c:pt idx="77">
                  <c:v>41088</c:v>
                </c:pt>
                <c:pt idx="78">
                  <c:v>41095</c:v>
                </c:pt>
                <c:pt idx="79">
                  <c:v>41102</c:v>
                </c:pt>
                <c:pt idx="80">
                  <c:v>41109</c:v>
                </c:pt>
                <c:pt idx="81">
                  <c:v>41116</c:v>
                </c:pt>
                <c:pt idx="82">
                  <c:v>41123</c:v>
                </c:pt>
                <c:pt idx="83">
                  <c:v>41130</c:v>
                </c:pt>
                <c:pt idx="84">
                  <c:v>41137</c:v>
                </c:pt>
                <c:pt idx="85">
                  <c:v>41144</c:v>
                </c:pt>
                <c:pt idx="86">
                  <c:v>41151</c:v>
                </c:pt>
                <c:pt idx="87">
                  <c:v>41158</c:v>
                </c:pt>
                <c:pt idx="88">
                  <c:v>41165</c:v>
                </c:pt>
                <c:pt idx="89">
                  <c:v>41172</c:v>
                </c:pt>
                <c:pt idx="90">
                  <c:v>41179</c:v>
                </c:pt>
                <c:pt idx="91">
                  <c:v>41186</c:v>
                </c:pt>
                <c:pt idx="92">
                  <c:v>41193</c:v>
                </c:pt>
                <c:pt idx="93">
                  <c:v>41200</c:v>
                </c:pt>
                <c:pt idx="94">
                  <c:v>41207</c:v>
                </c:pt>
                <c:pt idx="95">
                  <c:v>41214</c:v>
                </c:pt>
                <c:pt idx="96">
                  <c:v>41221</c:v>
                </c:pt>
                <c:pt idx="97">
                  <c:v>41228</c:v>
                </c:pt>
                <c:pt idx="98">
                  <c:v>41234</c:v>
                </c:pt>
                <c:pt idx="99">
                  <c:v>41242</c:v>
                </c:pt>
                <c:pt idx="100">
                  <c:v>41249</c:v>
                </c:pt>
                <c:pt idx="101">
                  <c:v>41256</c:v>
                </c:pt>
                <c:pt idx="102">
                  <c:v>41263</c:v>
                </c:pt>
                <c:pt idx="103">
                  <c:v>41270</c:v>
                </c:pt>
                <c:pt idx="104">
                  <c:v>41277</c:v>
                </c:pt>
                <c:pt idx="105">
                  <c:v>41284</c:v>
                </c:pt>
                <c:pt idx="106">
                  <c:v>41291</c:v>
                </c:pt>
                <c:pt idx="107">
                  <c:v>41298</c:v>
                </c:pt>
                <c:pt idx="108">
                  <c:v>41305</c:v>
                </c:pt>
                <c:pt idx="109">
                  <c:v>41312</c:v>
                </c:pt>
                <c:pt idx="110">
                  <c:v>41319</c:v>
                </c:pt>
                <c:pt idx="111">
                  <c:v>41326</c:v>
                </c:pt>
                <c:pt idx="112">
                  <c:v>41333</c:v>
                </c:pt>
                <c:pt idx="113">
                  <c:v>41340</c:v>
                </c:pt>
                <c:pt idx="114">
                  <c:v>41347</c:v>
                </c:pt>
                <c:pt idx="115">
                  <c:v>41354</c:v>
                </c:pt>
                <c:pt idx="116">
                  <c:v>41361</c:v>
                </c:pt>
                <c:pt idx="117">
                  <c:v>41368</c:v>
                </c:pt>
                <c:pt idx="118">
                  <c:v>41375</c:v>
                </c:pt>
                <c:pt idx="119">
                  <c:v>41382</c:v>
                </c:pt>
                <c:pt idx="120">
                  <c:v>41389</c:v>
                </c:pt>
                <c:pt idx="121">
                  <c:v>41396</c:v>
                </c:pt>
                <c:pt idx="122">
                  <c:v>41403</c:v>
                </c:pt>
                <c:pt idx="123">
                  <c:v>41410</c:v>
                </c:pt>
                <c:pt idx="124">
                  <c:v>41417</c:v>
                </c:pt>
                <c:pt idx="125">
                  <c:v>41424</c:v>
                </c:pt>
                <c:pt idx="126">
                  <c:v>41431</c:v>
                </c:pt>
                <c:pt idx="127">
                  <c:v>41438</c:v>
                </c:pt>
                <c:pt idx="128">
                  <c:v>41445</c:v>
                </c:pt>
                <c:pt idx="129">
                  <c:v>41452</c:v>
                </c:pt>
                <c:pt idx="130">
                  <c:v>41458</c:v>
                </c:pt>
                <c:pt idx="131">
                  <c:v>41466</c:v>
                </c:pt>
                <c:pt idx="132">
                  <c:v>41473</c:v>
                </c:pt>
                <c:pt idx="133">
                  <c:v>41480</c:v>
                </c:pt>
                <c:pt idx="134">
                  <c:v>41487</c:v>
                </c:pt>
                <c:pt idx="135">
                  <c:v>41494</c:v>
                </c:pt>
                <c:pt idx="136">
                  <c:v>41501</c:v>
                </c:pt>
                <c:pt idx="137">
                  <c:v>41508</c:v>
                </c:pt>
                <c:pt idx="138">
                  <c:v>41515</c:v>
                </c:pt>
                <c:pt idx="139">
                  <c:v>41522</c:v>
                </c:pt>
                <c:pt idx="140">
                  <c:v>41529</c:v>
                </c:pt>
                <c:pt idx="141">
                  <c:v>41536</c:v>
                </c:pt>
                <c:pt idx="142">
                  <c:v>41543</c:v>
                </c:pt>
                <c:pt idx="143">
                  <c:v>41550</c:v>
                </c:pt>
                <c:pt idx="144">
                  <c:v>41557</c:v>
                </c:pt>
                <c:pt idx="145">
                  <c:v>41564</c:v>
                </c:pt>
                <c:pt idx="146">
                  <c:v>41571</c:v>
                </c:pt>
                <c:pt idx="147">
                  <c:v>41578</c:v>
                </c:pt>
                <c:pt idx="148">
                  <c:v>41585</c:v>
                </c:pt>
                <c:pt idx="149">
                  <c:v>41592</c:v>
                </c:pt>
                <c:pt idx="150">
                  <c:v>41599</c:v>
                </c:pt>
                <c:pt idx="151">
                  <c:v>41605</c:v>
                </c:pt>
                <c:pt idx="152">
                  <c:v>41613</c:v>
                </c:pt>
                <c:pt idx="153">
                  <c:v>41620</c:v>
                </c:pt>
                <c:pt idx="154">
                  <c:v>41627</c:v>
                </c:pt>
                <c:pt idx="155">
                  <c:v>41634</c:v>
                </c:pt>
                <c:pt idx="156">
                  <c:v>41641</c:v>
                </c:pt>
                <c:pt idx="157">
                  <c:v>41648</c:v>
                </c:pt>
                <c:pt idx="158">
                  <c:v>41655</c:v>
                </c:pt>
                <c:pt idx="159">
                  <c:v>41662</c:v>
                </c:pt>
                <c:pt idx="160">
                  <c:v>41669</c:v>
                </c:pt>
                <c:pt idx="161">
                  <c:v>41676</c:v>
                </c:pt>
                <c:pt idx="162">
                  <c:v>41683</c:v>
                </c:pt>
                <c:pt idx="163">
                  <c:v>41690</c:v>
                </c:pt>
                <c:pt idx="164">
                  <c:v>41697</c:v>
                </c:pt>
                <c:pt idx="165">
                  <c:v>41704</c:v>
                </c:pt>
                <c:pt idx="166">
                  <c:v>41711</c:v>
                </c:pt>
                <c:pt idx="167">
                  <c:v>41718</c:v>
                </c:pt>
                <c:pt idx="168">
                  <c:v>41725</c:v>
                </c:pt>
                <c:pt idx="169">
                  <c:v>41732</c:v>
                </c:pt>
                <c:pt idx="170">
                  <c:v>41739</c:v>
                </c:pt>
                <c:pt idx="171">
                  <c:v>41746</c:v>
                </c:pt>
                <c:pt idx="172">
                  <c:v>41753</c:v>
                </c:pt>
                <c:pt idx="173">
                  <c:v>41760</c:v>
                </c:pt>
                <c:pt idx="174">
                  <c:v>41767</c:v>
                </c:pt>
                <c:pt idx="175">
                  <c:v>41774</c:v>
                </c:pt>
                <c:pt idx="176">
                  <c:v>41781</c:v>
                </c:pt>
                <c:pt idx="177">
                  <c:v>41788</c:v>
                </c:pt>
                <c:pt idx="178">
                  <c:v>41795</c:v>
                </c:pt>
                <c:pt idx="179">
                  <c:v>41802</c:v>
                </c:pt>
                <c:pt idx="180">
                  <c:v>41809</c:v>
                </c:pt>
                <c:pt idx="181">
                  <c:v>41816</c:v>
                </c:pt>
                <c:pt idx="182">
                  <c:v>41823</c:v>
                </c:pt>
                <c:pt idx="183">
                  <c:v>41830</c:v>
                </c:pt>
                <c:pt idx="184">
                  <c:v>41837</c:v>
                </c:pt>
                <c:pt idx="185">
                  <c:v>41844</c:v>
                </c:pt>
                <c:pt idx="186">
                  <c:v>41851</c:v>
                </c:pt>
                <c:pt idx="187">
                  <c:v>41858</c:v>
                </c:pt>
                <c:pt idx="188">
                  <c:v>41865</c:v>
                </c:pt>
                <c:pt idx="189">
                  <c:v>41872</c:v>
                </c:pt>
                <c:pt idx="190">
                  <c:v>41879</c:v>
                </c:pt>
                <c:pt idx="191">
                  <c:v>41886</c:v>
                </c:pt>
                <c:pt idx="192">
                  <c:v>41893</c:v>
                </c:pt>
                <c:pt idx="193">
                  <c:v>41900</c:v>
                </c:pt>
                <c:pt idx="194">
                  <c:v>41907</c:v>
                </c:pt>
                <c:pt idx="195">
                  <c:v>41914</c:v>
                </c:pt>
                <c:pt idx="196">
                  <c:v>41921</c:v>
                </c:pt>
                <c:pt idx="197">
                  <c:v>41928</c:v>
                </c:pt>
                <c:pt idx="198">
                  <c:v>41935</c:v>
                </c:pt>
                <c:pt idx="199">
                  <c:v>41942</c:v>
                </c:pt>
                <c:pt idx="200">
                  <c:v>41949</c:v>
                </c:pt>
                <c:pt idx="201">
                  <c:v>41956</c:v>
                </c:pt>
                <c:pt idx="202">
                  <c:v>41963</c:v>
                </c:pt>
                <c:pt idx="203">
                  <c:v>41969</c:v>
                </c:pt>
                <c:pt idx="204">
                  <c:v>41977</c:v>
                </c:pt>
                <c:pt idx="205">
                  <c:v>41984</c:v>
                </c:pt>
                <c:pt idx="206">
                  <c:v>41991</c:v>
                </c:pt>
                <c:pt idx="207">
                  <c:v>41997</c:v>
                </c:pt>
                <c:pt idx="208">
                  <c:v>42004</c:v>
                </c:pt>
                <c:pt idx="209">
                  <c:v>42012</c:v>
                </c:pt>
                <c:pt idx="210">
                  <c:v>42019</c:v>
                </c:pt>
                <c:pt idx="211">
                  <c:v>42026</c:v>
                </c:pt>
                <c:pt idx="212">
                  <c:v>42033</c:v>
                </c:pt>
                <c:pt idx="213">
                  <c:v>42040</c:v>
                </c:pt>
                <c:pt idx="214">
                  <c:v>42047</c:v>
                </c:pt>
                <c:pt idx="215">
                  <c:v>42054</c:v>
                </c:pt>
                <c:pt idx="216">
                  <c:v>42061</c:v>
                </c:pt>
                <c:pt idx="217">
                  <c:v>42068</c:v>
                </c:pt>
                <c:pt idx="218">
                  <c:v>42075</c:v>
                </c:pt>
                <c:pt idx="219">
                  <c:v>42082</c:v>
                </c:pt>
                <c:pt idx="220">
                  <c:v>42089</c:v>
                </c:pt>
                <c:pt idx="221">
                  <c:v>42096</c:v>
                </c:pt>
                <c:pt idx="222">
                  <c:v>42103</c:v>
                </c:pt>
                <c:pt idx="223">
                  <c:v>42110</c:v>
                </c:pt>
                <c:pt idx="224">
                  <c:v>42117</c:v>
                </c:pt>
              </c:numCache>
            </c:numRef>
          </c:cat>
          <c:val>
            <c:numRef>
              <c:f>PoolRefinancible!$G$3:$G$227</c:f>
              <c:numCache>
                <c:formatCode>0%</c:formatCode>
                <c:ptCount val="225"/>
                <c:pt idx="0">
                  <c:v>0.28463940721984343</c:v>
                </c:pt>
                <c:pt idx="1">
                  <c:v>0.30326691494252433</c:v>
                </c:pt>
                <c:pt idx="2">
                  <c:v>0.28476877321432642</c:v>
                </c:pt>
                <c:pt idx="3">
                  <c:v>0.2846201863525834</c:v>
                </c:pt>
                <c:pt idx="4">
                  <c:v>0.24193364534957326</c:v>
                </c:pt>
                <c:pt idx="5">
                  <c:v>0.20177712502015799</c:v>
                </c:pt>
                <c:pt idx="6">
                  <c:v>0.21194639619399513</c:v>
                </c:pt>
                <c:pt idx="7">
                  <c:v>0.2296622233105281</c:v>
                </c:pt>
                <c:pt idx="8">
                  <c:v>0.22805396368099012</c:v>
                </c:pt>
                <c:pt idx="9">
                  <c:v>0.22800497750165782</c:v>
                </c:pt>
                <c:pt idx="10">
                  <c:v>0.26952651165647717</c:v>
                </c:pt>
                <c:pt idx="11">
                  <c:v>0.25273332689580402</c:v>
                </c:pt>
                <c:pt idx="12">
                  <c:v>0.22807581848396768</c:v>
                </c:pt>
                <c:pt idx="13">
                  <c:v>0.22629927187952814</c:v>
                </c:pt>
                <c:pt idx="14">
                  <c:v>0.22624072096473111</c:v>
                </c:pt>
                <c:pt idx="15">
                  <c:v>0.2512985264962686</c:v>
                </c:pt>
                <c:pt idx="16">
                  <c:v>0.25137722920486677</c:v>
                </c:pt>
                <c:pt idx="17">
                  <c:v>0.26857330186118961</c:v>
                </c:pt>
                <c:pt idx="18">
                  <c:v>0.32233793721061016</c:v>
                </c:pt>
                <c:pt idx="19">
                  <c:v>0.32249985215715632</c:v>
                </c:pt>
                <c:pt idx="20">
                  <c:v>0.32256622584809336</c:v>
                </c:pt>
                <c:pt idx="21">
                  <c:v>0.36014914447868307</c:v>
                </c:pt>
                <c:pt idx="22">
                  <c:v>0.38598811063501398</c:v>
                </c:pt>
                <c:pt idx="23">
                  <c:v>0.38593747737545009</c:v>
                </c:pt>
                <c:pt idx="24">
                  <c:v>0.36014914447868307</c:v>
                </c:pt>
                <c:pt idx="25">
                  <c:v>0.38497887844636058</c:v>
                </c:pt>
                <c:pt idx="26">
                  <c:v>0.32091685059597075</c:v>
                </c:pt>
                <c:pt idx="27">
                  <c:v>0.383025601933284</c:v>
                </c:pt>
                <c:pt idx="28">
                  <c:v>0.35799853895589562</c:v>
                </c:pt>
                <c:pt idx="29">
                  <c:v>0.35662695643050035</c:v>
                </c:pt>
                <c:pt idx="30">
                  <c:v>0.44152388004450221</c:v>
                </c:pt>
                <c:pt idx="31">
                  <c:v>0.56283322937311075</c:v>
                </c:pt>
                <c:pt idx="32">
                  <c:v>0.65725120433713646</c:v>
                </c:pt>
                <c:pt idx="33">
                  <c:v>0.60423363209899439</c:v>
                </c:pt>
                <c:pt idx="34">
                  <c:v>0.60140715225984098</c:v>
                </c:pt>
                <c:pt idx="35">
                  <c:v>0.67983551896838756</c:v>
                </c:pt>
                <c:pt idx="36">
                  <c:v>0.67993486944126125</c:v>
                </c:pt>
                <c:pt idx="37">
                  <c:v>0.67993486944126125</c:v>
                </c:pt>
                <c:pt idx="38">
                  <c:v>0.73138364057558247</c:v>
                </c:pt>
                <c:pt idx="39">
                  <c:v>0.71899866001218793</c:v>
                </c:pt>
                <c:pt idx="40">
                  <c:v>0.6410959583633683</c:v>
                </c:pt>
                <c:pt idx="41">
                  <c:v>0.66581224062715683</c:v>
                </c:pt>
                <c:pt idx="42">
                  <c:v>0.66595295657278242</c:v>
                </c:pt>
                <c:pt idx="43">
                  <c:v>0.70392552647182693</c:v>
                </c:pt>
                <c:pt idx="44">
                  <c:v>0.70394618436594358</c:v>
                </c:pt>
                <c:pt idx="45">
                  <c:v>0.70392552647182693</c:v>
                </c:pt>
                <c:pt idx="46">
                  <c:v>0.70396661640219049</c:v>
                </c:pt>
                <c:pt idx="47">
                  <c:v>0.69000379241839993</c:v>
                </c:pt>
                <c:pt idx="48">
                  <c:v>0.69002399417324023</c:v>
                </c:pt>
                <c:pt idx="49">
                  <c:v>0.69007408458163666</c:v>
                </c:pt>
                <c:pt idx="50">
                  <c:v>0.72186451896875248</c:v>
                </c:pt>
                <c:pt idx="51">
                  <c:v>0.72167534304727499</c:v>
                </c:pt>
                <c:pt idx="52">
                  <c:v>0.70942160362842166</c:v>
                </c:pt>
                <c:pt idx="53">
                  <c:v>0.71029190543434573</c:v>
                </c:pt>
                <c:pt idx="54">
                  <c:v>0.70950341028365815</c:v>
                </c:pt>
                <c:pt idx="55">
                  <c:v>0.6768466690798014</c:v>
                </c:pt>
                <c:pt idx="56">
                  <c:v>0.691794492463359</c:v>
                </c:pt>
                <c:pt idx="57">
                  <c:v>0.691794492463359</c:v>
                </c:pt>
                <c:pt idx="58">
                  <c:v>0.691794492463359</c:v>
                </c:pt>
                <c:pt idx="59">
                  <c:v>0.65880324187098283</c:v>
                </c:pt>
                <c:pt idx="60">
                  <c:v>0.6768042748029276</c:v>
                </c:pt>
                <c:pt idx="61">
                  <c:v>0.67687616474817947</c:v>
                </c:pt>
                <c:pt idx="62">
                  <c:v>0.67666690882866454</c:v>
                </c:pt>
                <c:pt idx="63">
                  <c:v>0.59032138856351324</c:v>
                </c:pt>
                <c:pt idx="64">
                  <c:v>0.64352631185007236</c:v>
                </c:pt>
                <c:pt idx="65">
                  <c:v>0.64723923967041441</c:v>
                </c:pt>
                <c:pt idx="66">
                  <c:v>0.70114627754493941</c:v>
                </c:pt>
                <c:pt idx="67">
                  <c:v>0.68067991850220211</c:v>
                </c:pt>
                <c:pt idx="68">
                  <c:v>0.70114627754493941</c:v>
                </c:pt>
                <c:pt idx="69">
                  <c:v>0.70888791690843067</c:v>
                </c:pt>
                <c:pt idx="70">
                  <c:v>0.70900581341869928</c:v>
                </c:pt>
                <c:pt idx="71">
                  <c:v>0.74206222053219018</c:v>
                </c:pt>
                <c:pt idx="72">
                  <c:v>0.74198992424051435</c:v>
                </c:pt>
                <c:pt idx="73">
                  <c:v>0.74214259096899848</c:v>
                </c:pt>
                <c:pt idx="74">
                  <c:v>0.78454877297076475</c:v>
                </c:pt>
                <c:pt idx="75">
                  <c:v>0.76165437928870827</c:v>
                </c:pt>
                <c:pt idx="76">
                  <c:v>0.78458904121756523</c:v>
                </c:pt>
                <c:pt idx="77">
                  <c:v>0.78458904121756523</c:v>
                </c:pt>
                <c:pt idx="78">
                  <c:v>0.7787052272593904</c:v>
                </c:pt>
                <c:pt idx="79">
                  <c:v>0.81145553697323414</c:v>
                </c:pt>
                <c:pt idx="80">
                  <c:v>0.81152752487539104</c:v>
                </c:pt>
                <c:pt idx="81">
                  <c:v>0.8279869924203217</c:v>
                </c:pt>
                <c:pt idx="82">
                  <c:v>0.79821644612468112</c:v>
                </c:pt>
                <c:pt idx="83">
                  <c:v>0.79815390760264004</c:v>
                </c:pt>
                <c:pt idx="84">
                  <c:v>0.77767208811206812</c:v>
                </c:pt>
                <c:pt idx="85">
                  <c:v>0.76370064895501943</c:v>
                </c:pt>
                <c:pt idx="86">
                  <c:v>0.79815390760264004</c:v>
                </c:pt>
                <c:pt idx="87">
                  <c:v>0.78544987095574126</c:v>
                </c:pt>
                <c:pt idx="88">
                  <c:v>0.78635808843680277</c:v>
                </c:pt>
                <c:pt idx="89">
                  <c:v>0.80445044367527219</c:v>
                </c:pt>
                <c:pt idx="90">
                  <c:v>0.85572735211332496</c:v>
                </c:pt>
                <c:pt idx="91">
                  <c:v>0.8367994340061099</c:v>
                </c:pt>
                <c:pt idx="92">
                  <c:v>0.81647343463882882</c:v>
                </c:pt>
                <c:pt idx="93">
                  <c:v>0.8364537448796312</c:v>
                </c:pt>
                <c:pt idx="94">
                  <c:v>0.8143557568992531</c:v>
                </c:pt>
                <c:pt idx="95">
                  <c:v>0.7903315811871281</c:v>
                </c:pt>
                <c:pt idx="96">
                  <c:v>0.78941596065900443</c:v>
                </c:pt>
                <c:pt idx="97">
                  <c:v>0.81158702805411931</c:v>
                </c:pt>
                <c:pt idx="98">
                  <c:v>0.83732764249868441</c:v>
                </c:pt>
                <c:pt idx="99">
                  <c:v>0.81158050245553093</c:v>
                </c:pt>
                <c:pt idx="100">
                  <c:v>0.79819422857128408</c:v>
                </c:pt>
                <c:pt idx="101">
                  <c:v>0.82430398544770933</c:v>
                </c:pt>
                <c:pt idx="102">
                  <c:v>0.79805276253561475</c:v>
                </c:pt>
                <c:pt idx="103">
                  <c:v>0.79817901661119839</c:v>
                </c:pt>
                <c:pt idx="104">
                  <c:v>0.77903280650246454</c:v>
                </c:pt>
                <c:pt idx="105">
                  <c:v>0.75573593713546339</c:v>
                </c:pt>
                <c:pt idx="106">
                  <c:v>0.7782961731296214</c:v>
                </c:pt>
                <c:pt idx="107">
                  <c:v>0.75445743013165401</c:v>
                </c:pt>
                <c:pt idx="108">
                  <c:v>0.70069200359610684</c:v>
                </c:pt>
                <c:pt idx="109">
                  <c:v>0.68066390920056685</c:v>
                </c:pt>
                <c:pt idx="110">
                  <c:v>0.68066390920056685</c:v>
                </c:pt>
                <c:pt idx="111">
                  <c:v>0.65848868988278741</c:v>
                </c:pt>
                <c:pt idx="112">
                  <c:v>0.68073059983518691</c:v>
                </c:pt>
                <c:pt idx="113">
                  <c:v>0.65724986454914325</c:v>
                </c:pt>
                <c:pt idx="114">
                  <c:v>0.62014045099909187</c:v>
                </c:pt>
                <c:pt idx="115">
                  <c:v>0.6562686953452237</c:v>
                </c:pt>
                <c:pt idx="116">
                  <c:v>0.63433556022178206</c:v>
                </c:pt>
                <c:pt idx="117">
                  <c:v>0.64025888760919014</c:v>
                </c:pt>
                <c:pt idx="118">
                  <c:v>0.6637730812462096</c:v>
                </c:pt>
                <c:pt idx="119">
                  <c:v>0.695622626584674</c:v>
                </c:pt>
                <c:pt idx="120">
                  <c:v>0.69553149400315528</c:v>
                </c:pt>
                <c:pt idx="121">
                  <c:v>0.71409535481591846</c:v>
                </c:pt>
                <c:pt idx="122">
                  <c:v>0.68515952942868741</c:v>
                </c:pt>
                <c:pt idx="123">
                  <c:v>0.6494790290250736</c:v>
                </c:pt>
                <c:pt idx="124">
                  <c:v>0.6051404208222666</c:v>
                </c:pt>
                <c:pt idx="125">
                  <c:v>0.52721345464386349</c:v>
                </c:pt>
                <c:pt idx="126">
                  <c:v>0.4891944540160782</c:v>
                </c:pt>
                <c:pt idx="127">
                  <c:v>0.46639665698988902</c:v>
                </c:pt>
                <c:pt idx="128">
                  <c:v>0.46645564331496181</c:v>
                </c:pt>
                <c:pt idx="129">
                  <c:v>0.24762221189085226</c:v>
                </c:pt>
                <c:pt idx="130">
                  <c:v>0.34116092459322267</c:v>
                </c:pt>
                <c:pt idx="131">
                  <c:v>0.21925196921871176</c:v>
                </c:pt>
                <c:pt idx="132">
                  <c:v>0.30618919991705607</c:v>
                </c:pt>
                <c:pt idx="133">
                  <c:v>0.30641559236172644</c:v>
                </c:pt>
                <c:pt idx="134">
                  <c:v>0.26247242102513602</c:v>
                </c:pt>
                <c:pt idx="135">
                  <c:v>0.26232322891763199</c:v>
                </c:pt>
                <c:pt idx="136">
                  <c:v>0.26232322891763199</c:v>
                </c:pt>
                <c:pt idx="137">
                  <c:v>0.1931798913236967</c:v>
                </c:pt>
                <c:pt idx="138">
                  <c:v>0.22914742259420434</c:v>
                </c:pt>
                <c:pt idx="139">
                  <c:v>0.20407660990880219</c:v>
                </c:pt>
                <c:pt idx="140">
                  <c:v>0.18764355995817586</c:v>
                </c:pt>
                <c:pt idx="141">
                  <c:v>0.2238872135619516</c:v>
                </c:pt>
                <c:pt idx="142">
                  <c:v>0.32122402612001461</c:v>
                </c:pt>
                <c:pt idx="143">
                  <c:v>0.34307700444970379</c:v>
                </c:pt>
                <c:pt idx="144">
                  <c:v>0.34303969168913079</c:v>
                </c:pt>
                <c:pt idx="145">
                  <c:v>0.31440034261436189</c:v>
                </c:pt>
                <c:pt idx="146">
                  <c:v>0.36543320460755224</c:v>
                </c:pt>
                <c:pt idx="147">
                  <c:v>0.38400936708573585</c:v>
                </c:pt>
                <c:pt idx="148">
                  <c:v>0.36033789770283325</c:v>
                </c:pt>
                <c:pt idx="149">
                  <c:v>0.27485742228516102</c:v>
                </c:pt>
                <c:pt idx="150">
                  <c:v>0.33691055631393624</c:v>
                </c:pt>
                <c:pt idx="151">
                  <c:v>0.30831604608005586</c:v>
                </c:pt>
                <c:pt idx="152">
                  <c:v>0.23676117392553889</c:v>
                </c:pt>
                <c:pt idx="153">
                  <c:v>0.23671874324760347</c:v>
                </c:pt>
                <c:pt idx="154">
                  <c:v>0.20585084911050922</c:v>
                </c:pt>
                <c:pt idx="155">
                  <c:v>0.20580376248650398</c:v>
                </c:pt>
                <c:pt idx="156">
                  <c:v>0.18277167291557561</c:v>
                </c:pt>
                <c:pt idx="157">
                  <c:v>0.1995598708648329</c:v>
                </c:pt>
                <c:pt idx="158">
                  <c:v>0.23136337362836862</c:v>
                </c:pt>
                <c:pt idx="159">
                  <c:v>0.23169665097660838</c:v>
                </c:pt>
                <c:pt idx="160">
                  <c:v>0.29474577349870773</c:v>
                </c:pt>
                <c:pt idx="161">
                  <c:v>0.31761815233915819</c:v>
                </c:pt>
                <c:pt idx="162">
                  <c:v>0.28995938501376983</c:v>
                </c:pt>
                <c:pt idx="163">
                  <c:v>0.25704564753531173</c:v>
                </c:pt>
                <c:pt idx="164">
                  <c:v>0.25682661220400127</c:v>
                </c:pt>
                <c:pt idx="165">
                  <c:v>0.2862432263746571</c:v>
                </c:pt>
                <c:pt idx="166">
                  <c:v>0.25311362033574425</c:v>
                </c:pt>
                <c:pt idx="167">
                  <c:v>0.28618346079129836</c:v>
                </c:pt>
                <c:pt idx="168">
                  <c:v>0.2529912660652664</c:v>
                </c:pt>
                <c:pt idx="169">
                  <c:v>0.22226173892798851</c:v>
                </c:pt>
                <c:pt idx="170">
                  <c:v>0.25193488777281597</c:v>
                </c:pt>
                <c:pt idx="171">
                  <c:v>0.28486963190417852</c:v>
                </c:pt>
                <c:pt idx="172">
                  <c:v>0.2847162826216843</c:v>
                </c:pt>
                <c:pt idx="173">
                  <c:v>0.28231972736522121</c:v>
                </c:pt>
                <c:pt idx="174">
                  <c:v>0.33562728951290161</c:v>
                </c:pt>
                <c:pt idx="175">
                  <c:v>0.33564994150270799</c:v>
                </c:pt>
                <c:pt idx="176">
                  <c:v>0.35800907395487891</c:v>
                </c:pt>
                <c:pt idx="177">
                  <c:v>0.35811856180138385</c:v>
                </c:pt>
                <c:pt idx="178">
                  <c:v>0.35629539343759348</c:v>
                </c:pt>
                <c:pt idx="179">
                  <c:v>0.33276240912323568</c:v>
                </c:pt>
                <c:pt idx="180">
                  <c:v>0.33298320890646194</c:v>
                </c:pt>
                <c:pt idx="181">
                  <c:v>0.35629539343759348</c:v>
                </c:pt>
                <c:pt idx="182">
                  <c:v>0.38510975967739758</c:v>
                </c:pt>
                <c:pt idx="183">
                  <c:v>0.32741444023701044</c:v>
                </c:pt>
                <c:pt idx="184">
                  <c:v>0.35110266556174058</c:v>
                </c:pt>
                <c:pt idx="185">
                  <c:v>0.35110266556174058</c:v>
                </c:pt>
                <c:pt idx="186">
                  <c:v>0.35114526360131104</c:v>
                </c:pt>
                <c:pt idx="187">
                  <c:v>0.3199331729306169</c:v>
                </c:pt>
                <c:pt idx="188">
                  <c:v>0.34372390880739873</c:v>
                </c:pt>
                <c:pt idx="189">
                  <c:v>0.37842109522047007</c:v>
                </c:pt>
                <c:pt idx="190">
                  <c:v>0.37842109522047007</c:v>
                </c:pt>
                <c:pt idx="191">
                  <c:v>0.37165910285507714</c:v>
                </c:pt>
                <c:pt idx="192">
                  <c:v>0.3711734763292962</c:v>
                </c:pt>
                <c:pt idx="193">
                  <c:v>0.31262849116425834</c:v>
                </c:pt>
                <c:pt idx="194">
                  <c:v>0.31284206209860954</c:v>
                </c:pt>
                <c:pt idx="195">
                  <c:v>0.32898554801574148</c:v>
                </c:pt>
                <c:pt idx="196">
                  <c:v>0.36357043577417181</c:v>
                </c:pt>
                <c:pt idx="197">
                  <c:v>0.43716239568675586</c:v>
                </c:pt>
                <c:pt idx="198">
                  <c:v>0.46855719956108682</c:v>
                </c:pt>
                <c:pt idx="199">
                  <c:v>0.43709492816271001</c:v>
                </c:pt>
                <c:pt idx="200">
                  <c:v>0.38755454680533724</c:v>
                </c:pt>
                <c:pt idx="201">
                  <c:v>0.3876856076600298</c:v>
                </c:pt>
                <c:pt idx="202">
                  <c:v>0.43020815046617</c:v>
                </c:pt>
                <c:pt idx="203">
                  <c:v>0.43039904065227119</c:v>
                </c:pt>
                <c:pt idx="204">
                  <c:v>0.45628100373039499</c:v>
                </c:pt>
                <c:pt idx="205">
                  <c:v>0.45567894153433269</c:v>
                </c:pt>
                <c:pt idx="206">
                  <c:v>0.49932545547497792</c:v>
                </c:pt>
                <c:pt idx="207">
                  <c:v>0.49889277729006254</c:v>
                </c:pt>
                <c:pt idx="208">
                  <c:v>0.45623015728134225</c:v>
                </c:pt>
                <c:pt idx="209">
                  <c:v>0.52521506611823021</c:v>
                </c:pt>
                <c:pt idx="210">
                  <c:v>0.59589441419972755</c:v>
                </c:pt>
                <c:pt idx="211">
                  <c:v>0.59596808480105368</c:v>
                </c:pt>
                <c:pt idx="212">
                  <c:v>0.59589441419972755</c:v>
                </c:pt>
                <c:pt idx="213">
                  <c:v>0.59044174111366599</c:v>
                </c:pt>
                <c:pt idx="214">
                  <c:v>0.56093530260459656</c:v>
                </c:pt>
                <c:pt idx="215">
                  <c:v>0.51672469270397592</c:v>
                </c:pt>
                <c:pt idx="216">
                  <c:v>0.48350846650958634</c:v>
                </c:pt>
                <c:pt idx="217">
                  <c:v>0.50718342258638915</c:v>
                </c:pt>
                <c:pt idx="218">
                  <c:v>0.43124435584172754</c:v>
                </c:pt>
                <c:pt idx="219">
                  <c:v>0.50666988212578556</c:v>
                </c:pt>
                <c:pt idx="220">
                  <c:v>0.55138762509375627</c:v>
                </c:pt>
                <c:pt idx="221">
                  <c:v>0.53682243639344718</c:v>
                </c:pt>
                <c:pt idx="222">
                  <c:v>0.56624534907007407</c:v>
                </c:pt>
                <c:pt idx="223">
                  <c:v>0.5369178318662613</c:v>
                </c:pt>
                <c:pt idx="224">
                  <c:v>0.56669393867683882</c:v>
                </c:pt>
              </c:numCache>
            </c:numRef>
          </c:val>
          <c:smooth val="0"/>
        </c:ser>
        <c:ser>
          <c:idx val="6"/>
          <c:order val="2"/>
          <c:tx>
            <c:strRef>
              <c:f>PoolRefinancible!$I$2</c:f>
              <c:strCache>
                <c:ptCount val="1"/>
                <c:pt idx="0">
                  <c:v>LLPA &amp; PMI</c:v>
                </c:pt>
              </c:strCache>
            </c:strRef>
          </c:tx>
          <c:spPr>
            <a:ln w="19050">
              <a:solidFill>
                <a:srgbClr val="2E8A60"/>
              </a:solidFill>
            </a:ln>
          </c:spPr>
          <c:marker>
            <c:symbol val="none"/>
          </c:marker>
          <c:cat>
            <c:numRef>
              <c:f>PoolRefinancible!$B$3:$B$227</c:f>
              <c:numCache>
                <c:formatCode>m/d/yyyy</c:formatCode>
                <c:ptCount val="225"/>
                <c:pt idx="0">
                  <c:v>40549</c:v>
                </c:pt>
                <c:pt idx="1">
                  <c:v>40556</c:v>
                </c:pt>
                <c:pt idx="2">
                  <c:v>40563</c:v>
                </c:pt>
                <c:pt idx="3">
                  <c:v>40570</c:v>
                </c:pt>
                <c:pt idx="4">
                  <c:v>40577</c:v>
                </c:pt>
                <c:pt idx="5">
                  <c:v>40584</c:v>
                </c:pt>
                <c:pt idx="6">
                  <c:v>40591</c:v>
                </c:pt>
                <c:pt idx="7">
                  <c:v>40598</c:v>
                </c:pt>
                <c:pt idx="8">
                  <c:v>40605</c:v>
                </c:pt>
                <c:pt idx="9">
                  <c:v>40612</c:v>
                </c:pt>
                <c:pt idx="10">
                  <c:v>40619</c:v>
                </c:pt>
                <c:pt idx="11">
                  <c:v>40626</c:v>
                </c:pt>
                <c:pt idx="12">
                  <c:v>40633</c:v>
                </c:pt>
                <c:pt idx="13">
                  <c:v>40640</c:v>
                </c:pt>
                <c:pt idx="14">
                  <c:v>40647</c:v>
                </c:pt>
                <c:pt idx="15">
                  <c:v>40654</c:v>
                </c:pt>
                <c:pt idx="16">
                  <c:v>40661</c:v>
                </c:pt>
                <c:pt idx="17">
                  <c:v>40668</c:v>
                </c:pt>
                <c:pt idx="18">
                  <c:v>40675</c:v>
                </c:pt>
                <c:pt idx="19">
                  <c:v>40682</c:v>
                </c:pt>
                <c:pt idx="20">
                  <c:v>40689</c:v>
                </c:pt>
                <c:pt idx="21">
                  <c:v>40696</c:v>
                </c:pt>
                <c:pt idx="22">
                  <c:v>40703</c:v>
                </c:pt>
                <c:pt idx="23">
                  <c:v>40710</c:v>
                </c:pt>
                <c:pt idx="24">
                  <c:v>40717</c:v>
                </c:pt>
                <c:pt idx="25">
                  <c:v>40724</c:v>
                </c:pt>
                <c:pt idx="26">
                  <c:v>40731</c:v>
                </c:pt>
                <c:pt idx="27">
                  <c:v>40738</c:v>
                </c:pt>
                <c:pt idx="28">
                  <c:v>40745</c:v>
                </c:pt>
                <c:pt idx="29">
                  <c:v>40752</c:v>
                </c:pt>
                <c:pt idx="30">
                  <c:v>40759</c:v>
                </c:pt>
                <c:pt idx="31">
                  <c:v>40766</c:v>
                </c:pt>
                <c:pt idx="32">
                  <c:v>40773</c:v>
                </c:pt>
                <c:pt idx="33">
                  <c:v>40780</c:v>
                </c:pt>
                <c:pt idx="34">
                  <c:v>40787</c:v>
                </c:pt>
                <c:pt idx="35">
                  <c:v>40794</c:v>
                </c:pt>
                <c:pt idx="36">
                  <c:v>40801</c:v>
                </c:pt>
                <c:pt idx="37">
                  <c:v>40808</c:v>
                </c:pt>
                <c:pt idx="38">
                  <c:v>40815</c:v>
                </c:pt>
                <c:pt idx="39">
                  <c:v>40822</c:v>
                </c:pt>
                <c:pt idx="40">
                  <c:v>40829</c:v>
                </c:pt>
                <c:pt idx="41">
                  <c:v>40836</c:v>
                </c:pt>
                <c:pt idx="42">
                  <c:v>40843</c:v>
                </c:pt>
                <c:pt idx="43">
                  <c:v>40850</c:v>
                </c:pt>
                <c:pt idx="44">
                  <c:v>40857</c:v>
                </c:pt>
                <c:pt idx="45">
                  <c:v>40864</c:v>
                </c:pt>
                <c:pt idx="46">
                  <c:v>40870</c:v>
                </c:pt>
                <c:pt idx="47">
                  <c:v>40878</c:v>
                </c:pt>
                <c:pt idx="48">
                  <c:v>40885</c:v>
                </c:pt>
                <c:pt idx="49">
                  <c:v>40892</c:v>
                </c:pt>
                <c:pt idx="50">
                  <c:v>40899</c:v>
                </c:pt>
                <c:pt idx="51">
                  <c:v>40906</c:v>
                </c:pt>
                <c:pt idx="52">
                  <c:v>40913</c:v>
                </c:pt>
                <c:pt idx="53">
                  <c:v>40920</c:v>
                </c:pt>
                <c:pt idx="54">
                  <c:v>40927</c:v>
                </c:pt>
                <c:pt idx="55">
                  <c:v>40934</c:v>
                </c:pt>
                <c:pt idx="56">
                  <c:v>40941</c:v>
                </c:pt>
                <c:pt idx="57">
                  <c:v>40948</c:v>
                </c:pt>
                <c:pt idx="58">
                  <c:v>40955</c:v>
                </c:pt>
                <c:pt idx="59">
                  <c:v>40962</c:v>
                </c:pt>
                <c:pt idx="60">
                  <c:v>40969</c:v>
                </c:pt>
                <c:pt idx="61">
                  <c:v>40976</c:v>
                </c:pt>
                <c:pt idx="62">
                  <c:v>40983</c:v>
                </c:pt>
                <c:pt idx="63">
                  <c:v>40990</c:v>
                </c:pt>
                <c:pt idx="64">
                  <c:v>40997</c:v>
                </c:pt>
                <c:pt idx="65">
                  <c:v>41004</c:v>
                </c:pt>
                <c:pt idx="66">
                  <c:v>41011</c:v>
                </c:pt>
                <c:pt idx="67">
                  <c:v>41018</c:v>
                </c:pt>
                <c:pt idx="68">
                  <c:v>41025</c:v>
                </c:pt>
                <c:pt idx="69">
                  <c:v>41032</c:v>
                </c:pt>
                <c:pt idx="70">
                  <c:v>41039</c:v>
                </c:pt>
                <c:pt idx="71">
                  <c:v>41046</c:v>
                </c:pt>
                <c:pt idx="72">
                  <c:v>41053</c:v>
                </c:pt>
                <c:pt idx="73">
                  <c:v>41060</c:v>
                </c:pt>
                <c:pt idx="74">
                  <c:v>41067</c:v>
                </c:pt>
                <c:pt idx="75">
                  <c:v>41074</c:v>
                </c:pt>
                <c:pt idx="76">
                  <c:v>41081</c:v>
                </c:pt>
                <c:pt idx="77">
                  <c:v>41088</c:v>
                </c:pt>
                <c:pt idx="78">
                  <c:v>41095</c:v>
                </c:pt>
                <c:pt idx="79">
                  <c:v>41102</c:v>
                </c:pt>
                <c:pt idx="80">
                  <c:v>41109</c:v>
                </c:pt>
                <c:pt idx="81">
                  <c:v>41116</c:v>
                </c:pt>
                <c:pt idx="82">
                  <c:v>41123</c:v>
                </c:pt>
                <c:pt idx="83">
                  <c:v>41130</c:v>
                </c:pt>
                <c:pt idx="84">
                  <c:v>41137</c:v>
                </c:pt>
                <c:pt idx="85">
                  <c:v>41144</c:v>
                </c:pt>
                <c:pt idx="86">
                  <c:v>41151</c:v>
                </c:pt>
                <c:pt idx="87">
                  <c:v>41158</c:v>
                </c:pt>
                <c:pt idx="88">
                  <c:v>41165</c:v>
                </c:pt>
                <c:pt idx="89">
                  <c:v>41172</c:v>
                </c:pt>
                <c:pt idx="90">
                  <c:v>41179</c:v>
                </c:pt>
                <c:pt idx="91">
                  <c:v>41186</c:v>
                </c:pt>
                <c:pt idx="92">
                  <c:v>41193</c:v>
                </c:pt>
                <c:pt idx="93">
                  <c:v>41200</c:v>
                </c:pt>
                <c:pt idx="94">
                  <c:v>41207</c:v>
                </c:pt>
                <c:pt idx="95">
                  <c:v>41214</c:v>
                </c:pt>
                <c:pt idx="96">
                  <c:v>41221</c:v>
                </c:pt>
                <c:pt idx="97">
                  <c:v>41228</c:v>
                </c:pt>
                <c:pt idx="98">
                  <c:v>41234</c:v>
                </c:pt>
                <c:pt idx="99">
                  <c:v>41242</c:v>
                </c:pt>
                <c:pt idx="100">
                  <c:v>41249</c:v>
                </c:pt>
                <c:pt idx="101">
                  <c:v>41256</c:v>
                </c:pt>
                <c:pt idx="102">
                  <c:v>41263</c:v>
                </c:pt>
                <c:pt idx="103">
                  <c:v>41270</c:v>
                </c:pt>
                <c:pt idx="104">
                  <c:v>41277</c:v>
                </c:pt>
                <c:pt idx="105">
                  <c:v>41284</c:v>
                </c:pt>
                <c:pt idx="106">
                  <c:v>41291</c:v>
                </c:pt>
                <c:pt idx="107">
                  <c:v>41298</c:v>
                </c:pt>
                <c:pt idx="108">
                  <c:v>41305</c:v>
                </c:pt>
                <c:pt idx="109">
                  <c:v>41312</c:v>
                </c:pt>
                <c:pt idx="110">
                  <c:v>41319</c:v>
                </c:pt>
                <c:pt idx="111">
                  <c:v>41326</c:v>
                </c:pt>
                <c:pt idx="112">
                  <c:v>41333</c:v>
                </c:pt>
                <c:pt idx="113">
                  <c:v>41340</c:v>
                </c:pt>
                <c:pt idx="114">
                  <c:v>41347</c:v>
                </c:pt>
                <c:pt idx="115">
                  <c:v>41354</c:v>
                </c:pt>
                <c:pt idx="116">
                  <c:v>41361</c:v>
                </c:pt>
                <c:pt idx="117">
                  <c:v>41368</c:v>
                </c:pt>
                <c:pt idx="118">
                  <c:v>41375</c:v>
                </c:pt>
                <c:pt idx="119">
                  <c:v>41382</c:v>
                </c:pt>
                <c:pt idx="120">
                  <c:v>41389</c:v>
                </c:pt>
                <c:pt idx="121">
                  <c:v>41396</c:v>
                </c:pt>
                <c:pt idx="122">
                  <c:v>41403</c:v>
                </c:pt>
                <c:pt idx="123">
                  <c:v>41410</c:v>
                </c:pt>
                <c:pt idx="124">
                  <c:v>41417</c:v>
                </c:pt>
                <c:pt idx="125">
                  <c:v>41424</c:v>
                </c:pt>
                <c:pt idx="126">
                  <c:v>41431</c:v>
                </c:pt>
                <c:pt idx="127">
                  <c:v>41438</c:v>
                </c:pt>
                <c:pt idx="128">
                  <c:v>41445</c:v>
                </c:pt>
                <c:pt idx="129">
                  <c:v>41452</c:v>
                </c:pt>
                <c:pt idx="130">
                  <c:v>41458</c:v>
                </c:pt>
                <c:pt idx="131">
                  <c:v>41466</c:v>
                </c:pt>
                <c:pt idx="132">
                  <c:v>41473</c:v>
                </c:pt>
                <c:pt idx="133">
                  <c:v>41480</c:v>
                </c:pt>
                <c:pt idx="134">
                  <c:v>41487</c:v>
                </c:pt>
                <c:pt idx="135">
                  <c:v>41494</c:v>
                </c:pt>
                <c:pt idx="136">
                  <c:v>41501</c:v>
                </c:pt>
                <c:pt idx="137">
                  <c:v>41508</c:v>
                </c:pt>
                <c:pt idx="138">
                  <c:v>41515</c:v>
                </c:pt>
                <c:pt idx="139">
                  <c:v>41522</c:v>
                </c:pt>
                <c:pt idx="140">
                  <c:v>41529</c:v>
                </c:pt>
                <c:pt idx="141">
                  <c:v>41536</c:v>
                </c:pt>
                <c:pt idx="142">
                  <c:v>41543</c:v>
                </c:pt>
                <c:pt idx="143">
                  <c:v>41550</c:v>
                </c:pt>
                <c:pt idx="144">
                  <c:v>41557</c:v>
                </c:pt>
                <c:pt idx="145">
                  <c:v>41564</c:v>
                </c:pt>
                <c:pt idx="146">
                  <c:v>41571</c:v>
                </c:pt>
                <c:pt idx="147">
                  <c:v>41578</c:v>
                </c:pt>
                <c:pt idx="148">
                  <c:v>41585</c:v>
                </c:pt>
                <c:pt idx="149">
                  <c:v>41592</c:v>
                </c:pt>
                <c:pt idx="150">
                  <c:v>41599</c:v>
                </c:pt>
                <c:pt idx="151">
                  <c:v>41605</c:v>
                </c:pt>
                <c:pt idx="152">
                  <c:v>41613</c:v>
                </c:pt>
                <c:pt idx="153">
                  <c:v>41620</c:v>
                </c:pt>
                <c:pt idx="154">
                  <c:v>41627</c:v>
                </c:pt>
                <c:pt idx="155">
                  <c:v>41634</c:v>
                </c:pt>
                <c:pt idx="156">
                  <c:v>41641</c:v>
                </c:pt>
                <c:pt idx="157">
                  <c:v>41648</c:v>
                </c:pt>
                <c:pt idx="158">
                  <c:v>41655</c:v>
                </c:pt>
                <c:pt idx="159">
                  <c:v>41662</c:v>
                </c:pt>
                <c:pt idx="160">
                  <c:v>41669</c:v>
                </c:pt>
                <c:pt idx="161">
                  <c:v>41676</c:v>
                </c:pt>
                <c:pt idx="162">
                  <c:v>41683</c:v>
                </c:pt>
                <c:pt idx="163">
                  <c:v>41690</c:v>
                </c:pt>
                <c:pt idx="164">
                  <c:v>41697</c:v>
                </c:pt>
                <c:pt idx="165">
                  <c:v>41704</c:v>
                </c:pt>
                <c:pt idx="166">
                  <c:v>41711</c:v>
                </c:pt>
                <c:pt idx="167">
                  <c:v>41718</c:v>
                </c:pt>
                <c:pt idx="168">
                  <c:v>41725</c:v>
                </c:pt>
                <c:pt idx="169">
                  <c:v>41732</c:v>
                </c:pt>
                <c:pt idx="170">
                  <c:v>41739</c:v>
                </c:pt>
                <c:pt idx="171">
                  <c:v>41746</c:v>
                </c:pt>
                <c:pt idx="172">
                  <c:v>41753</c:v>
                </c:pt>
                <c:pt idx="173">
                  <c:v>41760</c:v>
                </c:pt>
                <c:pt idx="174">
                  <c:v>41767</c:v>
                </c:pt>
                <c:pt idx="175">
                  <c:v>41774</c:v>
                </c:pt>
                <c:pt idx="176">
                  <c:v>41781</c:v>
                </c:pt>
                <c:pt idx="177">
                  <c:v>41788</c:v>
                </c:pt>
                <c:pt idx="178">
                  <c:v>41795</c:v>
                </c:pt>
                <c:pt idx="179">
                  <c:v>41802</c:v>
                </c:pt>
                <c:pt idx="180">
                  <c:v>41809</c:v>
                </c:pt>
                <c:pt idx="181">
                  <c:v>41816</c:v>
                </c:pt>
                <c:pt idx="182">
                  <c:v>41823</c:v>
                </c:pt>
                <c:pt idx="183">
                  <c:v>41830</c:v>
                </c:pt>
                <c:pt idx="184">
                  <c:v>41837</c:v>
                </c:pt>
                <c:pt idx="185">
                  <c:v>41844</c:v>
                </c:pt>
                <c:pt idx="186">
                  <c:v>41851</c:v>
                </c:pt>
                <c:pt idx="187">
                  <c:v>41858</c:v>
                </c:pt>
                <c:pt idx="188">
                  <c:v>41865</c:v>
                </c:pt>
                <c:pt idx="189">
                  <c:v>41872</c:v>
                </c:pt>
                <c:pt idx="190">
                  <c:v>41879</c:v>
                </c:pt>
                <c:pt idx="191">
                  <c:v>41886</c:v>
                </c:pt>
                <c:pt idx="192">
                  <c:v>41893</c:v>
                </c:pt>
                <c:pt idx="193">
                  <c:v>41900</c:v>
                </c:pt>
                <c:pt idx="194">
                  <c:v>41907</c:v>
                </c:pt>
                <c:pt idx="195">
                  <c:v>41914</c:v>
                </c:pt>
                <c:pt idx="196">
                  <c:v>41921</c:v>
                </c:pt>
                <c:pt idx="197">
                  <c:v>41928</c:v>
                </c:pt>
                <c:pt idx="198">
                  <c:v>41935</c:v>
                </c:pt>
                <c:pt idx="199">
                  <c:v>41942</c:v>
                </c:pt>
                <c:pt idx="200">
                  <c:v>41949</c:v>
                </c:pt>
                <c:pt idx="201">
                  <c:v>41956</c:v>
                </c:pt>
                <c:pt idx="202">
                  <c:v>41963</c:v>
                </c:pt>
                <c:pt idx="203">
                  <c:v>41969</c:v>
                </c:pt>
                <c:pt idx="204">
                  <c:v>41977</c:v>
                </c:pt>
                <c:pt idx="205">
                  <c:v>41984</c:v>
                </c:pt>
                <c:pt idx="206">
                  <c:v>41991</c:v>
                </c:pt>
                <c:pt idx="207">
                  <c:v>41997</c:v>
                </c:pt>
                <c:pt idx="208">
                  <c:v>42004</c:v>
                </c:pt>
                <c:pt idx="209">
                  <c:v>42012</c:v>
                </c:pt>
                <c:pt idx="210">
                  <c:v>42019</c:v>
                </c:pt>
                <c:pt idx="211">
                  <c:v>42026</c:v>
                </c:pt>
                <c:pt idx="212">
                  <c:v>42033</c:v>
                </c:pt>
                <c:pt idx="213">
                  <c:v>42040</c:v>
                </c:pt>
                <c:pt idx="214">
                  <c:v>42047</c:v>
                </c:pt>
                <c:pt idx="215">
                  <c:v>42054</c:v>
                </c:pt>
                <c:pt idx="216">
                  <c:v>42061</c:v>
                </c:pt>
                <c:pt idx="217">
                  <c:v>42068</c:v>
                </c:pt>
                <c:pt idx="218">
                  <c:v>42075</c:v>
                </c:pt>
                <c:pt idx="219">
                  <c:v>42082</c:v>
                </c:pt>
                <c:pt idx="220">
                  <c:v>42089</c:v>
                </c:pt>
                <c:pt idx="221">
                  <c:v>42096</c:v>
                </c:pt>
                <c:pt idx="222">
                  <c:v>42103</c:v>
                </c:pt>
                <c:pt idx="223">
                  <c:v>42110</c:v>
                </c:pt>
                <c:pt idx="224">
                  <c:v>42117</c:v>
                </c:pt>
              </c:numCache>
            </c:numRef>
          </c:cat>
          <c:val>
            <c:numRef>
              <c:f>PoolRefinancible!$I$3:$I$227</c:f>
              <c:numCache>
                <c:formatCode>0%</c:formatCode>
                <c:ptCount val="225"/>
                <c:pt idx="0">
                  <c:v>0.20951326762642539</c:v>
                </c:pt>
                <c:pt idx="1">
                  <c:v>0.2286525724028925</c:v>
                </c:pt>
                <c:pt idx="2">
                  <c:v>0.2131179723271458</c:v>
                </c:pt>
                <c:pt idx="3">
                  <c:v>0.20810932608426305</c:v>
                </c:pt>
                <c:pt idx="4">
                  <c:v>0.17891549814152402</c:v>
                </c:pt>
                <c:pt idx="5">
                  <c:v>0.13456022248425625</c:v>
                </c:pt>
                <c:pt idx="6">
                  <c:v>0.14775234916291591</c:v>
                </c:pt>
                <c:pt idx="7">
                  <c:v>0.16009478143712152</c:v>
                </c:pt>
                <c:pt idx="8">
                  <c:v>0.16418790753930707</c:v>
                </c:pt>
                <c:pt idx="9">
                  <c:v>0.16404066322029284</c:v>
                </c:pt>
                <c:pt idx="10">
                  <c:v>0.1977947076697287</c:v>
                </c:pt>
                <c:pt idx="11">
                  <c:v>0.17977939874028584</c:v>
                </c:pt>
                <c:pt idx="12">
                  <c:v>0.16421372267642936</c:v>
                </c:pt>
                <c:pt idx="13">
                  <c:v>0.16406956784376403</c:v>
                </c:pt>
                <c:pt idx="14">
                  <c:v>0.16188317261266852</c:v>
                </c:pt>
                <c:pt idx="15">
                  <c:v>0.18010388926248624</c:v>
                </c:pt>
                <c:pt idx="16">
                  <c:v>0.18382677970033753</c:v>
                </c:pt>
                <c:pt idx="17">
                  <c:v>0.20387133077641981</c:v>
                </c:pt>
                <c:pt idx="18">
                  <c:v>0.2408135217586809</c:v>
                </c:pt>
                <c:pt idx="19">
                  <c:v>0.24117986251785034</c:v>
                </c:pt>
                <c:pt idx="20">
                  <c:v>0.24355361553325378</c:v>
                </c:pt>
                <c:pt idx="21">
                  <c:v>0.27670038879120418</c:v>
                </c:pt>
                <c:pt idx="22">
                  <c:v>0.29931986389681725</c:v>
                </c:pt>
                <c:pt idx="23">
                  <c:v>0.29927890586033978</c:v>
                </c:pt>
                <c:pt idx="24">
                  <c:v>0.27670038879120418</c:v>
                </c:pt>
                <c:pt idx="25">
                  <c:v>0.29803164102095814</c:v>
                </c:pt>
                <c:pt idx="26">
                  <c:v>0.24635975140985969</c:v>
                </c:pt>
                <c:pt idx="27">
                  <c:v>0.29801285071746725</c:v>
                </c:pt>
                <c:pt idx="28">
                  <c:v>0.27647176144055741</c:v>
                </c:pt>
                <c:pt idx="29">
                  <c:v>0.26886674922653592</c:v>
                </c:pt>
                <c:pt idx="30">
                  <c:v>0.35055994389214357</c:v>
                </c:pt>
                <c:pt idx="31">
                  <c:v>0.44640823318837386</c:v>
                </c:pt>
                <c:pt idx="32">
                  <c:v>0.53965388848865747</c:v>
                </c:pt>
                <c:pt idx="33">
                  <c:v>0.49732012063845815</c:v>
                </c:pt>
                <c:pt idx="34">
                  <c:v>0.49621049424249691</c:v>
                </c:pt>
                <c:pt idx="35">
                  <c:v>0.56188763696413691</c:v>
                </c:pt>
                <c:pt idx="36">
                  <c:v>0.56666393386789538</c:v>
                </c:pt>
                <c:pt idx="37">
                  <c:v>0.56666393386789538</c:v>
                </c:pt>
                <c:pt idx="38">
                  <c:v>0.6263817731067115</c:v>
                </c:pt>
                <c:pt idx="39">
                  <c:v>0.61506978972280768</c:v>
                </c:pt>
                <c:pt idx="40">
                  <c:v>0.52200302676770738</c:v>
                </c:pt>
                <c:pt idx="41">
                  <c:v>0.54092116244187771</c:v>
                </c:pt>
                <c:pt idx="42">
                  <c:v>0.54427813909906164</c:v>
                </c:pt>
                <c:pt idx="43">
                  <c:v>0.5930585678824033</c:v>
                </c:pt>
                <c:pt idx="44">
                  <c:v>0.59308702713551809</c:v>
                </c:pt>
                <c:pt idx="45">
                  <c:v>0.5930585678824033</c:v>
                </c:pt>
                <c:pt idx="46">
                  <c:v>0.59609102497578137</c:v>
                </c:pt>
                <c:pt idx="47">
                  <c:v>0.57637470870076846</c:v>
                </c:pt>
                <c:pt idx="48">
                  <c:v>0.57640199098694489</c:v>
                </c:pt>
                <c:pt idx="49">
                  <c:v>0.58069452065626503</c:v>
                </c:pt>
                <c:pt idx="50">
                  <c:v>0.61774760876460955</c:v>
                </c:pt>
                <c:pt idx="51">
                  <c:v>0.60388415088067371</c:v>
                </c:pt>
                <c:pt idx="52">
                  <c:v>0.59330115968578845</c:v>
                </c:pt>
                <c:pt idx="53">
                  <c:v>0.61007610137748614</c:v>
                </c:pt>
                <c:pt idx="54">
                  <c:v>0.6075488171158312</c:v>
                </c:pt>
                <c:pt idx="55">
                  <c:v>0.56757815274844003</c:v>
                </c:pt>
                <c:pt idx="56">
                  <c:v>0.59021628278930161</c:v>
                </c:pt>
                <c:pt idx="57">
                  <c:v>0.59021628278930161</c:v>
                </c:pt>
                <c:pt idx="58">
                  <c:v>0.59021628278930161</c:v>
                </c:pt>
                <c:pt idx="59">
                  <c:v>0.55038966954359403</c:v>
                </c:pt>
                <c:pt idx="60">
                  <c:v>0.56168586846910651</c:v>
                </c:pt>
                <c:pt idx="61">
                  <c:v>0.57507010563023941</c:v>
                </c:pt>
                <c:pt idx="62">
                  <c:v>0.56062904678556613</c:v>
                </c:pt>
                <c:pt idx="63">
                  <c:v>0.4708307878948611</c:v>
                </c:pt>
                <c:pt idx="64">
                  <c:v>0.53275480546964971</c:v>
                </c:pt>
                <c:pt idx="65">
                  <c:v>0.55204144089130647</c:v>
                </c:pt>
                <c:pt idx="66">
                  <c:v>0.61520517788323992</c:v>
                </c:pt>
                <c:pt idx="67">
                  <c:v>0.57950169097067328</c:v>
                </c:pt>
                <c:pt idx="68">
                  <c:v>0.61520517788323992</c:v>
                </c:pt>
                <c:pt idx="69">
                  <c:v>0.6317239856588488</c:v>
                </c:pt>
                <c:pt idx="70">
                  <c:v>0.63749716402095913</c:v>
                </c:pt>
                <c:pt idx="71">
                  <c:v>0.6654941916397813</c:v>
                </c:pt>
                <c:pt idx="72">
                  <c:v>0.66148107330138128</c:v>
                </c:pt>
                <c:pt idx="73">
                  <c:v>0.66816368917970947</c:v>
                </c:pt>
                <c:pt idx="74">
                  <c:v>0.72131165820460841</c:v>
                </c:pt>
                <c:pt idx="75">
                  <c:v>0.7016393157738251</c:v>
                </c:pt>
                <c:pt idx="76">
                  <c:v>0.72329670850827033</c:v>
                </c:pt>
                <c:pt idx="77">
                  <c:v>0.72329670850827033</c:v>
                </c:pt>
                <c:pt idx="78">
                  <c:v>0.72001119292013993</c:v>
                </c:pt>
                <c:pt idx="79">
                  <c:v>0.75407044900013098</c:v>
                </c:pt>
                <c:pt idx="80">
                  <c:v>0.75979626670465439</c:v>
                </c:pt>
                <c:pt idx="81">
                  <c:v>0.7772659421579855</c:v>
                </c:pt>
                <c:pt idx="82">
                  <c:v>0.74202188782112288</c:v>
                </c:pt>
                <c:pt idx="83">
                  <c:v>0.74172452642125275</c:v>
                </c:pt>
                <c:pt idx="84">
                  <c:v>0.72502948633550401</c:v>
                </c:pt>
                <c:pt idx="85">
                  <c:v>0.70545980617085735</c:v>
                </c:pt>
                <c:pt idx="86">
                  <c:v>0.74172452642125275</c:v>
                </c:pt>
                <c:pt idx="87">
                  <c:v>0.73031006659475117</c:v>
                </c:pt>
                <c:pt idx="88">
                  <c:v>0.73633520756526005</c:v>
                </c:pt>
                <c:pt idx="89">
                  <c:v>0.75820018205964568</c:v>
                </c:pt>
                <c:pt idx="90">
                  <c:v>0.80745235876438604</c:v>
                </c:pt>
                <c:pt idx="91">
                  <c:v>0.79075164893065863</c:v>
                </c:pt>
                <c:pt idx="92">
                  <c:v>0.7668489280555747</c:v>
                </c:pt>
                <c:pt idx="93">
                  <c:v>0.78750763693586801</c:v>
                </c:pt>
                <c:pt idx="94">
                  <c:v>0.76516434563272751</c:v>
                </c:pt>
                <c:pt idx="95">
                  <c:v>0.74037235734233853</c:v>
                </c:pt>
                <c:pt idx="96">
                  <c:v>0.73991276487142854</c:v>
                </c:pt>
                <c:pt idx="97">
                  <c:v>0.76480419869010208</c:v>
                </c:pt>
                <c:pt idx="98">
                  <c:v>0.78285539257517112</c:v>
                </c:pt>
                <c:pt idx="99">
                  <c:v>0.76478774162966701</c:v>
                </c:pt>
                <c:pt idx="100">
                  <c:v>0.75100707648100773</c:v>
                </c:pt>
                <c:pt idx="101">
                  <c:v>0.7687818046324969</c:v>
                </c:pt>
                <c:pt idx="102">
                  <c:v>0.74807230422736604</c:v>
                </c:pt>
                <c:pt idx="103">
                  <c:v>0.75035821746947151</c:v>
                </c:pt>
                <c:pt idx="104">
                  <c:v>0.73297781488807146</c:v>
                </c:pt>
                <c:pt idx="105">
                  <c:v>0.70742761689353828</c:v>
                </c:pt>
                <c:pt idx="106">
                  <c:v>0.72944046146990393</c:v>
                </c:pt>
                <c:pt idx="107">
                  <c:v>0.70454946765433357</c:v>
                </c:pt>
                <c:pt idx="108">
                  <c:v>0.65383764183083803</c:v>
                </c:pt>
                <c:pt idx="109">
                  <c:v>0.63114301374580217</c:v>
                </c:pt>
                <c:pt idx="110">
                  <c:v>0.63114301374580217</c:v>
                </c:pt>
                <c:pt idx="111">
                  <c:v>0.61369684310791517</c:v>
                </c:pt>
                <c:pt idx="112">
                  <c:v>0.63491676312975698</c:v>
                </c:pt>
                <c:pt idx="113">
                  <c:v>0.61458591818107544</c:v>
                </c:pt>
                <c:pt idx="114">
                  <c:v>0.57544552260540727</c:v>
                </c:pt>
                <c:pt idx="115">
                  <c:v>0.60905555004469225</c:v>
                </c:pt>
                <c:pt idx="116">
                  <c:v>0.59208663893880442</c:v>
                </c:pt>
                <c:pt idx="117">
                  <c:v>0.59809945210751836</c:v>
                </c:pt>
                <c:pt idx="118">
                  <c:v>0.62716608193306933</c:v>
                </c:pt>
                <c:pt idx="119">
                  <c:v>0.65452696598777205</c:v>
                </c:pt>
                <c:pt idx="120">
                  <c:v>0.65157246412580749</c:v>
                </c:pt>
                <c:pt idx="121">
                  <c:v>0.67537337584507506</c:v>
                </c:pt>
                <c:pt idx="122">
                  <c:v>0.64540614198338686</c:v>
                </c:pt>
                <c:pt idx="123">
                  <c:v>0.61371644626137789</c:v>
                </c:pt>
                <c:pt idx="124">
                  <c:v>0.57161053072002388</c:v>
                </c:pt>
                <c:pt idx="125">
                  <c:v>0.49281389771726519</c:v>
                </c:pt>
                <c:pt idx="126">
                  <c:v>0.45700453068812052</c:v>
                </c:pt>
                <c:pt idx="127">
                  <c:v>0.4344487152177407</c:v>
                </c:pt>
                <c:pt idx="128">
                  <c:v>0.43496628993259662</c:v>
                </c:pt>
                <c:pt idx="129">
                  <c:v>0.2199872648895852</c:v>
                </c:pt>
                <c:pt idx="130">
                  <c:v>0.31059723114058108</c:v>
                </c:pt>
                <c:pt idx="131">
                  <c:v>0.19429609707083362</c:v>
                </c:pt>
                <c:pt idx="132">
                  <c:v>0.2794842470602576</c:v>
                </c:pt>
                <c:pt idx="133">
                  <c:v>0.28045144255790144</c:v>
                </c:pt>
                <c:pt idx="134">
                  <c:v>0.23838945674236522</c:v>
                </c:pt>
                <c:pt idx="135">
                  <c:v>0.23805160399751818</c:v>
                </c:pt>
                <c:pt idx="136">
                  <c:v>0.23805160399751818</c:v>
                </c:pt>
                <c:pt idx="137">
                  <c:v>0.17139837278320391</c:v>
                </c:pt>
                <c:pt idx="138">
                  <c:v>0.20573773224038241</c:v>
                </c:pt>
                <c:pt idx="139">
                  <c:v>0.18142824317266582</c:v>
                </c:pt>
                <c:pt idx="140">
                  <c:v>0.16781950534512624</c:v>
                </c:pt>
                <c:pt idx="141">
                  <c:v>0.20224886083981533</c:v>
                </c:pt>
                <c:pt idx="142">
                  <c:v>0.2938332535347441</c:v>
                </c:pt>
                <c:pt idx="143">
                  <c:v>0.31777500213957705</c:v>
                </c:pt>
                <c:pt idx="144">
                  <c:v>0.31720208476376438</c:v>
                </c:pt>
                <c:pt idx="145">
                  <c:v>0.28885302300705301</c:v>
                </c:pt>
                <c:pt idx="146">
                  <c:v>0.33766312973364548</c:v>
                </c:pt>
                <c:pt idx="147">
                  <c:v>0.35586088249893616</c:v>
                </c:pt>
                <c:pt idx="148">
                  <c:v>0.32955790309451866</c:v>
                </c:pt>
                <c:pt idx="149">
                  <c:v>0.25277848591280316</c:v>
                </c:pt>
                <c:pt idx="150">
                  <c:v>0.31131333173074666</c:v>
                </c:pt>
                <c:pt idx="151">
                  <c:v>0.28206150012278947</c:v>
                </c:pt>
                <c:pt idx="152">
                  <c:v>0.21485389589079185</c:v>
                </c:pt>
                <c:pt idx="153">
                  <c:v>0.21443883052881366</c:v>
                </c:pt>
                <c:pt idx="154">
                  <c:v>0.17874887754348148</c:v>
                </c:pt>
                <c:pt idx="155">
                  <c:v>0.17806894310932117</c:v>
                </c:pt>
                <c:pt idx="156">
                  <c:v>0.15577799845188453</c:v>
                </c:pt>
                <c:pt idx="157">
                  <c:v>0.17930576521621211</c:v>
                </c:pt>
                <c:pt idx="158">
                  <c:v>0.20959300534444442</c:v>
                </c:pt>
                <c:pt idx="159">
                  <c:v>0.21019143531749254</c:v>
                </c:pt>
                <c:pt idx="160">
                  <c:v>0.26753407065163864</c:v>
                </c:pt>
                <c:pt idx="161">
                  <c:v>0.29181927799860874</c:v>
                </c:pt>
                <c:pt idx="162">
                  <c:v>0.26481047273119829</c:v>
                </c:pt>
                <c:pt idx="163">
                  <c:v>0.23629264624582719</c:v>
                </c:pt>
                <c:pt idx="164">
                  <c:v>0.23523336613531681</c:v>
                </c:pt>
                <c:pt idx="165">
                  <c:v>0.26131289645907729</c:v>
                </c:pt>
                <c:pt idx="166">
                  <c:v>0.23229463907320802</c:v>
                </c:pt>
                <c:pt idx="167">
                  <c:v>0.25991121759857438</c:v>
                </c:pt>
                <c:pt idx="168">
                  <c:v>0.23160663701689185</c:v>
                </c:pt>
                <c:pt idx="169">
                  <c:v>0.20321387799468149</c:v>
                </c:pt>
                <c:pt idx="170">
                  <c:v>0.23288461809893268</c:v>
                </c:pt>
                <c:pt idx="171">
                  <c:v>0.26202204782205368</c:v>
                </c:pt>
                <c:pt idx="172">
                  <c:v>0.26064759544975269</c:v>
                </c:pt>
                <c:pt idx="173">
                  <c:v>0.26096797184396925</c:v>
                </c:pt>
                <c:pt idx="174">
                  <c:v>0.30889383306981971</c:v>
                </c:pt>
                <c:pt idx="175">
                  <c:v>0.30891479778446918</c:v>
                </c:pt>
                <c:pt idx="176">
                  <c:v>0.33114270527414602</c:v>
                </c:pt>
                <c:pt idx="177">
                  <c:v>0.33194076989098714</c:v>
                </c:pt>
                <c:pt idx="178">
                  <c:v>0.33192034731196002</c:v>
                </c:pt>
                <c:pt idx="179">
                  <c:v>0.30807676123988897</c:v>
                </c:pt>
                <c:pt idx="180">
                  <c:v>0.30971242843576313</c:v>
                </c:pt>
                <c:pt idx="181">
                  <c:v>0.33192034731196002</c:v>
                </c:pt>
                <c:pt idx="182">
                  <c:v>0.3526251649505287</c:v>
                </c:pt>
                <c:pt idx="183">
                  <c:v>0.30448503707734181</c:v>
                </c:pt>
                <c:pt idx="184">
                  <c:v>0.32660064596161226</c:v>
                </c:pt>
                <c:pt idx="185">
                  <c:v>0.32660064596161226</c:v>
                </c:pt>
                <c:pt idx="186">
                  <c:v>0.32699157373577631</c:v>
                </c:pt>
                <c:pt idx="187">
                  <c:v>0.29774290507115825</c:v>
                </c:pt>
                <c:pt idx="188">
                  <c:v>0.32013236192256794</c:v>
                </c:pt>
                <c:pt idx="189">
                  <c:v>0.34626375886905675</c:v>
                </c:pt>
                <c:pt idx="190">
                  <c:v>0.34626375886905675</c:v>
                </c:pt>
                <c:pt idx="191">
                  <c:v>0.33989690719769772</c:v>
                </c:pt>
                <c:pt idx="192">
                  <c:v>0.33936239503709198</c:v>
                </c:pt>
                <c:pt idx="193">
                  <c:v>0.28985985896912109</c:v>
                </c:pt>
                <c:pt idx="194">
                  <c:v>0.29129845378289931</c:v>
                </c:pt>
                <c:pt idx="195">
                  <c:v>0.30547746964083727</c:v>
                </c:pt>
                <c:pt idx="196">
                  <c:v>0.33144164337331594</c:v>
                </c:pt>
                <c:pt idx="197">
                  <c:v>0.39292803060156761</c:v>
                </c:pt>
                <c:pt idx="198">
                  <c:v>0.42272700072756136</c:v>
                </c:pt>
                <c:pt idx="199">
                  <c:v>0.39286667249963214</c:v>
                </c:pt>
                <c:pt idx="200">
                  <c:v>0.35414308183782223</c:v>
                </c:pt>
                <c:pt idx="201">
                  <c:v>0.3542712812179995</c:v>
                </c:pt>
                <c:pt idx="202">
                  <c:v>0.38515221599308352</c:v>
                </c:pt>
                <c:pt idx="203">
                  <c:v>0.38537159802743809</c:v>
                </c:pt>
                <c:pt idx="204">
                  <c:v>0.40924051329753336</c:v>
                </c:pt>
                <c:pt idx="205">
                  <c:v>0.4080580571716918</c:v>
                </c:pt>
                <c:pt idx="206">
                  <c:v>0.44444312661220686</c:v>
                </c:pt>
                <c:pt idx="207">
                  <c:v>0.44157633126365065</c:v>
                </c:pt>
                <c:pt idx="208">
                  <c:v>0.40919489925904234</c:v>
                </c:pt>
                <c:pt idx="209">
                  <c:v>0.4699805706154972</c:v>
                </c:pt>
                <c:pt idx="210">
                  <c:v>0.52605134754242744</c:v>
                </c:pt>
                <c:pt idx="211">
                  <c:v>0.52835609079609336</c:v>
                </c:pt>
                <c:pt idx="212">
                  <c:v>0.52605134754242744</c:v>
                </c:pt>
                <c:pt idx="213">
                  <c:v>0.5254602265012428</c:v>
                </c:pt>
                <c:pt idx="214">
                  <c:v>0.49442366816029654</c:v>
                </c:pt>
                <c:pt idx="215">
                  <c:v>0.46098343440077427</c:v>
                </c:pt>
                <c:pt idx="216">
                  <c:v>0.43010921248141931</c:v>
                </c:pt>
                <c:pt idx="217">
                  <c:v>0.45294063034136495</c:v>
                </c:pt>
                <c:pt idx="218">
                  <c:v>0.3870529036276229</c:v>
                </c:pt>
                <c:pt idx="219">
                  <c:v>0.45175307267929959</c:v>
                </c:pt>
                <c:pt idx="220">
                  <c:v>0.48615161590543643</c:v>
                </c:pt>
                <c:pt idx="221">
                  <c:v>0.47072884359674472</c:v>
                </c:pt>
                <c:pt idx="222">
                  <c:v>0.49915608737725392</c:v>
                </c:pt>
                <c:pt idx="223">
                  <c:v>0.47260889923644794</c:v>
                </c:pt>
                <c:pt idx="224">
                  <c:v>0.50167016442185053</c:v>
                </c:pt>
              </c:numCache>
            </c:numRef>
          </c:val>
          <c:smooth val="0"/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210831616"/>
        <c:axId val="210841600"/>
      </c:lineChart>
      <c:dateAx>
        <c:axId val="210831616"/>
        <c:scaling>
          <c:orientation val="minMax"/>
        </c:scaling>
        <c:delete val="0"/>
        <c:axPos val="b"/>
        <c:numFmt formatCode="m/d/yyyy" sourceLinked="1"/>
        <c:majorTickMark val="out"/>
        <c:minorTickMark val="none"/>
        <c:tickLblPos val="nextTo"/>
        <c:crossAx val="210841600"/>
        <c:crosses val="autoZero"/>
        <c:auto val="1"/>
        <c:lblOffset val="100"/>
        <c:baseTimeUnit val="days"/>
        <c:majorUnit val="6"/>
        <c:majorTimeUnit val="months"/>
      </c:dateAx>
      <c:valAx>
        <c:axId val="210841600"/>
        <c:scaling>
          <c:orientation val="minMax"/>
        </c:scaling>
        <c:delete val="0"/>
        <c:axPos val="l"/>
        <c:majorGridlines/>
        <c:title>
          <c:tx>
            <c:rich>
              <a:bodyPr rot="-5400000" vert="horz"/>
              <a:lstStyle/>
              <a:p>
                <a:pPr>
                  <a:defRPr/>
                </a:pPr>
                <a:r>
                  <a:rPr lang="en-US" dirty="0" err="1" smtClean="0"/>
                  <a:t>Refinancible</a:t>
                </a:r>
                <a:r>
                  <a:rPr lang="en-US" baseline="0" dirty="0" smtClean="0"/>
                  <a:t> Percentage</a:t>
                </a:r>
                <a:endParaRPr lang="en-US" dirty="0"/>
              </a:p>
            </c:rich>
          </c:tx>
          <c:layout/>
          <c:overlay val="0"/>
        </c:title>
        <c:numFmt formatCode="0%" sourceLinked="1"/>
        <c:majorTickMark val="out"/>
        <c:minorTickMark val="none"/>
        <c:tickLblPos val="nextTo"/>
        <c:crossAx val="210831616"/>
        <c:crosses val="autoZero"/>
        <c:crossBetween val="between"/>
      </c:valAx>
      <c:spPr>
        <a:ln>
          <a:solidFill>
            <a:schemeClr val="tx1"/>
          </a:solidFill>
        </a:ln>
      </c:spPr>
    </c:plotArea>
    <c:legend>
      <c:legendPos val="b"/>
      <c:layout/>
      <c:overlay val="0"/>
    </c:legend>
    <c:plotVisOnly val="1"/>
    <c:dispBlanksAs val="gap"/>
    <c:showDLblsOverMax val="0"/>
  </c:chart>
  <c:externalData r:id="rId1">
    <c:autoUpdate val="0"/>
  </c:externalData>
</c:chartSpace>
</file>

<file path=ppt/charts/chart9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/>
          <a:lstStyle/>
          <a:p>
            <a:pPr>
              <a:defRPr sz="1200"/>
            </a:pPr>
            <a:r>
              <a:rPr lang="en-US" sz="1200" dirty="0" smtClean="0"/>
              <a:t>Loans Originated Before June</a:t>
            </a:r>
            <a:r>
              <a:rPr lang="en-US" sz="1200" baseline="0" dirty="0" smtClean="0"/>
              <a:t> 2009</a:t>
            </a:r>
            <a:endParaRPr lang="en-US" sz="1200" dirty="0"/>
          </a:p>
        </c:rich>
      </c:tx>
      <c:layout/>
      <c:overlay val="0"/>
      <c:spPr>
        <a:solidFill>
          <a:schemeClr val="bg1"/>
        </a:solidFill>
      </c:spPr>
    </c:title>
    <c:autoTitleDeleted val="0"/>
    <c:plotArea>
      <c:layout/>
      <c:lineChart>
        <c:grouping val="standard"/>
        <c:varyColors val="0"/>
        <c:ser>
          <c:idx val="0"/>
          <c:order val="0"/>
          <c:tx>
            <c:strRef>
              <c:f>'HARPable Universe'!$C$2</c:f>
              <c:strCache>
                <c:ptCount val="1"/>
                <c:pt idx="0">
                  <c:v>Refi Plus</c:v>
                </c:pt>
              </c:strCache>
            </c:strRef>
          </c:tx>
          <c:spPr>
            <a:ln w="19050"/>
          </c:spPr>
          <c:marker>
            <c:symbol val="none"/>
          </c:marker>
          <c:cat>
            <c:numRef>
              <c:f>'HARPable Universe'!$B$3:$B$227</c:f>
              <c:numCache>
                <c:formatCode>m/d/yyyy</c:formatCode>
                <c:ptCount val="225"/>
                <c:pt idx="0">
                  <c:v>40549</c:v>
                </c:pt>
                <c:pt idx="1">
                  <c:v>40556</c:v>
                </c:pt>
                <c:pt idx="2">
                  <c:v>40563</c:v>
                </c:pt>
                <c:pt idx="3">
                  <c:v>40570</c:v>
                </c:pt>
                <c:pt idx="4">
                  <c:v>40577</c:v>
                </c:pt>
                <c:pt idx="5">
                  <c:v>40584</c:v>
                </c:pt>
                <c:pt idx="6">
                  <c:v>40591</c:v>
                </c:pt>
                <c:pt idx="7">
                  <c:v>40598</c:v>
                </c:pt>
                <c:pt idx="8">
                  <c:v>40605</c:v>
                </c:pt>
                <c:pt idx="9">
                  <c:v>40612</c:v>
                </c:pt>
                <c:pt idx="10">
                  <c:v>40619</c:v>
                </c:pt>
                <c:pt idx="11">
                  <c:v>40626</c:v>
                </c:pt>
                <c:pt idx="12">
                  <c:v>40633</c:v>
                </c:pt>
                <c:pt idx="13">
                  <c:v>40640</c:v>
                </c:pt>
                <c:pt idx="14">
                  <c:v>40647</c:v>
                </c:pt>
                <c:pt idx="15">
                  <c:v>40654</c:v>
                </c:pt>
                <c:pt idx="16">
                  <c:v>40661</c:v>
                </c:pt>
                <c:pt idx="17">
                  <c:v>40668</c:v>
                </c:pt>
                <c:pt idx="18">
                  <c:v>40675</c:v>
                </c:pt>
                <c:pt idx="19">
                  <c:v>40682</c:v>
                </c:pt>
                <c:pt idx="20">
                  <c:v>40689</c:v>
                </c:pt>
                <c:pt idx="21">
                  <c:v>40696</c:v>
                </c:pt>
                <c:pt idx="22">
                  <c:v>40703</c:v>
                </c:pt>
                <c:pt idx="23">
                  <c:v>40710</c:v>
                </c:pt>
                <c:pt idx="24">
                  <c:v>40717</c:v>
                </c:pt>
                <c:pt idx="25">
                  <c:v>40724</c:v>
                </c:pt>
                <c:pt idx="26">
                  <c:v>40731</c:v>
                </c:pt>
                <c:pt idx="27">
                  <c:v>40738</c:v>
                </c:pt>
                <c:pt idx="28">
                  <c:v>40745</c:v>
                </c:pt>
                <c:pt idx="29">
                  <c:v>40752</c:v>
                </c:pt>
                <c:pt idx="30">
                  <c:v>40759</c:v>
                </c:pt>
                <c:pt idx="31">
                  <c:v>40766</c:v>
                </c:pt>
                <c:pt idx="32">
                  <c:v>40773</c:v>
                </c:pt>
                <c:pt idx="33">
                  <c:v>40780</c:v>
                </c:pt>
                <c:pt idx="34">
                  <c:v>40787</c:v>
                </c:pt>
                <c:pt idx="35">
                  <c:v>40794</c:v>
                </c:pt>
                <c:pt idx="36">
                  <c:v>40801</c:v>
                </c:pt>
                <c:pt idx="37">
                  <c:v>40808</c:v>
                </c:pt>
                <c:pt idx="38">
                  <c:v>40815</c:v>
                </c:pt>
                <c:pt idx="39">
                  <c:v>40822</c:v>
                </c:pt>
                <c:pt idx="40">
                  <c:v>40829</c:v>
                </c:pt>
                <c:pt idx="41">
                  <c:v>40836</c:v>
                </c:pt>
                <c:pt idx="42">
                  <c:v>40843</c:v>
                </c:pt>
                <c:pt idx="43">
                  <c:v>40850</c:v>
                </c:pt>
                <c:pt idx="44">
                  <c:v>40857</c:v>
                </c:pt>
                <c:pt idx="45">
                  <c:v>40864</c:v>
                </c:pt>
                <c:pt idx="46">
                  <c:v>40870</c:v>
                </c:pt>
                <c:pt idx="47">
                  <c:v>40878</c:v>
                </c:pt>
                <c:pt idx="48">
                  <c:v>40885</c:v>
                </c:pt>
                <c:pt idx="49">
                  <c:v>40892</c:v>
                </c:pt>
                <c:pt idx="50">
                  <c:v>40899</c:v>
                </c:pt>
                <c:pt idx="51">
                  <c:v>40906</c:v>
                </c:pt>
                <c:pt idx="52">
                  <c:v>40913</c:v>
                </c:pt>
                <c:pt idx="53">
                  <c:v>40920</c:v>
                </c:pt>
                <c:pt idx="54">
                  <c:v>40927</c:v>
                </c:pt>
                <c:pt idx="55">
                  <c:v>40934</c:v>
                </c:pt>
                <c:pt idx="56">
                  <c:v>40941</c:v>
                </c:pt>
                <c:pt idx="57">
                  <c:v>40948</c:v>
                </c:pt>
                <c:pt idx="58">
                  <c:v>40955</c:v>
                </c:pt>
                <c:pt idx="59">
                  <c:v>40962</c:v>
                </c:pt>
                <c:pt idx="60">
                  <c:v>40969</c:v>
                </c:pt>
                <c:pt idx="61">
                  <c:v>40976</c:v>
                </c:pt>
                <c:pt idx="62">
                  <c:v>40983</c:v>
                </c:pt>
                <c:pt idx="63">
                  <c:v>40990</c:v>
                </c:pt>
                <c:pt idx="64">
                  <c:v>40997</c:v>
                </c:pt>
                <c:pt idx="65">
                  <c:v>41004</c:v>
                </c:pt>
                <c:pt idx="66">
                  <c:v>41011</c:v>
                </c:pt>
                <c:pt idx="67">
                  <c:v>41018</c:v>
                </c:pt>
                <c:pt idx="68">
                  <c:v>41025</c:v>
                </c:pt>
                <c:pt idx="69">
                  <c:v>41032</c:v>
                </c:pt>
                <c:pt idx="70">
                  <c:v>41039</c:v>
                </c:pt>
                <c:pt idx="71">
                  <c:v>41046</c:v>
                </c:pt>
                <c:pt idx="72">
                  <c:v>41053</c:v>
                </c:pt>
                <c:pt idx="73">
                  <c:v>41060</c:v>
                </c:pt>
                <c:pt idx="74">
                  <c:v>41067</c:v>
                </c:pt>
                <c:pt idx="75">
                  <c:v>41074</c:v>
                </c:pt>
                <c:pt idx="76">
                  <c:v>41081</c:v>
                </c:pt>
                <c:pt idx="77">
                  <c:v>41088</c:v>
                </c:pt>
                <c:pt idx="78">
                  <c:v>41095</c:v>
                </c:pt>
                <c:pt idx="79">
                  <c:v>41102</c:v>
                </c:pt>
                <c:pt idx="80">
                  <c:v>41109</c:v>
                </c:pt>
                <c:pt idx="81">
                  <c:v>41116</c:v>
                </c:pt>
                <c:pt idx="82">
                  <c:v>41123</c:v>
                </c:pt>
                <c:pt idx="83">
                  <c:v>41130</c:v>
                </c:pt>
                <c:pt idx="84">
                  <c:v>41137</c:v>
                </c:pt>
                <c:pt idx="85">
                  <c:v>41144</c:v>
                </c:pt>
                <c:pt idx="86">
                  <c:v>41151</c:v>
                </c:pt>
                <c:pt idx="87">
                  <c:v>41158</c:v>
                </c:pt>
                <c:pt idx="88">
                  <c:v>41165</c:v>
                </c:pt>
                <c:pt idx="89">
                  <c:v>41172</c:v>
                </c:pt>
                <c:pt idx="90">
                  <c:v>41179</c:v>
                </c:pt>
                <c:pt idx="91">
                  <c:v>41186</c:v>
                </c:pt>
                <c:pt idx="92">
                  <c:v>41193</c:v>
                </c:pt>
                <c:pt idx="93">
                  <c:v>41200</c:v>
                </c:pt>
                <c:pt idx="94">
                  <c:v>41207</c:v>
                </c:pt>
                <c:pt idx="95">
                  <c:v>41214</c:v>
                </c:pt>
                <c:pt idx="96">
                  <c:v>41221</c:v>
                </c:pt>
                <c:pt idx="97">
                  <c:v>41228</c:v>
                </c:pt>
                <c:pt idx="98">
                  <c:v>41234</c:v>
                </c:pt>
                <c:pt idx="99">
                  <c:v>41242</c:v>
                </c:pt>
                <c:pt idx="100">
                  <c:v>41249</c:v>
                </c:pt>
                <c:pt idx="101">
                  <c:v>41256</c:v>
                </c:pt>
                <c:pt idx="102">
                  <c:v>41263</c:v>
                </c:pt>
                <c:pt idx="103">
                  <c:v>41270</c:v>
                </c:pt>
                <c:pt idx="104">
                  <c:v>41277</c:v>
                </c:pt>
                <c:pt idx="105">
                  <c:v>41284</c:v>
                </c:pt>
                <c:pt idx="106">
                  <c:v>41291</c:v>
                </c:pt>
                <c:pt idx="107">
                  <c:v>41298</c:v>
                </c:pt>
                <c:pt idx="108">
                  <c:v>41305</c:v>
                </c:pt>
                <c:pt idx="109">
                  <c:v>41312</c:v>
                </c:pt>
                <c:pt idx="110">
                  <c:v>41319</c:v>
                </c:pt>
                <c:pt idx="111">
                  <c:v>41326</c:v>
                </c:pt>
                <c:pt idx="112">
                  <c:v>41333</c:v>
                </c:pt>
                <c:pt idx="113">
                  <c:v>41340</c:v>
                </c:pt>
                <c:pt idx="114">
                  <c:v>41347</c:v>
                </c:pt>
                <c:pt idx="115">
                  <c:v>41354</c:v>
                </c:pt>
                <c:pt idx="116">
                  <c:v>41361</c:v>
                </c:pt>
                <c:pt idx="117">
                  <c:v>41368</c:v>
                </c:pt>
                <c:pt idx="118">
                  <c:v>41375</c:v>
                </c:pt>
                <c:pt idx="119">
                  <c:v>41382</c:v>
                </c:pt>
                <c:pt idx="120">
                  <c:v>41389</c:v>
                </c:pt>
                <c:pt idx="121">
                  <c:v>41396</c:v>
                </c:pt>
                <c:pt idx="122">
                  <c:v>41403</c:v>
                </c:pt>
                <c:pt idx="123">
                  <c:v>41410</c:v>
                </c:pt>
                <c:pt idx="124">
                  <c:v>41417</c:v>
                </c:pt>
                <c:pt idx="125">
                  <c:v>41424</c:v>
                </c:pt>
                <c:pt idx="126">
                  <c:v>41431</c:v>
                </c:pt>
                <c:pt idx="127">
                  <c:v>41438</c:v>
                </c:pt>
                <c:pt idx="128">
                  <c:v>41445</c:v>
                </c:pt>
                <c:pt idx="129">
                  <c:v>41452</c:v>
                </c:pt>
                <c:pt idx="130">
                  <c:v>41458</c:v>
                </c:pt>
                <c:pt idx="131">
                  <c:v>41466</c:v>
                </c:pt>
                <c:pt idx="132">
                  <c:v>41473</c:v>
                </c:pt>
                <c:pt idx="133">
                  <c:v>41480</c:v>
                </c:pt>
                <c:pt idx="134">
                  <c:v>41487</c:v>
                </c:pt>
                <c:pt idx="135">
                  <c:v>41494</c:v>
                </c:pt>
                <c:pt idx="136">
                  <c:v>41501</c:v>
                </c:pt>
                <c:pt idx="137">
                  <c:v>41508</c:v>
                </c:pt>
                <c:pt idx="138">
                  <c:v>41515</c:v>
                </c:pt>
                <c:pt idx="139">
                  <c:v>41522</c:v>
                </c:pt>
                <c:pt idx="140">
                  <c:v>41529</c:v>
                </c:pt>
                <c:pt idx="141">
                  <c:v>41536</c:v>
                </c:pt>
                <c:pt idx="142">
                  <c:v>41543</c:v>
                </c:pt>
                <c:pt idx="143">
                  <c:v>41550</c:v>
                </c:pt>
                <c:pt idx="144">
                  <c:v>41557</c:v>
                </c:pt>
                <c:pt idx="145">
                  <c:v>41564</c:v>
                </c:pt>
                <c:pt idx="146">
                  <c:v>41571</c:v>
                </c:pt>
                <c:pt idx="147">
                  <c:v>41578</c:v>
                </c:pt>
                <c:pt idx="148">
                  <c:v>41585</c:v>
                </c:pt>
                <c:pt idx="149">
                  <c:v>41592</c:v>
                </c:pt>
                <c:pt idx="150">
                  <c:v>41599</c:v>
                </c:pt>
                <c:pt idx="151">
                  <c:v>41605</c:v>
                </c:pt>
                <c:pt idx="152">
                  <c:v>41613</c:v>
                </c:pt>
                <c:pt idx="153">
                  <c:v>41620</c:v>
                </c:pt>
                <c:pt idx="154">
                  <c:v>41627</c:v>
                </c:pt>
                <c:pt idx="155">
                  <c:v>41634</c:v>
                </c:pt>
                <c:pt idx="156">
                  <c:v>41641</c:v>
                </c:pt>
                <c:pt idx="157">
                  <c:v>41648</c:v>
                </c:pt>
                <c:pt idx="158">
                  <c:v>41655</c:v>
                </c:pt>
                <c:pt idx="159">
                  <c:v>41662</c:v>
                </c:pt>
                <c:pt idx="160">
                  <c:v>41669</c:v>
                </c:pt>
                <c:pt idx="161">
                  <c:v>41676</c:v>
                </c:pt>
                <c:pt idx="162">
                  <c:v>41683</c:v>
                </c:pt>
                <c:pt idx="163">
                  <c:v>41690</c:v>
                </c:pt>
                <c:pt idx="164">
                  <c:v>41697</c:v>
                </c:pt>
                <c:pt idx="165">
                  <c:v>41704</c:v>
                </c:pt>
                <c:pt idx="166">
                  <c:v>41711</c:v>
                </c:pt>
                <c:pt idx="167">
                  <c:v>41718</c:v>
                </c:pt>
                <c:pt idx="168">
                  <c:v>41725</c:v>
                </c:pt>
                <c:pt idx="169">
                  <c:v>41732</c:v>
                </c:pt>
                <c:pt idx="170">
                  <c:v>41739</c:v>
                </c:pt>
                <c:pt idx="171">
                  <c:v>41746</c:v>
                </c:pt>
                <c:pt idx="172">
                  <c:v>41753</c:v>
                </c:pt>
                <c:pt idx="173">
                  <c:v>41760</c:v>
                </c:pt>
                <c:pt idx="174">
                  <c:v>41767</c:v>
                </c:pt>
                <c:pt idx="175">
                  <c:v>41774</c:v>
                </c:pt>
                <c:pt idx="176">
                  <c:v>41781</c:v>
                </c:pt>
                <c:pt idx="177">
                  <c:v>41788</c:v>
                </c:pt>
                <c:pt idx="178">
                  <c:v>41795</c:v>
                </c:pt>
                <c:pt idx="179">
                  <c:v>41802</c:v>
                </c:pt>
                <c:pt idx="180">
                  <c:v>41809</c:v>
                </c:pt>
                <c:pt idx="181">
                  <c:v>41816</c:v>
                </c:pt>
                <c:pt idx="182">
                  <c:v>41823</c:v>
                </c:pt>
                <c:pt idx="183">
                  <c:v>41830</c:v>
                </c:pt>
                <c:pt idx="184">
                  <c:v>41837</c:v>
                </c:pt>
                <c:pt idx="185">
                  <c:v>41844</c:v>
                </c:pt>
                <c:pt idx="186">
                  <c:v>41851</c:v>
                </c:pt>
                <c:pt idx="187">
                  <c:v>41858</c:v>
                </c:pt>
                <c:pt idx="188">
                  <c:v>41865</c:v>
                </c:pt>
                <c:pt idx="189">
                  <c:v>41872</c:v>
                </c:pt>
                <c:pt idx="190">
                  <c:v>41879</c:v>
                </c:pt>
                <c:pt idx="191">
                  <c:v>41886</c:v>
                </c:pt>
                <c:pt idx="192">
                  <c:v>41893</c:v>
                </c:pt>
                <c:pt idx="193">
                  <c:v>41900</c:v>
                </c:pt>
                <c:pt idx="194">
                  <c:v>41907</c:v>
                </c:pt>
                <c:pt idx="195">
                  <c:v>41914</c:v>
                </c:pt>
                <c:pt idx="196">
                  <c:v>41921</c:v>
                </c:pt>
                <c:pt idx="197">
                  <c:v>41928</c:v>
                </c:pt>
                <c:pt idx="198">
                  <c:v>41935</c:v>
                </c:pt>
                <c:pt idx="199">
                  <c:v>41942</c:v>
                </c:pt>
                <c:pt idx="200">
                  <c:v>41949</c:v>
                </c:pt>
                <c:pt idx="201">
                  <c:v>41956</c:v>
                </c:pt>
                <c:pt idx="202">
                  <c:v>41963</c:v>
                </c:pt>
                <c:pt idx="203">
                  <c:v>41969</c:v>
                </c:pt>
                <c:pt idx="204">
                  <c:v>41977</c:v>
                </c:pt>
                <c:pt idx="205">
                  <c:v>41984</c:v>
                </c:pt>
                <c:pt idx="206">
                  <c:v>41991</c:v>
                </c:pt>
                <c:pt idx="207">
                  <c:v>41997</c:v>
                </c:pt>
                <c:pt idx="208">
                  <c:v>42004</c:v>
                </c:pt>
                <c:pt idx="209">
                  <c:v>42012</c:v>
                </c:pt>
                <c:pt idx="210">
                  <c:v>42019</c:v>
                </c:pt>
                <c:pt idx="211">
                  <c:v>42026</c:v>
                </c:pt>
                <c:pt idx="212">
                  <c:v>42033</c:v>
                </c:pt>
                <c:pt idx="213">
                  <c:v>42040</c:v>
                </c:pt>
                <c:pt idx="214">
                  <c:v>42047</c:v>
                </c:pt>
                <c:pt idx="215">
                  <c:v>42054</c:v>
                </c:pt>
                <c:pt idx="216">
                  <c:v>42061</c:v>
                </c:pt>
                <c:pt idx="217">
                  <c:v>42068</c:v>
                </c:pt>
                <c:pt idx="218">
                  <c:v>42075</c:v>
                </c:pt>
                <c:pt idx="219">
                  <c:v>42082</c:v>
                </c:pt>
                <c:pt idx="220">
                  <c:v>42089</c:v>
                </c:pt>
                <c:pt idx="221">
                  <c:v>42096</c:v>
                </c:pt>
                <c:pt idx="222">
                  <c:v>42103</c:v>
                </c:pt>
                <c:pt idx="223">
                  <c:v>42110</c:v>
                </c:pt>
                <c:pt idx="224">
                  <c:v>42117</c:v>
                </c:pt>
              </c:numCache>
            </c:numRef>
          </c:cat>
          <c:val>
            <c:numRef>
              <c:f>'HARPable Universe'!$C$3:$C$227</c:f>
              <c:numCache>
                <c:formatCode>0%</c:formatCode>
                <c:ptCount val="225"/>
                <c:pt idx="0">
                  <c:v>0.68934342154794104</c:v>
                </c:pt>
                <c:pt idx="1">
                  <c:v>0.70307643177109502</c:v>
                </c:pt>
                <c:pt idx="2">
                  <c:v>0.68938813329756798</c:v>
                </c:pt>
                <c:pt idx="3">
                  <c:v>0.68933878258023296</c:v>
                </c:pt>
                <c:pt idx="4">
                  <c:v>0.67503887167036103</c:v>
                </c:pt>
                <c:pt idx="5">
                  <c:v>0.62601198303170802</c:v>
                </c:pt>
                <c:pt idx="6">
                  <c:v>0.64635810340061295</c:v>
                </c:pt>
                <c:pt idx="7">
                  <c:v>0.657316480570869</c:v>
                </c:pt>
                <c:pt idx="8">
                  <c:v>0.67062319372880397</c:v>
                </c:pt>
                <c:pt idx="9">
                  <c:v>0.67056643052686704</c:v>
                </c:pt>
                <c:pt idx="10">
                  <c:v>0.69499981858565096</c:v>
                </c:pt>
                <c:pt idx="11">
                  <c:v>0.68107814802781896</c:v>
                </c:pt>
                <c:pt idx="12">
                  <c:v>0.67063539524591398</c:v>
                </c:pt>
                <c:pt idx="13">
                  <c:v>0.667098340408248</c:v>
                </c:pt>
                <c:pt idx="14">
                  <c:v>0.66704040155500299</c:v>
                </c:pt>
                <c:pt idx="15">
                  <c:v>0.67762590916364096</c:v>
                </c:pt>
                <c:pt idx="16">
                  <c:v>0.67764813539017299</c:v>
                </c:pt>
                <c:pt idx="17">
                  <c:v>0.68894669316518398</c:v>
                </c:pt>
                <c:pt idx="18">
                  <c:v>0.71405065373301202</c:v>
                </c:pt>
                <c:pt idx="19">
                  <c:v>0.71407362852576595</c:v>
                </c:pt>
                <c:pt idx="20">
                  <c:v>0.71409882525790402</c:v>
                </c:pt>
                <c:pt idx="21">
                  <c:v>0.72824875176082904</c:v>
                </c:pt>
                <c:pt idx="22">
                  <c:v>0.74506714039606803</c:v>
                </c:pt>
                <c:pt idx="23">
                  <c:v>0.74505340929157504</c:v>
                </c:pt>
                <c:pt idx="24">
                  <c:v>0.72824875176082904</c:v>
                </c:pt>
                <c:pt idx="25">
                  <c:v>0.74479550295308605</c:v>
                </c:pt>
                <c:pt idx="26">
                  <c:v>0.70952144486954205</c:v>
                </c:pt>
                <c:pt idx="27">
                  <c:v>0.74275012081458902</c:v>
                </c:pt>
                <c:pt idx="28">
                  <c:v>0.72609841989856705</c:v>
                </c:pt>
                <c:pt idx="29">
                  <c:v>0.72572799430629997</c:v>
                </c:pt>
                <c:pt idx="30">
                  <c:v>0.77903375194828495</c:v>
                </c:pt>
                <c:pt idx="31">
                  <c:v>0.86382425683094299</c:v>
                </c:pt>
                <c:pt idx="32">
                  <c:v>0.93211944193435403</c:v>
                </c:pt>
                <c:pt idx="33">
                  <c:v>0.89991044673128795</c:v>
                </c:pt>
                <c:pt idx="34">
                  <c:v>0.89921029459495505</c:v>
                </c:pt>
                <c:pt idx="35">
                  <c:v>0.94885867876400498</c:v>
                </c:pt>
                <c:pt idx="36">
                  <c:v>0.948919698883541</c:v>
                </c:pt>
                <c:pt idx="37">
                  <c:v>0.948919698883541</c:v>
                </c:pt>
                <c:pt idx="38">
                  <c:v>0.974512005363524</c:v>
                </c:pt>
                <c:pt idx="39">
                  <c:v>0.97415183550259199</c:v>
                </c:pt>
                <c:pt idx="40">
                  <c:v>0.930833872341434</c:v>
                </c:pt>
                <c:pt idx="41">
                  <c:v>0.948221735508743</c:v>
                </c:pt>
                <c:pt idx="42">
                  <c:v>0.94825133674425999</c:v>
                </c:pt>
                <c:pt idx="43">
                  <c:v>0.97363330958432404</c:v>
                </c:pt>
                <c:pt idx="44">
                  <c:v>0.97363631849321397</c:v>
                </c:pt>
                <c:pt idx="45">
                  <c:v>0.97363330958432404</c:v>
                </c:pt>
                <c:pt idx="46">
                  <c:v>0.97364489082606698</c:v>
                </c:pt>
                <c:pt idx="47">
                  <c:v>0.97319978848678002</c:v>
                </c:pt>
                <c:pt idx="48">
                  <c:v>0.973202121427309</c:v>
                </c:pt>
                <c:pt idx="49">
                  <c:v>0.97322297014224102</c:v>
                </c:pt>
                <c:pt idx="50">
                  <c:v>0.98378393141539</c:v>
                </c:pt>
                <c:pt idx="51">
                  <c:v>0.98374645848449505</c:v>
                </c:pt>
                <c:pt idx="52">
                  <c:v>0.98350298040027295</c:v>
                </c:pt>
                <c:pt idx="53">
                  <c:v>0.983519920596025</c:v>
                </c:pt>
                <c:pt idx="54">
                  <c:v>0.98351461374668603</c:v>
                </c:pt>
                <c:pt idx="55">
                  <c:v>0.97286189980816695</c:v>
                </c:pt>
                <c:pt idx="56">
                  <c:v>0.98329981748947404</c:v>
                </c:pt>
                <c:pt idx="57">
                  <c:v>0.98329981748947404</c:v>
                </c:pt>
                <c:pt idx="58">
                  <c:v>0.98329981748947404</c:v>
                </c:pt>
                <c:pt idx="59">
                  <c:v>0.97253147097901604</c:v>
                </c:pt>
                <c:pt idx="60">
                  <c:v>0.98307098130391601</c:v>
                </c:pt>
                <c:pt idx="61">
                  <c:v>0.98308116533178702</c:v>
                </c:pt>
                <c:pt idx="62">
                  <c:v>0.98304412035651201</c:v>
                </c:pt>
                <c:pt idx="63">
                  <c:v>0.94621671624645198</c:v>
                </c:pt>
                <c:pt idx="64">
                  <c:v>0.97221317553099895</c:v>
                </c:pt>
                <c:pt idx="65">
                  <c:v>0.972659113561122</c:v>
                </c:pt>
                <c:pt idx="66">
                  <c:v>0.98910284855503505</c:v>
                </c:pt>
                <c:pt idx="67">
                  <c:v>0.98328533943875196</c:v>
                </c:pt>
                <c:pt idx="68">
                  <c:v>0.98910284855503505</c:v>
                </c:pt>
                <c:pt idx="69">
                  <c:v>0.98918794291197698</c:v>
                </c:pt>
                <c:pt idx="70">
                  <c:v>0.98919709187808802</c:v>
                </c:pt>
                <c:pt idx="71">
                  <c:v>0.99452879876186695</c:v>
                </c:pt>
                <c:pt idx="72">
                  <c:v>0.994528175384642</c:v>
                </c:pt>
                <c:pt idx="73">
                  <c:v>0.99453076174602095</c:v>
                </c:pt>
                <c:pt idx="74">
                  <c:v>0.99920990822137301</c:v>
                </c:pt>
                <c:pt idx="75">
                  <c:v>0.99750984999361303</c:v>
                </c:pt>
                <c:pt idx="76">
                  <c:v>0.99920990822137301</c:v>
                </c:pt>
                <c:pt idx="77">
                  <c:v>0.99920990822137301</c:v>
                </c:pt>
                <c:pt idx="78">
                  <c:v>0.99921052750741601</c:v>
                </c:pt>
                <c:pt idx="79">
                  <c:v>0.99993082487965101</c:v>
                </c:pt>
                <c:pt idx="80">
                  <c:v>0.99993082487965101</c:v>
                </c:pt>
                <c:pt idx="81">
                  <c:v>0.99994356235953297</c:v>
                </c:pt>
                <c:pt idx="82">
                  <c:v>0.99992850979514003</c:v>
                </c:pt>
                <c:pt idx="83">
                  <c:v>0.99992850979514003</c:v>
                </c:pt>
                <c:pt idx="84">
                  <c:v>0.99991808103115498</c:v>
                </c:pt>
                <c:pt idx="85">
                  <c:v>0.99920283129912302</c:v>
                </c:pt>
                <c:pt idx="86">
                  <c:v>0.99992850979514003</c:v>
                </c:pt>
                <c:pt idx="87">
                  <c:v>0.999925926572371</c:v>
                </c:pt>
                <c:pt idx="88">
                  <c:v>0.999925926572371</c:v>
                </c:pt>
                <c:pt idx="89">
                  <c:v>0.99993925458967703</c:v>
                </c:pt>
                <c:pt idx="90">
                  <c:v>0.999963330930556</c:v>
                </c:pt>
                <c:pt idx="91">
                  <c:v>0.99996184565451895</c:v>
                </c:pt>
                <c:pt idx="92">
                  <c:v>0.99994149110272401</c:v>
                </c:pt>
                <c:pt idx="93">
                  <c:v>0.99996184565451895</c:v>
                </c:pt>
                <c:pt idx="94">
                  <c:v>0.99994149110272401</c:v>
                </c:pt>
                <c:pt idx="95">
                  <c:v>0.99993955387432398</c:v>
                </c:pt>
                <c:pt idx="96">
                  <c:v>0.99993955387432398</c:v>
                </c:pt>
                <c:pt idx="97">
                  <c:v>0.999960116591327</c:v>
                </c:pt>
                <c:pt idx="98">
                  <c:v>0.99997526938915204</c:v>
                </c:pt>
                <c:pt idx="99">
                  <c:v>0.999960116591327</c:v>
                </c:pt>
                <c:pt idx="100">
                  <c:v>0.99995840571303796</c:v>
                </c:pt>
                <c:pt idx="101">
                  <c:v>0.99997421417518995</c:v>
                </c:pt>
                <c:pt idx="102">
                  <c:v>0.99995840571303796</c:v>
                </c:pt>
                <c:pt idx="103">
                  <c:v>0.99995840571303796</c:v>
                </c:pt>
                <c:pt idx="104">
                  <c:v>0.99995690344517796</c:v>
                </c:pt>
                <c:pt idx="105">
                  <c:v>0.99993449558008296</c:v>
                </c:pt>
                <c:pt idx="106">
                  <c:v>0.99995690344517796</c:v>
                </c:pt>
                <c:pt idx="107">
                  <c:v>0.99993449558008296</c:v>
                </c:pt>
                <c:pt idx="108">
                  <c:v>0.99991411771788796</c:v>
                </c:pt>
                <c:pt idx="109">
                  <c:v>0.99991089237320696</c:v>
                </c:pt>
                <c:pt idx="110">
                  <c:v>0.99991089237320696</c:v>
                </c:pt>
                <c:pt idx="111">
                  <c:v>0.99989953187824898</c:v>
                </c:pt>
                <c:pt idx="112">
                  <c:v>0.99991089237320696</c:v>
                </c:pt>
                <c:pt idx="113">
                  <c:v>0.99990931344518297</c:v>
                </c:pt>
                <c:pt idx="114">
                  <c:v>0.99915802709531398</c:v>
                </c:pt>
                <c:pt idx="115">
                  <c:v>0.99990931344518297</c:v>
                </c:pt>
                <c:pt idx="116">
                  <c:v>0.999897251404256</c:v>
                </c:pt>
                <c:pt idx="117">
                  <c:v>0.99990366179078405</c:v>
                </c:pt>
                <c:pt idx="118">
                  <c:v>0.99991982126825196</c:v>
                </c:pt>
                <c:pt idx="119">
                  <c:v>0.99992797902387898</c:v>
                </c:pt>
                <c:pt idx="120">
                  <c:v>0.99992797902387898</c:v>
                </c:pt>
                <c:pt idx="121">
                  <c:v>0.9999571303068</c:v>
                </c:pt>
                <c:pt idx="122">
                  <c:v>0.999926355664575</c:v>
                </c:pt>
                <c:pt idx="123">
                  <c:v>0.99991596688144602</c:v>
                </c:pt>
                <c:pt idx="124">
                  <c:v>0.999891003765222</c:v>
                </c:pt>
                <c:pt idx="125">
                  <c:v>0.98959937329126002</c:v>
                </c:pt>
                <c:pt idx="126">
                  <c:v>0.98319620204482405</c:v>
                </c:pt>
                <c:pt idx="127">
                  <c:v>0.97483509520421197</c:v>
                </c:pt>
                <c:pt idx="128">
                  <c:v>0.974845105001512</c:v>
                </c:pt>
                <c:pt idx="129">
                  <c:v>0.75861637191260001</c:v>
                </c:pt>
                <c:pt idx="130">
                  <c:v>0.87464281994842097</c:v>
                </c:pt>
                <c:pt idx="131">
                  <c:v>0.73939644380791003</c:v>
                </c:pt>
                <c:pt idx="132">
                  <c:v>0.83595927197837805</c:v>
                </c:pt>
                <c:pt idx="133">
                  <c:v>0.83620473842721499</c:v>
                </c:pt>
                <c:pt idx="134">
                  <c:v>0.79246254673167404</c:v>
                </c:pt>
                <c:pt idx="135">
                  <c:v>0.792438207756055</c:v>
                </c:pt>
                <c:pt idx="136">
                  <c:v>0.792438207756055</c:v>
                </c:pt>
                <c:pt idx="137">
                  <c:v>0.72293605511047399</c:v>
                </c:pt>
                <c:pt idx="138">
                  <c:v>0.75618136859207497</c:v>
                </c:pt>
                <c:pt idx="139">
                  <c:v>0.73241928482112195</c:v>
                </c:pt>
                <c:pt idx="140">
                  <c:v>0.71851650648965204</c:v>
                </c:pt>
                <c:pt idx="141">
                  <c:v>0.75283799652968897</c:v>
                </c:pt>
                <c:pt idx="142">
                  <c:v>0.87216740152542305</c:v>
                </c:pt>
                <c:pt idx="143">
                  <c:v>0.91006704896642798</c:v>
                </c:pt>
                <c:pt idx="144">
                  <c:v>0.91000379323017</c:v>
                </c:pt>
                <c:pt idx="145">
                  <c:v>0.87030379941598801</c:v>
                </c:pt>
                <c:pt idx="146">
                  <c:v>0.92948151561270798</c:v>
                </c:pt>
                <c:pt idx="147">
                  <c:v>0.946371224192602</c:v>
                </c:pt>
                <c:pt idx="148">
                  <c:v>0.92862600348226998</c:v>
                </c:pt>
                <c:pt idx="149">
                  <c:v>0.82764760393529802</c:v>
                </c:pt>
                <c:pt idx="150">
                  <c:v>0.90867076242729805</c:v>
                </c:pt>
                <c:pt idx="151">
                  <c:v>0.868879336155854</c:v>
                </c:pt>
                <c:pt idx="152">
                  <c:v>0.78150994044042599</c:v>
                </c:pt>
                <c:pt idx="153">
                  <c:v>0.78142626283674099</c:v>
                </c:pt>
                <c:pt idx="154">
                  <c:v>0.74080880570196705</c:v>
                </c:pt>
                <c:pt idx="155">
                  <c:v>0.74072304288786295</c:v>
                </c:pt>
                <c:pt idx="156">
                  <c:v>0.71573440369395702</c:v>
                </c:pt>
                <c:pt idx="157">
                  <c:v>0.737862180577046</c:v>
                </c:pt>
                <c:pt idx="158">
                  <c:v>0.77881660913151596</c:v>
                </c:pt>
                <c:pt idx="159">
                  <c:v>0.77893724315267199</c:v>
                </c:pt>
                <c:pt idx="160">
                  <c:v>0.86531452225895999</c:v>
                </c:pt>
                <c:pt idx="161">
                  <c:v>0.904840601248314</c:v>
                </c:pt>
                <c:pt idx="162">
                  <c:v>0.86420449138465305</c:v>
                </c:pt>
                <c:pt idx="163">
                  <c:v>0.82103225324176798</c:v>
                </c:pt>
                <c:pt idx="164">
                  <c:v>0.82077124571501203</c:v>
                </c:pt>
                <c:pt idx="165">
                  <c:v>0.86296973588403203</c:v>
                </c:pt>
                <c:pt idx="166">
                  <c:v>0.81906765211778298</c:v>
                </c:pt>
                <c:pt idx="167">
                  <c:v>0.86286183686691498</c:v>
                </c:pt>
                <c:pt idx="168">
                  <c:v>0.81889916283087805</c:v>
                </c:pt>
                <c:pt idx="169">
                  <c:v>0.77382163087992895</c:v>
                </c:pt>
                <c:pt idx="170">
                  <c:v>0.81929535733400805</c:v>
                </c:pt>
                <c:pt idx="171">
                  <c:v>0.86307390731589495</c:v>
                </c:pt>
                <c:pt idx="172">
                  <c:v>0.862883144079441</c:v>
                </c:pt>
                <c:pt idx="173">
                  <c:v>0.86338218182302096</c:v>
                </c:pt>
                <c:pt idx="174">
                  <c:v>0.92469964057410103</c:v>
                </c:pt>
                <c:pt idx="175">
                  <c:v>0.92471213874485103</c:v>
                </c:pt>
                <c:pt idx="176">
                  <c:v>0.942170788335981</c:v>
                </c:pt>
                <c:pt idx="177">
                  <c:v>0.94220364207853702</c:v>
                </c:pt>
                <c:pt idx="178">
                  <c:v>0.94191255638832705</c:v>
                </c:pt>
                <c:pt idx="179">
                  <c:v>0.924708662683428</c:v>
                </c:pt>
                <c:pt idx="180">
                  <c:v>0.92478797041361505</c:v>
                </c:pt>
                <c:pt idx="181">
                  <c:v>0.94191255638832705</c:v>
                </c:pt>
                <c:pt idx="182">
                  <c:v>0.95933486163638704</c:v>
                </c:pt>
                <c:pt idx="183">
                  <c:v>0.92435732512698199</c:v>
                </c:pt>
                <c:pt idx="184">
                  <c:v>0.94140193159732499</c:v>
                </c:pt>
                <c:pt idx="185">
                  <c:v>0.94140193159732499</c:v>
                </c:pt>
                <c:pt idx="186">
                  <c:v>0.94141649683931705</c:v>
                </c:pt>
                <c:pt idx="187">
                  <c:v>0.92406873351741203</c:v>
                </c:pt>
                <c:pt idx="188">
                  <c:v>0.94091871934431903</c:v>
                </c:pt>
                <c:pt idx="189">
                  <c:v>0.95930523734958395</c:v>
                </c:pt>
                <c:pt idx="190">
                  <c:v>0.95930523734958395</c:v>
                </c:pt>
                <c:pt idx="191">
                  <c:v>0.959184322523427</c:v>
                </c:pt>
                <c:pt idx="192">
                  <c:v>0.95904395158926303</c:v>
                </c:pt>
                <c:pt idx="193">
                  <c:v>0.92367592231458095</c:v>
                </c:pt>
                <c:pt idx="194">
                  <c:v>0.92375754000891097</c:v>
                </c:pt>
                <c:pt idx="195">
                  <c:v>0.939877910552257</c:v>
                </c:pt>
                <c:pt idx="196">
                  <c:v>0.95870597013426595</c:v>
                </c:pt>
                <c:pt idx="197">
                  <c:v>0.98146689029705902</c:v>
                </c:pt>
                <c:pt idx="198">
                  <c:v>0.98818151288594802</c:v>
                </c:pt>
                <c:pt idx="199">
                  <c:v>0.98146296312210002</c:v>
                </c:pt>
                <c:pt idx="200">
                  <c:v>0.97081970689119501</c:v>
                </c:pt>
                <c:pt idx="201">
                  <c:v>0.97082427955975303</c:v>
                </c:pt>
                <c:pt idx="202">
                  <c:v>0.98114317383489702</c:v>
                </c:pt>
                <c:pt idx="203">
                  <c:v>0.98115309471965295</c:v>
                </c:pt>
                <c:pt idx="204">
                  <c:v>0.98784281177175604</c:v>
                </c:pt>
                <c:pt idx="205">
                  <c:v>0.98783408332259803</c:v>
                </c:pt>
                <c:pt idx="206">
                  <c:v>0.99479182701672098</c:v>
                </c:pt>
                <c:pt idx="207">
                  <c:v>0.99479023677626099</c:v>
                </c:pt>
                <c:pt idx="208">
                  <c:v>0.98784159692108897</c:v>
                </c:pt>
                <c:pt idx="209">
                  <c:v>0.99863696366528298</c:v>
                </c:pt>
                <c:pt idx="210">
                  <c:v>0.99972875942488504</c:v>
                </c:pt>
                <c:pt idx="211">
                  <c:v>0.99972875942488504</c:v>
                </c:pt>
                <c:pt idx="212">
                  <c:v>0.99972875942488504</c:v>
                </c:pt>
                <c:pt idx="213">
                  <c:v>0.99972493862629996</c:v>
                </c:pt>
                <c:pt idx="214">
                  <c:v>0.99902094218210002</c:v>
                </c:pt>
                <c:pt idx="215">
                  <c:v>0.99863084569716998</c:v>
                </c:pt>
                <c:pt idx="216">
                  <c:v>0.99472881095047105</c:v>
                </c:pt>
                <c:pt idx="217">
                  <c:v>0.99843910380784895</c:v>
                </c:pt>
                <c:pt idx="218">
                  <c:v>0.98728276128744996</c:v>
                </c:pt>
                <c:pt idx="219">
                  <c:v>0.99843910380784895</c:v>
                </c:pt>
                <c:pt idx="220">
                  <c:v>0.99887607034173698</c:v>
                </c:pt>
                <c:pt idx="221">
                  <c:v>0.99885910901552399</c:v>
                </c:pt>
                <c:pt idx="222">
                  <c:v>0.99960994368004696</c:v>
                </c:pt>
                <c:pt idx="223">
                  <c:v>0.99885981007337399</c:v>
                </c:pt>
                <c:pt idx="224">
                  <c:v>0.99960994368004696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'HARPable Universe'!$D$2</c:f>
              <c:strCache>
                <c:ptCount val="1"/>
                <c:pt idx="0">
                  <c:v>Regular</c:v>
                </c:pt>
              </c:strCache>
            </c:strRef>
          </c:tx>
          <c:spPr>
            <a:ln w="19050">
              <a:solidFill>
                <a:srgbClr val="AD275C"/>
              </a:solidFill>
            </a:ln>
          </c:spPr>
          <c:marker>
            <c:symbol val="none"/>
          </c:marker>
          <c:cat>
            <c:numRef>
              <c:f>'HARPable Universe'!$B$3:$B$227</c:f>
              <c:numCache>
                <c:formatCode>m/d/yyyy</c:formatCode>
                <c:ptCount val="225"/>
                <c:pt idx="0">
                  <c:v>40549</c:v>
                </c:pt>
                <c:pt idx="1">
                  <c:v>40556</c:v>
                </c:pt>
                <c:pt idx="2">
                  <c:v>40563</c:v>
                </c:pt>
                <c:pt idx="3">
                  <c:v>40570</c:v>
                </c:pt>
                <c:pt idx="4">
                  <c:v>40577</c:v>
                </c:pt>
                <c:pt idx="5">
                  <c:v>40584</c:v>
                </c:pt>
                <c:pt idx="6">
                  <c:v>40591</c:v>
                </c:pt>
                <c:pt idx="7">
                  <c:v>40598</c:v>
                </c:pt>
                <c:pt idx="8">
                  <c:v>40605</c:v>
                </c:pt>
                <c:pt idx="9">
                  <c:v>40612</c:v>
                </c:pt>
                <c:pt idx="10">
                  <c:v>40619</c:v>
                </c:pt>
                <c:pt idx="11">
                  <c:v>40626</c:v>
                </c:pt>
                <c:pt idx="12">
                  <c:v>40633</c:v>
                </c:pt>
                <c:pt idx="13">
                  <c:v>40640</c:v>
                </c:pt>
                <c:pt idx="14">
                  <c:v>40647</c:v>
                </c:pt>
                <c:pt idx="15">
                  <c:v>40654</c:v>
                </c:pt>
                <c:pt idx="16">
                  <c:v>40661</c:v>
                </c:pt>
                <c:pt idx="17">
                  <c:v>40668</c:v>
                </c:pt>
                <c:pt idx="18">
                  <c:v>40675</c:v>
                </c:pt>
                <c:pt idx="19">
                  <c:v>40682</c:v>
                </c:pt>
                <c:pt idx="20">
                  <c:v>40689</c:v>
                </c:pt>
                <c:pt idx="21">
                  <c:v>40696</c:v>
                </c:pt>
                <c:pt idx="22">
                  <c:v>40703</c:v>
                </c:pt>
                <c:pt idx="23">
                  <c:v>40710</c:v>
                </c:pt>
                <c:pt idx="24">
                  <c:v>40717</c:v>
                </c:pt>
                <c:pt idx="25">
                  <c:v>40724</c:v>
                </c:pt>
                <c:pt idx="26">
                  <c:v>40731</c:v>
                </c:pt>
                <c:pt idx="27">
                  <c:v>40738</c:v>
                </c:pt>
                <c:pt idx="28">
                  <c:v>40745</c:v>
                </c:pt>
                <c:pt idx="29">
                  <c:v>40752</c:v>
                </c:pt>
                <c:pt idx="30">
                  <c:v>40759</c:v>
                </c:pt>
                <c:pt idx="31">
                  <c:v>40766</c:v>
                </c:pt>
                <c:pt idx="32">
                  <c:v>40773</c:v>
                </c:pt>
                <c:pt idx="33">
                  <c:v>40780</c:v>
                </c:pt>
                <c:pt idx="34">
                  <c:v>40787</c:v>
                </c:pt>
                <c:pt idx="35">
                  <c:v>40794</c:v>
                </c:pt>
                <c:pt idx="36">
                  <c:v>40801</c:v>
                </c:pt>
                <c:pt idx="37">
                  <c:v>40808</c:v>
                </c:pt>
                <c:pt idx="38">
                  <c:v>40815</c:v>
                </c:pt>
                <c:pt idx="39">
                  <c:v>40822</c:v>
                </c:pt>
                <c:pt idx="40">
                  <c:v>40829</c:v>
                </c:pt>
                <c:pt idx="41">
                  <c:v>40836</c:v>
                </c:pt>
                <c:pt idx="42">
                  <c:v>40843</c:v>
                </c:pt>
                <c:pt idx="43">
                  <c:v>40850</c:v>
                </c:pt>
                <c:pt idx="44">
                  <c:v>40857</c:v>
                </c:pt>
                <c:pt idx="45">
                  <c:v>40864</c:v>
                </c:pt>
                <c:pt idx="46">
                  <c:v>40870</c:v>
                </c:pt>
                <c:pt idx="47">
                  <c:v>40878</c:v>
                </c:pt>
                <c:pt idx="48">
                  <c:v>40885</c:v>
                </c:pt>
                <c:pt idx="49">
                  <c:v>40892</c:v>
                </c:pt>
                <c:pt idx="50">
                  <c:v>40899</c:v>
                </c:pt>
                <c:pt idx="51">
                  <c:v>40906</c:v>
                </c:pt>
                <c:pt idx="52">
                  <c:v>40913</c:v>
                </c:pt>
                <c:pt idx="53">
                  <c:v>40920</c:v>
                </c:pt>
                <c:pt idx="54">
                  <c:v>40927</c:v>
                </c:pt>
                <c:pt idx="55">
                  <c:v>40934</c:v>
                </c:pt>
                <c:pt idx="56">
                  <c:v>40941</c:v>
                </c:pt>
                <c:pt idx="57">
                  <c:v>40948</c:v>
                </c:pt>
                <c:pt idx="58">
                  <c:v>40955</c:v>
                </c:pt>
                <c:pt idx="59">
                  <c:v>40962</c:v>
                </c:pt>
                <c:pt idx="60">
                  <c:v>40969</c:v>
                </c:pt>
                <c:pt idx="61">
                  <c:v>40976</c:v>
                </c:pt>
                <c:pt idx="62">
                  <c:v>40983</c:v>
                </c:pt>
                <c:pt idx="63">
                  <c:v>40990</c:v>
                </c:pt>
                <c:pt idx="64">
                  <c:v>40997</c:v>
                </c:pt>
                <c:pt idx="65">
                  <c:v>41004</c:v>
                </c:pt>
                <c:pt idx="66">
                  <c:v>41011</c:v>
                </c:pt>
                <c:pt idx="67">
                  <c:v>41018</c:v>
                </c:pt>
                <c:pt idx="68">
                  <c:v>41025</c:v>
                </c:pt>
                <c:pt idx="69">
                  <c:v>41032</c:v>
                </c:pt>
                <c:pt idx="70">
                  <c:v>41039</c:v>
                </c:pt>
                <c:pt idx="71">
                  <c:v>41046</c:v>
                </c:pt>
                <c:pt idx="72">
                  <c:v>41053</c:v>
                </c:pt>
                <c:pt idx="73">
                  <c:v>41060</c:v>
                </c:pt>
                <c:pt idx="74">
                  <c:v>41067</c:v>
                </c:pt>
                <c:pt idx="75">
                  <c:v>41074</c:v>
                </c:pt>
                <c:pt idx="76">
                  <c:v>41081</c:v>
                </c:pt>
                <c:pt idx="77">
                  <c:v>41088</c:v>
                </c:pt>
                <c:pt idx="78">
                  <c:v>41095</c:v>
                </c:pt>
                <c:pt idx="79">
                  <c:v>41102</c:v>
                </c:pt>
                <c:pt idx="80">
                  <c:v>41109</c:v>
                </c:pt>
                <c:pt idx="81">
                  <c:v>41116</c:v>
                </c:pt>
                <c:pt idx="82">
                  <c:v>41123</c:v>
                </c:pt>
                <c:pt idx="83">
                  <c:v>41130</c:v>
                </c:pt>
                <c:pt idx="84">
                  <c:v>41137</c:v>
                </c:pt>
                <c:pt idx="85">
                  <c:v>41144</c:v>
                </c:pt>
                <c:pt idx="86">
                  <c:v>41151</c:v>
                </c:pt>
                <c:pt idx="87">
                  <c:v>41158</c:v>
                </c:pt>
                <c:pt idx="88">
                  <c:v>41165</c:v>
                </c:pt>
                <c:pt idx="89">
                  <c:v>41172</c:v>
                </c:pt>
                <c:pt idx="90">
                  <c:v>41179</c:v>
                </c:pt>
                <c:pt idx="91">
                  <c:v>41186</c:v>
                </c:pt>
                <c:pt idx="92">
                  <c:v>41193</c:v>
                </c:pt>
                <c:pt idx="93">
                  <c:v>41200</c:v>
                </c:pt>
                <c:pt idx="94">
                  <c:v>41207</c:v>
                </c:pt>
                <c:pt idx="95">
                  <c:v>41214</c:v>
                </c:pt>
                <c:pt idx="96">
                  <c:v>41221</c:v>
                </c:pt>
                <c:pt idx="97">
                  <c:v>41228</c:v>
                </c:pt>
                <c:pt idx="98">
                  <c:v>41234</c:v>
                </c:pt>
                <c:pt idx="99">
                  <c:v>41242</c:v>
                </c:pt>
                <c:pt idx="100">
                  <c:v>41249</c:v>
                </c:pt>
                <c:pt idx="101">
                  <c:v>41256</c:v>
                </c:pt>
                <c:pt idx="102">
                  <c:v>41263</c:v>
                </c:pt>
                <c:pt idx="103">
                  <c:v>41270</c:v>
                </c:pt>
                <c:pt idx="104">
                  <c:v>41277</c:v>
                </c:pt>
                <c:pt idx="105">
                  <c:v>41284</c:v>
                </c:pt>
                <c:pt idx="106">
                  <c:v>41291</c:v>
                </c:pt>
                <c:pt idx="107">
                  <c:v>41298</c:v>
                </c:pt>
                <c:pt idx="108">
                  <c:v>41305</c:v>
                </c:pt>
                <c:pt idx="109">
                  <c:v>41312</c:v>
                </c:pt>
                <c:pt idx="110">
                  <c:v>41319</c:v>
                </c:pt>
                <c:pt idx="111">
                  <c:v>41326</c:v>
                </c:pt>
                <c:pt idx="112">
                  <c:v>41333</c:v>
                </c:pt>
                <c:pt idx="113">
                  <c:v>41340</c:v>
                </c:pt>
                <c:pt idx="114">
                  <c:v>41347</c:v>
                </c:pt>
                <c:pt idx="115">
                  <c:v>41354</c:v>
                </c:pt>
                <c:pt idx="116">
                  <c:v>41361</c:v>
                </c:pt>
                <c:pt idx="117">
                  <c:v>41368</c:v>
                </c:pt>
                <c:pt idx="118">
                  <c:v>41375</c:v>
                </c:pt>
                <c:pt idx="119">
                  <c:v>41382</c:v>
                </c:pt>
                <c:pt idx="120">
                  <c:v>41389</c:v>
                </c:pt>
                <c:pt idx="121">
                  <c:v>41396</c:v>
                </c:pt>
                <c:pt idx="122">
                  <c:v>41403</c:v>
                </c:pt>
                <c:pt idx="123">
                  <c:v>41410</c:v>
                </c:pt>
                <c:pt idx="124">
                  <c:v>41417</c:v>
                </c:pt>
                <c:pt idx="125">
                  <c:v>41424</c:v>
                </c:pt>
                <c:pt idx="126">
                  <c:v>41431</c:v>
                </c:pt>
                <c:pt idx="127">
                  <c:v>41438</c:v>
                </c:pt>
                <c:pt idx="128">
                  <c:v>41445</c:v>
                </c:pt>
                <c:pt idx="129">
                  <c:v>41452</c:v>
                </c:pt>
                <c:pt idx="130">
                  <c:v>41458</c:v>
                </c:pt>
                <c:pt idx="131">
                  <c:v>41466</c:v>
                </c:pt>
                <c:pt idx="132">
                  <c:v>41473</c:v>
                </c:pt>
                <c:pt idx="133">
                  <c:v>41480</c:v>
                </c:pt>
                <c:pt idx="134">
                  <c:v>41487</c:v>
                </c:pt>
                <c:pt idx="135">
                  <c:v>41494</c:v>
                </c:pt>
                <c:pt idx="136">
                  <c:v>41501</c:v>
                </c:pt>
                <c:pt idx="137">
                  <c:v>41508</c:v>
                </c:pt>
                <c:pt idx="138">
                  <c:v>41515</c:v>
                </c:pt>
                <c:pt idx="139">
                  <c:v>41522</c:v>
                </c:pt>
                <c:pt idx="140">
                  <c:v>41529</c:v>
                </c:pt>
                <c:pt idx="141">
                  <c:v>41536</c:v>
                </c:pt>
                <c:pt idx="142">
                  <c:v>41543</c:v>
                </c:pt>
                <c:pt idx="143">
                  <c:v>41550</c:v>
                </c:pt>
                <c:pt idx="144">
                  <c:v>41557</c:v>
                </c:pt>
                <c:pt idx="145">
                  <c:v>41564</c:v>
                </c:pt>
                <c:pt idx="146">
                  <c:v>41571</c:v>
                </c:pt>
                <c:pt idx="147">
                  <c:v>41578</c:v>
                </c:pt>
                <c:pt idx="148">
                  <c:v>41585</c:v>
                </c:pt>
                <c:pt idx="149">
                  <c:v>41592</c:v>
                </c:pt>
                <c:pt idx="150">
                  <c:v>41599</c:v>
                </c:pt>
                <c:pt idx="151">
                  <c:v>41605</c:v>
                </c:pt>
                <c:pt idx="152">
                  <c:v>41613</c:v>
                </c:pt>
                <c:pt idx="153">
                  <c:v>41620</c:v>
                </c:pt>
                <c:pt idx="154">
                  <c:v>41627</c:v>
                </c:pt>
                <c:pt idx="155">
                  <c:v>41634</c:v>
                </c:pt>
                <c:pt idx="156">
                  <c:v>41641</c:v>
                </c:pt>
                <c:pt idx="157">
                  <c:v>41648</c:v>
                </c:pt>
                <c:pt idx="158">
                  <c:v>41655</c:v>
                </c:pt>
                <c:pt idx="159">
                  <c:v>41662</c:v>
                </c:pt>
                <c:pt idx="160">
                  <c:v>41669</c:v>
                </c:pt>
                <c:pt idx="161">
                  <c:v>41676</c:v>
                </c:pt>
                <c:pt idx="162">
                  <c:v>41683</c:v>
                </c:pt>
                <c:pt idx="163">
                  <c:v>41690</c:v>
                </c:pt>
                <c:pt idx="164">
                  <c:v>41697</c:v>
                </c:pt>
                <c:pt idx="165">
                  <c:v>41704</c:v>
                </c:pt>
                <c:pt idx="166">
                  <c:v>41711</c:v>
                </c:pt>
                <c:pt idx="167">
                  <c:v>41718</c:v>
                </c:pt>
                <c:pt idx="168">
                  <c:v>41725</c:v>
                </c:pt>
                <c:pt idx="169">
                  <c:v>41732</c:v>
                </c:pt>
                <c:pt idx="170">
                  <c:v>41739</c:v>
                </c:pt>
                <c:pt idx="171">
                  <c:v>41746</c:v>
                </c:pt>
                <c:pt idx="172">
                  <c:v>41753</c:v>
                </c:pt>
                <c:pt idx="173">
                  <c:v>41760</c:v>
                </c:pt>
                <c:pt idx="174">
                  <c:v>41767</c:v>
                </c:pt>
                <c:pt idx="175">
                  <c:v>41774</c:v>
                </c:pt>
                <c:pt idx="176">
                  <c:v>41781</c:v>
                </c:pt>
                <c:pt idx="177">
                  <c:v>41788</c:v>
                </c:pt>
                <c:pt idx="178">
                  <c:v>41795</c:v>
                </c:pt>
                <c:pt idx="179">
                  <c:v>41802</c:v>
                </c:pt>
                <c:pt idx="180">
                  <c:v>41809</c:v>
                </c:pt>
                <c:pt idx="181">
                  <c:v>41816</c:v>
                </c:pt>
                <c:pt idx="182">
                  <c:v>41823</c:v>
                </c:pt>
                <c:pt idx="183">
                  <c:v>41830</c:v>
                </c:pt>
                <c:pt idx="184">
                  <c:v>41837</c:v>
                </c:pt>
                <c:pt idx="185">
                  <c:v>41844</c:v>
                </c:pt>
                <c:pt idx="186">
                  <c:v>41851</c:v>
                </c:pt>
                <c:pt idx="187">
                  <c:v>41858</c:v>
                </c:pt>
                <c:pt idx="188">
                  <c:v>41865</c:v>
                </c:pt>
                <c:pt idx="189">
                  <c:v>41872</c:v>
                </c:pt>
                <c:pt idx="190">
                  <c:v>41879</c:v>
                </c:pt>
                <c:pt idx="191">
                  <c:v>41886</c:v>
                </c:pt>
                <c:pt idx="192">
                  <c:v>41893</c:v>
                </c:pt>
                <c:pt idx="193">
                  <c:v>41900</c:v>
                </c:pt>
                <c:pt idx="194">
                  <c:v>41907</c:v>
                </c:pt>
                <c:pt idx="195">
                  <c:v>41914</c:v>
                </c:pt>
                <c:pt idx="196">
                  <c:v>41921</c:v>
                </c:pt>
                <c:pt idx="197">
                  <c:v>41928</c:v>
                </c:pt>
                <c:pt idx="198">
                  <c:v>41935</c:v>
                </c:pt>
                <c:pt idx="199">
                  <c:v>41942</c:v>
                </c:pt>
                <c:pt idx="200">
                  <c:v>41949</c:v>
                </c:pt>
                <c:pt idx="201">
                  <c:v>41956</c:v>
                </c:pt>
                <c:pt idx="202">
                  <c:v>41963</c:v>
                </c:pt>
                <c:pt idx="203">
                  <c:v>41969</c:v>
                </c:pt>
                <c:pt idx="204">
                  <c:v>41977</c:v>
                </c:pt>
                <c:pt idx="205">
                  <c:v>41984</c:v>
                </c:pt>
                <c:pt idx="206">
                  <c:v>41991</c:v>
                </c:pt>
                <c:pt idx="207">
                  <c:v>41997</c:v>
                </c:pt>
                <c:pt idx="208">
                  <c:v>42004</c:v>
                </c:pt>
                <c:pt idx="209">
                  <c:v>42012</c:v>
                </c:pt>
                <c:pt idx="210">
                  <c:v>42019</c:v>
                </c:pt>
                <c:pt idx="211">
                  <c:v>42026</c:v>
                </c:pt>
                <c:pt idx="212">
                  <c:v>42033</c:v>
                </c:pt>
                <c:pt idx="213">
                  <c:v>42040</c:v>
                </c:pt>
                <c:pt idx="214">
                  <c:v>42047</c:v>
                </c:pt>
                <c:pt idx="215">
                  <c:v>42054</c:v>
                </c:pt>
                <c:pt idx="216">
                  <c:v>42061</c:v>
                </c:pt>
                <c:pt idx="217">
                  <c:v>42068</c:v>
                </c:pt>
                <c:pt idx="218">
                  <c:v>42075</c:v>
                </c:pt>
                <c:pt idx="219">
                  <c:v>42082</c:v>
                </c:pt>
                <c:pt idx="220">
                  <c:v>42089</c:v>
                </c:pt>
                <c:pt idx="221">
                  <c:v>42096</c:v>
                </c:pt>
                <c:pt idx="222">
                  <c:v>42103</c:v>
                </c:pt>
                <c:pt idx="223">
                  <c:v>42110</c:v>
                </c:pt>
                <c:pt idx="224">
                  <c:v>42117</c:v>
                </c:pt>
              </c:numCache>
            </c:numRef>
          </c:cat>
          <c:val>
            <c:numRef>
              <c:f>'HARPable Universe'!$D$3:$D$227</c:f>
              <c:numCache>
                <c:formatCode>0%</c:formatCode>
                <c:ptCount val="225"/>
                <c:pt idx="0">
                  <c:v>0.32204130779229101</c:v>
                </c:pt>
                <c:pt idx="1">
                  <c:v>0.33944259689377898</c:v>
                </c:pt>
                <c:pt idx="2">
                  <c:v>0.32792342987711598</c:v>
                </c:pt>
                <c:pt idx="3">
                  <c:v>0.32039053977925802</c:v>
                </c:pt>
                <c:pt idx="4">
                  <c:v>0.295596785601205</c:v>
                </c:pt>
                <c:pt idx="5">
                  <c:v>0.234840435700295</c:v>
                </c:pt>
                <c:pt idx="6">
                  <c:v>0.25513974378513499</c:v>
                </c:pt>
                <c:pt idx="7">
                  <c:v>0.27027204570239999</c:v>
                </c:pt>
                <c:pt idx="8">
                  <c:v>0.27618659696598702</c:v>
                </c:pt>
                <c:pt idx="9">
                  <c:v>0.27593598906514399</c:v>
                </c:pt>
                <c:pt idx="10">
                  <c:v>0.30794837748269599</c:v>
                </c:pt>
                <c:pt idx="11">
                  <c:v>0.29055412632630701</c:v>
                </c:pt>
                <c:pt idx="12">
                  <c:v>0.276215339287747</c:v>
                </c:pt>
                <c:pt idx="13">
                  <c:v>0.28032672938051101</c:v>
                </c:pt>
                <c:pt idx="14">
                  <c:v>0.27639565795825799</c:v>
                </c:pt>
                <c:pt idx="15">
                  <c:v>0.29489367773778902</c:v>
                </c:pt>
                <c:pt idx="16">
                  <c:v>0.30100380523127301</c:v>
                </c:pt>
                <c:pt idx="17">
                  <c:v>0.32414763510163902</c:v>
                </c:pt>
                <c:pt idx="18">
                  <c:v>0.35120080584396202</c:v>
                </c:pt>
                <c:pt idx="19">
                  <c:v>0.35171549347634701</c:v>
                </c:pt>
                <c:pt idx="20">
                  <c:v>0.35587573298129699</c:v>
                </c:pt>
                <c:pt idx="21">
                  <c:v>0.384751810944437</c:v>
                </c:pt>
                <c:pt idx="22">
                  <c:v>0.40107831488719298</c:v>
                </c:pt>
                <c:pt idx="23">
                  <c:v>0.401048271232536</c:v>
                </c:pt>
                <c:pt idx="24">
                  <c:v>0.384751810944437</c:v>
                </c:pt>
                <c:pt idx="25">
                  <c:v>0.40017737051204799</c:v>
                </c:pt>
                <c:pt idx="26">
                  <c:v>0.36468183111139002</c:v>
                </c:pt>
                <c:pt idx="27">
                  <c:v>0.40333930019983799</c:v>
                </c:pt>
                <c:pt idx="28">
                  <c:v>0.38775372661303198</c:v>
                </c:pt>
                <c:pt idx="29">
                  <c:v>0.38003243735001302</c:v>
                </c:pt>
                <c:pt idx="30">
                  <c:v>0.44778093064805002</c:v>
                </c:pt>
                <c:pt idx="31">
                  <c:v>0.52006535712284097</c:v>
                </c:pt>
                <c:pt idx="32">
                  <c:v>0.58768687513124296</c:v>
                </c:pt>
                <c:pt idx="33">
                  <c:v>0.55816631773039305</c:v>
                </c:pt>
                <c:pt idx="34">
                  <c:v>0.56195750140436296</c:v>
                </c:pt>
                <c:pt idx="35">
                  <c:v>0.60700793412000198</c:v>
                </c:pt>
                <c:pt idx="36">
                  <c:v>0.61032822604557502</c:v>
                </c:pt>
                <c:pt idx="37">
                  <c:v>0.61032822604557502</c:v>
                </c:pt>
                <c:pt idx="38">
                  <c:v>0.64853433410786498</c:v>
                </c:pt>
                <c:pt idx="39">
                  <c:v>0.645956259094282</c:v>
                </c:pt>
                <c:pt idx="40">
                  <c:v>0.58447873508666104</c:v>
                </c:pt>
                <c:pt idx="41">
                  <c:v>0.59657753136731795</c:v>
                </c:pt>
                <c:pt idx="42">
                  <c:v>0.59967366222938401</c:v>
                </c:pt>
                <c:pt idx="43">
                  <c:v>0.63426200382067699</c:v>
                </c:pt>
                <c:pt idx="44">
                  <c:v>0.63427711234699902</c:v>
                </c:pt>
                <c:pt idx="45">
                  <c:v>0.63426200382067699</c:v>
                </c:pt>
                <c:pt idx="46">
                  <c:v>0.635648130355292</c:v>
                </c:pt>
                <c:pt idx="47">
                  <c:v>0.62458539335419805</c:v>
                </c:pt>
                <c:pt idx="48">
                  <c:v>0.62459894340621602</c:v>
                </c:pt>
                <c:pt idx="49">
                  <c:v>0.62737303113999399</c:v>
                </c:pt>
                <c:pt idx="50">
                  <c:v>0.64767108993784595</c:v>
                </c:pt>
                <c:pt idx="51">
                  <c:v>0.63728428479421295</c:v>
                </c:pt>
                <c:pt idx="52">
                  <c:v>0.63473367433484096</c:v>
                </c:pt>
                <c:pt idx="53">
                  <c:v>0.64586810672947803</c:v>
                </c:pt>
                <c:pt idx="54">
                  <c:v>0.64423993013390601</c:v>
                </c:pt>
                <c:pt idx="55">
                  <c:v>0.62201051152227504</c:v>
                </c:pt>
                <c:pt idx="56">
                  <c:v>0.64005936276544695</c:v>
                </c:pt>
                <c:pt idx="57">
                  <c:v>0.64005936276544695</c:v>
                </c:pt>
                <c:pt idx="58">
                  <c:v>0.64005936276544695</c:v>
                </c:pt>
                <c:pt idx="59">
                  <c:v>0.61808643863248902</c:v>
                </c:pt>
                <c:pt idx="60">
                  <c:v>0.62796244692019199</c:v>
                </c:pt>
                <c:pt idx="61">
                  <c:v>0.63624058874854394</c:v>
                </c:pt>
                <c:pt idx="62">
                  <c:v>0.62572384062849695</c:v>
                </c:pt>
                <c:pt idx="63">
                  <c:v>0.57002458854182303</c:v>
                </c:pt>
                <c:pt idx="64">
                  <c:v>0.613026013245069</c:v>
                </c:pt>
                <c:pt idx="65">
                  <c:v>0.64462607137328098</c:v>
                </c:pt>
                <c:pt idx="66">
                  <c:v>0.67706909583525099</c:v>
                </c:pt>
                <c:pt idx="67">
                  <c:v>0.65838549683501602</c:v>
                </c:pt>
                <c:pt idx="68">
                  <c:v>0.67706909583525099</c:v>
                </c:pt>
                <c:pt idx="69">
                  <c:v>0.70759479979039797</c:v>
                </c:pt>
                <c:pt idx="70">
                  <c:v>0.71147773162473305</c:v>
                </c:pt>
                <c:pt idx="71">
                  <c:v>0.72048705417655701</c:v>
                </c:pt>
                <c:pt idx="72">
                  <c:v>0.71747083126455002</c:v>
                </c:pt>
                <c:pt idx="73">
                  <c:v>0.72251040855348803</c:v>
                </c:pt>
                <c:pt idx="74">
                  <c:v>0.76469548566159196</c:v>
                </c:pt>
                <c:pt idx="75">
                  <c:v>0.75970865346687</c:v>
                </c:pt>
                <c:pt idx="76">
                  <c:v>0.76601871584032599</c:v>
                </c:pt>
                <c:pt idx="77">
                  <c:v>0.76601871584032599</c:v>
                </c:pt>
                <c:pt idx="78">
                  <c:v>0.77656524470940902</c:v>
                </c:pt>
                <c:pt idx="79">
                  <c:v>0.78357818362172504</c:v>
                </c:pt>
                <c:pt idx="80">
                  <c:v>0.78680943760229805</c:v>
                </c:pt>
                <c:pt idx="81">
                  <c:v>0.78926724871332199</c:v>
                </c:pt>
                <c:pt idx="82">
                  <c:v>0.79167204155684201</c:v>
                </c:pt>
                <c:pt idx="83">
                  <c:v>0.79119157211259705</c:v>
                </c:pt>
                <c:pt idx="84">
                  <c:v>0.78981685075272301</c:v>
                </c:pt>
                <c:pt idx="85">
                  <c:v>0.78342241627971398</c:v>
                </c:pt>
                <c:pt idx="86">
                  <c:v>0.79119157211259705</c:v>
                </c:pt>
                <c:pt idx="87">
                  <c:v>0.79869244722997501</c:v>
                </c:pt>
                <c:pt idx="88">
                  <c:v>0.80125181967528103</c:v>
                </c:pt>
                <c:pt idx="89">
                  <c:v>0.80486189051620305</c:v>
                </c:pt>
                <c:pt idx="90">
                  <c:v>0.80926691142062801</c:v>
                </c:pt>
                <c:pt idx="91">
                  <c:v>0.81286201159837101</c:v>
                </c:pt>
                <c:pt idx="92">
                  <c:v>0.81023413562504598</c:v>
                </c:pt>
                <c:pt idx="93">
                  <c:v>0.81175268314445304</c:v>
                </c:pt>
                <c:pt idx="94">
                  <c:v>0.809839941502147</c:v>
                </c:pt>
                <c:pt idx="95">
                  <c:v>0.81305878798935505</c:v>
                </c:pt>
                <c:pt idx="96">
                  <c:v>0.812945122249775</c:v>
                </c:pt>
                <c:pt idx="97">
                  <c:v>0.81568730147186896</c:v>
                </c:pt>
                <c:pt idx="98">
                  <c:v>0.81619201070139402</c:v>
                </c:pt>
                <c:pt idx="99">
                  <c:v>0.81567965422119304</c:v>
                </c:pt>
                <c:pt idx="100">
                  <c:v>0.81785115811029996</c:v>
                </c:pt>
                <c:pt idx="101">
                  <c:v>0.81814457584000999</c:v>
                </c:pt>
                <c:pt idx="102">
                  <c:v>0.81674451148550797</c:v>
                </c:pt>
                <c:pt idx="103">
                  <c:v>0.81764309369800603</c:v>
                </c:pt>
                <c:pt idx="104">
                  <c:v>0.82341532975696197</c:v>
                </c:pt>
                <c:pt idx="105">
                  <c:v>0.82080020350731497</c:v>
                </c:pt>
                <c:pt idx="106">
                  <c:v>0.82149229359926401</c:v>
                </c:pt>
                <c:pt idx="107">
                  <c:v>0.81986111028491404</c:v>
                </c:pt>
                <c:pt idx="108">
                  <c:v>0.81478312271985798</c:v>
                </c:pt>
                <c:pt idx="109">
                  <c:v>0.81882809099579801</c:v>
                </c:pt>
                <c:pt idx="110">
                  <c:v>0.81882809099579801</c:v>
                </c:pt>
                <c:pt idx="111">
                  <c:v>0.81745206005968196</c:v>
                </c:pt>
                <c:pt idx="112">
                  <c:v>0.82073842590296597</c:v>
                </c:pt>
                <c:pt idx="113">
                  <c:v>0.82850307416378899</c:v>
                </c:pt>
                <c:pt idx="114">
                  <c:v>0.82003372097846405</c:v>
                </c:pt>
                <c:pt idx="115">
                  <c:v>0.82553780316113101</c:v>
                </c:pt>
                <c:pt idx="116">
                  <c:v>0.82472458395839399</c:v>
                </c:pt>
                <c:pt idx="117">
                  <c:v>0.84328555765855695</c:v>
                </c:pt>
                <c:pt idx="118">
                  <c:v>0.84878046306266597</c:v>
                </c:pt>
                <c:pt idx="119">
                  <c:v>0.85066430465365805</c:v>
                </c:pt>
                <c:pt idx="120">
                  <c:v>0.84953189700775</c:v>
                </c:pt>
                <c:pt idx="121">
                  <c:v>0.86809283690983496</c:v>
                </c:pt>
                <c:pt idx="122">
                  <c:v>0.86549923979029997</c:v>
                </c:pt>
                <c:pt idx="123">
                  <c:v>0.86263586497337696</c:v>
                </c:pt>
                <c:pt idx="124">
                  <c:v>0.85860250393135296</c:v>
                </c:pt>
                <c:pt idx="125">
                  <c:v>0.83247184789062301</c:v>
                </c:pt>
                <c:pt idx="126">
                  <c:v>0.83759474015632596</c:v>
                </c:pt>
                <c:pt idx="127">
                  <c:v>0.823700334554193</c:v>
                </c:pt>
                <c:pt idx="128">
                  <c:v>0.82432391546961303</c:v>
                </c:pt>
                <c:pt idx="129">
                  <c:v>0.58169167101166497</c:v>
                </c:pt>
                <c:pt idx="130">
                  <c:v>0.71619679638174105</c:v>
                </c:pt>
                <c:pt idx="131">
                  <c:v>0.56754957680996199</c:v>
                </c:pt>
                <c:pt idx="132">
                  <c:v>0.674456067653048</c:v>
                </c:pt>
                <c:pt idx="133">
                  <c:v>0.67655434294099503</c:v>
                </c:pt>
                <c:pt idx="134">
                  <c:v>0.64055597334900805</c:v>
                </c:pt>
                <c:pt idx="135">
                  <c:v>0.64029309309363502</c:v>
                </c:pt>
                <c:pt idx="136">
                  <c:v>0.64029309309363502</c:v>
                </c:pt>
                <c:pt idx="137">
                  <c:v>0.55236674392539098</c:v>
                </c:pt>
                <c:pt idx="138">
                  <c:v>0.59640056248304896</c:v>
                </c:pt>
                <c:pt idx="139">
                  <c:v>0.57522237437054402</c:v>
                </c:pt>
                <c:pt idx="140">
                  <c:v>0.55927995080584203</c:v>
                </c:pt>
                <c:pt idx="141">
                  <c:v>0.60260582931028095</c:v>
                </c:pt>
                <c:pt idx="142">
                  <c:v>0.72850837742778696</c:v>
                </c:pt>
                <c:pt idx="143">
                  <c:v>0.769426288466591</c:v>
                </c:pt>
                <c:pt idx="144">
                  <c:v>0.76833211087653297</c:v>
                </c:pt>
                <c:pt idx="145">
                  <c:v>0.732195057450439</c:v>
                </c:pt>
                <c:pt idx="146">
                  <c:v>0.79336710567798696</c:v>
                </c:pt>
                <c:pt idx="147">
                  <c:v>0.81149174558591197</c:v>
                </c:pt>
                <c:pt idx="148">
                  <c:v>0.79173406072518504</c:v>
                </c:pt>
                <c:pt idx="149">
                  <c:v>0.68857017211934701</c:v>
                </c:pt>
                <c:pt idx="150">
                  <c:v>0.76948544283018205</c:v>
                </c:pt>
                <c:pt idx="151">
                  <c:v>0.73153515943713499</c:v>
                </c:pt>
                <c:pt idx="152">
                  <c:v>0.64271311842684598</c:v>
                </c:pt>
                <c:pt idx="153">
                  <c:v>0.64127080834763694</c:v>
                </c:pt>
                <c:pt idx="154">
                  <c:v>0.58358220441457098</c:v>
                </c:pt>
                <c:pt idx="155">
                  <c:v>0.57997892806395601</c:v>
                </c:pt>
                <c:pt idx="156">
                  <c:v>0.555096534677191</c:v>
                </c:pt>
                <c:pt idx="157">
                  <c:v>0.59351739235175405</c:v>
                </c:pt>
                <c:pt idx="158">
                  <c:v>0.640010525508934</c:v>
                </c:pt>
                <c:pt idx="159">
                  <c:v>0.641007859456873</c:v>
                </c:pt>
                <c:pt idx="160">
                  <c:v>0.72590930220267003</c:v>
                </c:pt>
                <c:pt idx="161">
                  <c:v>0.76715832931317196</c:v>
                </c:pt>
                <c:pt idx="162">
                  <c:v>0.73079513071076196</c:v>
                </c:pt>
                <c:pt idx="163">
                  <c:v>0.68632933440003197</c:v>
                </c:pt>
                <c:pt idx="164">
                  <c:v>0.684442361485053</c:v>
                </c:pt>
                <c:pt idx="165">
                  <c:v>0.73198493777118001</c:v>
                </c:pt>
                <c:pt idx="166">
                  <c:v>0.68652732115680604</c:v>
                </c:pt>
                <c:pt idx="167">
                  <c:v>0.73018796633644001</c:v>
                </c:pt>
                <c:pt idx="168">
                  <c:v>0.68450438143886005</c:v>
                </c:pt>
                <c:pt idx="169">
                  <c:v>0.65157328022433403</c:v>
                </c:pt>
                <c:pt idx="170">
                  <c:v>0.69782122652957301</c:v>
                </c:pt>
                <c:pt idx="171">
                  <c:v>0.74322583937257003</c:v>
                </c:pt>
                <c:pt idx="172">
                  <c:v>0.741465269880487</c:v>
                </c:pt>
                <c:pt idx="173">
                  <c:v>0.75311294857435296</c:v>
                </c:pt>
                <c:pt idx="174">
                  <c:v>0.81447465128368302</c:v>
                </c:pt>
                <c:pt idx="175">
                  <c:v>0.81448915279691303</c:v>
                </c:pt>
                <c:pt idx="176">
                  <c:v>0.83369685729657195</c:v>
                </c:pt>
                <c:pt idx="177">
                  <c:v>0.83441070814585505</c:v>
                </c:pt>
                <c:pt idx="178">
                  <c:v>0.84407077334338998</c:v>
                </c:pt>
                <c:pt idx="179">
                  <c:v>0.824454253938531</c:v>
                </c:pt>
                <c:pt idx="180">
                  <c:v>0.82589246523279602</c:v>
                </c:pt>
                <c:pt idx="181">
                  <c:v>0.84407077334338998</c:v>
                </c:pt>
                <c:pt idx="182">
                  <c:v>0.86674293264243896</c:v>
                </c:pt>
                <c:pt idx="183">
                  <c:v>0.82890227253426596</c:v>
                </c:pt>
                <c:pt idx="184">
                  <c:v>0.84648587198714098</c:v>
                </c:pt>
                <c:pt idx="185">
                  <c:v>0.84648587198714098</c:v>
                </c:pt>
                <c:pt idx="186">
                  <c:v>0.84693805880599304</c:v>
                </c:pt>
                <c:pt idx="187">
                  <c:v>0.83214930029007805</c:v>
                </c:pt>
                <c:pt idx="188">
                  <c:v>0.84983360370315197</c:v>
                </c:pt>
                <c:pt idx="189">
                  <c:v>0.87098339925649604</c:v>
                </c:pt>
                <c:pt idx="190">
                  <c:v>0.87098339925649604</c:v>
                </c:pt>
                <c:pt idx="191">
                  <c:v>0.87380583264278999</c:v>
                </c:pt>
                <c:pt idx="192">
                  <c:v>0.87282316645630098</c:v>
                </c:pt>
                <c:pt idx="193">
                  <c:v>0.83339683915826901</c:v>
                </c:pt>
                <c:pt idx="194">
                  <c:v>0.83469677777951401</c:v>
                </c:pt>
                <c:pt idx="195">
                  <c:v>0.85275490992422898</c:v>
                </c:pt>
                <c:pt idx="196">
                  <c:v>0.87407306805923601</c:v>
                </c:pt>
                <c:pt idx="197">
                  <c:v>0.90427695834799704</c:v>
                </c:pt>
                <c:pt idx="198">
                  <c:v>0.91415871688142003</c:v>
                </c:pt>
                <c:pt idx="199">
                  <c:v>0.90425801000292305</c:v>
                </c:pt>
                <c:pt idx="200">
                  <c:v>0.89330807391308997</c:v>
                </c:pt>
                <c:pt idx="201">
                  <c:v>0.89333391711787102</c:v>
                </c:pt>
                <c:pt idx="202">
                  <c:v>0.905011241503064</c:v>
                </c:pt>
                <c:pt idx="203">
                  <c:v>0.90562471296629599</c:v>
                </c:pt>
                <c:pt idx="204">
                  <c:v>0.91738283856560698</c:v>
                </c:pt>
                <c:pt idx="205">
                  <c:v>0.91630211530110295</c:v>
                </c:pt>
                <c:pt idx="206">
                  <c:v>0.92646419287507198</c:v>
                </c:pt>
                <c:pt idx="207">
                  <c:v>0.92571360320613905</c:v>
                </c:pt>
                <c:pt idx="208">
                  <c:v>0.91736458306846103</c:v>
                </c:pt>
                <c:pt idx="209">
                  <c:v>0.93802679486435903</c:v>
                </c:pt>
                <c:pt idx="210">
                  <c:v>0.94118254536371704</c:v>
                </c:pt>
                <c:pt idx="211">
                  <c:v>0.94123508910533804</c:v>
                </c:pt>
                <c:pt idx="212">
                  <c:v>0.94118254536371704</c:v>
                </c:pt>
                <c:pt idx="213">
                  <c:v>0.94276245790638102</c:v>
                </c:pt>
                <c:pt idx="214">
                  <c:v>0.94029174019523298</c:v>
                </c:pt>
                <c:pt idx="215">
                  <c:v>0.93829546422584498</c:v>
                </c:pt>
                <c:pt idx="216">
                  <c:v>0.93258058102369301</c:v>
                </c:pt>
                <c:pt idx="217">
                  <c:v>0.93870362974987798</c:v>
                </c:pt>
                <c:pt idx="218">
                  <c:v>0.92338991003179305</c:v>
                </c:pt>
                <c:pt idx="219">
                  <c:v>0.93778619299504695</c:v>
                </c:pt>
                <c:pt idx="220">
                  <c:v>0.94062134279207998</c:v>
                </c:pt>
                <c:pt idx="221">
                  <c:v>0.94047446142896596</c:v>
                </c:pt>
                <c:pt idx="222">
                  <c:v>0.94241786802401695</c:v>
                </c:pt>
                <c:pt idx="223">
                  <c:v>0.94078919694529395</c:v>
                </c:pt>
                <c:pt idx="224">
                  <c:v>0.94300276803956395</c:v>
                </c:pt>
              </c:numCache>
            </c:numRef>
          </c:val>
          <c:smooth val="0"/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211360768"/>
        <c:axId val="211374848"/>
      </c:lineChart>
      <c:dateAx>
        <c:axId val="211360768"/>
        <c:scaling>
          <c:orientation val="minMax"/>
        </c:scaling>
        <c:delete val="0"/>
        <c:axPos val="b"/>
        <c:numFmt formatCode="m/d/yyyy" sourceLinked="1"/>
        <c:majorTickMark val="out"/>
        <c:minorTickMark val="none"/>
        <c:tickLblPos val="nextTo"/>
        <c:crossAx val="211374848"/>
        <c:crosses val="autoZero"/>
        <c:auto val="1"/>
        <c:lblOffset val="100"/>
        <c:baseTimeUnit val="days"/>
        <c:majorUnit val="6"/>
        <c:majorTimeUnit val="months"/>
      </c:dateAx>
      <c:valAx>
        <c:axId val="211374848"/>
        <c:scaling>
          <c:orientation val="minMax"/>
        </c:scaling>
        <c:delete val="0"/>
        <c:axPos val="l"/>
        <c:majorGridlines/>
        <c:title>
          <c:tx>
            <c:rich>
              <a:bodyPr rot="-5400000" vert="horz"/>
              <a:lstStyle/>
              <a:p>
                <a:pPr>
                  <a:defRPr/>
                </a:pPr>
                <a:r>
                  <a:rPr lang="en-US" dirty="0" err="1" smtClean="0"/>
                  <a:t>Refinancible</a:t>
                </a:r>
                <a:r>
                  <a:rPr lang="en-US" dirty="0" smtClean="0"/>
                  <a:t> Percentage</a:t>
                </a:r>
                <a:endParaRPr lang="en-US" dirty="0"/>
              </a:p>
            </c:rich>
          </c:tx>
          <c:layout/>
          <c:overlay val="0"/>
        </c:title>
        <c:numFmt formatCode="0%" sourceLinked="1"/>
        <c:majorTickMark val="out"/>
        <c:minorTickMark val="none"/>
        <c:tickLblPos val="nextTo"/>
        <c:crossAx val="211360768"/>
        <c:crosses val="autoZero"/>
        <c:crossBetween val="between"/>
      </c:valAx>
      <c:spPr>
        <a:ln>
          <a:solidFill>
            <a:schemeClr val="tx1"/>
          </a:solidFill>
        </a:ln>
      </c:spPr>
    </c:plotArea>
    <c:legend>
      <c:legendPos val="b"/>
      <c:layout/>
      <c:overlay val="0"/>
    </c:legend>
    <c:plotVisOnly val="1"/>
    <c:dispBlanksAs val="gap"/>
    <c:showDLblsOverMax val="0"/>
  </c:chart>
  <c:externalData r:id="rId1">
    <c:autoUpdate val="0"/>
  </c:externalData>
</c:chartSpace>
</file>

<file path=ppt/charts/chart10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/>
          <a:lstStyle/>
          <a:p>
            <a:pPr>
              <a:defRPr sz="1200"/>
            </a:pPr>
            <a:r>
              <a:rPr lang="en-US" sz="1200" dirty="0" err="1" smtClean="0"/>
              <a:t>HARPable</a:t>
            </a:r>
            <a:r>
              <a:rPr lang="en-US" sz="1200" dirty="0" smtClean="0"/>
              <a:t> Balance</a:t>
            </a:r>
            <a:endParaRPr lang="en-US" sz="1200" dirty="0"/>
          </a:p>
        </c:rich>
      </c:tx>
      <c:layout/>
      <c:overlay val="0"/>
      <c:spPr>
        <a:solidFill>
          <a:schemeClr val="bg1"/>
        </a:solidFill>
      </c:spPr>
    </c:title>
    <c:autoTitleDeleted val="0"/>
    <c:plotArea>
      <c:layout/>
      <c:lineChart>
        <c:grouping val="standard"/>
        <c:varyColors val="0"/>
        <c:ser>
          <c:idx val="1"/>
          <c:order val="0"/>
          <c:tx>
            <c:strRef>
              <c:f>'HARPable Universe'!$K$2</c:f>
              <c:strCache>
                <c:ptCount val="1"/>
                <c:pt idx="0">
                  <c:v>HARPable Balance</c:v>
                </c:pt>
              </c:strCache>
            </c:strRef>
          </c:tx>
          <c:spPr>
            <a:ln>
              <a:solidFill>
                <a:srgbClr val="AD275C"/>
              </a:solidFill>
            </a:ln>
          </c:spPr>
          <c:marker>
            <c:symbol val="none"/>
          </c:marker>
          <c:cat>
            <c:numRef>
              <c:f>'HARPable Universe'!$I$3:$I$228</c:f>
              <c:numCache>
                <c:formatCode>m/d/yyyy</c:formatCode>
                <c:ptCount val="226"/>
                <c:pt idx="0">
                  <c:v>40549</c:v>
                </c:pt>
                <c:pt idx="1">
                  <c:v>40556</c:v>
                </c:pt>
                <c:pt idx="2">
                  <c:v>40563</c:v>
                </c:pt>
                <c:pt idx="3">
                  <c:v>40570</c:v>
                </c:pt>
                <c:pt idx="4">
                  <c:v>40577</c:v>
                </c:pt>
                <c:pt idx="5">
                  <c:v>40584</c:v>
                </c:pt>
                <c:pt idx="6">
                  <c:v>40591</c:v>
                </c:pt>
                <c:pt idx="7">
                  <c:v>40598</c:v>
                </c:pt>
                <c:pt idx="8">
                  <c:v>40605</c:v>
                </c:pt>
                <c:pt idx="9">
                  <c:v>40612</c:v>
                </c:pt>
                <c:pt idx="10">
                  <c:v>40619</c:v>
                </c:pt>
                <c:pt idx="11">
                  <c:v>40626</c:v>
                </c:pt>
                <c:pt idx="12">
                  <c:v>40633</c:v>
                </c:pt>
                <c:pt idx="13">
                  <c:v>40640</c:v>
                </c:pt>
                <c:pt idx="14">
                  <c:v>40647</c:v>
                </c:pt>
                <c:pt idx="15">
                  <c:v>40654</c:v>
                </c:pt>
                <c:pt idx="16">
                  <c:v>40661</c:v>
                </c:pt>
                <c:pt idx="17">
                  <c:v>40668</c:v>
                </c:pt>
                <c:pt idx="18">
                  <c:v>40675</c:v>
                </c:pt>
                <c:pt idx="19">
                  <c:v>40682</c:v>
                </c:pt>
                <c:pt idx="20">
                  <c:v>40689</c:v>
                </c:pt>
                <c:pt idx="21">
                  <c:v>40696</c:v>
                </c:pt>
                <c:pt idx="22">
                  <c:v>40703</c:v>
                </c:pt>
                <c:pt idx="23">
                  <c:v>40710</c:v>
                </c:pt>
                <c:pt idx="24">
                  <c:v>40717</c:v>
                </c:pt>
                <c:pt idx="25">
                  <c:v>40724</c:v>
                </c:pt>
                <c:pt idx="26">
                  <c:v>40731</c:v>
                </c:pt>
                <c:pt idx="27">
                  <c:v>40738</c:v>
                </c:pt>
                <c:pt idx="28">
                  <c:v>40745</c:v>
                </c:pt>
                <c:pt idx="29">
                  <c:v>40752</c:v>
                </c:pt>
                <c:pt idx="30">
                  <c:v>40759</c:v>
                </c:pt>
                <c:pt idx="31">
                  <c:v>40766</c:v>
                </c:pt>
                <c:pt idx="32">
                  <c:v>40773</c:v>
                </c:pt>
                <c:pt idx="33">
                  <c:v>40780</c:v>
                </c:pt>
                <c:pt idx="34">
                  <c:v>40787</c:v>
                </c:pt>
                <c:pt idx="35">
                  <c:v>40794</c:v>
                </c:pt>
                <c:pt idx="36">
                  <c:v>40801</c:v>
                </c:pt>
                <c:pt idx="37">
                  <c:v>40808</c:v>
                </c:pt>
                <c:pt idx="38">
                  <c:v>40815</c:v>
                </c:pt>
                <c:pt idx="39">
                  <c:v>40822</c:v>
                </c:pt>
                <c:pt idx="40">
                  <c:v>40829</c:v>
                </c:pt>
                <c:pt idx="41">
                  <c:v>40836</c:v>
                </c:pt>
                <c:pt idx="42">
                  <c:v>40843</c:v>
                </c:pt>
                <c:pt idx="43">
                  <c:v>40850</c:v>
                </c:pt>
                <c:pt idx="44">
                  <c:v>40857</c:v>
                </c:pt>
                <c:pt idx="45">
                  <c:v>40864</c:v>
                </c:pt>
                <c:pt idx="46">
                  <c:v>40870</c:v>
                </c:pt>
                <c:pt idx="47">
                  <c:v>40878</c:v>
                </c:pt>
                <c:pt idx="48">
                  <c:v>40885</c:v>
                </c:pt>
                <c:pt idx="49">
                  <c:v>40892</c:v>
                </c:pt>
                <c:pt idx="50">
                  <c:v>40899</c:v>
                </c:pt>
                <c:pt idx="51">
                  <c:v>40906</c:v>
                </c:pt>
                <c:pt idx="52">
                  <c:v>40913</c:v>
                </c:pt>
                <c:pt idx="53">
                  <c:v>40920</c:v>
                </c:pt>
                <c:pt idx="54">
                  <c:v>40927</c:v>
                </c:pt>
                <c:pt idx="55">
                  <c:v>40934</c:v>
                </c:pt>
                <c:pt idx="56">
                  <c:v>40941</c:v>
                </c:pt>
                <c:pt idx="57">
                  <c:v>40948</c:v>
                </c:pt>
                <c:pt idx="58">
                  <c:v>40955</c:v>
                </c:pt>
                <c:pt idx="59">
                  <c:v>40962</c:v>
                </c:pt>
                <c:pt idx="60">
                  <c:v>40969</c:v>
                </c:pt>
                <c:pt idx="61">
                  <c:v>40976</c:v>
                </c:pt>
                <c:pt idx="62">
                  <c:v>40983</c:v>
                </c:pt>
                <c:pt idx="63">
                  <c:v>40990</c:v>
                </c:pt>
                <c:pt idx="64">
                  <c:v>40997</c:v>
                </c:pt>
                <c:pt idx="65">
                  <c:v>41004</c:v>
                </c:pt>
                <c:pt idx="66">
                  <c:v>41011</c:v>
                </c:pt>
                <c:pt idx="67">
                  <c:v>41018</c:v>
                </c:pt>
                <c:pt idx="68">
                  <c:v>41025</c:v>
                </c:pt>
                <c:pt idx="69">
                  <c:v>41032</c:v>
                </c:pt>
                <c:pt idx="70">
                  <c:v>41039</c:v>
                </c:pt>
                <c:pt idx="71">
                  <c:v>41046</c:v>
                </c:pt>
                <c:pt idx="72">
                  <c:v>41053</c:v>
                </c:pt>
                <c:pt idx="73">
                  <c:v>41060</c:v>
                </c:pt>
                <c:pt idx="74">
                  <c:v>41067</c:v>
                </c:pt>
                <c:pt idx="75">
                  <c:v>41074</c:v>
                </c:pt>
                <c:pt idx="76">
                  <c:v>41081</c:v>
                </c:pt>
                <c:pt idx="77">
                  <c:v>41088</c:v>
                </c:pt>
                <c:pt idx="78">
                  <c:v>41095</c:v>
                </c:pt>
                <c:pt idx="79">
                  <c:v>41102</c:v>
                </c:pt>
                <c:pt idx="80">
                  <c:v>41109</c:v>
                </c:pt>
                <c:pt idx="81">
                  <c:v>41116</c:v>
                </c:pt>
                <c:pt idx="82">
                  <c:v>41123</c:v>
                </c:pt>
                <c:pt idx="83">
                  <c:v>41130</c:v>
                </c:pt>
                <c:pt idx="84">
                  <c:v>41137</c:v>
                </c:pt>
                <c:pt idx="85">
                  <c:v>41144</c:v>
                </c:pt>
                <c:pt idx="86">
                  <c:v>41151</c:v>
                </c:pt>
                <c:pt idx="87">
                  <c:v>41158</c:v>
                </c:pt>
                <c:pt idx="88">
                  <c:v>41165</c:v>
                </c:pt>
                <c:pt idx="89">
                  <c:v>41172</c:v>
                </c:pt>
                <c:pt idx="90">
                  <c:v>41179</c:v>
                </c:pt>
                <c:pt idx="91">
                  <c:v>41186</c:v>
                </c:pt>
                <c:pt idx="92">
                  <c:v>41193</c:v>
                </c:pt>
                <c:pt idx="93">
                  <c:v>41200</c:v>
                </c:pt>
                <c:pt idx="94">
                  <c:v>41207</c:v>
                </c:pt>
                <c:pt idx="95">
                  <c:v>41214</c:v>
                </c:pt>
                <c:pt idx="96">
                  <c:v>41221</c:v>
                </c:pt>
                <c:pt idx="97">
                  <c:v>41228</c:v>
                </c:pt>
                <c:pt idx="98">
                  <c:v>41234</c:v>
                </c:pt>
                <c:pt idx="99">
                  <c:v>41242</c:v>
                </c:pt>
                <c:pt idx="100">
                  <c:v>41249</c:v>
                </c:pt>
                <c:pt idx="101">
                  <c:v>41256</c:v>
                </c:pt>
                <c:pt idx="102">
                  <c:v>41263</c:v>
                </c:pt>
                <c:pt idx="103">
                  <c:v>41270</c:v>
                </c:pt>
                <c:pt idx="104">
                  <c:v>41277</c:v>
                </c:pt>
                <c:pt idx="105">
                  <c:v>41284</c:v>
                </c:pt>
                <c:pt idx="106">
                  <c:v>41291</c:v>
                </c:pt>
                <c:pt idx="107">
                  <c:v>41298</c:v>
                </c:pt>
                <c:pt idx="108">
                  <c:v>41305</c:v>
                </c:pt>
                <c:pt idx="109">
                  <c:v>41312</c:v>
                </c:pt>
                <c:pt idx="110">
                  <c:v>41319</c:v>
                </c:pt>
                <c:pt idx="111">
                  <c:v>41326</c:v>
                </c:pt>
                <c:pt idx="112">
                  <c:v>41333</c:v>
                </c:pt>
                <c:pt idx="113">
                  <c:v>41340</c:v>
                </c:pt>
                <c:pt idx="114">
                  <c:v>41347</c:v>
                </c:pt>
                <c:pt idx="115">
                  <c:v>41354</c:v>
                </c:pt>
                <c:pt idx="116">
                  <c:v>41361</c:v>
                </c:pt>
                <c:pt idx="117">
                  <c:v>41368</c:v>
                </c:pt>
                <c:pt idx="118">
                  <c:v>41375</c:v>
                </c:pt>
                <c:pt idx="119">
                  <c:v>41382</c:v>
                </c:pt>
                <c:pt idx="120">
                  <c:v>41389</c:v>
                </c:pt>
                <c:pt idx="121">
                  <c:v>41396</c:v>
                </c:pt>
                <c:pt idx="122">
                  <c:v>41403</c:v>
                </c:pt>
                <c:pt idx="123">
                  <c:v>41410</c:v>
                </c:pt>
                <c:pt idx="124">
                  <c:v>41417</c:v>
                </c:pt>
                <c:pt idx="125">
                  <c:v>41424</c:v>
                </c:pt>
                <c:pt idx="126">
                  <c:v>41431</c:v>
                </c:pt>
                <c:pt idx="127">
                  <c:v>41438</c:v>
                </c:pt>
                <c:pt idx="128">
                  <c:v>41445</c:v>
                </c:pt>
                <c:pt idx="129">
                  <c:v>41452</c:v>
                </c:pt>
                <c:pt idx="130">
                  <c:v>41458</c:v>
                </c:pt>
                <c:pt idx="131">
                  <c:v>41466</c:v>
                </c:pt>
                <c:pt idx="132">
                  <c:v>41473</c:v>
                </c:pt>
                <c:pt idx="133">
                  <c:v>41480</c:v>
                </c:pt>
                <c:pt idx="134">
                  <c:v>41487</c:v>
                </c:pt>
                <c:pt idx="135">
                  <c:v>41494</c:v>
                </c:pt>
                <c:pt idx="136">
                  <c:v>41501</c:v>
                </c:pt>
                <c:pt idx="137">
                  <c:v>41508</c:v>
                </c:pt>
                <c:pt idx="138">
                  <c:v>41515</c:v>
                </c:pt>
                <c:pt idx="139">
                  <c:v>41522</c:v>
                </c:pt>
                <c:pt idx="140">
                  <c:v>41529</c:v>
                </c:pt>
                <c:pt idx="141">
                  <c:v>41536</c:v>
                </c:pt>
                <c:pt idx="142">
                  <c:v>41543</c:v>
                </c:pt>
                <c:pt idx="143">
                  <c:v>41550</c:v>
                </c:pt>
                <c:pt idx="144">
                  <c:v>41557</c:v>
                </c:pt>
                <c:pt idx="145">
                  <c:v>41564</c:v>
                </c:pt>
                <c:pt idx="146">
                  <c:v>41571</c:v>
                </c:pt>
                <c:pt idx="147">
                  <c:v>41578</c:v>
                </c:pt>
                <c:pt idx="148">
                  <c:v>41585</c:v>
                </c:pt>
                <c:pt idx="149">
                  <c:v>41592</c:v>
                </c:pt>
                <c:pt idx="150">
                  <c:v>41599</c:v>
                </c:pt>
                <c:pt idx="151">
                  <c:v>41605</c:v>
                </c:pt>
                <c:pt idx="152">
                  <c:v>41613</c:v>
                </c:pt>
                <c:pt idx="153">
                  <c:v>41620</c:v>
                </c:pt>
                <c:pt idx="154">
                  <c:v>41627</c:v>
                </c:pt>
                <c:pt idx="155">
                  <c:v>41634</c:v>
                </c:pt>
                <c:pt idx="156">
                  <c:v>41641</c:v>
                </c:pt>
                <c:pt idx="157">
                  <c:v>41648</c:v>
                </c:pt>
                <c:pt idx="158">
                  <c:v>41655</c:v>
                </c:pt>
                <c:pt idx="159">
                  <c:v>41662</c:v>
                </c:pt>
                <c:pt idx="160">
                  <c:v>41669</c:v>
                </c:pt>
                <c:pt idx="161">
                  <c:v>41676</c:v>
                </c:pt>
                <c:pt idx="162">
                  <c:v>41683</c:v>
                </c:pt>
                <c:pt idx="163">
                  <c:v>41690</c:v>
                </c:pt>
                <c:pt idx="164">
                  <c:v>41697</c:v>
                </c:pt>
                <c:pt idx="165">
                  <c:v>41704</c:v>
                </c:pt>
                <c:pt idx="166">
                  <c:v>41711</c:v>
                </c:pt>
                <c:pt idx="167">
                  <c:v>41718</c:v>
                </c:pt>
                <c:pt idx="168">
                  <c:v>41725</c:v>
                </c:pt>
                <c:pt idx="169">
                  <c:v>41732</c:v>
                </c:pt>
                <c:pt idx="170">
                  <c:v>41739</c:v>
                </c:pt>
                <c:pt idx="171">
                  <c:v>41746</c:v>
                </c:pt>
                <c:pt idx="172">
                  <c:v>41753</c:v>
                </c:pt>
                <c:pt idx="173">
                  <c:v>41760</c:v>
                </c:pt>
                <c:pt idx="174">
                  <c:v>41767</c:v>
                </c:pt>
                <c:pt idx="175">
                  <c:v>41774</c:v>
                </c:pt>
                <c:pt idx="176">
                  <c:v>41781</c:v>
                </c:pt>
                <c:pt idx="177">
                  <c:v>41788</c:v>
                </c:pt>
                <c:pt idx="178">
                  <c:v>41795</c:v>
                </c:pt>
                <c:pt idx="179">
                  <c:v>41802</c:v>
                </c:pt>
                <c:pt idx="180">
                  <c:v>41809</c:v>
                </c:pt>
                <c:pt idx="181">
                  <c:v>41816</c:v>
                </c:pt>
                <c:pt idx="182">
                  <c:v>41823</c:v>
                </c:pt>
                <c:pt idx="183">
                  <c:v>41830</c:v>
                </c:pt>
                <c:pt idx="184">
                  <c:v>41837</c:v>
                </c:pt>
                <c:pt idx="185">
                  <c:v>41844</c:v>
                </c:pt>
                <c:pt idx="186">
                  <c:v>41851</c:v>
                </c:pt>
                <c:pt idx="187">
                  <c:v>41858</c:v>
                </c:pt>
                <c:pt idx="188">
                  <c:v>41865</c:v>
                </c:pt>
                <c:pt idx="189">
                  <c:v>41872</c:v>
                </c:pt>
                <c:pt idx="190">
                  <c:v>41879</c:v>
                </c:pt>
                <c:pt idx="191">
                  <c:v>41886</c:v>
                </c:pt>
                <c:pt idx="192">
                  <c:v>41893</c:v>
                </c:pt>
                <c:pt idx="193">
                  <c:v>41900</c:v>
                </c:pt>
                <c:pt idx="194">
                  <c:v>41907</c:v>
                </c:pt>
                <c:pt idx="195">
                  <c:v>41914</c:v>
                </c:pt>
                <c:pt idx="196">
                  <c:v>41921</c:v>
                </c:pt>
                <c:pt idx="197">
                  <c:v>41928</c:v>
                </c:pt>
                <c:pt idx="198">
                  <c:v>41935</c:v>
                </c:pt>
                <c:pt idx="199">
                  <c:v>41942</c:v>
                </c:pt>
                <c:pt idx="200">
                  <c:v>41949</c:v>
                </c:pt>
                <c:pt idx="201">
                  <c:v>41956</c:v>
                </c:pt>
                <c:pt idx="202">
                  <c:v>41963</c:v>
                </c:pt>
                <c:pt idx="203">
                  <c:v>41969</c:v>
                </c:pt>
                <c:pt idx="204">
                  <c:v>41977</c:v>
                </c:pt>
                <c:pt idx="205">
                  <c:v>41984</c:v>
                </c:pt>
                <c:pt idx="206">
                  <c:v>41991</c:v>
                </c:pt>
                <c:pt idx="207">
                  <c:v>41997</c:v>
                </c:pt>
                <c:pt idx="208">
                  <c:v>42004</c:v>
                </c:pt>
                <c:pt idx="209">
                  <c:v>42012</c:v>
                </c:pt>
                <c:pt idx="210">
                  <c:v>42019</c:v>
                </c:pt>
                <c:pt idx="211">
                  <c:v>42026</c:v>
                </c:pt>
                <c:pt idx="212">
                  <c:v>42033</c:v>
                </c:pt>
                <c:pt idx="213">
                  <c:v>42040</c:v>
                </c:pt>
                <c:pt idx="214">
                  <c:v>42047</c:v>
                </c:pt>
                <c:pt idx="215">
                  <c:v>42054</c:v>
                </c:pt>
                <c:pt idx="216">
                  <c:v>42061</c:v>
                </c:pt>
                <c:pt idx="217">
                  <c:v>42068</c:v>
                </c:pt>
                <c:pt idx="218">
                  <c:v>42075</c:v>
                </c:pt>
                <c:pt idx="219">
                  <c:v>42082</c:v>
                </c:pt>
                <c:pt idx="220">
                  <c:v>42089</c:v>
                </c:pt>
                <c:pt idx="221">
                  <c:v>42096</c:v>
                </c:pt>
                <c:pt idx="222">
                  <c:v>42103</c:v>
                </c:pt>
                <c:pt idx="223">
                  <c:v>42110</c:v>
                </c:pt>
                <c:pt idx="224">
                  <c:v>42117</c:v>
                </c:pt>
                <c:pt idx="225">
                  <c:v>42124</c:v>
                </c:pt>
              </c:numCache>
            </c:numRef>
          </c:cat>
          <c:val>
            <c:numRef>
              <c:f>'HARPable Universe'!$K$3:$K$228</c:f>
              <c:numCache>
                <c:formatCode>_(* #,##0_);_(* \(#,##0\);_(* "-"??_);_(@_)</c:formatCode>
                <c:ptCount val="226"/>
                <c:pt idx="0">
                  <c:v>511152631253.10303</c:v>
                </c:pt>
                <c:pt idx="1">
                  <c:v>511152631253.10303</c:v>
                </c:pt>
                <c:pt idx="2">
                  <c:v>511152631253.10303</c:v>
                </c:pt>
                <c:pt idx="3">
                  <c:v>511152631253.10303</c:v>
                </c:pt>
                <c:pt idx="4">
                  <c:v>498355321367.67102</c:v>
                </c:pt>
                <c:pt idx="5">
                  <c:v>498355321367.67102</c:v>
                </c:pt>
                <c:pt idx="6">
                  <c:v>498355321367.67102</c:v>
                </c:pt>
                <c:pt idx="7">
                  <c:v>498355321367.67102</c:v>
                </c:pt>
                <c:pt idx="8">
                  <c:v>487217270284.03302</c:v>
                </c:pt>
                <c:pt idx="9">
                  <c:v>487217270284.03302</c:v>
                </c:pt>
                <c:pt idx="10">
                  <c:v>487217270284.03302</c:v>
                </c:pt>
                <c:pt idx="11">
                  <c:v>487217270284.03302</c:v>
                </c:pt>
                <c:pt idx="12">
                  <c:v>487217270284.03302</c:v>
                </c:pt>
                <c:pt idx="13">
                  <c:v>478049332159.64398</c:v>
                </c:pt>
                <c:pt idx="14">
                  <c:v>478049332159.64398</c:v>
                </c:pt>
                <c:pt idx="15">
                  <c:v>478049332159.64398</c:v>
                </c:pt>
                <c:pt idx="16">
                  <c:v>478049332159.64398</c:v>
                </c:pt>
                <c:pt idx="17">
                  <c:v>470003496681.77802</c:v>
                </c:pt>
                <c:pt idx="18">
                  <c:v>470003496681.77802</c:v>
                </c:pt>
                <c:pt idx="19">
                  <c:v>470003496681.77802</c:v>
                </c:pt>
                <c:pt idx="20">
                  <c:v>470003496681.77802</c:v>
                </c:pt>
                <c:pt idx="21">
                  <c:v>462480304706.05603</c:v>
                </c:pt>
                <c:pt idx="22">
                  <c:v>462480304706.05603</c:v>
                </c:pt>
                <c:pt idx="23">
                  <c:v>462480304706.05603</c:v>
                </c:pt>
                <c:pt idx="24">
                  <c:v>462480304706.05603</c:v>
                </c:pt>
                <c:pt idx="25">
                  <c:v>462480304706.05603</c:v>
                </c:pt>
                <c:pt idx="26">
                  <c:v>454274419000.159</c:v>
                </c:pt>
                <c:pt idx="27">
                  <c:v>454274419000.159</c:v>
                </c:pt>
                <c:pt idx="28">
                  <c:v>454274419000.159</c:v>
                </c:pt>
                <c:pt idx="29">
                  <c:v>454274419000.159</c:v>
                </c:pt>
                <c:pt idx="30">
                  <c:v>446036314532.50897</c:v>
                </c:pt>
                <c:pt idx="31">
                  <c:v>446036314532.50897</c:v>
                </c:pt>
                <c:pt idx="32">
                  <c:v>446036314532.50897</c:v>
                </c:pt>
                <c:pt idx="33">
                  <c:v>446036314532.50897</c:v>
                </c:pt>
                <c:pt idx="34">
                  <c:v>436967852620.36298</c:v>
                </c:pt>
                <c:pt idx="35">
                  <c:v>436967852620.36298</c:v>
                </c:pt>
                <c:pt idx="36">
                  <c:v>436967852620.36298</c:v>
                </c:pt>
                <c:pt idx="37">
                  <c:v>436967852620.36298</c:v>
                </c:pt>
                <c:pt idx="38">
                  <c:v>436967852620.36298</c:v>
                </c:pt>
                <c:pt idx="39">
                  <c:v>426018974879.43103</c:v>
                </c:pt>
                <c:pt idx="40">
                  <c:v>426018974879.43103</c:v>
                </c:pt>
                <c:pt idx="41">
                  <c:v>426018974879.43103</c:v>
                </c:pt>
                <c:pt idx="42">
                  <c:v>426018974879.43103</c:v>
                </c:pt>
                <c:pt idx="43">
                  <c:v>412851613521.01099</c:v>
                </c:pt>
                <c:pt idx="44">
                  <c:v>412851613521.01099</c:v>
                </c:pt>
                <c:pt idx="45">
                  <c:v>412851613521.01099</c:v>
                </c:pt>
                <c:pt idx="46">
                  <c:v>412851613521.01099</c:v>
                </c:pt>
                <c:pt idx="47">
                  <c:v>399942599684.46997</c:v>
                </c:pt>
                <c:pt idx="48">
                  <c:v>399942599684.46997</c:v>
                </c:pt>
                <c:pt idx="49">
                  <c:v>399942599684.46997</c:v>
                </c:pt>
                <c:pt idx="50">
                  <c:v>399942599684.46997</c:v>
                </c:pt>
                <c:pt idx="51">
                  <c:v>399942599684.46997</c:v>
                </c:pt>
                <c:pt idx="52">
                  <c:v>388008884102.70697</c:v>
                </c:pt>
                <c:pt idx="53">
                  <c:v>388008884102.70697</c:v>
                </c:pt>
                <c:pt idx="54">
                  <c:v>388008884102.70697</c:v>
                </c:pt>
                <c:pt idx="55">
                  <c:v>388008884102.70697</c:v>
                </c:pt>
                <c:pt idx="56">
                  <c:v>377010024939.07202</c:v>
                </c:pt>
                <c:pt idx="57">
                  <c:v>377010024939.07202</c:v>
                </c:pt>
                <c:pt idx="58">
                  <c:v>377010024939.07202</c:v>
                </c:pt>
                <c:pt idx="59">
                  <c:v>377010024939.07202</c:v>
                </c:pt>
                <c:pt idx="60">
                  <c:v>364462334224.22998</c:v>
                </c:pt>
                <c:pt idx="61">
                  <c:v>364462334224.22998</c:v>
                </c:pt>
                <c:pt idx="62">
                  <c:v>364462334224.22998</c:v>
                </c:pt>
                <c:pt idx="63">
                  <c:v>364462334224.22998</c:v>
                </c:pt>
                <c:pt idx="64">
                  <c:v>364462334224.22998</c:v>
                </c:pt>
                <c:pt idx="65">
                  <c:v>350890768985.05603</c:v>
                </c:pt>
                <c:pt idx="66">
                  <c:v>350890768985.05603</c:v>
                </c:pt>
                <c:pt idx="67">
                  <c:v>350890768985.05603</c:v>
                </c:pt>
                <c:pt idx="68">
                  <c:v>350890768985.05603</c:v>
                </c:pt>
                <c:pt idx="69">
                  <c:v>338046228672.72302</c:v>
                </c:pt>
                <c:pt idx="70">
                  <c:v>338046228672.72302</c:v>
                </c:pt>
                <c:pt idx="71">
                  <c:v>338046228672.72302</c:v>
                </c:pt>
                <c:pt idx="72">
                  <c:v>338046228672.72302</c:v>
                </c:pt>
                <c:pt idx="73">
                  <c:v>338046228672.72302</c:v>
                </c:pt>
                <c:pt idx="74">
                  <c:v>324611094201.94598</c:v>
                </c:pt>
                <c:pt idx="75">
                  <c:v>324611094201.94598</c:v>
                </c:pt>
                <c:pt idx="76">
                  <c:v>324611094201.94598</c:v>
                </c:pt>
                <c:pt idx="77">
                  <c:v>324611094201.94598</c:v>
                </c:pt>
                <c:pt idx="78">
                  <c:v>311798813958.06299</c:v>
                </c:pt>
                <c:pt idx="79">
                  <c:v>311798813958.06299</c:v>
                </c:pt>
                <c:pt idx="80">
                  <c:v>311798813958.06299</c:v>
                </c:pt>
                <c:pt idx="81">
                  <c:v>311798813958.06299</c:v>
                </c:pt>
                <c:pt idx="82">
                  <c:v>299045132715.31299</c:v>
                </c:pt>
                <c:pt idx="83">
                  <c:v>299045132715.31299</c:v>
                </c:pt>
                <c:pt idx="84">
                  <c:v>299045132715.31299</c:v>
                </c:pt>
                <c:pt idx="85">
                  <c:v>299045132715.31299</c:v>
                </c:pt>
                <c:pt idx="86">
                  <c:v>299045132715.31299</c:v>
                </c:pt>
                <c:pt idx="87">
                  <c:v>285566306127.30701</c:v>
                </c:pt>
                <c:pt idx="88">
                  <c:v>285566306127.30701</c:v>
                </c:pt>
                <c:pt idx="89">
                  <c:v>285566306127.30701</c:v>
                </c:pt>
                <c:pt idx="90">
                  <c:v>285566306127.30701</c:v>
                </c:pt>
                <c:pt idx="91">
                  <c:v>273811402301.38901</c:v>
                </c:pt>
                <c:pt idx="92">
                  <c:v>273811402301.38901</c:v>
                </c:pt>
                <c:pt idx="93">
                  <c:v>273811402301.38901</c:v>
                </c:pt>
                <c:pt idx="94">
                  <c:v>273811402301.38901</c:v>
                </c:pt>
                <c:pt idx="95">
                  <c:v>261291167855.54599</c:v>
                </c:pt>
                <c:pt idx="96">
                  <c:v>261291167855.54599</c:v>
                </c:pt>
                <c:pt idx="97">
                  <c:v>261291167855.54599</c:v>
                </c:pt>
                <c:pt idx="98">
                  <c:v>261291167855.54599</c:v>
                </c:pt>
                <c:pt idx="99">
                  <c:v>261291167855.54599</c:v>
                </c:pt>
                <c:pt idx="100">
                  <c:v>249957281866.888</c:v>
                </c:pt>
                <c:pt idx="101">
                  <c:v>249957281866.888</c:v>
                </c:pt>
                <c:pt idx="102">
                  <c:v>249957281866.888</c:v>
                </c:pt>
                <c:pt idx="103">
                  <c:v>249957281866.888</c:v>
                </c:pt>
                <c:pt idx="104">
                  <c:v>238607531217.349</c:v>
                </c:pt>
                <c:pt idx="105">
                  <c:v>238607531217.349</c:v>
                </c:pt>
                <c:pt idx="106">
                  <c:v>238607531217.349</c:v>
                </c:pt>
                <c:pt idx="107">
                  <c:v>238607531217.349</c:v>
                </c:pt>
                <c:pt idx="108">
                  <c:v>238607531217.349</c:v>
                </c:pt>
                <c:pt idx="109">
                  <c:v>227504189704.84799</c:v>
                </c:pt>
                <c:pt idx="110">
                  <c:v>227504189704.84799</c:v>
                </c:pt>
                <c:pt idx="111">
                  <c:v>227504189704.84799</c:v>
                </c:pt>
                <c:pt idx="112">
                  <c:v>227504189704.84799</c:v>
                </c:pt>
                <c:pt idx="113">
                  <c:v>216694156147.63699</c:v>
                </c:pt>
                <c:pt idx="114">
                  <c:v>216694156147.63699</c:v>
                </c:pt>
                <c:pt idx="115">
                  <c:v>216694156147.63699</c:v>
                </c:pt>
                <c:pt idx="116">
                  <c:v>216694156147.63699</c:v>
                </c:pt>
                <c:pt idx="117">
                  <c:v>205810683336.68799</c:v>
                </c:pt>
                <c:pt idx="118">
                  <c:v>205810683336.68799</c:v>
                </c:pt>
                <c:pt idx="119">
                  <c:v>205810683336.68799</c:v>
                </c:pt>
                <c:pt idx="120">
                  <c:v>205810683336.68799</c:v>
                </c:pt>
                <c:pt idx="121">
                  <c:v>195225890723.888</c:v>
                </c:pt>
                <c:pt idx="122">
                  <c:v>195225890723.888</c:v>
                </c:pt>
                <c:pt idx="123">
                  <c:v>195225890723.888</c:v>
                </c:pt>
                <c:pt idx="124">
                  <c:v>195225890723.888</c:v>
                </c:pt>
                <c:pt idx="125">
                  <c:v>195225890723.888</c:v>
                </c:pt>
                <c:pt idx="126">
                  <c:v>185053119902.13599</c:v>
                </c:pt>
                <c:pt idx="127">
                  <c:v>185053119902.13599</c:v>
                </c:pt>
                <c:pt idx="128">
                  <c:v>185053119902.13599</c:v>
                </c:pt>
                <c:pt idx="129">
                  <c:v>185053119902.13599</c:v>
                </c:pt>
                <c:pt idx="130">
                  <c:v>176083452320.259</c:v>
                </c:pt>
                <c:pt idx="131">
                  <c:v>176083452320.259</c:v>
                </c:pt>
                <c:pt idx="132">
                  <c:v>176083452320.259</c:v>
                </c:pt>
                <c:pt idx="133">
                  <c:v>176083452320.259</c:v>
                </c:pt>
                <c:pt idx="134">
                  <c:v>167577702279.88699</c:v>
                </c:pt>
                <c:pt idx="135">
                  <c:v>167577702279.88699</c:v>
                </c:pt>
                <c:pt idx="136">
                  <c:v>167577702279.88699</c:v>
                </c:pt>
                <c:pt idx="137">
                  <c:v>167577702279.88699</c:v>
                </c:pt>
                <c:pt idx="138">
                  <c:v>167577702279.88699</c:v>
                </c:pt>
                <c:pt idx="139">
                  <c:v>160787339683.77899</c:v>
                </c:pt>
                <c:pt idx="140">
                  <c:v>160787339683.77899</c:v>
                </c:pt>
                <c:pt idx="141">
                  <c:v>160787339683.77899</c:v>
                </c:pt>
                <c:pt idx="142">
                  <c:v>160787339683.77899</c:v>
                </c:pt>
                <c:pt idx="143">
                  <c:v>155649461575.04901</c:v>
                </c:pt>
                <c:pt idx="144">
                  <c:v>155649461575.04901</c:v>
                </c:pt>
                <c:pt idx="145">
                  <c:v>155649461575.04901</c:v>
                </c:pt>
                <c:pt idx="146">
                  <c:v>155649461575.04901</c:v>
                </c:pt>
                <c:pt idx="147">
                  <c:v>155649461575.04901</c:v>
                </c:pt>
                <c:pt idx="148">
                  <c:v>151540990492.15701</c:v>
                </c:pt>
                <c:pt idx="149">
                  <c:v>151540990492.15701</c:v>
                </c:pt>
                <c:pt idx="150">
                  <c:v>151540990492.15701</c:v>
                </c:pt>
                <c:pt idx="151">
                  <c:v>151540990492.15701</c:v>
                </c:pt>
                <c:pt idx="152">
                  <c:v>147596217220.30301</c:v>
                </c:pt>
                <c:pt idx="153">
                  <c:v>147596217220.30301</c:v>
                </c:pt>
                <c:pt idx="154">
                  <c:v>147596217220.30301</c:v>
                </c:pt>
                <c:pt idx="155">
                  <c:v>147596217220.30301</c:v>
                </c:pt>
                <c:pt idx="156">
                  <c:v>143491329926.00299</c:v>
                </c:pt>
                <c:pt idx="157">
                  <c:v>143491329926.00299</c:v>
                </c:pt>
                <c:pt idx="158">
                  <c:v>143491329926.00299</c:v>
                </c:pt>
                <c:pt idx="159">
                  <c:v>143491329926.00299</c:v>
                </c:pt>
                <c:pt idx="160">
                  <c:v>143491329926.00299</c:v>
                </c:pt>
                <c:pt idx="161">
                  <c:v>140177207664.35901</c:v>
                </c:pt>
                <c:pt idx="162">
                  <c:v>140177207664.35901</c:v>
                </c:pt>
                <c:pt idx="163">
                  <c:v>140177207664.35901</c:v>
                </c:pt>
                <c:pt idx="164">
                  <c:v>140177207664.35901</c:v>
                </c:pt>
                <c:pt idx="165">
                  <c:v>137302780283.616</c:v>
                </c:pt>
                <c:pt idx="166">
                  <c:v>137302780283.616</c:v>
                </c:pt>
                <c:pt idx="167">
                  <c:v>137302780283.616</c:v>
                </c:pt>
                <c:pt idx="168">
                  <c:v>137302780283.616</c:v>
                </c:pt>
                <c:pt idx="169">
                  <c:v>134084311974.908</c:v>
                </c:pt>
                <c:pt idx="170">
                  <c:v>134084311974.908</c:v>
                </c:pt>
                <c:pt idx="171">
                  <c:v>134084311974.908</c:v>
                </c:pt>
                <c:pt idx="172">
                  <c:v>134084311974.908</c:v>
                </c:pt>
                <c:pt idx="173">
                  <c:v>131022110576.76801</c:v>
                </c:pt>
                <c:pt idx="174">
                  <c:v>131022110576.76801</c:v>
                </c:pt>
                <c:pt idx="175">
                  <c:v>131022110576.76801</c:v>
                </c:pt>
                <c:pt idx="176">
                  <c:v>131022110576.76801</c:v>
                </c:pt>
                <c:pt idx="177">
                  <c:v>131022110576.76801</c:v>
                </c:pt>
                <c:pt idx="178">
                  <c:v>127996673162.017</c:v>
                </c:pt>
                <c:pt idx="179">
                  <c:v>127996673162.017</c:v>
                </c:pt>
                <c:pt idx="180">
                  <c:v>127996673162.017</c:v>
                </c:pt>
                <c:pt idx="181">
                  <c:v>127996673162.017</c:v>
                </c:pt>
                <c:pt idx="182">
                  <c:v>124999566160.547</c:v>
                </c:pt>
                <c:pt idx="183">
                  <c:v>124999566160.547</c:v>
                </c:pt>
                <c:pt idx="184">
                  <c:v>124999566160.547</c:v>
                </c:pt>
                <c:pt idx="185">
                  <c:v>124999566160.547</c:v>
                </c:pt>
                <c:pt idx="186">
                  <c:v>124999566160.547</c:v>
                </c:pt>
                <c:pt idx="187">
                  <c:v>122034558755.91701</c:v>
                </c:pt>
                <c:pt idx="188">
                  <c:v>122034558755.91701</c:v>
                </c:pt>
                <c:pt idx="189">
                  <c:v>122034558755.91701</c:v>
                </c:pt>
                <c:pt idx="190">
                  <c:v>122034558755.91701</c:v>
                </c:pt>
                <c:pt idx="191">
                  <c:v>119186886371.356</c:v>
                </c:pt>
                <c:pt idx="192">
                  <c:v>119186886371.356</c:v>
                </c:pt>
                <c:pt idx="193">
                  <c:v>119186886371.356</c:v>
                </c:pt>
                <c:pt idx="194">
                  <c:v>119186886371.356</c:v>
                </c:pt>
                <c:pt idx="195">
                  <c:v>116367013129.366</c:v>
                </c:pt>
                <c:pt idx="196">
                  <c:v>116367013129.366</c:v>
                </c:pt>
                <c:pt idx="197">
                  <c:v>116367013129.366</c:v>
                </c:pt>
                <c:pt idx="198">
                  <c:v>116367013129.366</c:v>
                </c:pt>
                <c:pt idx="199">
                  <c:v>116367013129.366</c:v>
                </c:pt>
                <c:pt idx="200">
                  <c:v>113578619016.686</c:v>
                </c:pt>
                <c:pt idx="201">
                  <c:v>113578619016.686</c:v>
                </c:pt>
                <c:pt idx="202">
                  <c:v>113578619016.686</c:v>
                </c:pt>
                <c:pt idx="203">
                  <c:v>113578619016.686</c:v>
                </c:pt>
                <c:pt idx="204">
                  <c:v>111141034606.26401</c:v>
                </c:pt>
                <c:pt idx="205">
                  <c:v>111141034606.26401</c:v>
                </c:pt>
                <c:pt idx="206">
                  <c:v>111141034606.26401</c:v>
                </c:pt>
                <c:pt idx="207">
                  <c:v>111141034606.26401</c:v>
                </c:pt>
                <c:pt idx="208">
                  <c:v>111141034606.26401</c:v>
                </c:pt>
                <c:pt idx="209">
                  <c:v>108459729439.83501</c:v>
                </c:pt>
                <c:pt idx="210">
                  <c:v>108459729439.83501</c:v>
                </c:pt>
                <c:pt idx="211">
                  <c:v>108459729439.83501</c:v>
                </c:pt>
                <c:pt idx="212">
                  <c:v>108459729439.83501</c:v>
                </c:pt>
                <c:pt idx="213">
                  <c:v>106176807405.543</c:v>
                </c:pt>
                <c:pt idx="214">
                  <c:v>106176807405.543</c:v>
                </c:pt>
                <c:pt idx="215">
                  <c:v>106176807405.543</c:v>
                </c:pt>
                <c:pt idx="216">
                  <c:v>106176807405.543</c:v>
                </c:pt>
                <c:pt idx="217">
                  <c:v>103782963597.884</c:v>
                </c:pt>
                <c:pt idx="218">
                  <c:v>103782963597.884</c:v>
                </c:pt>
                <c:pt idx="219">
                  <c:v>103782963597.884</c:v>
                </c:pt>
                <c:pt idx="220">
                  <c:v>103782963597.884</c:v>
                </c:pt>
                <c:pt idx="221">
                  <c:v>100652792127.048</c:v>
                </c:pt>
                <c:pt idx="222">
                  <c:v>100652792127.048</c:v>
                </c:pt>
                <c:pt idx="223">
                  <c:v>100652792127.048</c:v>
                </c:pt>
                <c:pt idx="224">
                  <c:v>100652792127.048</c:v>
                </c:pt>
                <c:pt idx="225">
                  <c:v>100652792127.048</c:v>
                </c:pt>
              </c:numCache>
            </c:numRef>
          </c:val>
          <c:smooth val="0"/>
        </c:ser>
        <c:ser>
          <c:idx val="0"/>
          <c:order val="1"/>
          <c:tx>
            <c:strRef>
              <c:f>'HARPable Universe'!$L$2</c:f>
              <c:strCache>
                <c:ptCount val="1"/>
                <c:pt idx="0">
                  <c:v>Total Balance</c:v>
                </c:pt>
              </c:strCache>
            </c:strRef>
          </c:tx>
          <c:marker>
            <c:symbol val="none"/>
          </c:marker>
          <c:cat>
            <c:numRef>
              <c:f>'HARPable Universe'!$I$3:$I$228</c:f>
              <c:numCache>
                <c:formatCode>m/d/yyyy</c:formatCode>
                <c:ptCount val="226"/>
                <c:pt idx="0">
                  <c:v>40549</c:v>
                </c:pt>
                <c:pt idx="1">
                  <c:v>40556</c:v>
                </c:pt>
                <c:pt idx="2">
                  <c:v>40563</c:v>
                </c:pt>
                <c:pt idx="3">
                  <c:v>40570</c:v>
                </c:pt>
                <c:pt idx="4">
                  <c:v>40577</c:v>
                </c:pt>
                <c:pt idx="5">
                  <c:v>40584</c:v>
                </c:pt>
                <c:pt idx="6">
                  <c:v>40591</c:v>
                </c:pt>
                <c:pt idx="7">
                  <c:v>40598</c:v>
                </c:pt>
                <c:pt idx="8">
                  <c:v>40605</c:v>
                </c:pt>
                <c:pt idx="9">
                  <c:v>40612</c:v>
                </c:pt>
                <c:pt idx="10">
                  <c:v>40619</c:v>
                </c:pt>
                <c:pt idx="11">
                  <c:v>40626</c:v>
                </c:pt>
                <c:pt idx="12">
                  <c:v>40633</c:v>
                </c:pt>
                <c:pt idx="13">
                  <c:v>40640</c:v>
                </c:pt>
                <c:pt idx="14">
                  <c:v>40647</c:v>
                </c:pt>
                <c:pt idx="15">
                  <c:v>40654</c:v>
                </c:pt>
                <c:pt idx="16">
                  <c:v>40661</c:v>
                </c:pt>
                <c:pt idx="17">
                  <c:v>40668</c:v>
                </c:pt>
                <c:pt idx="18">
                  <c:v>40675</c:v>
                </c:pt>
                <c:pt idx="19">
                  <c:v>40682</c:v>
                </c:pt>
                <c:pt idx="20">
                  <c:v>40689</c:v>
                </c:pt>
                <c:pt idx="21">
                  <c:v>40696</c:v>
                </c:pt>
                <c:pt idx="22">
                  <c:v>40703</c:v>
                </c:pt>
                <c:pt idx="23">
                  <c:v>40710</c:v>
                </c:pt>
                <c:pt idx="24">
                  <c:v>40717</c:v>
                </c:pt>
                <c:pt idx="25">
                  <c:v>40724</c:v>
                </c:pt>
                <c:pt idx="26">
                  <c:v>40731</c:v>
                </c:pt>
                <c:pt idx="27">
                  <c:v>40738</c:v>
                </c:pt>
                <c:pt idx="28">
                  <c:v>40745</c:v>
                </c:pt>
                <c:pt idx="29">
                  <c:v>40752</c:v>
                </c:pt>
                <c:pt idx="30">
                  <c:v>40759</c:v>
                </c:pt>
                <c:pt idx="31">
                  <c:v>40766</c:v>
                </c:pt>
                <c:pt idx="32">
                  <c:v>40773</c:v>
                </c:pt>
                <c:pt idx="33">
                  <c:v>40780</c:v>
                </c:pt>
                <c:pt idx="34">
                  <c:v>40787</c:v>
                </c:pt>
                <c:pt idx="35">
                  <c:v>40794</c:v>
                </c:pt>
                <c:pt idx="36">
                  <c:v>40801</c:v>
                </c:pt>
                <c:pt idx="37">
                  <c:v>40808</c:v>
                </c:pt>
                <c:pt idx="38">
                  <c:v>40815</c:v>
                </c:pt>
                <c:pt idx="39">
                  <c:v>40822</c:v>
                </c:pt>
                <c:pt idx="40">
                  <c:v>40829</c:v>
                </c:pt>
                <c:pt idx="41">
                  <c:v>40836</c:v>
                </c:pt>
                <c:pt idx="42">
                  <c:v>40843</c:v>
                </c:pt>
                <c:pt idx="43">
                  <c:v>40850</c:v>
                </c:pt>
                <c:pt idx="44">
                  <c:v>40857</c:v>
                </c:pt>
                <c:pt idx="45">
                  <c:v>40864</c:v>
                </c:pt>
                <c:pt idx="46">
                  <c:v>40870</c:v>
                </c:pt>
                <c:pt idx="47">
                  <c:v>40878</c:v>
                </c:pt>
                <c:pt idx="48">
                  <c:v>40885</c:v>
                </c:pt>
                <c:pt idx="49">
                  <c:v>40892</c:v>
                </c:pt>
                <c:pt idx="50">
                  <c:v>40899</c:v>
                </c:pt>
                <c:pt idx="51">
                  <c:v>40906</c:v>
                </c:pt>
                <c:pt idx="52">
                  <c:v>40913</c:v>
                </c:pt>
                <c:pt idx="53">
                  <c:v>40920</c:v>
                </c:pt>
                <c:pt idx="54">
                  <c:v>40927</c:v>
                </c:pt>
                <c:pt idx="55">
                  <c:v>40934</c:v>
                </c:pt>
                <c:pt idx="56">
                  <c:v>40941</c:v>
                </c:pt>
                <c:pt idx="57">
                  <c:v>40948</c:v>
                </c:pt>
                <c:pt idx="58">
                  <c:v>40955</c:v>
                </c:pt>
                <c:pt idx="59">
                  <c:v>40962</c:v>
                </c:pt>
                <c:pt idx="60">
                  <c:v>40969</c:v>
                </c:pt>
                <c:pt idx="61">
                  <c:v>40976</c:v>
                </c:pt>
                <c:pt idx="62">
                  <c:v>40983</c:v>
                </c:pt>
                <c:pt idx="63">
                  <c:v>40990</c:v>
                </c:pt>
                <c:pt idx="64">
                  <c:v>40997</c:v>
                </c:pt>
                <c:pt idx="65">
                  <c:v>41004</c:v>
                </c:pt>
                <c:pt idx="66">
                  <c:v>41011</c:v>
                </c:pt>
                <c:pt idx="67">
                  <c:v>41018</c:v>
                </c:pt>
                <c:pt idx="68">
                  <c:v>41025</c:v>
                </c:pt>
                <c:pt idx="69">
                  <c:v>41032</c:v>
                </c:pt>
                <c:pt idx="70">
                  <c:v>41039</c:v>
                </c:pt>
                <c:pt idx="71">
                  <c:v>41046</c:v>
                </c:pt>
                <c:pt idx="72">
                  <c:v>41053</c:v>
                </c:pt>
                <c:pt idx="73">
                  <c:v>41060</c:v>
                </c:pt>
                <c:pt idx="74">
                  <c:v>41067</c:v>
                </c:pt>
                <c:pt idx="75">
                  <c:v>41074</c:v>
                </c:pt>
                <c:pt idx="76">
                  <c:v>41081</c:v>
                </c:pt>
                <c:pt idx="77">
                  <c:v>41088</c:v>
                </c:pt>
                <c:pt idx="78">
                  <c:v>41095</c:v>
                </c:pt>
                <c:pt idx="79">
                  <c:v>41102</c:v>
                </c:pt>
                <c:pt idx="80">
                  <c:v>41109</c:v>
                </c:pt>
                <c:pt idx="81">
                  <c:v>41116</c:v>
                </c:pt>
                <c:pt idx="82">
                  <c:v>41123</c:v>
                </c:pt>
                <c:pt idx="83">
                  <c:v>41130</c:v>
                </c:pt>
                <c:pt idx="84">
                  <c:v>41137</c:v>
                </c:pt>
                <c:pt idx="85">
                  <c:v>41144</c:v>
                </c:pt>
                <c:pt idx="86">
                  <c:v>41151</c:v>
                </c:pt>
                <c:pt idx="87">
                  <c:v>41158</c:v>
                </c:pt>
                <c:pt idx="88">
                  <c:v>41165</c:v>
                </c:pt>
                <c:pt idx="89">
                  <c:v>41172</c:v>
                </c:pt>
                <c:pt idx="90">
                  <c:v>41179</c:v>
                </c:pt>
                <c:pt idx="91">
                  <c:v>41186</c:v>
                </c:pt>
                <c:pt idx="92">
                  <c:v>41193</c:v>
                </c:pt>
                <c:pt idx="93">
                  <c:v>41200</c:v>
                </c:pt>
                <c:pt idx="94">
                  <c:v>41207</c:v>
                </c:pt>
                <c:pt idx="95">
                  <c:v>41214</c:v>
                </c:pt>
                <c:pt idx="96">
                  <c:v>41221</c:v>
                </c:pt>
                <c:pt idx="97">
                  <c:v>41228</c:v>
                </c:pt>
                <c:pt idx="98">
                  <c:v>41234</c:v>
                </c:pt>
                <c:pt idx="99">
                  <c:v>41242</c:v>
                </c:pt>
                <c:pt idx="100">
                  <c:v>41249</c:v>
                </c:pt>
                <c:pt idx="101">
                  <c:v>41256</c:v>
                </c:pt>
                <c:pt idx="102">
                  <c:v>41263</c:v>
                </c:pt>
                <c:pt idx="103">
                  <c:v>41270</c:v>
                </c:pt>
                <c:pt idx="104">
                  <c:v>41277</c:v>
                </c:pt>
                <c:pt idx="105">
                  <c:v>41284</c:v>
                </c:pt>
                <c:pt idx="106">
                  <c:v>41291</c:v>
                </c:pt>
                <c:pt idx="107">
                  <c:v>41298</c:v>
                </c:pt>
                <c:pt idx="108">
                  <c:v>41305</c:v>
                </c:pt>
                <c:pt idx="109">
                  <c:v>41312</c:v>
                </c:pt>
                <c:pt idx="110">
                  <c:v>41319</c:v>
                </c:pt>
                <c:pt idx="111">
                  <c:v>41326</c:v>
                </c:pt>
                <c:pt idx="112">
                  <c:v>41333</c:v>
                </c:pt>
                <c:pt idx="113">
                  <c:v>41340</c:v>
                </c:pt>
                <c:pt idx="114">
                  <c:v>41347</c:v>
                </c:pt>
                <c:pt idx="115">
                  <c:v>41354</c:v>
                </c:pt>
                <c:pt idx="116">
                  <c:v>41361</c:v>
                </c:pt>
                <c:pt idx="117">
                  <c:v>41368</c:v>
                </c:pt>
                <c:pt idx="118">
                  <c:v>41375</c:v>
                </c:pt>
                <c:pt idx="119">
                  <c:v>41382</c:v>
                </c:pt>
                <c:pt idx="120">
                  <c:v>41389</c:v>
                </c:pt>
                <c:pt idx="121">
                  <c:v>41396</c:v>
                </c:pt>
                <c:pt idx="122">
                  <c:v>41403</c:v>
                </c:pt>
                <c:pt idx="123">
                  <c:v>41410</c:v>
                </c:pt>
                <c:pt idx="124">
                  <c:v>41417</c:v>
                </c:pt>
                <c:pt idx="125">
                  <c:v>41424</c:v>
                </c:pt>
                <c:pt idx="126">
                  <c:v>41431</c:v>
                </c:pt>
                <c:pt idx="127">
                  <c:v>41438</c:v>
                </c:pt>
                <c:pt idx="128">
                  <c:v>41445</c:v>
                </c:pt>
                <c:pt idx="129">
                  <c:v>41452</c:v>
                </c:pt>
                <c:pt idx="130">
                  <c:v>41458</c:v>
                </c:pt>
                <c:pt idx="131">
                  <c:v>41466</c:v>
                </c:pt>
                <c:pt idx="132">
                  <c:v>41473</c:v>
                </c:pt>
                <c:pt idx="133">
                  <c:v>41480</c:v>
                </c:pt>
                <c:pt idx="134">
                  <c:v>41487</c:v>
                </c:pt>
                <c:pt idx="135">
                  <c:v>41494</c:v>
                </c:pt>
                <c:pt idx="136">
                  <c:v>41501</c:v>
                </c:pt>
                <c:pt idx="137">
                  <c:v>41508</c:v>
                </c:pt>
                <c:pt idx="138">
                  <c:v>41515</c:v>
                </c:pt>
                <c:pt idx="139">
                  <c:v>41522</c:v>
                </c:pt>
                <c:pt idx="140">
                  <c:v>41529</c:v>
                </c:pt>
                <c:pt idx="141">
                  <c:v>41536</c:v>
                </c:pt>
                <c:pt idx="142">
                  <c:v>41543</c:v>
                </c:pt>
                <c:pt idx="143">
                  <c:v>41550</c:v>
                </c:pt>
                <c:pt idx="144">
                  <c:v>41557</c:v>
                </c:pt>
                <c:pt idx="145">
                  <c:v>41564</c:v>
                </c:pt>
                <c:pt idx="146">
                  <c:v>41571</c:v>
                </c:pt>
                <c:pt idx="147">
                  <c:v>41578</c:v>
                </c:pt>
                <c:pt idx="148">
                  <c:v>41585</c:v>
                </c:pt>
                <c:pt idx="149">
                  <c:v>41592</c:v>
                </c:pt>
                <c:pt idx="150">
                  <c:v>41599</c:v>
                </c:pt>
                <c:pt idx="151">
                  <c:v>41605</c:v>
                </c:pt>
                <c:pt idx="152">
                  <c:v>41613</c:v>
                </c:pt>
                <c:pt idx="153">
                  <c:v>41620</c:v>
                </c:pt>
                <c:pt idx="154">
                  <c:v>41627</c:v>
                </c:pt>
                <c:pt idx="155">
                  <c:v>41634</c:v>
                </c:pt>
                <c:pt idx="156">
                  <c:v>41641</c:v>
                </c:pt>
                <c:pt idx="157">
                  <c:v>41648</c:v>
                </c:pt>
                <c:pt idx="158">
                  <c:v>41655</c:v>
                </c:pt>
                <c:pt idx="159">
                  <c:v>41662</c:v>
                </c:pt>
                <c:pt idx="160">
                  <c:v>41669</c:v>
                </c:pt>
                <c:pt idx="161">
                  <c:v>41676</c:v>
                </c:pt>
                <c:pt idx="162">
                  <c:v>41683</c:v>
                </c:pt>
                <c:pt idx="163">
                  <c:v>41690</c:v>
                </c:pt>
                <c:pt idx="164">
                  <c:v>41697</c:v>
                </c:pt>
                <c:pt idx="165">
                  <c:v>41704</c:v>
                </c:pt>
                <c:pt idx="166">
                  <c:v>41711</c:v>
                </c:pt>
                <c:pt idx="167">
                  <c:v>41718</c:v>
                </c:pt>
                <c:pt idx="168">
                  <c:v>41725</c:v>
                </c:pt>
                <c:pt idx="169">
                  <c:v>41732</c:v>
                </c:pt>
                <c:pt idx="170">
                  <c:v>41739</c:v>
                </c:pt>
                <c:pt idx="171">
                  <c:v>41746</c:v>
                </c:pt>
                <c:pt idx="172">
                  <c:v>41753</c:v>
                </c:pt>
                <c:pt idx="173">
                  <c:v>41760</c:v>
                </c:pt>
                <c:pt idx="174">
                  <c:v>41767</c:v>
                </c:pt>
                <c:pt idx="175">
                  <c:v>41774</c:v>
                </c:pt>
                <c:pt idx="176">
                  <c:v>41781</c:v>
                </c:pt>
                <c:pt idx="177">
                  <c:v>41788</c:v>
                </c:pt>
                <c:pt idx="178">
                  <c:v>41795</c:v>
                </c:pt>
                <c:pt idx="179">
                  <c:v>41802</c:v>
                </c:pt>
                <c:pt idx="180">
                  <c:v>41809</c:v>
                </c:pt>
                <c:pt idx="181">
                  <c:v>41816</c:v>
                </c:pt>
                <c:pt idx="182">
                  <c:v>41823</c:v>
                </c:pt>
                <c:pt idx="183">
                  <c:v>41830</c:v>
                </c:pt>
                <c:pt idx="184">
                  <c:v>41837</c:v>
                </c:pt>
                <c:pt idx="185">
                  <c:v>41844</c:v>
                </c:pt>
                <c:pt idx="186">
                  <c:v>41851</c:v>
                </c:pt>
                <c:pt idx="187">
                  <c:v>41858</c:v>
                </c:pt>
                <c:pt idx="188">
                  <c:v>41865</c:v>
                </c:pt>
                <c:pt idx="189">
                  <c:v>41872</c:v>
                </c:pt>
                <c:pt idx="190">
                  <c:v>41879</c:v>
                </c:pt>
                <c:pt idx="191">
                  <c:v>41886</c:v>
                </c:pt>
                <c:pt idx="192">
                  <c:v>41893</c:v>
                </c:pt>
                <c:pt idx="193">
                  <c:v>41900</c:v>
                </c:pt>
                <c:pt idx="194">
                  <c:v>41907</c:v>
                </c:pt>
                <c:pt idx="195">
                  <c:v>41914</c:v>
                </c:pt>
                <c:pt idx="196">
                  <c:v>41921</c:v>
                </c:pt>
                <c:pt idx="197">
                  <c:v>41928</c:v>
                </c:pt>
                <c:pt idx="198">
                  <c:v>41935</c:v>
                </c:pt>
                <c:pt idx="199">
                  <c:v>41942</c:v>
                </c:pt>
                <c:pt idx="200">
                  <c:v>41949</c:v>
                </c:pt>
                <c:pt idx="201">
                  <c:v>41956</c:v>
                </c:pt>
                <c:pt idx="202">
                  <c:v>41963</c:v>
                </c:pt>
                <c:pt idx="203">
                  <c:v>41969</c:v>
                </c:pt>
                <c:pt idx="204">
                  <c:v>41977</c:v>
                </c:pt>
                <c:pt idx="205">
                  <c:v>41984</c:v>
                </c:pt>
                <c:pt idx="206">
                  <c:v>41991</c:v>
                </c:pt>
                <c:pt idx="207">
                  <c:v>41997</c:v>
                </c:pt>
                <c:pt idx="208">
                  <c:v>42004</c:v>
                </c:pt>
                <c:pt idx="209">
                  <c:v>42012</c:v>
                </c:pt>
                <c:pt idx="210">
                  <c:v>42019</c:v>
                </c:pt>
                <c:pt idx="211">
                  <c:v>42026</c:v>
                </c:pt>
                <c:pt idx="212">
                  <c:v>42033</c:v>
                </c:pt>
                <c:pt idx="213">
                  <c:v>42040</c:v>
                </c:pt>
                <c:pt idx="214">
                  <c:v>42047</c:v>
                </c:pt>
                <c:pt idx="215">
                  <c:v>42054</c:v>
                </c:pt>
                <c:pt idx="216">
                  <c:v>42061</c:v>
                </c:pt>
                <c:pt idx="217">
                  <c:v>42068</c:v>
                </c:pt>
                <c:pt idx="218">
                  <c:v>42075</c:v>
                </c:pt>
                <c:pt idx="219">
                  <c:v>42082</c:v>
                </c:pt>
                <c:pt idx="220">
                  <c:v>42089</c:v>
                </c:pt>
                <c:pt idx="221">
                  <c:v>42096</c:v>
                </c:pt>
                <c:pt idx="222">
                  <c:v>42103</c:v>
                </c:pt>
                <c:pt idx="223">
                  <c:v>42110</c:v>
                </c:pt>
                <c:pt idx="224">
                  <c:v>42117</c:v>
                </c:pt>
                <c:pt idx="225">
                  <c:v>42124</c:v>
                </c:pt>
              </c:numCache>
            </c:numRef>
          </c:cat>
          <c:val>
            <c:numRef>
              <c:f>'HARPable Universe'!$L$3:$L$228</c:f>
              <c:numCache>
                <c:formatCode>_(* #,##0_);_(* \(#,##0\);_(* "-"??_);_(@_)</c:formatCode>
                <c:ptCount val="226"/>
                <c:pt idx="0">
                  <c:v>895480193330.53601</c:v>
                </c:pt>
                <c:pt idx="1">
                  <c:v>895480193330.53601</c:v>
                </c:pt>
                <c:pt idx="2">
                  <c:v>895480193330.53601</c:v>
                </c:pt>
                <c:pt idx="3">
                  <c:v>895480193330.53601</c:v>
                </c:pt>
                <c:pt idx="4">
                  <c:v>900632902369.08301</c:v>
                </c:pt>
                <c:pt idx="5">
                  <c:v>900632902369.08301</c:v>
                </c:pt>
                <c:pt idx="6">
                  <c:v>900632902369.08301</c:v>
                </c:pt>
                <c:pt idx="7">
                  <c:v>900632902369.08301</c:v>
                </c:pt>
                <c:pt idx="8">
                  <c:v>898485534285.64099</c:v>
                </c:pt>
                <c:pt idx="9">
                  <c:v>898485534285.64099</c:v>
                </c:pt>
                <c:pt idx="10">
                  <c:v>898485534285.64099</c:v>
                </c:pt>
                <c:pt idx="11">
                  <c:v>898485534285.64099</c:v>
                </c:pt>
                <c:pt idx="12">
                  <c:v>898485534285.64099</c:v>
                </c:pt>
                <c:pt idx="13">
                  <c:v>898010001419.72205</c:v>
                </c:pt>
                <c:pt idx="14">
                  <c:v>898010001419.72205</c:v>
                </c:pt>
                <c:pt idx="15">
                  <c:v>898010001419.72205</c:v>
                </c:pt>
                <c:pt idx="16">
                  <c:v>898010001419.72205</c:v>
                </c:pt>
                <c:pt idx="17">
                  <c:v>897679401564.875</c:v>
                </c:pt>
                <c:pt idx="18">
                  <c:v>897679401564.875</c:v>
                </c:pt>
                <c:pt idx="19">
                  <c:v>897679401564.875</c:v>
                </c:pt>
                <c:pt idx="20">
                  <c:v>897679401564.875</c:v>
                </c:pt>
                <c:pt idx="21">
                  <c:v>898925930940.14294</c:v>
                </c:pt>
                <c:pt idx="22">
                  <c:v>898925930940.14294</c:v>
                </c:pt>
                <c:pt idx="23">
                  <c:v>898925930940.14294</c:v>
                </c:pt>
                <c:pt idx="24">
                  <c:v>898925930940.14294</c:v>
                </c:pt>
                <c:pt idx="25">
                  <c:v>898925930940.14294</c:v>
                </c:pt>
                <c:pt idx="26">
                  <c:v>896187746439.72998</c:v>
                </c:pt>
                <c:pt idx="27">
                  <c:v>896187746439.72998</c:v>
                </c:pt>
                <c:pt idx="28">
                  <c:v>896187746439.72998</c:v>
                </c:pt>
                <c:pt idx="29">
                  <c:v>896187746439.72998</c:v>
                </c:pt>
                <c:pt idx="30">
                  <c:v>896440206380.84204</c:v>
                </c:pt>
                <c:pt idx="31">
                  <c:v>896440206380.84204</c:v>
                </c:pt>
                <c:pt idx="32">
                  <c:v>896440206380.84204</c:v>
                </c:pt>
                <c:pt idx="33">
                  <c:v>896440206380.84204</c:v>
                </c:pt>
                <c:pt idx="34">
                  <c:v>895897744776.50806</c:v>
                </c:pt>
                <c:pt idx="35">
                  <c:v>895897744776.50806</c:v>
                </c:pt>
                <c:pt idx="36">
                  <c:v>895897744776.50806</c:v>
                </c:pt>
                <c:pt idx="37">
                  <c:v>895897744776.50806</c:v>
                </c:pt>
                <c:pt idx="38">
                  <c:v>895897744776.50806</c:v>
                </c:pt>
                <c:pt idx="39">
                  <c:v>890903153887.02795</c:v>
                </c:pt>
                <c:pt idx="40">
                  <c:v>890903153887.02795</c:v>
                </c:pt>
                <c:pt idx="41">
                  <c:v>890903153887.02795</c:v>
                </c:pt>
                <c:pt idx="42">
                  <c:v>890903153887.02795</c:v>
                </c:pt>
                <c:pt idx="43">
                  <c:v>880795609040.20496</c:v>
                </c:pt>
                <c:pt idx="44">
                  <c:v>880795609040.20496</c:v>
                </c:pt>
                <c:pt idx="45">
                  <c:v>880795609040.20496</c:v>
                </c:pt>
                <c:pt idx="46">
                  <c:v>880795609040.20496</c:v>
                </c:pt>
                <c:pt idx="47">
                  <c:v>867951071508.93604</c:v>
                </c:pt>
                <c:pt idx="48">
                  <c:v>867951071508.93604</c:v>
                </c:pt>
                <c:pt idx="49">
                  <c:v>867951071508.93604</c:v>
                </c:pt>
                <c:pt idx="50">
                  <c:v>867951071508.93604</c:v>
                </c:pt>
                <c:pt idx="51">
                  <c:v>867951071508.93604</c:v>
                </c:pt>
                <c:pt idx="52">
                  <c:v>862642562832.45898</c:v>
                </c:pt>
                <c:pt idx="53">
                  <c:v>862642562832.45898</c:v>
                </c:pt>
                <c:pt idx="54">
                  <c:v>862642562832.45898</c:v>
                </c:pt>
                <c:pt idx="55">
                  <c:v>862642562832.45898</c:v>
                </c:pt>
                <c:pt idx="56">
                  <c:v>865283651280.50305</c:v>
                </c:pt>
                <c:pt idx="57">
                  <c:v>865283651280.50305</c:v>
                </c:pt>
                <c:pt idx="58">
                  <c:v>865283651280.50305</c:v>
                </c:pt>
                <c:pt idx="59">
                  <c:v>865283651280.50305</c:v>
                </c:pt>
                <c:pt idx="60">
                  <c:v>861190703554.85706</c:v>
                </c:pt>
                <c:pt idx="61">
                  <c:v>861190703554.85706</c:v>
                </c:pt>
                <c:pt idx="62">
                  <c:v>861190703554.85706</c:v>
                </c:pt>
                <c:pt idx="63">
                  <c:v>861190703554.85706</c:v>
                </c:pt>
                <c:pt idx="64">
                  <c:v>861190703554.85706</c:v>
                </c:pt>
                <c:pt idx="65">
                  <c:v>852751932022.53503</c:v>
                </c:pt>
                <c:pt idx="66">
                  <c:v>852751932022.53503</c:v>
                </c:pt>
                <c:pt idx="67">
                  <c:v>852751932022.53503</c:v>
                </c:pt>
                <c:pt idx="68">
                  <c:v>852751932022.53503</c:v>
                </c:pt>
                <c:pt idx="69">
                  <c:v>843407158052.96497</c:v>
                </c:pt>
                <c:pt idx="70">
                  <c:v>843407158052.96497</c:v>
                </c:pt>
                <c:pt idx="71">
                  <c:v>843407158052.96497</c:v>
                </c:pt>
                <c:pt idx="72">
                  <c:v>843407158052.96497</c:v>
                </c:pt>
                <c:pt idx="73">
                  <c:v>843407158052.96497</c:v>
                </c:pt>
                <c:pt idx="74">
                  <c:v>842987221871.99902</c:v>
                </c:pt>
                <c:pt idx="75">
                  <c:v>842987221871.99902</c:v>
                </c:pt>
                <c:pt idx="76">
                  <c:v>842987221871.99902</c:v>
                </c:pt>
                <c:pt idx="77">
                  <c:v>842987221871.99902</c:v>
                </c:pt>
                <c:pt idx="78">
                  <c:v>836042456950.479</c:v>
                </c:pt>
                <c:pt idx="79">
                  <c:v>836042456950.479</c:v>
                </c:pt>
                <c:pt idx="80">
                  <c:v>836042456950.479</c:v>
                </c:pt>
                <c:pt idx="81">
                  <c:v>836042456950.479</c:v>
                </c:pt>
                <c:pt idx="82">
                  <c:v>833663605862.28699</c:v>
                </c:pt>
                <c:pt idx="83">
                  <c:v>833663605862.28699</c:v>
                </c:pt>
                <c:pt idx="84">
                  <c:v>833663605862.28699</c:v>
                </c:pt>
                <c:pt idx="85">
                  <c:v>833663605862.28699</c:v>
                </c:pt>
                <c:pt idx="86">
                  <c:v>833663605862.28699</c:v>
                </c:pt>
                <c:pt idx="87">
                  <c:v>824158873560.92102</c:v>
                </c:pt>
                <c:pt idx="88">
                  <c:v>824158873560.92102</c:v>
                </c:pt>
                <c:pt idx="89">
                  <c:v>824158873560.92102</c:v>
                </c:pt>
                <c:pt idx="90">
                  <c:v>824158873560.92102</c:v>
                </c:pt>
                <c:pt idx="91">
                  <c:v>825116182205.41797</c:v>
                </c:pt>
                <c:pt idx="92">
                  <c:v>825116182205.41797</c:v>
                </c:pt>
                <c:pt idx="93">
                  <c:v>825116182205.41797</c:v>
                </c:pt>
                <c:pt idx="94">
                  <c:v>825116182205.41797</c:v>
                </c:pt>
                <c:pt idx="95">
                  <c:v>830648730002.45105</c:v>
                </c:pt>
                <c:pt idx="96">
                  <c:v>830648730002.45105</c:v>
                </c:pt>
                <c:pt idx="97">
                  <c:v>830648730002.45105</c:v>
                </c:pt>
                <c:pt idx="98">
                  <c:v>830648730002.45105</c:v>
                </c:pt>
                <c:pt idx="99">
                  <c:v>830648730002.45105</c:v>
                </c:pt>
                <c:pt idx="100">
                  <c:v>820270598245.922</c:v>
                </c:pt>
                <c:pt idx="101">
                  <c:v>820270598245.922</c:v>
                </c:pt>
                <c:pt idx="102">
                  <c:v>820270598245.922</c:v>
                </c:pt>
                <c:pt idx="103">
                  <c:v>820270598245.922</c:v>
                </c:pt>
                <c:pt idx="104">
                  <c:v>819156247294.42395</c:v>
                </c:pt>
                <c:pt idx="105">
                  <c:v>819156247294.42395</c:v>
                </c:pt>
                <c:pt idx="106">
                  <c:v>819156247294.42395</c:v>
                </c:pt>
                <c:pt idx="107">
                  <c:v>819156247294.42395</c:v>
                </c:pt>
                <c:pt idx="108">
                  <c:v>819156247294.42395</c:v>
                </c:pt>
                <c:pt idx="109">
                  <c:v>818129385045.38</c:v>
                </c:pt>
                <c:pt idx="110">
                  <c:v>818129385045.38</c:v>
                </c:pt>
                <c:pt idx="111">
                  <c:v>818129385045.38</c:v>
                </c:pt>
                <c:pt idx="112">
                  <c:v>818129385045.38</c:v>
                </c:pt>
                <c:pt idx="113">
                  <c:v>824157902540.86401</c:v>
                </c:pt>
                <c:pt idx="114">
                  <c:v>824157902540.86401</c:v>
                </c:pt>
                <c:pt idx="115">
                  <c:v>824157902540.86401</c:v>
                </c:pt>
                <c:pt idx="116">
                  <c:v>824157902540.86401</c:v>
                </c:pt>
                <c:pt idx="117">
                  <c:v>828249997663.94495</c:v>
                </c:pt>
                <c:pt idx="118">
                  <c:v>828249997663.94495</c:v>
                </c:pt>
                <c:pt idx="119">
                  <c:v>828249997663.94495</c:v>
                </c:pt>
                <c:pt idx="120">
                  <c:v>828249997663.94495</c:v>
                </c:pt>
                <c:pt idx="121">
                  <c:v>828002980341.57397</c:v>
                </c:pt>
                <c:pt idx="122">
                  <c:v>828002980341.57397</c:v>
                </c:pt>
                <c:pt idx="123">
                  <c:v>828002980341.57397</c:v>
                </c:pt>
                <c:pt idx="124">
                  <c:v>828002980341.57397</c:v>
                </c:pt>
                <c:pt idx="125">
                  <c:v>828002980341.57397</c:v>
                </c:pt>
                <c:pt idx="126">
                  <c:v>832667072231.375</c:v>
                </c:pt>
                <c:pt idx="127">
                  <c:v>832667072231.375</c:v>
                </c:pt>
                <c:pt idx="128">
                  <c:v>832667072231.375</c:v>
                </c:pt>
                <c:pt idx="129">
                  <c:v>832667072231.375</c:v>
                </c:pt>
                <c:pt idx="130">
                  <c:v>835315019877.84595</c:v>
                </c:pt>
                <c:pt idx="131">
                  <c:v>835315019877.84595</c:v>
                </c:pt>
                <c:pt idx="132">
                  <c:v>835315019877.84595</c:v>
                </c:pt>
                <c:pt idx="133">
                  <c:v>835315019877.84595</c:v>
                </c:pt>
                <c:pt idx="134">
                  <c:v>839371166981.099</c:v>
                </c:pt>
                <c:pt idx="135">
                  <c:v>839371166981.099</c:v>
                </c:pt>
                <c:pt idx="136">
                  <c:v>839371166981.099</c:v>
                </c:pt>
                <c:pt idx="137">
                  <c:v>839371166981.099</c:v>
                </c:pt>
                <c:pt idx="138">
                  <c:v>839371166981.099</c:v>
                </c:pt>
                <c:pt idx="139">
                  <c:v>840680455152.82996</c:v>
                </c:pt>
                <c:pt idx="140">
                  <c:v>840680455152.82996</c:v>
                </c:pt>
                <c:pt idx="141">
                  <c:v>840680455152.82996</c:v>
                </c:pt>
                <c:pt idx="142">
                  <c:v>840680455152.82996</c:v>
                </c:pt>
                <c:pt idx="143">
                  <c:v>842920617157.08203</c:v>
                </c:pt>
                <c:pt idx="144">
                  <c:v>842920617157.08203</c:v>
                </c:pt>
                <c:pt idx="145">
                  <c:v>842920617157.08203</c:v>
                </c:pt>
                <c:pt idx="146">
                  <c:v>842920617157.08203</c:v>
                </c:pt>
                <c:pt idx="147">
                  <c:v>842920617157.08203</c:v>
                </c:pt>
                <c:pt idx="148">
                  <c:v>847381000644.36804</c:v>
                </c:pt>
                <c:pt idx="149">
                  <c:v>847381000644.36804</c:v>
                </c:pt>
                <c:pt idx="150">
                  <c:v>847381000644.36804</c:v>
                </c:pt>
                <c:pt idx="151">
                  <c:v>847381000644.36804</c:v>
                </c:pt>
                <c:pt idx="152">
                  <c:v>852925884546.91199</c:v>
                </c:pt>
                <c:pt idx="153">
                  <c:v>852925884546.91199</c:v>
                </c:pt>
                <c:pt idx="154">
                  <c:v>852925884546.91199</c:v>
                </c:pt>
                <c:pt idx="155">
                  <c:v>852925884546.91199</c:v>
                </c:pt>
                <c:pt idx="156">
                  <c:v>856169152140.41296</c:v>
                </c:pt>
                <c:pt idx="157">
                  <c:v>856169152140.41296</c:v>
                </c:pt>
                <c:pt idx="158">
                  <c:v>856169152140.41296</c:v>
                </c:pt>
                <c:pt idx="159">
                  <c:v>856169152140.41296</c:v>
                </c:pt>
                <c:pt idx="160">
                  <c:v>856169152140.41296</c:v>
                </c:pt>
                <c:pt idx="161">
                  <c:v>860549250444.104</c:v>
                </c:pt>
                <c:pt idx="162">
                  <c:v>860549250444.104</c:v>
                </c:pt>
                <c:pt idx="163">
                  <c:v>860549250444.104</c:v>
                </c:pt>
                <c:pt idx="164">
                  <c:v>860549250444.104</c:v>
                </c:pt>
                <c:pt idx="165">
                  <c:v>862646925748.92102</c:v>
                </c:pt>
                <c:pt idx="166">
                  <c:v>862646925748.92102</c:v>
                </c:pt>
                <c:pt idx="167">
                  <c:v>862646925748.92102</c:v>
                </c:pt>
                <c:pt idx="168">
                  <c:v>862646925748.92102</c:v>
                </c:pt>
                <c:pt idx="169">
                  <c:v>865912452541.08801</c:v>
                </c:pt>
                <c:pt idx="170">
                  <c:v>865912452541.08801</c:v>
                </c:pt>
                <c:pt idx="171">
                  <c:v>865912452541.08801</c:v>
                </c:pt>
                <c:pt idx="172">
                  <c:v>865912452541.08801</c:v>
                </c:pt>
                <c:pt idx="173">
                  <c:v>869491021687.79004</c:v>
                </c:pt>
                <c:pt idx="174">
                  <c:v>869491021687.79004</c:v>
                </c:pt>
                <c:pt idx="175">
                  <c:v>869491021687.79004</c:v>
                </c:pt>
                <c:pt idx="176">
                  <c:v>869491021687.79004</c:v>
                </c:pt>
                <c:pt idx="177">
                  <c:v>869491021687.79004</c:v>
                </c:pt>
                <c:pt idx="178">
                  <c:v>874676225982.203</c:v>
                </c:pt>
                <c:pt idx="179">
                  <c:v>874676225982.203</c:v>
                </c:pt>
                <c:pt idx="180">
                  <c:v>874676225982.203</c:v>
                </c:pt>
                <c:pt idx="181">
                  <c:v>874676225982.203</c:v>
                </c:pt>
                <c:pt idx="182">
                  <c:v>879218074297.77698</c:v>
                </c:pt>
                <c:pt idx="183">
                  <c:v>879218074297.77698</c:v>
                </c:pt>
                <c:pt idx="184">
                  <c:v>879218074297.77698</c:v>
                </c:pt>
                <c:pt idx="185">
                  <c:v>879218074297.77698</c:v>
                </c:pt>
                <c:pt idx="186">
                  <c:v>879218074297.77698</c:v>
                </c:pt>
                <c:pt idx="187">
                  <c:v>889016211164.04895</c:v>
                </c:pt>
                <c:pt idx="188">
                  <c:v>889016211164.04895</c:v>
                </c:pt>
                <c:pt idx="189">
                  <c:v>889016211164.04895</c:v>
                </c:pt>
                <c:pt idx="190">
                  <c:v>889016211164.04895</c:v>
                </c:pt>
                <c:pt idx="191">
                  <c:v>896796715582.33606</c:v>
                </c:pt>
                <c:pt idx="192">
                  <c:v>896796715582.33606</c:v>
                </c:pt>
                <c:pt idx="193">
                  <c:v>896796715582.33606</c:v>
                </c:pt>
                <c:pt idx="194">
                  <c:v>896796715582.33606</c:v>
                </c:pt>
                <c:pt idx="195">
                  <c:v>904868755203.72498</c:v>
                </c:pt>
                <c:pt idx="196">
                  <c:v>904868755203.72498</c:v>
                </c:pt>
                <c:pt idx="197">
                  <c:v>904868755203.72498</c:v>
                </c:pt>
                <c:pt idx="198">
                  <c:v>904868755203.72498</c:v>
                </c:pt>
                <c:pt idx="199">
                  <c:v>904868755203.72498</c:v>
                </c:pt>
                <c:pt idx="200">
                  <c:v>911144707396.39795</c:v>
                </c:pt>
                <c:pt idx="201">
                  <c:v>911144707396.39795</c:v>
                </c:pt>
                <c:pt idx="202">
                  <c:v>911144707396.39795</c:v>
                </c:pt>
                <c:pt idx="203">
                  <c:v>911144707396.39795</c:v>
                </c:pt>
                <c:pt idx="204">
                  <c:v>915537820187.26404</c:v>
                </c:pt>
                <c:pt idx="205">
                  <c:v>915537820187.26404</c:v>
                </c:pt>
                <c:pt idx="206">
                  <c:v>915537820187.26404</c:v>
                </c:pt>
                <c:pt idx="207">
                  <c:v>915537820187.26404</c:v>
                </c:pt>
                <c:pt idx="208">
                  <c:v>915537820187.26404</c:v>
                </c:pt>
                <c:pt idx="209">
                  <c:v>919051298499.69104</c:v>
                </c:pt>
                <c:pt idx="210">
                  <c:v>919051298499.69104</c:v>
                </c:pt>
                <c:pt idx="211">
                  <c:v>919051298499.69104</c:v>
                </c:pt>
                <c:pt idx="212">
                  <c:v>919051298499.69104</c:v>
                </c:pt>
                <c:pt idx="213">
                  <c:v>929906802060.74402</c:v>
                </c:pt>
                <c:pt idx="214">
                  <c:v>929906802060.74402</c:v>
                </c:pt>
                <c:pt idx="215">
                  <c:v>929906802060.74402</c:v>
                </c:pt>
                <c:pt idx="216">
                  <c:v>929906802060.74402</c:v>
                </c:pt>
                <c:pt idx="217">
                  <c:v>931776684212.27002</c:v>
                </c:pt>
                <c:pt idx="218">
                  <c:v>931776684212.27002</c:v>
                </c:pt>
                <c:pt idx="219">
                  <c:v>931776684212.27002</c:v>
                </c:pt>
                <c:pt idx="220">
                  <c:v>931776684212.27002</c:v>
                </c:pt>
                <c:pt idx="221">
                  <c:v>936106192313.56702</c:v>
                </c:pt>
                <c:pt idx="222">
                  <c:v>936106192313.56702</c:v>
                </c:pt>
                <c:pt idx="223">
                  <c:v>936106192313.56702</c:v>
                </c:pt>
                <c:pt idx="224">
                  <c:v>936106192313.56702</c:v>
                </c:pt>
                <c:pt idx="225">
                  <c:v>936106192313.56702</c:v>
                </c:pt>
              </c:numCache>
            </c:numRef>
          </c:val>
          <c:smooth val="0"/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211042304"/>
        <c:axId val="211043840"/>
      </c:lineChart>
      <c:lineChart>
        <c:grouping val="standard"/>
        <c:varyColors val="0"/>
        <c:ser>
          <c:idx val="2"/>
          <c:order val="2"/>
          <c:tx>
            <c:strRef>
              <c:f>'HARPable Universe'!$M$2</c:f>
              <c:strCache>
                <c:ptCount val="1"/>
                <c:pt idx="0">
                  <c:v>Percentage</c:v>
                </c:pt>
              </c:strCache>
            </c:strRef>
          </c:tx>
          <c:spPr>
            <a:ln>
              <a:noFill/>
              <a:prstDash val="dash"/>
            </a:ln>
          </c:spPr>
          <c:marker>
            <c:symbol val="none"/>
          </c:marker>
          <c:cat>
            <c:numRef>
              <c:f>'HARPable Universe'!$I$3:$I$228</c:f>
              <c:numCache>
                <c:formatCode>m/d/yyyy</c:formatCode>
                <c:ptCount val="226"/>
                <c:pt idx="0">
                  <c:v>40549</c:v>
                </c:pt>
                <c:pt idx="1">
                  <c:v>40556</c:v>
                </c:pt>
                <c:pt idx="2">
                  <c:v>40563</c:v>
                </c:pt>
                <c:pt idx="3">
                  <c:v>40570</c:v>
                </c:pt>
                <c:pt idx="4">
                  <c:v>40577</c:v>
                </c:pt>
                <c:pt idx="5">
                  <c:v>40584</c:v>
                </c:pt>
                <c:pt idx="6">
                  <c:v>40591</c:v>
                </c:pt>
                <c:pt idx="7">
                  <c:v>40598</c:v>
                </c:pt>
                <c:pt idx="8">
                  <c:v>40605</c:v>
                </c:pt>
                <c:pt idx="9">
                  <c:v>40612</c:v>
                </c:pt>
                <c:pt idx="10">
                  <c:v>40619</c:v>
                </c:pt>
                <c:pt idx="11">
                  <c:v>40626</c:v>
                </c:pt>
                <c:pt idx="12">
                  <c:v>40633</c:v>
                </c:pt>
                <c:pt idx="13">
                  <c:v>40640</c:v>
                </c:pt>
                <c:pt idx="14">
                  <c:v>40647</c:v>
                </c:pt>
                <c:pt idx="15">
                  <c:v>40654</c:v>
                </c:pt>
                <c:pt idx="16">
                  <c:v>40661</c:v>
                </c:pt>
                <c:pt idx="17">
                  <c:v>40668</c:v>
                </c:pt>
                <c:pt idx="18">
                  <c:v>40675</c:v>
                </c:pt>
                <c:pt idx="19">
                  <c:v>40682</c:v>
                </c:pt>
                <c:pt idx="20">
                  <c:v>40689</c:v>
                </c:pt>
                <c:pt idx="21">
                  <c:v>40696</c:v>
                </c:pt>
                <c:pt idx="22">
                  <c:v>40703</c:v>
                </c:pt>
                <c:pt idx="23">
                  <c:v>40710</c:v>
                </c:pt>
                <c:pt idx="24">
                  <c:v>40717</c:v>
                </c:pt>
                <c:pt idx="25">
                  <c:v>40724</c:v>
                </c:pt>
                <c:pt idx="26">
                  <c:v>40731</c:v>
                </c:pt>
                <c:pt idx="27">
                  <c:v>40738</c:v>
                </c:pt>
                <c:pt idx="28">
                  <c:v>40745</c:v>
                </c:pt>
                <c:pt idx="29">
                  <c:v>40752</c:v>
                </c:pt>
                <c:pt idx="30">
                  <c:v>40759</c:v>
                </c:pt>
                <c:pt idx="31">
                  <c:v>40766</c:v>
                </c:pt>
                <c:pt idx="32">
                  <c:v>40773</c:v>
                </c:pt>
                <c:pt idx="33">
                  <c:v>40780</c:v>
                </c:pt>
                <c:pt idx="34">
                  <c:v>40787</c:v>
                </c:pt>
                <c:pt idx="35">
                  <c:v>40794</c:v>
                </c:pt>
                <c:pt idx="36">
                  <c:v>40801</c:v>
                </c:pt>
                <c:pt idx="37">
                  <c:v>40808</c:v>
                </c:pt>
                <c:pt idx="38">
                  <c:v>40815</c:v>
                </c:pt>
                <c:pt idx="39">
                  <c:v>40822</c:v>
                </c:pt>
                <c:pt idx="40">
                  <c:v>40829</c:v>
                </c:pt>
                <c:pt idx="41">
                  <c:v>40836</c:v>
                </c:pt>
                <c:pt idx="42">
                  <c:v>40843</c:v>
                </c:pt>
                <c:pt idx="43">
                  <c:v>40850</c:v>
                </c:pt>
                <c:pt idx="44">
                  <c:v>40857</c:v>
                </c:pt>
                <c:pt idx="45">
                  <c:v>40864</c:v>
                </c:pt>
                <c:pt idx="46">
                  <c:v>40870</c:v>
                </c:pt>
                <c:pt idx="47">
                  <c:v>40878</c:v>
                </c:pt>
                <c:pt idx="48">
                  <c:v>40885</c:v>
                </c:pt>
                <c:pt idx="49">
                  <c:v>40892</c:v>
                </c:pt>
                <c:pt idx="50">
                  <c:v>40899</c:v>
                </c:pt>
                <c:pt idx="51">
                  <c:v>40906</c:v>
                </c:pt>
                <c:pt idx="52">
                  <c:v>40913</c:v>
                </c:pt>
                <c:pt idx="53">
                  <c:v>40920</c:v>
                </c:pt>
                <c:pt idx="54">
                  <c:v>40927</c:v>
                </c:pt>
                <c:pt idx="55">
                  <c:v>40934</c:v>
                </c:pt>
                <c:pt idx="56">
                  <c:v>40941</c:v>
                </c:pt>
                <c:pt idx="57">
                  <c:v>40948</c:v>
                </c:pt>
                <c:pt idx="58">
                  <c:v>40955</c:v>
                </c:pt>
                <c:pt idx="59">
                  <c:v>40962</c:v>
                </c:pt>
                <c:pt idx="60">
                  <c:v>40969</c:v>
                </c:pt>
                <c:pt idx="61">
                  <c:v>40976</c:v>
                </c:pt>
                <c:pt idx="62">
                  <c:v>40983</c:v>
                </c:pt>
                <c:pt idx="63">
                  <c:v>40990</c:v>
                </c:pt>
                <c:pt idx="64">
                  <c:v>40997</c:v>
                </c:pt>
                <c:pt idx="65">
                  <c:v>41004</c:v>
                </c:pt>
                <c:pt idx="66">
                  <c:v>41011</c:v>
                </c:pt>
                <c:pt idx="67">
                  <c:v>41018</c:v>
                </c:pt>
                <c:pt idx="68">
                  <c:v>41025</c:v>
                </c:pt>
                <c:pt idx="69">
                  <c:v>41032</c:v>
                </c:pt>
                <c:pt idx="70">
                  <c:v>41039</c:v>
                </c:pt>
                <c:pt idx="71">
                  <c:v>41046</c:v>
                </c:pt>
                <c:pt idx="72">
                  <c:v>41053</c:v>
                </c:pt>
                <c:pt idx="73">
                  <c:v>41060</c:v>
                </c:pt>
                <c:pt idx="74">
                  <c:v>41067</c:v>
                </c:pt>
                <c:pt idx="75">
                  <c:v>41074</c:v>
                </c:pt>
                <c:pt idx="76">
                  <c:v>41081</c:v>
                </c:pt>
                <c:pt idx="77">
                  <c:v>41088</c:v>
                </c:pt>
                <c:pt idx="78">
                  <c:v>41095</c:v>
                </c:pt>
                <c:pt idx="79">
                  <c:v>41102</c:v>
                </c:pt>
                <c:pt idx="80">
                  <c:v>41109</c:v>
                </c:pt>
                <c:pt idx="81">
                  <c:v>41116</c:v>
                </c:pt>
                <c:pt idx="82">
                  <c:v>41123</c:v>
                </c:pt>
                <c:pt idx="83">
                  <c:v>41130</c:v>
                </c:pt>
                <c:pt idx="84">
                  <c:v>41137</c:v>
                </c:pt>
                <c:pt idx="85">
                  <c:v>41144</c:v>
                </c:pt>
                <c:pt idx="86">
                  <c:v>41151</c:v>
                </c:pt>
                <c:pt idx="87">
                  <c:v>41158</c:v>
                </c:pt>
                <c:pt idx="88">
                  <c:v>41165</c:v>
                </c:pt>
                <c:pt idx="89">
                  <c:v>41172</c:v>
                </c:pt>
                <c:pt idx="90">
                  <c:v>41179</c:v>
                </c:pt>
                <c:pt idx="91">
                  <c:v>41186</c:v>
                </c:pt>
                <c:pt idx="92">
                  <c:v>41193</c:v>
                </c:pt>
                <c:pt idx="93">
                  <c:v>41200</c:v>
                </c:pt>
                <c:pt idx="94">
                  <c:v>41207</c:v>
                </c:pt>
                <c:pt idx="95">
                  <c:v>41214</c:v>
                </c:pt>
                <c:pt idx="96">
                  <c:v>41221</c:v>
                </c:pt>
                <c:pt idx="97">
                  <c:v>41228</c:v>
                </c:pt>
                <c:pt idx="98">
                  <c:v>41234</c:v>
                </c:pt>
                <c:pt idx="99">
                  <c:v>41242</c:v>
                </c:pt>
                <c:pt idx="100">
                  <c:v>41249</c:v>
                </c:pt>
                <c:pt idx="101">
                  <c:v>41256</c:v>
                </c:pt>
                <c:pt idx="102">
                  <c:v>41263</c:v>
                </c:pt>
                <c:pt idx="103">
                  <c:v>41270</c:v>
                </c:pt>
                <c:pt idx="104">
                  <c:v>41277</c:v>
                </c:pt>
                <c:pt idx="105">
                  <c:v>41284</c:v>
                </c:pt>
                <c:pt idx="106">
                  <c:v>41291</c:v>
                </c:pt>
                <c:pt idx="107">
                  <c:v>41298</c:v>
                </c:pt>
                <c:pt idx="108">
                  <c:v>41305</c:v>
                </c:pt>
                <c:pt idx="109">
                  <c:v>41312</c:v>
                </c:pt>
                <c:pt idx="110">
                  <c:v>41319</c:v>
                </c:pt>
                <c:pt idx="111">
                  <c:v>41326</c:v>
                </c:pt>
                <c:pt idx="112">
                  <c:v>41333</c:v>
                </c:pt>
                <c:pt idx="113">
                  <c:v>41340</c:v>
                </c:pt>
                <c:pt idx="114">
                  <c:v>41347</c:v>
                </c:pt>
                <c:pt idx="115">
                  <c:v>41354</c:v>
                </c:pt>
                <c:pt idx="116">
                  <c:v>41361</c:v>
                </c:pt>
                <c:pt idx="117">
                  <c:v>41368</c:v>
                </c:pt>
                <c:pt idx="118">
                  <c:v>41375</c:v>
                </c:pt>
                <c:pt idx="119">
                  <c:v>41382</c:v>
                </c:pt>
                <c:pt idx="120">
                  <c:v>41389</c:v>
                </c:pt>
                <c:pt idx="121">
                  <c:v>41396</c:v>
                </c:pt>
                <c:pt idx="122">
                  <c:v>41403</c:v>
                </c:pt>
                <c:pt idx="123">
                  <c:v>41410</c:v>
                </c:pt>
                <c:pt idx="124">
                  <c:v>41417</c:v>
                </c:pt>
                <c:pt idx="125">
                  <c:v>41424</c:v>
                </c:pt>
                <c:pt idx="126">
                  <c:v>41431</c:v>
                </c:pt>
                <c:pt idx="127">
                  <c:v>41438</c:v>
                </c:pt>
                <c:pt idx="128">
                  <c:v>41445</c:v>
                </c:pt>
                <c:pt idx="129">
                  <c:v>41452</c:v>
                </c:pt>
                <c:pt idx="130">
                  <c:v>41458</c:v>
                </c:pt>
                <c:pt idx="131">
                  <c:v>41466</c:v>
                </c:pt>
                <c:pt idx="132">
                  <c:v>41473</c:v>
                </c:pt>
                <c:pt idx="133">
                  <c:v>41480</c:v>
                </c:pt>
                <c:pt idx="134">
                  <c:v>41487</c:v>
                </c:pt>
                <c:pt idx="135">
                  <c:v>41494</c:v>
                </c:pt>
                <c:pt idx="136">
                  <c:v>41501</c:v>
                </c:pt>
                <c:pt idx="137">
                  <c:v>41508</c:v>
                </c:pt>
                <c:pt idx="138">
                  <c:v>41515</c:v>
                </c:pt>
                <c:pt idx="139">
                  <c:v>41522</c:v>
                </c:pt>
                <c:pt idx="140">
                  <c:v>41529</c:v>
                </c:pt>
                <c:pt idx="141">
                  <c:v>41536</c:v>
                </c:pt>
                <c:pt idx="142">
                  <c:v>41543</c:v>
                </c:pt>
                <c:pt idx="143">
                  <c:v>41550</c:v>
                </c:pt>
                <c:pt idx="144">
                  <c:v>41557</c:v>
                </c:pt>
                <c:pt idx="145">
                  <c:v>41564</c:v>
                </c:pt>
                <c:pt idx="146">
                  <c:v>41571</c:v>
                </c:pt>
                <c:pt idx="147">
                  <c:v>41578</c:v>
                </c:pt>
                <c:pt idx="148">
                  <c:v>41585</c:v>
                </c:pt>
                <c:pt idx="149">
                  <c:v>41592</c:v>
                </c:pt>
                <c:pt idx="150">
                  <c:v>41599</c:v>
                </c:pt>
                <c:pt idx="151">
                  <c:v>41605</c:v>
                </c:pt>
                <c:pt idx="152">
                  <c:v>41613</c:v>
                </c:pt>
                <c:pt idx="153">
                  <c:v>41620</c:v>
                </c:pt>
                <c:pt idx="154">
                  <c:v>41627</c:v>
                </c:pt>
                <c:pt idx="155">
                  <c:v>41634</c:v>
                </c:pt>
                <c:pt idx="156">
                  <c:v>41641</c:v>
                </c:pt>
                <c:pt idx="157">
                  <c:v>41648</c:v>
                </c:pt>
                <c:pt idx="158">
                  <c:v>41655</c:v>
                </c:pt>
                <c:pt idx="159">
                  <c:v>41662</c:v>
                </c:pt>
                <c:pt idx="160">
                  <c:v>41669</c:v>
                </c:pt>
                <c:pt idx="161">
                  <c:v>41676</c:v>
                </c:pt>
                <c:pt idx="162">
                  <c:v>41683</c:v>
                </c:pt>
                <c:pt idx="163">
                  <c:v>41690</c:v>
                </c:pt>
                <c:pt idx="164">
                  <c:v>41697</c:v>
                </c:pt>
                <c:pt idx="165">
                  <c:v>41704</c:v>
                </c:pt>
                <c:pt idx="166">
                  <c:v>41711</c:v>
                </c:pt>
                <c:pt idx="167">
                  <c:v>41718</c:v>
                </c:pt>
                <c:pt idx="168">
                  <c:v>41725</c:v>
                </c:pt>
                <c:pt idx="169">
                  <c:v>41732</c:v>
                </c:pt>
                <c:pt idx="170">
                  <c:v>41739</c:v>
                </c:pt>
                <c:pt idx="171">
                  <c:v>41746</c:v>
                </c:pt>
                <c:pt idx="172">
                  <c:v>41753</c:v>
                </c:pt>
                <c:pt idx="173">
                  <c:v>41760</c:v>
                </c:pt>
                <c:pt idx="174">
                  <c:v>41767</c:v>
                </c:pt>
                <c:pt idx="175">
                  <c:v>41774</c:v>
                </c:pt>
                <c:pt idx="176">
                  <c:v>41781</c:v>
                </c:pt>
                <c:pt idx="177">
                  <c:v>41788</c:v>
                </c:pt>
                <c:pt idx="178">
                  <c:v>41795</c:v>
                </c:pt>
                <c:pt idx="179">
                  <c:v>41802</c:v>
                </c:pt>
                <c:pt idx="180">
                  <c:v>41809</c:v>
                </c:pt>
                <c:pt idx="181">
                  <c:v>41816</c:v>
                </c:pt>
                <c:pt idx="182">
                  <c:v>41823</c:v>
                </c:pt>
                <c:pt idx="183">
                  <c:v>41830</c:v>
                </c:pt>
                <c:pt idx="184">
                  <c:v>41837</c:v>
                </c:pt>
                <c:pt idx="185">
                  <c:v>41844</c:v>
                </c:pt>
                <c:pt idx="186">
                  <c:v>41851</c:v>
                </c:pt>
                <c:pt idx="187">
                  <c:v>41858</c:v>
                </c:pt>
                <c:pt idx="188">
                  <c:v>41865</c:v>
                </c:pt>
                <c:pt idx="189">
                  <c:v>41872</c:v>
                </c:pt>
                <c:pt idx="190">
                  <c:v>41879</c:v>
                </c:pt>
                <c:pt idx="191">
                  <c:v>41886</c:v>
                </c:pt>
                <c:pt idx="192">
                  <c:v>41893</c:v>
                </c:pt>
                <c:pt idx="193">
                  <c:v>41900</c:v>
                </c:pt>
                <c:pt idx="194">
                  <c:v>41907</c:v>
                </c:pt>
                <c:pt idx="195">
                  <c:v>41914</c:v>
                </c:pt>
                <c:pt idx="196">
                  <c:v>41921</c:v>
                </c:pt>
                <c:pt idx="197">
                  <c:v>41928</c:v>
                </c:pt>
                <c:pt idx="198">
                  <c:v>41935</c:v>
                </c:pt>
                <c:pt idx="199">
                  <c:v>41942</c:v>
                </c:pt>
                <c:pt idx="200">
                  <c:v>41949</c:v>
                </c:pt>
                <c:pt idx="201">
                  <c:v>41956</c:v>
                </c:pt>
                <c:pt idx="202">
                  <c:v>41963</c:v>
                </c:pt>
                <c:pt idx="203">
                  <c:v>41969</c:v>
                </c:pt>
                <c:pt idx="204">
                  <c:v>41977</c:v>
                </c:pt>
                <c:pt idx="205">
                  <c:v>41984</c:v>
                </c:pt>
                <c:pt idx="206">
                  <c:v>41991</c:v>
                </c:pt>
                <c:pt idx="207">
                  <c:v>41997</c:v>
                </c:pt>
                <c:pt idx="208">
                  <c:v>42004</c:v>
                </c:pt>
                <c:pt idx="209">
                  <c:v>42012</c:v>
                </c:pt>
                <c:pt idx="210">
                  <c:v>42019</c:v>
                </c:pt>
                <c:pt idx="211">
                  <c:v>42026</c:v>
                </c:pt>
                <c:pt idx="212">
                  <c:v>42033</c:v>
                </c:pt>
                <c:pt idx="213">
                  <c:v>42040</c:v>
                </c:pt>
                <c:pt idx="214">
                  <c:v>42047</c:v>
                </c:pt>
                <c:pt idx="215">
                  <c:v>42054</c:v>
                </c:pt>
                <c:pt idx="216">
                  <c:v>42061</c:v>
                </c:pt>
                <c:pt idx="217">
                  <c:v>42068</c:v>
                </c:pt>
                <c:pt idx="218">
                  <c:v>42075</c:v>
                </c:pt>
                <c:pt idx="219">
                  <c:v>42082</c:v>
                </c:pt>
                <c:pt idx="220">
                  <c:v>42089</c:v>
                </c:pt>
                <c:pt idx="221">
                  <c:v>42096</c:v>
                </c:pt>
                <c:pt idx="222">
                  <c:v>42103</c:v>
                </c:pt>
                <c:pt idx="223">
                  <c:v>42110</c:v>
                </c:pt>
                <c:pt idx="224">
                  <c:v>42117</c:v>
                </c:pt>
                <c:pt idx="225">
                  <c:v>42124</c:v>
                </c:pt>
              </c:numCache>
            </c:numRef>
          </c:cat>
          <c:val>
            <c:numRef>
              <c:f>'HARPable Universe'!$M$3:$M$228</c:f>
              <c:numCache>
                <c:formatCode>0%</c:formatCode>
                <c:ptCount val="226"/>
                <c:pt idx="0">
                  <c:v>0.57081400019802386</c:v>
                </c:pt>
                <c:pt idx="1">
                  <c:v>0.57081400019802386</c:v>
                </c:pt>
                <c:pt idx="2">
                  <c:v>0.57081400019802386</c:v>
                </c:pt>
                <c:pt idx="3">
                  <c:v>0.57081400019802386</c:v>
                </c:pt>
                <c:pt idx="4">
                  <c:v>0.55333901310596689</c:v>
                </c:pt>
                <c:pt idx="5">
                  <c:v>0.55333901310596689</c:v>
                </c:pt>
                <c:pt idx="6">
                  <c:v>0.55333901310596689</c:v>
                </c:pt>
                <c:pt idx="7">
                  <c:v>0.55333901310596689</c:v>
                </c:pt>
                <c:pt idx="8">
                  <c:v>0.54226501339435018</c:v>
                </c:pt>
                <c:pt idx="9">
                  <c:v>0.54226501339435018</c:v>
                </c:pt>
                <c:pt idx="10">
                  <c:v>0.54226501339435018</c:v>
                </c:pt>
                <c:pt idx="11">
                  <c:v>0.54226501339435018</c:v>
                </c:pt>
                <c:pt idx="12">
                  <c:v>0.54226501339435018</c:v>
                </c:pt>
                <c:pt idx="13">
                  <c:v>0.53234299328945656</c:v>
                </c:pt>
                <c:pt idx="14">
                  <c:v>0.53234299328945656</c:v>
                </c:pt>
                <c:pt idx="15">
                  <c:v>0.53234299328945656</c:v>
                </c:pt>
                <c:pt idx="16">
                  <c:v>0.53234299328945656</c:v>
                </c:pt>
                <c:pt idx="17">
                  <c:v>0.52357611844768503</c:v>
                </c:pt>
                <c:pt idx="18">
                  <c:v>0.52357611844768503</c:v>
                </c:pt>
                <c:pt idx="19">
                  <c:v>0.52357611844768503</c:v>
                </c:pt>
                <c:pt idx="20">
                  <c:v>0.52357611844768503</c:v>
                </c:pt>
                <c:pt idx="21">
                  <c:v>0.51448099202385933</c:v>
                </c:pt>
                <c:pt idx="22">
                  <c:v>0.51448099202385933</c:v>
                </c:pt>
                <c:pt idx="23">
                  <c:v>0.51448099202385933</c:v>
                </c:pt>
                <c:pt idx="24">
                  <c:v>0.51448099202385933</c:v>
                </c:pt>
                <c:pt idx="25">
                  <c:v>0.51448099202385933</c:v>
                </c:pt>
                <c:pt idx="26">
                  <c:v>0.50689648547957433</c:v>
                </c:pt>
                <c:pt idx="27">
                  <c:v>0.50689648547957433</c:v>
                </c:pt>
                <c:pt idx="28">
                  <c:v>0.50689648547957433</c:v>
                </c:pt>
                <c:pt idx="29">
                  <c:v>0.50689648547957433</c:v>
                </c:pt>
                <c:pt idx="30">
                  <c:v>0.49756393271702015</c:v>
                </c:pt>
                <c:pt idx="31">
                  <c:v>0.49756393271702015</c:v>
                </c:pt>
                <c:pt idx="32">
                  <c:v>0.49756393271702015</c:v>
                </c:pt>
                <c:pt idx="33">
                  <c:v>0.49756393271702015</c:v>
                </c:pt>
                <c:pt idx="34">
                  <c:v>0.48774299876083471</c:v>
                </c:pt>
                <c:pt idx="35">
                  <c:v>0.48774299876083471</c:v>
                </c:pt>
                <c:pt idx="36">
                  <c:v>0.48774299876083471</c:v>
                </c:pt>
                <c:pt idx="37">
                  <c:v>0.48774299876083471</c:v>
                </c:pt>
                <c:pt idx="38">
                  <c:v>0.48774299876083471</c:v>
                </c:pt>
                <c:pt idx="39">
                  <c:v>0.47818775028542876</c:v>
                </c:pt>
                <c:pt idx="40">
                  <c:v>0.47818775028542876</c:v>
                </c:pt>
                <c:pt idx="41">
                  <c:v>0.47818775028542876</c:v>
                </c:pt>
                <c:pt idx="42">
                  <c:v>0.47818775028542876</c:v>
                </c:pt>
                <c:pt idx="43">
                  <c:v>0.46872578528279868</c:v>
                </c:pt>
                <c:pt idx="44">
                  <c:v>0.46872578528279868</c:v>
                </c:pt>
                <c:pt idx="45">
                  <c:v>0.46872578528279868</c:v>
                </c:pt>
                <c:pt idx="46">
                  <c:v>0.46872578528279868</c:v>
                </c:pt>
                <c:pt idx="47">
                  <c:v>0.46078933803165695</c:v>
                </c:pt>
                <c:pt idx="48">
                  <c:v>0.46078933803165695</c:v>
                </c:pt>
                <c:pt idx="49">
                  <c:v>0.46078933803165695</c:v>
                </c:pt>
                <c:pt idx="50">
                  <c:v>0.46078933803165695</c:v>
                </c:pt>
                <c:pt idx="51">
                  <c:v>0.46078933803165695</c:v>
                </c:pt>
                <c:pt idx="52">
                  <c:v>0.44979102680569383</c:v>
                </c:pt>
                <c:pt idx="53">
                  <c:v>0.44979102680569383</c:v>
                </c:pt>
                <c:pt idx="54">
                  <c:v>0.44979102680569383</c:v>
                </c:pt>
                <c:pt idx="55">
                  <c:v>0.44979102680569383</c:v>
                </c:pt>
                <c:pt idx="56">
                  <c:v>0.43570686257754676</c:v>
                </c:pt>
                <c:pt idx="57">
                  <c:v>0.43570686257754676</c:v>
                </c:pt>
                <c:pt idx="58">
                  <c:v>0.43570686257754676</c:v>
                </c:pt>
                <c:pt idx="59">
                  <c:v>0.43570686257754676</c:v>
                </c:pt>
                <c:pt idx="60">
                  <c:v>0.42320746464144116</c:v>
                </c:pt>
                <c:pt idx="61">
                  <c:v>0.42320746464144116</c:v>
                </c:pt>
                <c:pt idx="62">
                  <c:v>0.42320746464144116</c:v>
                </c:pt>
                <c:pt idx="63">
                  <c:v>0.42320746464144116</c:v>
                </c:pt>
                <c:pt idx="64">
                  <c:v>0.42320746464144116</c:v>
                </c:pt>
                <c:pt idx="65">
                  <c:v>0.41148047375609265</c:v>
                </c:pt>
                <c:pt idx="66">
                  <c:v>0.41148047375609265</c:v>
                </c:pt>
                <c:pt idx="67">
                  <c:v>0.41148047375609265</c:v>
                </c:pt>
                <c:pt idx="68">
                  <c:v>0.41148047375609265</c:v>
                </c:pt>
                <c:pt idx="69">
                  <c:v>0.40081024383657665</c:v>
                </c:pt>
                <c:pt idx="70">
                  <c:v>0.40081024383657665</c:v>
                </c:pt>
                <c:pt idx="71">
                  <c:v>0.40081024383657665</c:v>
                </c:pt>
                <c:pt idx="72">
                  <c:v>0.40081024383657665</c:v>
                </c:pt>
                <c:pt idx="73">
                  <c:v>0.40081024383657665</c:v>
                </c:pt>
                <c:pt idx="74">
                  <c:v>0.38507237806178235</c:v>
                </c:pt>
                <c:pt idx="75">
                  <c:v>0.38507237806178235</c:v>
                </c:pt>
                <c:pt idx="76">
                  <c:v>0.38507237806178235</c:v>
                </c:pt>
                <c:pt idx="77">
                  <c:v>0.38507237806178235</c:v>
                </c:pt>
                <c:pt idx="78">
                  <c:v>0.37294614808842375</c:v>
                </c:pt>
                <c:pt idx="79">
                  <c:v>0.37294614808842375</c:v>
                </c:pt>
                <c:pt idx="80">
                  <c:v>0.37294614808842375</c:v>
                </c:pt>
                <c:pt idx="81">
                  <c:v>0.37294614808842375</c:v>
                </c:pt>
                <c:pt idx="82">
                  <c:v>0.35871199199825965</c:v>
                </c:pt>
                <c:pt idx="83">
                  <c:v>0.35871199199825965</c:v>
                </c:pt>
                <c:pt idx="84">
                  <c:v>0.35871199199825965</c:v>
                </c:pt>
                <c:pt idx="85">
                  <c:v>0.35871199199825965</c:v>
                </c:pt>
                <c:pt idx="86">
                  <c:v>0.35871199199825965</c:v>
                </c:pt>
                <c:pt idx="87">
                  <c:v>0.34649424436027532</c:v>
                </c:pt>
                <c:pt idx="88">
                  <c:v>0.34649424436027532</c:v>
                </c:pt>
                <c:pt idx="89">
                  <c:v>0.34649424436027532</c:v>
                </c:pt>
                <c:pt idx="90">
                  <c:v>0.34649424436027532</c:v>
                </c:pt>
                <c:pt idx="91">
                  <c:v>0.33184587601897486</c:v>
                </c:pt>
                <c:pt idx="92">
                  <c:v>0.33184587601897486</c:v>
                </c:pt>
                <c:pt idx="93">
                  <c:v>0.33184587601897486</c:v>
                </c:pt>
                <c:pt idx="94">
                  <c:v>0.33184587601897486</c:v>
                </c:pt>
                <c:pt idx="95">
                  <c:v>0.31456277294828944</c:v>
                </c:pt>
                <c:pt idx="96">
                  <c:v>0.31456277294828944</c:v>
                </c:pt>
                <c:pt idx="97">
                  <c:v>0.31456277294828944</c:v>
                </c:pt>
                <c:pt idx="98">
                  <c:v>0.31456277294828944</c:v>
                </c:pt>
                <c:pt idx="99">
                  <c:v>0.31456277294828944</c:v>
                </c:pt>
                <c:pt idx="100">
                  <c:v>0.30472539476777555</c:v>
                </c:pt>
                <c:pt idx="101">
                  <c:v>0.30472539476777555</c:v>
                </c:pt>
                <c:pt idx="102">
                  <c:v>0.30472539476777555</c:v>
                </c:pt>
                <c:pt idx="103">
                  <c:v>0.30472539476777555</c:v>
                </c:pt>
                <c:pt idx="104">
                  <c:v>0.29128451623904644</c:v>
                </c:pt>
                <c:pt idx="105">
                  <c:v>0.29128451623904644</c:v>
                </c:pt>
                <c:pt idx="106">
                  <c:v>0.29128451623904644</c:v>
                </c:pt>
                <c:pt idx="107">
                  <c:v>0.29128451623904644</c:v>
                </c:pt>
                <c:pt idx="108">
                  <c:v>0.29128451623904644</c:v>
                </c:pt>
                <c:pt idx="109">
                  <c:v>0.27807849695097897</c:v>
                </c:pt>
                <c:pt idx="110">
                  <c:v>0.27807849695097897</c:v>
                </c:pt>
                <c:pt idx="111">
                  <c:v>0.27807849695097897</c:v>
                </c:pt>
                <c:pt idx="112">
                  <c:v>0.27807849695097897</c:v>
                </c:pt>
                <c:pt idx="113">
                  <c:v>0.26292796013915876</c:v>
                </c:pt>
                <c:pt idx="114">
                  <c:v>0.26292796013915876</c:v>
                </c:pt>
                <c:pt idx="115">
                  <c:v>0.26292796013915876</c:v>
                </c:pt>
                <c:pt idx="116">
                  <c:v>0.26292796013915876</c:v>
                </c:pt>
                <c:pt idx="117">
                  <c:v>0.24848860116772839</c:v>
                </c:pt>
                <c:pt idx="118">
                  <c:v>0.24848860116772839</c:v>
                </c:pt>
                <c:pt idx="119">
                  <c:v>0.24848860116772839</c:v>
                </c:pt>
                <c:pt idx="120">
                  <c:v>0.24848860116772839</c:v>
                </c:pt>
                <c:pt idx="121">
                  <c:v>0.23577921258610923</c:v>
                </c:pt>
                <c:pt idx="122">
                  <c:v>0.23577921258610923</c:v>
                </c:pt>
                <c:pt idx="123">
                  <c:v>0.23577921258610923</c:v>
                </c:pt>
                <c:pt idx="124">
                  <c:v>0.23577921258610923</c:v>
                </c:pt>
                <c:pt idx="125">
                  <c:v>0.23577921258610923</c:v>
                </c:pt>
                <c:pt idx="126">
                  <c:v>0.22224142886571943</c:v>
                </c:pt>
                <c:pt idx="127">
                  <c:v>0.22224142886571943</c:v>
                </c:pt>
                <c:pt idx="128">
                  <c:v>0.22224142886571943</c:v>
                </c:pt>
                <c:pt idx="129">
                  <c:v>0.22224142886571943</c:v>
                </c:pt>
                <c:pt idx="130">
                  <c:v>0.210798858071544</c:v>
                </c:pt>
                <c:pt idx="131">
                  <c:v>0.210798858071544</c:v>
                </c:pt>
                <c:pt idx="132">
                  <c:v>0.210798858071544</c:v>
                </c:pt>
                <c:pt idx="133">
                  <c:v>0.210798858071544</c:v>
                </c:pt>
                <c:pt idx="134">
                  <c:v>0.19964672229879027</c:v>
                </c:pt>
                <c:pt idx="135">
                  <c:v>0.19964672229879027</c:v>
                </c:pt>
                <c:pt idx="136">
                  <c:v>0.19964672229879027</c:v>
                </c:pt>
                <c:pt idx="137">
                  <c:v>0.19964672229879027</c:v>
                </c:pt>
                <c:pt idx="138">
                  <c:v>0.19964672229879027</c:v>
                </c:pt>
                <c:pt idx="139">
                  <c:v>0.19125856762608923</c:v>
                </c:pt>
                <c:pt idx="140">
                  <c:v>0.19125856762608923</c:v>
                </c:pt>
                <c:pt idx="141">
                  <c:v>0.19125856762608923</c:v>
                </c:pt>
                <c:pt idx="142">
                  <c:v>0.19125856762608923</c:v>
                </c:pt>
                <c:pt idx="143">
                  <c:v>0.18465494663068971</c:v>
                </c:pt>
                <c:pt idx="144">
                  <c:v>0.18465494663068971</c:v>
                </c:pt>
                <c:pt idx="145">
                  <c:v>0.18465494663068971</c:v>
                </c:pt>
                <c:pt idx="146">
                  <c:v>0.18465494663068971</c:v>
                </c:pt>
                <c:pt idx="147">
                  <c:v>0.18465494663068971</c:v>
                </c:pt>
                <c:pt idx="148">
                  <c:v>0.17883453886377174</c:v>
                </c:pt>
                <c:pt idx="149">
                  <c:v>0.17883453886377174</c:v>
                </c:pt>
                <c:pt idx="150">
                  <c:v>0.17883453886377174</c:v>
                </c:pt>
                <c:pt idx="151">
                  <c:v>0.17883453886377174</c:v>
                </c:pt>
                <c:pt idx="152">
                  <c:v>0.17304694334456563</c:v>
                </c:pt>
                <c:pt idx="153">
                  <c:v>0.17304694334456563</c:v>
                </c:pt>
                <c:pt idx="154">
                  <c:v>0.17304694334456563</c:v>
                </c:pt>
                <c:pt idx="155">
                  <c:v>0.17304694334456563</c:v>
                </c:pt>
                <c:pt idx="156">
                  <c:v>0.16759693988889501</c:v>
                </c:pt>
                <c:pt idx="157">
                  <c:v>0.16759693988889501</c:v>
                </c:pt>
                <c:pt idx="158">
                  <c:v>0.16759693988889501</c:v>
                </c:pt>
                <c:pt idx="159">
                  <c:v>0.16759693988889501</c:v>
                </c:pt>
                <c:pt idx="160">
                  <c:v>0.16759693988889501</c:v>
                </c:pt>
                <c:pt idx="161">
                  <c:v>0.16289271949515696</c:v>
                </c:pt>
                <c:pt idx="162">
                  <c:v>0.16289271949515696</c:v>
                </c:pt>
                <c:pt idx="163">
                  <c:v>0.16289271949515696</c:v>
                </c:pt>
                <c:pt idx="164">
                  <c:v>0.16289271949515696</c:v>
                </c:pt>
                <c:pt idx="165">
                  <c:v>0.15916451584686789</c:v>
                </c:pt>
                <c:pt idx="166">
                  <c:v>0.15916451584686789</c:v>
                </c:pt>
                <c:pt idx="167">
                  <c:v>0.15916451584686789</c:v>
                </c:pt>
                <c:pt idx="168">
                  <c:v>0.15916451584686789</c:v>
                </c:pt>
                <c:pt idx="169">
                  <c:v>0.15484742317936076</c:v>
                </c:pt>
                <c:pt idx="170">
                  <c:v>0.15484742317936076</c:v>
                </c:pt>
                <c:pt idx="171">
                  <c:v>0.15484742317936076</c:v>
                </c:pt>
                <c:pt idx="172">
                  <c:v>0.15484742317936076</c:v>
                </c:pt>
                <c:pt idx="173">
                  <c:v>0.15068828465006784</c:v>
                </c:pt>
                <c:pt idx="174">
                  <c:v>0.15068828465006784</c:v>
                </c:pt>
                <c:pt idx="175">
                  <c:v>0.15068828465006784</c:v>
                </c:pt>
                <c:pt idx="176">
                  <c:v>0.15068828465006784</c:v>
                </c:pt>
                <c:pt idx="177">
                  <c:v>0.15068828465006784</c:v>
                </c:pt>
                <c:pt idx="178">
                  <c:v>0.14633606054432916</c:v>
                </c:pt>
                <c:pt idx="179">
                  <c:v>0.14633606054432916</c:v>
                </c:pt>
                <c:pt idx="180">
                  <c:v>0.14633606054432916</c:v>
                </c:pt>
                <c:pt idx="181">
                  <c:v>0.14633606054432916</c:v>
                </c:pt>
                <c:pt idx="182">
                  <c:v>0.14217128811914262</c:v>
                </c:pt>
                <c:pt idx="183">
                  <c:v>0.14217128811914262</c:v>
                </c:pt>
                <c:pt idx="184">
                  <c:v>0.14217128811914262</c:v>
                </c:pt>
                <c:pt idx="185">
                  <c:v>0.14217128811914262</c:v>
                </c:pt>
                <c:pt idx="186">
                  <c:v>0.14217128811914262</c:v>
                </c:pt>
                <c:pt idx="187">
                  <c:v>0.13726921649283416</c:v>
                </c:pt>
                <c:pt idx="188">
                  <c:v>0.13726921649283416</c:v>
                </c:pt>
                <c:pt idx="189">
                  <c:v>0.13726921649283416</c:v>
                </c:pt>
                <c:pt idx="190">
                  <c:v>0.13726921649283416</c:v>
                </c:pt>
                <c:pt idx="191">
                  <c:v>0.13290290240855962</c:v>
                </c:pt>
                <c:pt idx="192">
                  <c:v>0.13290290240855962</c:v>
                </c:pt>
                <c:pt idx="193">
                  <c:v>0.13290290240855962</c:v>
                </c:pt>
                <c:pt idx="194">
                  <c:v>0.13290290240855962</c:v>
                </c:pt>
                <c:pt idx="195">
                  <c:v>0.12860098490544827</c:v>
                </c:pt>
                <c:pt idx="196">
                  <c:v>0.12860098490544827</c:v>
                </c:pt>
                <c:pt idx="197">
                  <c:v>0.12860098490544827</c:v>
                </c:pt>
                <c:pt idx="198">
                  <c:v>0.12860098490544827</c:v>
                </c:pt>
                <c:pt idx="199">
                  <c:v>0.12860098490544827</c:v>
                </c:pt>
                <c:pt idx="200">
                  <c:v>0.12465486337646373</c:v>
                </c:pt>
                <c:pt idx="201">
                  <c:v>0.12465486337646373</c:v>
                </c:pt>
                <c:pt idx="202">
                  <c:v>0.12465486337646373</c:v>
                </c:pt>
                <c:pt idx="203">
                  <c:v>0.12465486337646373</c:v>
                </c:pt>
                <c:pt idx="204">
                  <c:v>0.12139425827709796</c:v>
                </c:pt>
                <c:pt idx="205">
                  <c:v>0.12139425827709796</c:v>
                </c:pt>
                <c:pt idx="206">
                  <c:v>0.12139425827709796</c:v>
                </c:pt>
                <c:pt idx="207">
                  <c:v>0.12139425827709796</c:v>
                </c:pt>
                <c:pt idx="208">
                  <c:v>0.12139425827709796</c:v>
                </c:pt>
                <c:pt idx="209">
                  <c:v>0.11801270464106903</c:v>
                </c:pt>
                <c:pt idx="210">
                  <c:v>0.11801270464106903</c:v>
                </c:pt>
                <c:pt idx="211">
                  <c:v>0.11801270464106903</c:v>
                </c:pt>
                <c:pt idx="212">
                  <c:v>0.11801270464106903</c:v>
                </c:pt>
                <c:pt idx="213">
                  <c:v>0.11418005242057283</c:v>
                </c:pt>
                <c:pt idx="214">
                  <c:v>0.11418005242057283</c:v>
                </c:pt>
                <c:pt idx="215">
                  <c:v>0.11418005242057283</c:v>
                </c:pt>
                <c:pt idx="216">
                  <c:v>0.11418005242057283</c:v>
                </c:pt>
                <c:pt idx="217">
                  <c:v>0.11138179926193666</c:v>
                </c:pt>
                <c:pt idx="218">
                  <c:v>0.11138179926193666</c:v>
                </c:pt>
                <c:pt idx="219">
                  <c:v>0.11138179926193666</c:v>
                </c:pt>
                <c:pt idx="220">
                  <c:v>0.11138179926193666</c:v>
                </c:pt>
                <c:pt idx="221">
                  <c:v>0.10752283550041125</c:v>
                </c:pt>
                <c:pt idx="222">
                  <c:v>0.10752283550041125</c:v>
                </c:pt>
                <c:pt idx="223">
                  <c:v>0.10752283550041125</c:v>
                </c:pt>
                <c:pt idx="224">
                  <c:v>0.10752283550041125</c:v>
                </c:pt>
                <c:pt idx="225">
                  <c:v>0.10752283550041125</c:v>
                </c:pt>
              </c:numCache>
            </c:numRef>
          </c:val>
          <c:smooth val="0"/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211047552"/>
        <c:axId val="211045760"/>
      </c:lineChart>
      <c:dateAx>
        <c:axId val="211042304"/>
        <c:scaling>
          <c:orientation val="minMax"/>
        </c:scaling>
        <c:delete val="0"/>
        <c:axPos val="b"/>
        <c:numFmt formatCode="m/d/yyyy" sourceLinked="1"/>
        <c:majorTickMark val="out"/>
        <c:minorTickMark val="none"/>
        <c:tickLblPos val="nextTo"/>
        <c:crossAx val="211043840"/>
        <c:crosses val="autoZero"/>
        <c:auto val="1"/>
        <c:lblOffset val="100"/>
        <c:baseTimeUnit val="days"/>
        <c:majorUnit val="6"/>
        <c:majorTimeUnit val="months"/>
      </c:dateAx>
      <c:valAx>
        <c:axId val="211043840"/>
        <c:scaling>
          <c:orientation val="minMax"/>
        </c:scaling>
        <c:delete val="0"/>
        <c:axPos val="l"/>
        <c:majorGridlines/>
        <c:numFmt formatCode="_(* #,##0_);_(* \(#,##0\);_(* &quot;-&quot;??_);_(@_)" sourceLinked="1"/>
        <c:majorTickMark val="out"/>
        <c:minorTickMark val="none"/>
        <c:tickLblPos val="nextTo"/>
        <c:crossAx val="211042304"/>
        <c:crosses val="autoZero"/>
        <c:crossBetween val="between"/>
        <c:dispUnits>
          <c:builtInUnit val="billions"/>
          <c:dispUnitsLbl>
            <c:layout/>
          </c:dispUnitsLbl>
        </c:dispUnits>
      </c:valAx>
      <c:valAx>
        <c:axId val="211045760"/>
        <c:scaling>
          <c:orientation val="minMax"/>
        </c:scaling>
        <c:delete val="1"/>
        <c:axPos val="r"/>
        <c:numFmt formatCode="0%" sourceLinked="1"/>
        <c:majorTickMark val="out"/>
        <c:minorTickMark val="none"/>
        <c:tickLblPos val="nextTo"/>
        <c:crossAx val="211047552"/>
        <c:crosses val="max"/>
        <c:crossBetween val="between"/>
      </c:valAx>
      <c:dateAx>
        <c:axId val="211047552"/>
        <c:scaling>
          <c:orientation val="minMax"/>
        </c:scaling>
        <c:delete val="1"/>
        <c:axPos val="b"/>
        <c:numFmt formatCode="m/d/yyyy" sourceLinked="1"/>
        <c:majorTickMark val="out"/>
        <c:minorTickMark val="none"/>
        <c:tickLblPos val="nextTo"/>
        <c:crossAx val="211045760"/>
        <c:crosses val="autoZero"/>
        <c:auto val="1"/>
        <c:lblOffset val="100"/>
        <c:baseTimeUnit val="days"/>
      </c:dateAx>
      <c:spPr>
        <a:ln>
          <a:solidFill>
            <a:schemeClr val="tx1"/>
          </a:solidFill>
        </a:ln>
      </c:spPr>
    </c:plotArea>
    <c:legend>
      <c:legendPos val="b"/>
      <c:legendEntry>
        <c:idx val="2"/>
        <c:delete val="1"/>
      </c:legendEntry>
      <c:layout/>
      <c:overlay val="0"/>
    </c:legend>
    <c:plotVisOnly val="1"/>
    <c:dispBlanksAs val="gap"/>
    <c:showDLblsOverMax val="0"/>
  </c:chart>
  <c:externalData r:id="rId1">
    <c:autoUpdate val="0"/>
  </c:externalData>
</c:chartSpace>
</file>

<file path=ppt/charts/chart1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0"/>
    <c:plotArea>
      <c:layout/>
      <c:lineChart>
        <c:grouping val="standard"/>
        <c:varyColors val="0"/>
        <c:ser>
          <c:idx val="6"/>
          <c:order val="0"/>
          <c:tx>
            <c:strRef>
              <c:f>PoolRefinancible!$I$2</c:f>
              <c:strCache>
                <c:ptCount val="1"/>
                <c:pt idx="0">
                  <c:v>LLPA &amp; PMI</c:v>
                </c:pt>
              </c:strCache>
            </c:strRef>
          </c:tx>
          <c:spPr>
            <a:ln w="19050">
              <a:solidFill>
                <a:srgbClr val="2E398A"/>
              </a:solidFill>
            </a:ln>
          </c:spPr>
          <c:marker>
            <c:symbol val="none"/>
          </c:marker>
          <c:cat>
            <c:numRef>
              <c:f>PoolRefinancible!$B$3:$B$227</c:f>
              <c:numCache>
                <c:formatCode>m/d/yyyy</c:formatCode>
                <c:ptCount val="225"/>
                <c:pt idx="0">
                  <c:v>40549</c:v>
                </c:pt>
                <c:pt idx="1">
                  <c:v>40556</c:v>
                </c:pt>
                <c:pt idx="2">
                  <c:v>40563</c:v>
                </c:pt>
                <c:pt idx="3">
                  <c:v>40570</c:v>
                </c:pt>
                <c:pt idx="4">
                  <c:v>40577</c:v>
                </c:pt>
                <c:pt idx="5">
                  <c:v>40584</c:v>
                </c:pt>
                <c:pt idx="6">
                  <c:v>40591</c:v>
                </c:pt>
                <c:pt idx="7">
                  <c:v>40598</c:v>
                </c:pt>
                <c:pt idx="8">
                  <c:v>40605</c:v>
                </c:pt>
                <c:pt idx="9">
                  <c:v>40612</c:v>
                </c:pt>
                <c:pt idx="10">
                  <c:v>40619</c:v>
                </c:pt>
                <c:pt idx="11">
                  <c:v>40626</c:v>
                </c:pt>
                <c:pt idx="12">
                  <c:v>40633</c:v>
                </c:pt>
                <c:pt idx="13">
                  <c:v>40640</c:v>
                </c:pt>
                <c:pt idx="14">
                  <c:v>40647</c:v>
                </c:pt>
                <c:pt idx="15">
                  <c:v>40654</c:v>
                </c:pt>
                <c:pt idx="16">
                  <c:v>40661</c:v>
                </c:pt>
                <c:pt idx="17">
                  <c:v>40668</c:v>
                </c:pt>
                <c:pt idx="18">
                  <c:v>40675</c:v>
                </c:pt>
                <c:pt idx="19">
                  <c:v>40682</c:v>
                </c:pt>
                <c:pt idx="20">
                  <c:v>40689</c:v>
                </c:pt>
                <c:pt idx="21">
                  <c:v>40696</c:v>
                </c:pt>
                <c:pt idx="22">
                  <c:v>40703</c:v>
                </c:pt>
                <c:pt idx="23">
                  <c:v>40710</c:v>
                </c:pt>
                <c:pt idx="24">
                  <c:v>40717</c:v>
                </c:pt>
                <c:pt idx="25">
                  <c:v>40724</c:v>
                </c:pt>
                <c:pt idx="26">
                  <c:v>40731</c:v>
                </c:pt>
                <c:pt idx="27">
                  <c:v>40738</c:v>
                </c:pt>
                <c:pt idx="28">
                  <c:v>40745</c:v>
                </c:pt>
                <c:pt idx="29">
                  <c:v>40752</c:v>
                </c:pt>
                <c:pt idx="30">
                  <c:v>40759</c:v>
                </c:pt>
                <c:pt idx="31">
                  <c:v>40766</c:v>
                </c:pt>
                <c:pt idx="32">
                  <c:v>40773</c:v>
                </c:pt>
                <c:pt idx="33">
                  <c:v>40780</c:v>
                </c:pt>
                <c:pt idx="34">
                  <c:v>40787</c:v>
                </c:pt>
                <c:pt idx="35">
                  <c:v>40794</c:v>
                </c:pt>
                <c:pt idx="36">
                  <c:v>40801</c:v>
                </c:pt>
                <c:pt idx="37">
                  <c:v>40808</c:v>
                </c:pt>
                <c:pt idx="38">
                  <c:v>40815</c:v>
                </c:pt>
                <c:pt idx="39">
                  <c:v>40822</c:v>
                </c:pt>
                <c:pt idx="40">
                  <c:v>40829</c:v>
                </c:pt>
                <c:pt idx="41">
                  <c:v>40836</c:v>
                </c:pt>
                <c:pt idx="42">
                  <c:v>40843</c:v>
                </c:pt>
                <c:pt idx="43">
                  <c:v>40850</c:v>
                </c:pt>
                <c:pt idx="44">
                  <c:v>40857</c:v>
                </c:pt>
                <c:pt idx="45">
                  <c:v>40864</c:v>
                </c:pt>
                <c:pt idx="46">
                  <c:v>40870</c:v>
                </c:pt>
                <c:pt idx="47">
                  <c:v>40878</c:v>
                </c:pt>
                <c:pt idx="48">
                  <c:v>40885</c:v>
                </c:pt>
                <c:pt idx="49">
                  <c:v>40892</c:v>
                </c:pt>
                <c:pt idx="50">
                  <c:v>40899</c:v>
                </c:pt>
                <c:pt idx="51">
                  <c:v>40906</c:v>
                </c:pt>
                <c:pt idx="52">
                  <c:v>40913</c:v>
                </c:pt>
                <c:pt idx="53">
                  <c:v>40920</c:v>
                </c:pt>
                <c:pt idx="54">
                  <c:v>40927</c:v>
                </c:pt>
                <c:pt idx="55">
                  <c:v>40934</c:v>
                </c:pt>
                <c:pt idx="56">
                  <c:v>40941</c:v>
                </c:pt>
                <c:pt idx="57">
                  <c:v>40948</c:v>
                </c:pt>
                <c:pt idx="58">
                  <c:v>40955</c:v>
                </c:pt>
                <c:pt idx="59">
                  <c:v>40962</c:v>
                </c:pt>
                <c:pt idx="60">
                  <c:v>40969</c:v>
                </c:pt>
                <c:pt idx="61">
                  <c:v>40976</c:v>
                </c:pt>
                <c:pt idx="62">
                  <c:v>40983</c:v>
                </c:pt>
                <c:pt idx="63">
                  <c:v>40990</c:v>
                </c:pt>
                <c:pt idx="64">
                  <c:v>40997</c:v>
                </c:pt>
                <c:pt idx="65">
                  <c:v>41004</c:v>
                </c:pt>
                <c:pt idx="66">
                  <c:v>41011</c:v>
                </c:pt>
                <c:pt idx="67">
                  <c:v>41018</c:v>
                </c:pt>
                <c:pt idx="68">
                  <c:v>41025</c:v>
                </c:pt>
                <c:pt idx="69">
                  <c:v>41032</c:v>
                </c:pt>
                <c:pt idx="70">
                  <c:v>41039</c:v>
                </c:pt>
                <c:pt idx="71">
                  <c:v>41046</c:v>
                </c:pt>
                <c:pt idx="72">
                  <c:v>41053</c:v>
                </c:pt>
                <c:pt idx="73">
                  <c:v>41060</c:v>
                </c:pt>
                <c:pt idx="74">
                  <c:v>41067</c:v>
                </c:pt>
                <c:pt idx="75">
                  <c:v>41074</c:v>
                </c:pt>
                <c:pt idx="76">
                  <c:v>41081</c:v>
                </c:pt>
                <c:pt idx="77">
                  <c:v>41088</c:v>
                </c:pt>
                <c:pt idx="78">
                  <c:v>41095</c:v>
                </c:pt>
                <c:pt idx="79">
                  <c:v>41102</c:v>
                </c:pt>
                <c:pt idx="80">
                  <c:v>41109</c:v>
                </c:pt>
                <c:pt idx="81">
                  <c:v>41116</c:v>
                </c:pt>
                <c:pt idx="82">
                  <c:v>41123</c:v>
                </c:pt>
                <c:pt idx="83">
                  <c:v>41130</c:v>
                </c:pt>
                <c:pt idx="84">
                  <c:v>41137</c:v>
                </c:pt>
                <c:pt idx="85">
                  <c:v>41144</c:v>
                </c:pt>
                <c:pt idx="86">
                  <c:v>41151</c:v>
                </c:pt>
                <c:pt idx="87">
                  <c:v>41158</c:v>
                </c:pt>
                <c:pt idx="88">
                  <c:v>41165</c:v>
                </c:pt>
                <c:pt idx="89">
                  <c:v>41172</c:v>
                </c:pt>
                <c:pt idx="90">
                  <c:v>41179</c:v>
                </c:pt>
                <c:pt idx="91">
                  <c:v>41186</c:v>
                </c:pt>
                <c:pt idx="92">
                  <c:v>41193</c:v>
                </c:pt>
                <c:pt idx="93">
                  <c:v>41200</c:v>
                </c:pt>
                <c:pt idx="94">
                  <c:v>41207</c:v>
                </c:pt>
                <c:pt idx="95">
                  <c:v>41214</c:v>
                </c:pt>
                <c:pt idx="96">
                  <c:v>41221</c:v>
                </c:pt>
                <c:pt idx="97">
                  <c:v>41228</c:v>
                </c:pt>
                <c:pt idx="98">
                  <c:v>41234</c:v>
                </c:pt>
                <c:pt idx="99">
                  <c:v>41242</c:v>
                </c:pt>
                <c:pt idx="100">
                  <c:v>41249</c:v>
                </c:pt>
                <c:pt idx="101">
                  <c:v>41256</c:v>
                </c:pt>
                <c:pt idx="102">
                  <c:v>41263</c:v>
                </c:pt>
                <c:pt idx="103">
                  <c:v>41270</c:v>
                </c:pt>
                <c:pt idx="104">
                  <c:v>41277</c:v>
                </c:pt>
                <c:pt idx="105">
                  <c:v>41284</c:v>
                </c:pt>
                <c:pt idx="106">
                  <c:v>41291</c:v>
                </c:pt>
                <c:pt idx="107">
                  <c:v>41298</c:v>
                </c:pt>
                <c:pt idx="108">
                  <c:v>41305</c:v>
                </c:pt>
                <c:pt idx="109">
                  <c:v>41312</c:v>
                </c:pt>
                <c:pt idx="110">
                  <c:v>41319</c:v>
                </c:pt>
                <c:pt idx="111">
                  <c:v>41326</c:v>
                </c:pt>
                <c:pt idx="112">
                  <c:v>41333</c:v>
                </c:pt>
                <c:pt idx="113">
                  <c:v>41340</c:v>
                </c:pt>
                <c:pt idx="114">
                  <c:v>41347</c:v>
                </c:pt>
                <c:pt idx="115">
                  <c:v>41354</c:v>
                </c:pt>
                <c:pt idx="116">
                  <c:v>41361</c:v>
                </c:pt>
                <c:pt idx="117">
                  <c:v>41368</c:v>
                </c:pt>
                <c:pt idx="118">
                  <c:v>41375</c:v>
                </c:pt>
                <c:pt idx="119">
                  <c:v>41382</c:v>
                </c:pt>
                <c:pt idx="120">
                  <c:v>41389</c:v>
                </c:pt>
                <c:pt idx="121">
                  <c:v>41396</c:v>
                </c:pt>
                <c:pt idx="122">
                  <c:v>41403</c:v>
                </c:pt>
                <c:pt idx="123">
                  <c:v>41410</c:v>
                </c:pt>
                <c:pt idx="124">
                  <c:v>41417</c:v>
                </c:pt>
                <c:pt idx="125">
                  <c:v>41424</c:v>
                </c:pt>
                <c:pt idx="126">
                  <c:v>41431</c:v>
                </c:pt>
                <c:pt idx="127">
                  <c:v>41438</c:v>
                </c:pt>
                <c:pt idx="128">
                  <c:v>41445</c:v>
                </c:pt>
                <c:pt idx="129">
                  <c:v>41452</c:v>
                </c:pt>
                <c:pt idx="130">
                  <c:v>41458</c:v>
                </c:pt>
                <c:pt idx="131">
                  <c:v>41466</c:v>
                </c:pt>
                <c:pt idx="132">
                  <c:v>41473</c:v>
                </c:pt>
                <c:pt idx="133">
                  <c:v>41480</c:v>
                </c:pt>
                <c:pt idx="134">
                  <c:v>41487</c:v>
                </c:pt>
                <c:pt idx="135">
                  <c:v>41494</c:v>
                </c:pt>
                <c:pt idx="136">
                  <c:v>41501</c:v>
                </c:pt>
                <c:pt idx="137">
                  <c:v>41508</c:v>
                </c:pt>
                <c:pt idx="138">
                  <c:v>41515</c:v>
                </c:pt>
                <c:pt idx="139">
                  <c:v>41522</c:v>
                </c:pt>
                <c:pt idx="140">
                  <c:v>41529</c:v>
                </c:pt>
                <c:pt idx="141">
                  <c:v>41536</c:v>
                </c:pt>
                <c:pt idx="142">
                  <c:v>41543</c:v>
                </c:pt>
                <c:pt idx="143">
                  <c:v>41550</c:v>
                </c:pt>
                <c:pt idx="144">
                  <c:v>41557</c:v>
                </c:pt>
                <c:pt idx="145">
                  <c:v>41564</c:v>
                </c:pt>
                <c:pt idx="146">
                  <c:v>41571</c:v>
                </c:pt>
                <c:pt idx="147">
                  <c:v>41578</c:v>
                </c:pt>
                <c:pt idx="148">
                  <c:v>41585</c:v>
                </c:pt>
                <c:pt idx="149">
                  <c:v>41592</c:v>
                </c:pt>
                <c:pt idx="150">
                  <c:v>41599</c:v>
                </c:pt>
                <c:pt idx="151">
                  <c:v>41605</c:v>
                </c:pt>
                <c:pt idx="152">
                  <c:v>41613</c:v>
                </c:pt>
                <c:pt idx="153">
                  <c:v>41620</c:v>
                </c:pt>
                <c:pt idx="154">
                  <c:v>41627</c:v>
                </c:pt>
                <c:pt idx="155">
                  <c:v>41634</c:v>
                </c:pt>
                <c:pt idx="156">
                  <c:v>41641</c:v>
                </c:pt>
                <c:pt idx="157">
                  <c:v>41648</c:v>
                </c:pt>
                <c:pt idx="158">
                  <c:v>41655</c:v>
                </c:pt>
                <c:pt idx="159">
                  <c:v>41662</c:v>
                </c:pt>
                <c:pt idx="160">
                  <c:v>41669</c:v>
                </c:pt>
                <c:pt idx="161">
                  <c:v>41676</c:v>
                </c:pt>
                <c:pt idx="162">
                  <c:v>41683</c:v>
                </c:pt>
                <c:pt idx="163">
                  <c:v>41690</c:v>
                </c:pt>
                <c:pt idx="164">
                  <c:v>41697</c:v>
                </c:pt>
                <c:pt idx="165">
                  <c:v>41704</c:v>
                </c:pt>
                <c:pt idx="166">
                  <c:v>41711</c:v>
                </c:pt>
                <c:pt idx="167">
                  <c:v>41718</c:v>
                </c:pt>
                <c:pt idx="168">
                  <c:v>41725</c:v>
                </c:pt>
                <c:pt idx="169">
                  <c:v>41732</c:v>
                </c:pt>
                <c:pt idx="170">
                  <c:v>41739</c:v>
                </c:pt>
                <c:pt idx="171">
                  <c:v>41746</c:v>
                </c:pt>
                <c:pt idx="172">
                  <c:v>41753</c:v>
                </c:pt>
                <c:pt idx="173">
                  <c:v>41760</c:v>
                </c:pt>
                <c:pt idx="174">
                  <c:v>41767</c:v>
                </c:pt>
                <c:pt idx="175">
                  <c:v>41774</c:v>
                </c:pt>
                <c:pt idx="176">
                  <c:v>41781</c:v>
                </c:pt>
                <c:pt idx="177">
                  <c:v>41788</c:v>
                </c:pt>
                <c:pt idx="178">
                  <c:v>41795</c:v>
                </c:pt>
                <c:pt idx="179">
                  <c:v>41802</c:v>
                </c:pt>
                <c:pt idx="180">
                  <c:v>41809</c:v>
                </c:pt>
                <c:pt idx="181">
                  <c:v>41816</c:v>
                </c:pt>
                <c:pt idx="182">
                  <c:v>41823</c:v>
                </c:pt>
                <c:pt idx="183">
                  <c:v>41830</c:v>
                </c:pt>
                <c:pt idx="184">
                  <c:v>41837</c:v>
                </c:pt>
                <c:pt idx="185">
                  <c:v>41844</c:v>
                </c:pt>
                <c:pt idx="186">
                  <c:v>41851</c:v>
                </c:pt>
                <c:pt idx="187">
                  <c:v>41858</c:v>
                </c:pt>
                <c:pt idx="188">
                  <c:v>41865</c:v>
                </c:pt>
                <c:pt idx="189">
                  <c:v>41872</c:v>
                </c:pt>
                <c:pt idx="190">
                  <c:v>41879</c:v>
                </c:pt>
                <c:pt idx="191">
                  <c:v>41886</c:v>
                </c:pt>
                <c:pt idx="192">
                  <c:v>41893</c:v>
                </c:pt>
                <c:pt idx="193">
                  <c:v>41900</c:v>
                </c:pt>
                <c:pt idx="194">
                  <c:v>41907</c:v>
                </c:pt>
                <c:pt idx="195">
                  <c:v>41914</c:v>
                </c:pt>
                <c:pt idx="196">
                  <c:v>41921</c:v>
                </c:pt>
                <c:pt idx="197">
                  <c:v>41928</c:v>
                </c:pt>
                <c:pt idx="198">
                  <c:v>41935</c:v>
                </c:pt>
                <c:pt idx="199">
                  <c:v>41942</c:v>
                </c:pt>
                <c:pt idx="200">
                  <c:v>41949</c:v>
                </c:pt>
                <c:pt idx="201">
                  <c:v>41956</c:v>
                </c:pt>
                <c:pt idx="202">
                  <c:v>41963</c:v>
                </c:pt>
                <c:pt idx="203">
                  <c:v>41969</c:v>
                </c:pt>
                <c:pt idx="204">
                  <c:v>41977</c:v>
                </c:pt>
                <c:pt idx="205">
                  <c:v>41984</c:v>
                </c:pt>
                <c:pt idx="206">
                  <c:v>41991</c:v>
                </c:pt>
                <c:pt idx="207">
                  <c:v>41997</c:v>
                </c:pt>
                <c:pt idx="208">
                  <c:v>42004</c:v>
                </c:pt>
                <c:pt idx="209">
                  <c:v>42012</c:v>
                </c:pt>
                <c:pt idx="210">
                  <c:v>42019</c:v>
                </c:pt>
                <c:pt idx="211">
                  <c:v>42026</c:v>
                </c:pt>
                <c:pt idx="212">
                  <c:v>42033</c:v>
                </c:pt>
                <c:pt idx="213">
                  <c:v>42040</c:v>
                </c:pt>
                <c:pt idx="214">
                  <c:v>42047</c:v>
                </c:pt>
                <c:pt idx="215">
                  <c:v>42054</c:v>
                </c:pt>
                <c:pt idx="216">
                  <c:v>42061</c:v>
                </c:pt>
                <c:pt idx="217">
                  <c:v>42068</c:v>
                </c:pt>
                <c:pt idx="218">
                  <c:v>42075</c:v>
                </c:pt>
                <c:pt idx="219">
                  <c:v>42082</c:v>
                </c:pt>
                <c:pt idx="220">
                  <c:v>42089</c:v>
                </c:pt>
                <c:pt idx="221">
                  <c:v>42096</c:v>
                </c:pt>
                <c:pt idx="222">
                  <c:v>42103</c:v>
                </c:pt>
                <c:pt idx="223">
                  <c:v>42110</c:v>
                </c:pt>
                <c:pt idx="224">
                  <c:v>42117</c:v>
                </c:pt>
              </c:numCache>
            </c:numRef>
          </c:cat>
          <c:val>
            <c:numRef>
              <c:f>PoolRefinancible!$I$3:$I$227</c:f>
              <c:numCache>
                <c:formatCode>0%</c:formatCode>
                <c:ptCount val="225"/>
                <c:pt idx="0">
                  <c:v>0.20951326762642539</c:v>
                </c:pt>
                <c:pt idx="1">
                  <c:v>0.2286525724028925</c:v>
                </c:pt>
                <c:pt idx="2">
                  <c:v>0.2131179723271458</c:v>
                </c:pt>
                <c:pt idx="3">
                  <c:v>0.20810932608426305</c:v>
                </c:pt>
                <c:pt idx="4">
                  <c:v>0.17891549814152402</c:v>
                </c:pt>
                <c:pt idx="5">
                  <c:v>0.13456022248425625</c:v>
                </c:pt>
                <c:pt idx="6">
                  <c:v>0.14775234916291591</c:v>
                </c:pt>
                <c:pt idx="7">
                  <c:v>0.16009478143712152</c:v>
                </c:pt>
                <c:pt idx="8">
                  <c:v>0.16418790753930707</c:v>
                </c:pt>
                <c:pt idx="9">
                  <c:v>0.16404066322029284</c:v>
                </c:pt>
                <c:pt idx="10">
                  <c:v>0.1977947076697287</c:v>
                </c:pt>
                <c:pt idx="11">
                  <c:v>0.17977939874028584</c:v>
                </c:pt>
                <c:pt idx="12">
                  <c:v>0.16421372267642936</c:v>
                </c:pt>
                <c:pt idx="13">
                  <c:v>0.16406956784376403</c:v>
                </c:pt>
                <c:pt idx="14">
                  <c:v>0.16188317261266852</c:v>
                </c:pt>
                <c:pt idx="15">
                  <c:v>0.18010388926248624</c:v>
                </c:pt>
                <c:pt idx="16">
                  <c:v>0.18382677970033753</c:v>
                </c:pt>
                <c:pt idx="17">
                  <c:v>0.20387133077641981</c:v>
                </c:pt>
                <c:pt idx="18">
                  <c:v>0.2408135217586809</c:v>
                </c:pt>
                <c:pt idx="19">
                  <c:v>0.24117986251785034</c:v>
                </c:pt>
                <c:pt idx="20">
                  <c:v>0.24355361553325378</c:v>
                </c:pt>
                <c:pt idx="21">
                  <c:v>0.27670038879120418</c:v>
                </c:pt>
                <c:pt idx="22">
                  <c:v>0.29931986389681725</c:v>
                </c:pt>
                <c:pt idx="23">
                  <c:v>0.29927890586033978</c:v>
                </c:pt>
                <c:pt idx="24">
                  <c:v>0.27670038879120418</c:v>
                </c:pt>
                <c:pt idx="25">
                  <c:v>0.29803164102095814</c:v>
                </c:pt>
                <c:pt idx="26">
                  <c:v>0.24635975140985969</c:v>
                </c:pt>
                <c:pt idx="27">
                  <c:v>0.29801285071746725</c:v>
                </c:pt>
                <c:pt idx="28">
                  <c:v>0.27647176144055741</c:v>
                </c:pt>
                <c:pt idx="29">
                  <c:v>0.26886674922653592</c:v>
                </c:pt>
                <c:pt idx="30">
                  <c:v>0.35055994389214357</c:v>
                </c:pt>
                <c:pt idx="31">
                  <c:v>0.44640823318837386</c:v>
                </c:pt>
                <c:pt idx="32">
                  <c:v>0.53965388848865747</c:v>
                </c:pt>
                <c:pt idx="33">
                  <c:v>0.49732012063845815</c:v>
                </c:pt>
                <c:pt idx="34">
                  <c:v>0.49621049424249691</c:v>
                </c:pt>
                <c:pt idx="35">
                  <c:v>0.56188763696413691</c:v>
                </c:pt>
                <c:pt idx="36">
                  <c:v>0.56666393386789538</c:v>
                </c:pt>
                <c:pt idx="37">
                  <c:v>0.56666393386789538</c:v>
                </c:pt>
                <c:pt idx="38">
                  <c:v>0.6263817731067115</c:v>
                </c:pt>
                <c:pt idx="39">
                  <c:v>0.61506978972280768</c:v>
                </c:pt>
                <c:pt idx="40">
                  <c:v>0.52200302676770738</c:v>
                </c:pt>
                <c:pt idx="41">
                  <c:v>0.54092116244187771</c:v>
                </c:pt>
                <c:pt idx="42">
                  <c:v>0.54427813909906164</c:v>
                </c:pt>
                <c:pt idx="43">
                  <c:v>0.5930585678824033</c:v>
                </c:pt>
                <c:pt idx="44">
                  <c:v>0.59308702713551809</c:v>
                </c:pt>
                <c:pt idx="45">
                  <c:v>0.5930585678824033</c:v>
                </c:pt>
                <c:pt idx="46">
                  <c:v>0.59609102497578137</c:v>
                </c:pt>
                <c:pt idx="47">
                  <c:v>0.57637470870076846</c:v>
                </c:pt>
                <c:pt idx="48">
                  <c:v>0.57640199098694489</c:v>
                </c:pt>
                <c:pt idx="49">
                  <c:v>0.58069452065626503</c:v>
                </c:pt>
                <c:pt idx="50">
                  <c:v>0.61774760876460955</c:v>
                </c:pt>
                <c:pt idx="51">
                  <c:v>0.60388415088067371</c:v>
                </c:pt>
                <c:pt idx="52">
                  <c:v>0.59330115968578845</c:v>
                </c:pt>
                <c:pt idx="53">
                  <c:v>0.61007610137748614</c:v>
                </c:pt>
                <c:pt idx="54">
                  <c:v>0.6075488171158312</c:v>
                </c:pt>
                <c:pt idx="55">
                  <c:v>0.56757815274844003</c:v>
                </c:pt>
                <c:pt idx="56">
                  <c:v>0.59021628278930161</c:v>
                </c:pt>
                <c:pt idx="57">
                  <c:v>0.59021628278930161</c:v>
                </c:pt>
                <c:pt idx="58">
                  <c:v>0.59021628278930161</c:v>
                </c:pt>
                <c:pt idx="59">
                  <c:v>0.55038966954359403</c:v>
                </c:pt>
                <c:pt idx="60">
                  <c:v>0.56168586846910651</c:v>
                </c:pt>
                <c:pt idx="61">
                  <c:v>0.57507010563023941</c:v>
                </c:pt>
                <c:pt idx="62">
                  <c:v>0.56062904678556613</c:v>
                </c:pt>
                <c:pt idx="63">
                  <c:v>0.4708307878948611</c:v>
                </c:pt>
                <c:pt idx="64">
                  <c:v>0.53275480546964971</c:v>
                </c:pt>
                <c:pt idx="65">
                  <c:v>0.55204144089130647</c:v>
                </c:pt>
                <c:pt idx="66">
                  <c:v>0.61520517788323992</c:v>
                </c:pt>
                <c:pt idx="67">
                  <c:v>0.57950169097067328</c:v>
                </c:pt>
                <c:pt idx="68">
                  <c:v>0.61520517788323992</c:v>
                </c:pt>
                <c:pt idx="69">
                  <c:v>0.6317239856588488</c:v>
                </c:pt>
                <c:pt idx="70">
                  <c:v>0.63749716402095913</c:v>
                </c:pt>
                <c:pt idx="71">
                  <c:v>0.6654941916397813</c:v>
                </c:pt>
                <c:pt idx="72">
                  <c:v>0.66148107330138128</c:v>
                </c:pt>
                <c:pt idx="73">
                  <c:v>0.66816368917970947</c:v>
                </c:pt>
                <c:pt idx="74">
                  <c:v>0.72131165820460841</c:v>
                </c:pt>
                <c:pt idx="75">
                  <c:v>0.7016393157738251</c:v>
                </c:pt>
                <c:pt idx="76">
                  <c:v>0.72329670850827033</c:v>
                </c:pt>
                <c:pt idx="77">
                  <c:v>0.72329670850827033</c:v>
                </c:pt>
                <c:pt idx="78">
                  <c:v>0.72001119292013993</c:v>
                </c:pt>
                <c:pt idx="79">
                  <c:v>0.75407044900013098</c:v>
                </c:pt>
                <c:pt idx="80">
                  <c:v>0.75979626670465439</c:v>
                </c:pt>
                <c:pt idx="81">
                  <c:v>0.7772659421579855</c:v>
                </c:pt>
                <c:pt idx="82">
                  <c:v>0.74202188782112288</c:v>
                </c:pt>
                <c:pt idx="83">
                  <c:v>0.74172452642125275</c:v>
                </c:pt>
                <c:pt idx="84">
                  <c:v>0.72502948633550401</c:v>
                </c:pt>
                <c:pt idx="85">
                  <c:v>0.70545980617085735</c:v>
                </c:pt>
                <c:pt idx="86">
                  <c:v>0.74172452642125275</c:v>
                </c:pt>
                <c:pt idx="87">
                  <c:v>0.73031006659475117</c:v>
                </c:pt>
                <c:pt idx="88">
                  <c:v>0.73633520756526005</c:v>
                </c:pt>
                <c:pt idx="89">
                  <c:v>0.75820018205964568</c:v>
                </c:pt>
                <c:pt idx="90">
                  <c:v>0.80745235876438604</c:v>
                </c:pt>
                <c:pt idx="91">
                  <c:v>0.79075164893065863</c:v>
                </c:pt>
                <c:pt idx="92">
                  <c:v>0.7668489280555747</c:v>
                </c:pt>
                <c:pt idx="93">
                  <c:v>0.78750763693586801</c:v>
                </c:pt>
                <c:pt idx="94">
                  <c:v>0.76516434563272751</c:v>
                </c:pt>
                <c:pt idx="95">
                  <c:v>0.74037235734233853</c:v>
                </c:pt>
                <c:pt idx="96">
                  <c:v>0.73991276487142854</c:v>
                </c:pt>
                <c:pt idx="97">
                  <c:v>0.76480419869010208</c:v>
                </c:pt>
                <c:pt idx="98">
                  <c:v>0.78285539257517112</c:v>
                </c:pt>
                <c:pt idx="99">
                  <c:v>0.76478774162966701</c:v>
                </c:pt>
                <c:pt idx="100">
                  <c:v>0.75100707648100773</c:v>
                </c:pt>
                <c:pt idx="101">
                  <c:v>0.7687818046324969</c:v>
                </c:pt>
                <c:pt idx="102">
                  <c:v>0.74807230422736604</c:v>
                </c:pt>
                <c:pt idx="103">
                  <c:v>0.75035821746947151</c:v>
                </c:pt>
                <c:pt idx="104">
                  <c:v>0.73297781488807146</c:v>
                </c:pt>
                <c:pt idx="105">
                  <c:v>0.70742761689353828</c:v>
                </c:pt>
                <c:pt idx="106">
                  <c:v>0.72944046146990393</c:v>
                </c:pt>
                <c:pt idx="107">
                  <c:v>0.70454946765433357</c:v>
                </c:pt>
                <c:pt idx="108">
                  <c:v>0.65383764183083803</c:v>
                </c:pt>
                <c:pt idx="109">
                  <c:v>0.63114301374580217</c:v>
                </c:pt>
                <c:pt idx="110">
                  <c:v>0.63114301374580217</c:v>
                </c:pt>
                <c:pt idx="111">
                  <c:v>0.61369684310791517</c:v>
                </c:pt>
                <c:pt idx="112">
                  <c:v>0.63491676312975698</c:v>
                </c:pt>
                <c:pt idx="113">
                  <c:v>0.61458591818107544</c:v>
                </c:pt>
                <c:pt idx="114">
                  <c:v>0.57544552260540727</c:v>
                </c:pt>
                <c:pt idx="115">
                  <c:v>0.60905555004469225</c:v>
                </c:pt>
                <c:pt idx="116">
                  <c:v>0.59208663893880442</c:v>
                </c:pt>
                <c:pt idx="117">
                  <c:v>0.59809945210751836</c:v>
                </c:pt>
                <c:pt idx="118">
                  <c:v>0.62716608193306933</c:v>
                </c:pt>
                <c:pt idx="119">
                  <c:v>0.65452696598777205</c:v>
                </c:pt>
                <c:pt idx="120">
                  <c:v>0.65157246412580749</c:v>
                </c:pt>
                <c:pt idx="121">
                  <c:v>0.67537337584507506</c:v>
                </c:pt>
                <c:pt idx="122">
                  <c:v>0.64540614198338686</c:v>
                </c:pt>
                <c:pt idx="123">
                  <c:v>0.61371644626137789</c:v>
                </c:pt>
                <c:pt idx="124">
                  <c:v>0.57161053072002388</c:v>
                </c:pt>
                <c:pt idx="125">
                  <c:v>0.49281389771726519</c:v>
                </c:pt>
                <c:pt idx="126">
                  <c:v>0.45700453068812052</c:v>
                </c:pt>
                <c:pt idx="127">
                  <c:v>0.4344487152177407</c:v>
                </c:pt>
                <c:pt idx="128">
                  <c:v>0.43496628993259662</c:v>
                </c:pt>
                <c:pt idx="129">
                  <c:v>0.2199872648895852</c:v>
                </c:pt>
                <c:pt idx="130">
                  <c:v>0.31059723114058108</c:v>
                </c:pt>
                <c:pt idx="131">
                  <c:v>0.19429609707083362</c:v>
                </c:pt>
                <c:pt idx="132">
                  <c:v>0.2794842470602576</c:v>
                </c:pt>
                <c:pt idx="133">
                  <c:v>0.28045144255790144</c:v>
                </c:pt>
                <c:pt idx="134">
                  <c:v>0.23838945674236522</c:v>
                </c:pt>
                <c:pt idx="135">
                  <c:v>0.23805160399751818</c:v>
                </c:pt>
                <c:pt idx="136">
                  <c:v>0.23805160399751818</c:v>
                </c:pt>
                <c:pt idx="137">
                  <c:v>0.17139837278320391</c:v>
                </c:pt>
                <c:pt idx="138">
                  <c:v>0.20573773224038241</c:v>
                </c:pt>
                <c:pt idx="139">
                  <c:v>0.18142824317266582</c:v>
                </c:pt>
                <c:pt idx="140">
                  <c:v>0.16781950534512624</c:v>
                </c:pt>
                <c:pt idx="141">
                  <c:v>0.20224886083981533</c:v>
                </c:pt>
                <c:pt idx="142">
                  <c:v>0.2938332535347441</c:v>
                </c:pt>
                <c:pt idx="143">
                  <c:v>0.31777500213957705</c:v>
                </c:pt>
                <c:pt idx="144">
                  <c:v>0.31720208476376438</c:v>
                </c:pt>
                <c:pt idx="145">
                  <c:v>0.28885302300705301</c:v>
                </c:pt>
                <c:pt idx="146">
                  <c:v>0.33766312973364548</c:v>
                </c:pt>
                <c:pt idx="147">
                  <c:v>0.35586088249893616</c:v>
                </c:pt>
                <c:pt idx="148">
                  <c:v>0.32955790309451866</c:v>
                </c:pt>
                <c:pt idx="149">
                  <c:v>0.25277848591280316</c:v>
                </c:pt>
                <c:pt idx="150">
                  <c:v>0.31131333173074666</c:v>
                </c:pt>
                <c:pt idx="151">
                  <c:v>0.28206150012278947</c:v>
                </c:pt>
                <c:pt idx="152">
                  <c:v>0.21485389589079185</c:v>
                </c:pt>
                <c:pt idx="153">
                  <c:v>0.21443883052881366</c:v>
                </c:pt>
                <c:pt idx="154">
                  <c:v>0.17874887754348148</c:v>
                </c:pt>
                <c:pt idx="155">
                  <c:v>0.17806894310932117</c:v>
                </c:pt>
                <c:pt idx="156">
                  <c:v>0.15577799845188453</c:v>
                </c:pt>
                <c:pt idx="157">
                  <c:v>0.17930576521621211</c:v>
                </c:pt>
                <c:pt idx="158">
                  <c:v>0.20959300534444442</c:v>
                </c:pt>
                <c:pt idx="159">
                  <c:v>0.21019143531749254</c:v>
                </c:pt>
                <c:pt idx="160">
                  <c:v>0.26753407065163864</c:v>
                </c:pt>
                <c:pt idx="161">
                  <c:v>0.29181927799860874</c:v>
                </c:pt>
                <c:pt idx="162">
                  <c:v>0.26481047273119829</c:v>
                </c:pt>
                <c:pt idx="163">
                  <c:v>0.23629264624582719</c:v>
                </c:pt>
                <c:pt idx="164">
                  <c:v>0.23523336613531681</c:v>
                </c:pt>
                <c:pt idx="165">
                  <c:v>0.26131289645907729</c:v>
                </c:pt>
                <c:pt idx="166">
                  <c:v>0.23229463907320802</c:v>
                </c:pt>
                <c:pt idx="167">
                  <c:v>0.25991121759857438</c:v>
                </c:pt>
                <c:pt idx="168">
                  <c:v>0.23160663701689185</c:v>
                </c:pt>
                <c:pt idx="169">
                  <c:v>0.20321387799468149</c:v>
                </c:pt>
                <c:pt idx="170">
                  <c:v>0.23288461809893268</c:v>
                </c:pt>
                <c:pt idx="171">
                  <c:v>0.26202204782205368</c:v>
                </c:pt>
                <c:pt idx="172">
                  <c:v>0.26064759544975269</c:v>
                </c:pt>
                <c:pt idx="173">
                  <c:v>0.26096797184396925</c:v>
                </c:pt>
                <c:pt idx="174">
                  <c:v>0.30889383306981971</c:v>
                </c:pt>
                <c:pt idx="175">
                  <c:v>0.30891479778446918</c:v>
                </c:pt>
                <c:pt idx="176">
                  <c:v>0.33114270527414602</c:v>
                </c:pt>
                <c:pt idx="177">
                  <c:v>0.33194076989098714</c:v>
                </c:pt>
                <c:pt idx="178">
                  <c:v>0.33192034731196002</c:v>
                </c:pt>
                <c:pt idx="179">
                  <c:v>0.30807676123988897</c:v>
                </c:pt>
                <c:pt idx="180">
                  <c:v>0.30971242843576313</c:v>
                </c:pt>
                <c:pt idx="181">
                  <c:v>0.33192034731196002</c:v>
                </c:pt>
                <c:pt idx="182">
                  <c:v>0.3526251649505287</c:v>
                </c:pt>
                <c:pt idx="183">
                  <c:v>0.30448503707734181</c:v>
                </c:pt>
                <c:pt idx="184">
                  <c:v>0.32660064596161226</c:v>
                </c:pt>
                <c:pt idx="185">
                  <c:v>0.32660064596161226</c:v>
                </c:pt>
                <c:pt idx="186">
                  <c:v>0.32699157373577631</c:v>
                </c:pt>
                <c:pt idx="187">
                  <c:v>0.29774290507115825</c:v>
                </c:pt>
                <c:pt idx="188">
                  <c:v>0.32013236192256794</c:v>
                </c:pt>
                <c:pt idx="189">
                  <c:v>0.34626375886905675</c:v>
                </c:pt>
                <c:pt idx="190">
                  <c:v>0.34626375886905675</c:v>
                </c:pt>
                <c:pt idx="191">
                  <c:v>0.33989690719769772</c:v>
                </c:pt>
                <c:pt idx="192">
                  <c:v>0.33936239503709198</c:v>
                </c:pt>
                <c:pt idx="193">
                  <c:v>0.28985985896912109</c:v>
                </c:pt>
                <c:pt idx="194">
                  <c:v>0.29129845378289931</c:v>
                </c:pt>
                <c:pt idx="195">
                  <c:v>0.30547746964083727</c:v>
                </c:pt>
                <c:pt idx="196">
                  <c:v>0.33144164337331594</c:v>
                </c:pt>
                <c:pt idx="197">
                  <c:v>0.39292803060156761</c:v>
                </c:pt>
                <c:pt idx="198">
                  <c:v>0.42272700072756136</c:v>
                </c:pt>
                <c:pt idx="199">
                  <c:v>0.39286667249963214</c:v>
                </c:pt>
                <c:pt idx="200">
                  <c:v>0.35414308183782223</c:v>
                </c:pt>
                <c:pt idx="201">
                  <c:v>0.3542712812179995</c:v>
                </c:pt>
                <c:pt idx="202">
                  <c:v>0.38515221599308352</c:v>
                </c:pt>
                <c:pt idx="203">
                  <c:v>0.38537159802743809</c:v>
                </c:pt>
                <c:pt idx="204">
                  <c:v>0.40924051329753336</c:v>
                </c:pt>
                <c:pt idx="205">
                  <c:v>0.4080580571716918</c:v>
                </c:pt>
                <c:pt idx="206">
                  <c:v>0.44444312661220686</c:v>
                </c:pt>
                <c:pt idx="207">
                  <c:v>0.44157633126365065</c:v>
                </c:pt>
                <c:pt idx="208">
                  <c:v>0.40919489925904234</c:v>
                </c:pt>
                <c:pt idx="209">
                  <c:v>0.4699805706154972</c:v>
                </c:pt>
                <c:pt idx="210">
                  <c:v>0.52605134754242744</c:v>
                </c:pt>
                <c:pt idx="211">
                  <c:v>0.52835609079609336</c:v>
                </c:pt>
                <c:pt idx="212">
                  <c:v>0.52605134754242744</c:v>
                </c:pt>
                <c:pt idx="213">
                  <c:v>0.5254602265012428</c:v>
                </c:pt>
                <c:pt idx="214">
                  <c:v>0.49442366816029654</c:v>
                </c:pt>
                <c:pt idx="215">
                  <c:v>0.46098343440077427</c:v>
                </c:pt>
                <c:pt idx="216">
                  <c:v>0.43010921248141931</c:v>
                </c:pt>
                <c:pt idx="217">
                  <c:v>0.45294063034136495</c:v>
                </c:pt>
                <c:pt idx="218">
                  <c:v>0.3870529036276229</c:v>
                </c:pt>
                <c:pt idx="219">
                  <c:v>0.45175307267929959</c:v>
                </c:pt>
                <c:pt idx="220">
                  <c:v>0.48615161590543643</c:v>
                </c:pt>
                <c:pt idx="221">
                  <c:v>0.47072884359674472</c:v>
                </c:pt>
                <c:pt idx="222">
                  <c:v>0.49915608737725392</c:v>
                </c:pt>
                <c:pt idx="223">
                  <c:v>0.47260889923644794</c:v>
                </c:pt>
                <c:pt idx="224">
                  <c:v>0.50167016442185053</c:v>
                </c:pt>
              </c:numCache>
            </c:numRef>
          </c:val>
          <c:smooth val="0"/>
        </c:ser>
        <c:ser>
          <c:idx val="7"/>
          <c:order val="1"/>
          <c:tx>
            <c:strRef>
              <c:f>PoolRefinancible!$J$2</c:f>
              <c:strCache>
                <c:ptCount val="1"/>
                <c:pt idx="0">
                  <c:v>HARP</c:v>
                </c:pt>
              </c:strCache>
            </c:strRef>
          </c:tx>
          <c:spPr>
            <a:ln w="19050">
              <a:solidFill>
                <a:srgbClr val="AD275C"/>
              </a:solidFill>
            </a:ln>
          </c:spPr>
          <c:marker>
            <c:symbol val="none"/>
          </c:marker>
          <c:cat>
            <c:numRef>
              <c:f>PoolRefinancible!$B$3:$B$227</c:f>
              <c:numCache>
                <c:formatCode>m/d/yyyy</c:formatCode>
                <c:ptCount val="225"/>
                <c:pt idx="0">
                  <c:v>40549</c:v>
                </c:pt>
                <c:pt idx="1">
                  <c:v>40556</c:v>
                </c:pt>
                <c:pt idx="2">
                  <c:v>40563</c:v>
                </c:pt>
                <c:pt idx="3">
                  <c:v>40570</c:v>
                </c:pt>
                <c:pt idx="4">
                  <c:v>40577</c:v>
                </c:pt>
                <c:pt idx="5">
                  <c:v>40584</c:v>
                </c:pt>
                <c:pt idx="6">
                  <c:v>40591</c:v>
                </c:pt>
                <c:pt idx="7">
                  <c:v>40598</c:v>
                </c:pt>
                <c:pt idx="8">
                  <c:v>40605</c:v>
                </c:pt>
                <c:pt idx="9">
                  <c:v>40612</c:v>
                </c:pt>
                <c:pt idx="10">
                  <c:v>40619</c:v>
                </c:pt>
                <c:pt idx="11">
                  <c:v>40626</c:v>
                </c:pt>
                <c:pt idx="12">
                  <c:v>40633</c:v>
                </c:pt>
                <c:pt idx="13">
                  <c:v>40640</c:v>
                </c:pt>
                <c:pt idx="14">
                  <c:v>40647</c:v>
                </c:pt>
                <c:pt idx="15">
                  <c:v>40654</c:v>
                </c:pt>
                <c:pt idx="16">
                  <c:v>40661</c:v>
                </c:pt>
                <c:pt idx="17">
                  <c:v>40668</c:v>
                </c:pt>
                <c:pt idx="18">
                  <c:v>40675</c:v>
                </c:pt>
                <c:pt idx="19">
                  <c:v>40682</c:v>
                </c:pt>
                <c:pt idx="20">
                  <c:v>40689</c:v>
                </c:pt>
                <c:pt idx="21">
                  <c:v>40696</c:v>
                </c:pt>
                <c:pt idx="22">
                  <c:v>40703</c:v>
                </c:pt>
                <c:pt idx="23">
                  <c:v>40710</c:v>
                </c:pt>
                <c:pt idx="24">
                  <c:v>40717</c:v>
                </c:pt>
                <c:pt idx="25">
                  <c:v>40724</c:v>
                </c:pt>
                <c:pt idx="26">
                  <c:v>40731</c:v>
                </c:pt>
                <c:pt idx="27">
                  <c:v>40738</c:v>
                </c:pt>
                <c:pt idx="28">
                  <c:v>40745</c:v>
                </c:pt>
                <c:pt idx="29">
                  <c:v>40752</c:v>
                </c:pt>
                <c:pt idx="30">
                  <c:v>40759</c:v>
                </c:pt>
                <c:pt idx="31">
                  <c:v>40766</c:v>
                </c:pt>
                <c:pt idx="32">
                  <c:v>40773</c:v>
                </c:pt>
                <c:pt idx="33">
                  <c:v>40780</c:v>
                </c:pt>
                <c:pt idx="34">
                  <c:v>40787</c:v>
                </c:pt>
                <c:pt idx="35">
                  <c:v>40794</c:v>
                </c:pt>
                <c:pt idx="36">
                  <c:v>40801</c:v>
                </c:pt>
                <c:pt idx="37">
                  <c:v>40808</c:v>
                </c:pt>
                <c:pt idx="38">
                  <c:v>40815</c:v>
                </c:pt>
                <c:pt idx="39">
                  <c:v>40822</c:v>
                </c:pt>
                <c:pt idx="40">
                  <c:v>40829</c:v>
                </c:pt>
                <c:pt idx="41">
                  <c:v>40836</c:v>
                </c:pt>
                <c:pt idx="42">
                  <c:v>40843</c:v>
                </c:pt>
                <c:pt idx="43">
                  <c:v>40850</c:v>
                </c:pt>
                <c:pt idx="44">
                  <c:v>40857</c:v>
                </c:pt>
                <c:pt idx="45">
                  <c:v>40864</c:v>
                </c:pt>
                <c:pt idx="46">
                  <c:v>40870</c:v>
                </c:pt>
                <c:pt idx="47">
                  <c:v>40878</c:v>
                </c:pt>
                <c:pt idx="48">
                  <c:v>40885</c:v>
                </c:pt>
                <c:pt idx="49">
                  <c:v>40892</c:v>
                </c:pt>
                <c:pt idx="50">
                  <c:v>40899</c:v>
                </c:pt>
                <c:pt idx="51">
                  <c:v>40906</c:v>
                </c:pt>
                <c:pt idx="52">
                  <c:v>40913</c:v>
                </c:pt>
                <c:pt idx="53">
                  <c:v>40920</c:v>
                </c:pt>
                <c:pt idx="54">
                  <c:v>40927</c:v>
                </c:pt>
                <c:pt idx="55">
                  <c:v>40934</c:v>
                </c:pt>
                <c:pt idx="56">
                  <c:v>40941</c:v>
                </c:pt>
                <c:pt idx="57">
                  <c:v>40948</c:v>
                </c:pt>
                <c:pt idx="58">
                  <c:v>40955</c:v>
                </c:pt>
                <c:pt idx="59">
                  <c:v>40962</c:v>
                </c:pt>
                <c:pt idx="60">
                  <c:v>40969</c:v>
                </c:pt>
                <c:pt idx="61">
                  <c:v>40976</c:v>
                </c:pt>
                <c:pt idx="62">
                  <c:v>40983</c:v>
                </c:pt>
                <c:pt idx="63">
                  <c:v>40990</c:v>
                </c:pt>
                <c:pt idx="64">
                  <c:v>40997</c:v>
                </c:pt>
                <c:pt idx="65">
                  <c:v>41004</c:v>
                </c:pt>
                <c:pt idx="66">
                  <c:v>41011</c:v>
                </c:pt>
                <c:pt idx="67">
                  <c:v>41018</c:v>
                </c:pt>
                <c:pt idx="68">
                  <c:v>41025</c:v>
                </c:pt>
                <c:pt idx="69">
                  <c:v>41032</c:v>
                </c:pt>
                <c:pt idx="70">
                  <c:v>41039</c:v>
                </c:pt>
                <c:pt idx="71">
                  <c:v>41046</c:v>
                </c:pt>
                <c:pt idx="72">
                  <c:v>41053</c:v>
                </c:pt>
                <c:pt idx="73">
                  <c:v>41060</c:v>
                </c:pt>
                <c:pt idx="74">
                  <c:v>41067</c:v>
                </c:pt>
                <c:pt idx="75">
                  <c:v>41074</c:v>
                </c:pt>
                <c:pt idx="76">
                  <c:v>41081</c:v>
                </c:pt>
                <c:pt idx="77">
                  <c:v>41088</c:v>
                </c:pt>
                <c:pt idx="78">
                  <c:v>41095</c:v>
                </c:pt>
                <c:pt idx="79">
                  <c:v>41102</c:v>
                </c:pt>
                <c:pt idx="80">
                  <c:v>41109</c:v>
                </c:pt>
                <c:pt idx="81">
                  <c:v>41116</c:v>
                </c:pt>
                <c:pt idx="82">
                  <c:v>41123</c:v>
                </c:pt>
                <c:pt idx="83">
                  <c:v>41130</c:v>
                </c:pt>
                <c:pt idx="84">
                  <c:v>41137</c:v>
                </c:pt>
                <c:pt idx="85">
                  <c:v>41144</c:v>
                </c:pt>
                <c:pt idx="86">
                  <c:v>41151</c:v>
                </c:pt>
                <c:pt idx="87">
                  <c:v>41158</c:v>
                </c:pt>
                <c:pt idx="88">
                  <c:v>41165</c:v>
                </c:pt>
                <c:pt idx="89">
                  <c:v>41172</c:v>
                </c:pt>
                <c:pt idx="90">
                  <c:v>41179</c:v>
                </c:pt>
                <c:pt idx="91">
                  <c:v>41186</c:v>
                </c:pt>
                <c:pt idx="92">
                  <c:v>41193</c:v>
                </c:pt>
                <c:pt idx="93">
                  <c:v>41200</c:v>
                </c:pt>
                <c:pt idx="94">
                  <c:v>41207</c:v>
                </c:pt>
                <c:pt idx="95">
                  <c:v>41214</c:v>
                </c:pt>
                <c:pt idx="96">
                  <c:v>41221</c:v>
                </c:pt>
                <c:pt idx="97">
                  <c:v>41228</c:v>
                </c:pt>
                <c:pt idx="98">
                  <c:v>41234</c:v>
                </c:pt>
                <c:pt idx="99">
                  <c:v>41242</c:v>
                </c:pt>
                <c:pt idx="100">
                  <c:v>41249</c:v>
                </c:pt>
                <c:pt idx="101">
                  <c:v>41256</c:v>
                </c:pt>
                <c:pt idx="102">
                  <c:v>41263</c:v>
                </c:pt>
                <c:pt idx="103">
                  <c:v>41270</c:v>
                </c:pt>
                <c:pt idx="104">
                  <c:v>41277</c:v>
                </c:pt>
                <c:pt idx="105">
                  <c:v>41284</c:v>
                </c:pt>
                <c:pt idx="106">
                  <c:v>41291</c:v>
                </c:pt>
                <c:pt idx="107">
                  <c:v>41298</c:v>
                </c:pt>
                <c:pt idx="108">
                  <c:v>41305</c:v>
                </c:pt>
                <c:pt idx="109">
                  <c:v>41312</c:v>
                </c:pt>
                <c:pt idx="110">
                  <c:v>41319</c:v>
                </c:pt>
                <c:pt idx="111">
                  <c:v>41326</c:v>
                </c:pt>
                <c:pt idx="112">
                  <c:v>41333</c:v>
                </c:pt>
                <c:pt idx="113">
                  <c:v>41340</c:v>
                </c:pt>
                <c:pt idx="114">
                  <c:v>41347</c:v>
                </c:pt>
                <c:pt idx="115">
                  <c:v>41354</c:v>
                </c:pt>
                <c:pt idx="116">
                  <c:v>41361</c:v>
                </c:pt>
                <c:pt idx="117">
                  <c:v>41368</c:v>
                </c:pt>
                <c:pt idx="118">
                  <c:v>41375</c:v>
                </c:pt>
                <c:pt idx="119">
                  <c:v>41382</c:v>
                </c:pt>
                <c:pt idx="120">
                  <c:v>41389</c:v>
                </c:pt>
                <c:pt idx="121">
                  <c:v>41396</c:v>
                </c:pt>
                <c:pt idx="122">
                  <c:v>41403</c:v>
                </c:pt>
                <c:pt idx="123">
                  <c:v>41410</c:v>
                </c:pt>
                <c:pt idx="124">
                  <c:v>41417</c:v>
                </c:pt>
                <c:pt idx="125">
                  <c:v>41424</c:v>
                </c:pt>
                <c:pt idx="126">
                  <c:v>41431</c:v>
                </c:pt>
                <c:pt idx="127">
                  <c:v>41438</c:v>
                </c:pt>
                <c:pt idx="128">
                  <c:v>41445</c:v>
                </c:pt>
                <c:pt idx="129">
                  <c:v>41452</c:v>
                </c:pt>
                <c:pt idx="130">
                  <c:v>41458</c:v>
                </c:pt>
                <c:pt idx="131">
                  <c:v>41466</c:v>
                </c:pt>
                <c:pt idx="132">
                  <c:v>41473</c:v>
                </c:pt>
                <c:pt idx="133">
                  <c:v>41480</c:v>
                </c:pt>
                <c:pt idx="134">
                  <c:v>41487</c:v>
                </c:pt>
                <c:pt idx="135">
                  <c:v>41494</c:v>
                </c:pt>
                <c:pt idx="136">
                  <c:v>41501</c:v>
                </c:pt>
                <c:pt idx="137">
                  <c:v>41508</c:v>
                </c:pt>
                <c:pt idx="138">
                  <c:v>41515</c:v>
                </c:pt>
                <c:pt idx="139">
                  <c:v>41522</c:v>
                </c:pt>
                <c:pt idx="140">
                  <c:v>41529</c:v>
                </c:pt>
                <c:pt idx="141">
                  <c:v>41536</c:v>
                </c:pt>
                <c:pt idx="142">
                  <c:v>41543</c:v>
                </c:pt>
                <c:pt idx="143">
                  <c:v>41550</c:v>
                </c:pt>
                <c:pt idx="144">
                  <c:v>41557</c:v>
                </c:pt>
                <c:pt idx="145">
                  <c:v>41564</c:v>
                </c:pt>
                <c:pt idx="146">
                  <c:v>41571</c:v>
                </c:pt>
                <c:pt idx="147">
                  <c:v>41578</c:v>
                </c:pt>
                <c:pt idx="148">
                  <c:v>41585</c:v>
                </c:pt>
                <c:pt idx="149">
                  <c:v>41592</c:v>
                </c:pt>
                <c:pt idx="150">
                  <c:v>41599</c:v>
                </c:pt>
                <c:pt idx="151">
                  <c:v>41605</c:v>
                </c:pt>
                <c:pt idx="152">
                  <c:v>41613</c:v>
                </c:pt>
                <c:pt idx="153">
                  <c:v>41620</c:v>
                </c:pt>
                <c:pt idx="154">
                  <c:v>41627</c:v>
                </c:pt>
                <c:pt idx="155">
                  <c:v>41634</c:v>
                </c:pt>
                <c:pt idx="156">
                  <c:v>41641</c:v>
                </c:pt>
                <c:pt idx="157">
                  <c:v>41648</c:v>
                </c:pt>
                <c:pt idx="158">
                  <c:v>41655</c:v>
                </c:pt>
                <c:pt idx="159">
                  <c:v>41662</c:v>
                </c:pt>
                <c:pt idx="160">
                  <c:v>41669</c:v>
                </c:pt>
                <c:pt idx="161">
                  <c:v>41676</c:v>
                </c:pt>
                <c:pt idx="162">
                  <c:v>41683</c:v>
                </c:pt>
                <c:pt idx="163">
                  <c:v>41690</c:v>
                </c:pt>
                <c:pt idx="164">
                  <c:v>41697</c:v>
                </c:pt>
                <c:pt idx="165">
                  <c:v>41704</c:v>
                </c:pt>
                <c:pt idx="166">
                  <c:v>41711</c:v>
                </c:pt>
                <c:pt idx="167">
                  <c:v>41718</c:v>
                </c:pt>
                <c:pt idx="168">
                  <c:v>41725</c:v>
                </c:pt>
                <c:pt idx="169">
                  <c:v>41732</c:v>
                </c:pt>
                <c:pt idx="170">
                  <c:v>41739</c:v>
                </c:pt>
                <c:pt idx="171">
                  <c:v>41746</c:v>
                </c:pt>
                <c:pt idx="172">
                  <c:v>41753</c:v>
                </c:pt>
                <c:pt idx="173">
                  <c:v>41760</c:v>
                </c:pt>
                <c:pt idx="174">
                  <c:v>41767</c:v>
                </c:pt>
                <c:pt idx="175">
                  <c:v>41774</c:v>
                </c:pt>
                <c:pt idx="176">
                  <c:v>41781</c:v>
                </c:pt>
                <c:pt idx="177">
                  <c:v>41788</c:v>
                </c:pt>
                <c:pt idx="178">
                  <c:v>41795</c:v>
                </c:pt>
                <c:pt idx="179">
                  <c:v>41802</c:v>
                </c:pt>
                <c:pt idx="180">
                  <c:v>41809</c:v>
                </c:pt>
                <c:pt idx="181">
                  <c:v>41816</c:v>
                </c:pt>
                <c:pt idx="182">
                  <c:v>41823</c:v>
                </c:pt>
                <c:pt idx="183">
                  <c:v>41830</c:v>
                </c:pt>
                <c:pt idx="184">
                  <c:v>41837</c:v>
                </c:pt>
                <c:pt idx="185">
                  <c:v>41844</c:v>
                </c:pt>
                <c:pt idx="186">
                  <c:v>41851</c:v>
                </c:pt>
                <c:pt idx="187">
                  <c:v>41858</c:v>
                </c:pt>
                <c:pt idx="188">
                  <c:v>41865</c:v>
                </c:pt>
                <c:pt idx="189">
                  <c:v>41872</c:v>
                </c:pt>
                <c:pt idx="190">
                  <c:v>41879</c:v>
                </c:pt>
                <c:pt idx="191">
                  <c:v>41886</c:v>
                </c:pt>
                <c:pt idx="192">
                  <c:v>41893</c:v>
                </c:pt>
                <c:pt idx="193">
                  <c:v>41900</c:v>
                </c:pt>
                <c:pt idx="194">
                  <c:v>41907</c:v>
                </c:pt>
                <c:pt idx="195">
                  <c:v>41914</c:v>
                </c:pt>
                <c:pt idx="196">
                  <c:v>41921</c:v>
                </c:pt>
                <c:pt idx="197">
                  <c:v>41928</c:v>
                </c:pt>
                <c:pt idx="198">
                  <c:v>41935</c:v>
                </c:pt>
                <c:pt idx="199">
                  <c:v>41942</c:v>
                </c:pt>
                <c:pt idx="200">
                  <c:v>41949</c:v>
                </c:pt>
                <c:pt idx="201">
                  <c:v>41956</c:v>
                </c:pt>
                <c:pt idx="202">
                  <c:v>41963</c:v>
                </c:pt>
                <c:pt idx="203">
                  <c:v>41969</c:v>
                </c:pt>
                <c:pt idx="204">
                  <c:v>41977</c:v>
                </c:pt>
                <c:pt idx="205">
                  <c:v>41984</c:v>
                </c:pt>
                <c:pt idx="206">
                  <c:v>41991</c:v>
                </c:pt>
                <c:pt idx="207">
                  <c:v>41997</c:v>
                </c:pt>
                <c:pt idx="208">
                  <c:v>42004</c:v>
                </c:pt>
                <c:pt idx="209">
                  <c:v>42012</c:v>
                </c:pt>
                <c:pt idx="210">
                  <c:v>42019</c:v>
                </c:pt>
                <c:pt idx="211">
                  <c:v>42026</c:v>
                </c:pt>
                <c:pt idx="212">
                  <c:v>42033</c:v>
                </c:pt>
                <c:pt idx="213">
                  <c:v>42040</c:v>
                </c:pt>
                <c:pt idx="214">
                  <c:v>42047</c:v>
                </c:pt>
                <c:pt idx="215">
                  <c:v>42054</c:v>
                </c:pt>
                <c:pt idx="216">
                  <c:v>42061</c:v>
                </c:pt>
                <c:pt idx="217">
                  <c:v>42068</c:v>
                </c:pt>
                <c:pt idx="218">
                  <c:v>42075</c:v>
                </c:pt>
                <c:pt idx="219">
                  <c:v>42082</c:v>
                </c:pt>
                <c:pt idx="220">
                  <c:v>42089</c:v>
                </c:pt>
                <c:pt idx="221">
                  <c:v>42096</c:v>
                </c:pt>
                <c:pt idx="222">
                  <c:v>42103</c:v>
                </c:pt>
                <c:pt idx="223">
                  <c:v>42110</c:v>
                </c:pt>
                <c:pt idx="224">
                  <c:v>42117</c:v>
                </c:pt>
              </c:numCache>
            </c:numRef>
          </c:cat>
          <c:val>
            <c:numRef>
              <c:f>PoolRefinancible!$J$3:$J$227</c:f>
              <c:numCache>
                <c:formatCode>0%</c:formatCode>
                <c:ptCount val="225"/>
                <c:pt idx="0">
                  <c:v>0.41917445646047702</c:v>
                </c:pt>
                <c:pt idx="1">
                  <c:v>0.43621985629656101</c:v>
                </c:pt>
                <c:pt idx="2">
                  <c:v>0.41944708561696598</c:v>
                </c:pt>
                <c:pt idx="3">
                  <c:v>0.418710148423519</c:v>
                </c:pt>
                <c:pt idx="4">
                  <c:v>0.38887560757790002</c:v>
                </c:pt>
                <c:pt idx="5">
                  <c:v>0.35101070043975402</c:v>
                </c:pt>
                <c:pt idx="6">
                  <c:v>0.36422873018148</c:v>
                </c:pt>
                <c:pt idx="7">
                  <c:v>0.37426156705539698</c:v>
                </c:pt>
                <c:pt idx="8">
                  <c:v>0.378077073966118</c:v>
                </c:pt>
                <c:pt idx="9">
                  <c:v>0.37803494484535199</c:v>
                </c:pt>
                <c:pt idx="10">
                  <c:v>0.407679162563724</c:v>
                </c:pt>
                <c:pt idx="11">
                  <c:v>0.39154691259907098</c:v>
                </c:pt>
                <c:pt idx="12">
                  <c:v>0.37809391960358502</c:v>
                </c:pt>
                <c:pt idx="13">
                  <c:v>0.36996472497765398</c:v>
                </c:pt>
                <c:pt idx="14">
                  <c:v>0.36984016473175102</c:v>
                </c:pt>
                <c:pt idx="15">
                  <c:v>0.38384871096807699</c:v>
                </c:pt>
                <c:pt idx="16">
                  <c:v>0.38433074982262799</c:v>
                </c:pt>
                <c:pt idx="17">
                  <c:v>0.394871405610702</c:v>
                </c:pt>
                <c:pt idx="18">
                  <c:v>0.43079303669576202</c:v>
                </c:pt>
                <c:pt idx="19">
                  <c:v>0.43090192835496699</c:v>
                </c:pt>
                <c:pt idx="20">
                  <c:v>0.431110671725766</c:v>
                </c:pt>
                <c:pt idx="21">
                  <c:v>0.45342303565958197</c:v>
                </c:pt>
                <c:pt idx="22">
                  <c:v>0.47629557608974499</c:v>
                </c:pt>
                <c:pt idx="23">
                  <c:v>0.47626301055025799</c:v>
                </c:pt>
                <c:pt idx="24">
                  <c:v>0.45342303565958197</c:v>
                </c:pt>
                <c:pt idx="25">
                  <c:v>0.47533111966863201</c:v>
                </c:pt>
                <c:pt idx="26">
                  <c:v>0.42115773967800002</c:v>
                </c:pt>
                <c:pt idx="27">
                  <c:v>0.47005900282082203</c:v>
                </c:pt>
                <c:pt idx="28">
                  <c:v>0.44797749734765901</c:v>
                </c:pt>
                <c:pt idx="29">
                  <c:v>0.44409861209358098</c:v>
                </c:pt>
                <c:pt idx="30">
                  <c:v>0.515379400381896</c:v>
                </c:pt>
                <c:pt idx="31">
                  <c:v>0.61745026323361196</c:v>
                </c:pt>
                <c:pt idx="32">
                  <c:v>0.71103111098302996</c:v>
                </c:pt>
                <c:pt idx="33">
                  <c:v>0.66735967344709601</c:v>
                </c:pt>
                <c:pt idx="34">
                  <c:v>0.66070318293374397</c:v>
                </c:pt>
                <c:pt idx="35">
                  <c:v>0.72862294428542695</c:v>
                </c:pt>
                <c:pt idx="36">
                  <c:v>0.73180955418473204</c:v>
                </c:pt>
                <c:pt idx="37">
                  <c:v>0.73180955418473204</c:v>
                </c:pt>
                <c:pt idx="38">
                  <c:v>0.78537510001402</c:v>
                </c:pt>
                <c:pt idx="39">
                  <c:v>0.77200889405912698</c:v>
                </c:pt>
                <c:pt idx="40">
                  <c:v>0.68762581065136796</c:v>
                </c:pt>
                <c:pt idx="41">
                  <c:v>0.70907311332117495</c:v>
                </c:pt>
                <c:pt idx="42">
                  <c:v>0.71096371307505601</c:v>
                </c:pt>
                <c:pt idx="43">
                  <c:v>0.75213064967891696</c:v>
                </c:pt>
                <c:pt idx="44">
                  <c:v>0.75215343752934904</c:v>
                </c:pt>
                <c:pt idx="45">
                  <c:v>0.75213064967891696</c:v>
                </c:pt>
                <c:pt idx="46">
                  <c:v>0.75451882195048703</c:v>
                </c:pt>
                <c:pt idx="47">
                  <c:v>0.73701250506221705</c:v>
                </c:pt>
                <c:pt idx="48">
                  <c:v>0.737034618623016</c:v>
                </c:pt>
                <c:pt idx="49">
                  <c:v>0.74005848510739902</c:v>
                </c:pt>
                <c:pt idx="50">
                  <c:v>0.77262482249298603</c:v>
                </c:pt>
                <c:pt idx="51">
                  <c:v>0.76353022654842795</c:v>
                </c:pt>
                <c:pt idx="52">
                  <c:v>0.75017446397926801</c:v>
                </c:pt>
                <c:pt idx="53">
                  <c:v>0.76194885743932395</c:v>
                </c:pt>
                <c:pt idx="54">
                  <c:v>0.76015152542719999</c:v>
                </c:pt>
                <c:pt idx="55">
                  <c:v>0.72538795894175401</c:v>
                </c:pt>
                <c:pt idx="56">
                  <c:v>0.73976850442679698</c:v>
                </c:pt>
                <c:pt idx="57">
                  <c:v>0.73976850442679698</c:v>
                </c:pt>
                <c:pt idx="58">
                  <c:v>0.73976850442679698</c:v>
                </c:pt>
                <c:pt idx="59">
                  <c:v>0.70482380254349597</c:v>
                </c:pt>
                <c:pt idx="60">
                  <c:v>0.71197045097818001</c:v>
                </c:pt>
                <c:pt idx="61">
                  <c:v>0.72185562668080905</c:v>
                </c:pt>
                <c:pt idx="62">
                  <c:v>0.71184965643423004</c:v>
                </c:pt>
                <c:pt idx="63">
                  <c:v>0.63003810447880604</c:v>
                </c:pt>
                <c:pt idx="64">
                  <c:v>0.68476549375243201</c:v>
                </c:pt>
                <c:pt idx="65">
                  <c:v>0.68702063249841105</c:v>
                </c:pt>
                <c:pt idx="66">
                  <c:v>0.74360097428026795</c:v>
                </c:pt>
                <c:pt idx="67">
                  <c:v>0.71319163212853798</c:v>
                </c:pt>
                <c:pt idx="68">
                  <c:v>0.74360097428026795</c:v>
                </c:pt>
                <c:pt idx="69">
                  <c:v>0.74458940201611601</c:v>
                </c:pt>
                <c:pt idx="70">
                  <c:v>0.74880992852224404</c:v>
                </c:pt>
                <c:pt idx="71">
                  <c:v>0.77533293010841997</c:v>
                </c:pt>
                <c:pt idx="72">
                  <c:v>0.77252849495486897</c:v>
                </c:pt>
                <c:pt idx="73">
                  <c:v>0.77719223327132003</c:v>
                </c:pt>
                <c:pt idx="74">
                  <c:v>0.81161668458948799</c:v>
                </c:pt>
                <c:pt idx="75">
                  <c:v>0.79320998802631504</c:v>
                </c:pt>
                <c:pt idx="76">
                  <c:v>0.81309219550150202</c:v>
                </c:pt>
                <c:pt idx="77">
                  <c:v>0.81309219550150202</c:v>
                </c:pt>
                <c:pt idx="78">
                  <c:v>0.80304589352971401</c:v>
                </c:pt>
                <c:pt idx="79">
                  <c:v>0.83475833318603099</c:v>
                </c:pt>
                <c:pt idx="80">
                  <c:v>0.839279067165004</c:v>
                </c:pt>
                <c:pt idx="81">
                  <c:v>0.85583686182580798</c:v>
                </c:pt>
                <c:pt idx="82">
                  <c:v>0.81672598038940503</c:v>
                </c:pt>
                <c:pt idx="83">
                  <c:v>0.81660096914097402</c:v>
                </c:pt>
                <c:pt idx="84">
                  <c:v>0.80039531716996504</c:v>
                </c:pt>
                <c:pt idx="85">
                  <c:v>0.78286282867668</c:v>
                </c:pt>
                <c:pt idx="86">
                  <c:v>0.81660096914097402</c:v>
                </c:pt>
                <c:pt idx="87">
                  <c:v>0.80003630895948397</c:v>
                </c:pt>
                <c:pt idx="88">
                  <c:v>0.80517464210851997</c:v>
                </c:pt>
                <c:pt idx="89">
                  <c:v>0.82579336591607799</c:v>
                </c:pt>
                <c:pt idx="90">
                  <c:v>0.87352757054468799</c:v>
                </c:pt>
                <c:pt idx="91">
                  <c:v>0.85283995726602502</c:v>
                </c:pt>
                <c:pt idx="92">
                  <c:v>0.82980253162130702</c:v>
                </c:pt>
                <c:pt idx="93">
                  <c:v>0.84996407134381802</c:v>
                </c:pt>
                <c:pt idx="94">
                  <c:v>0.828248760892495</c:v>
                </c:pt>
                <c:pt idx="95">
                  <c:v>0.79915808926981402</c:v>
                </c:pt>
                <c:pt idx="96">
                  <c:v>0.79873425180913604</c:v>
                </c:pt>
                <c:pt idx="97">
                  <c:v>0.82276956639306598</c:v>
                </c:pt>
                <c:pt idx="98">
                  <c:v>0.84066676404946505</c:v>
                </c:pt>
                <c:pt idx="99">
                  <c:v>0.82275551487300902</c:v>
                </c:pt>
                <c:pt idx="100">
                  <c:v>0.80649977939682505</c:v>
                </c:pt>
                <c:pt idx="101">
                  <c:v>0.82418991295466604</c:v>
                </c:pt>
                <c:pt idx="102">
                  <c:v>0.80390223047279097</c:v>
                </c:pt>
                <c:pt idx="103">
                  <c:v>0.80591432289546205</c:v>
                </c:pt>
                <c:pt idx="104">
                  <c:v>0.78440164177592298</c:v>
                </c:pt>
                <c:pt idx="105">
                  <c:v>0.759606662501778</c:v>
                </c:pt>
                <c:pt idx="106">
                  <c:v>0.78142443901466097</c:v>
                </c:pt>
                <c:pt idx="107">
                  <c:v>0.75700205657756403</c:v>
                </c:pt>
                <c:pt idx="108">
                  <c:v>0.70776343414969201</c:v>
                </c:pt>
                <c:pt idx="109">
                  <c:v>0.68149824697650396</c:v>
                </c:pt>
                <c:pt idx="110">
                  <c:v>0.68149824697650396</c:v>
                </c:pt>
                <c:pt idx="111">
                  <c:v>0.66443156184372798</c:v>
                </c:pt>
                <c:pt idx="112">
                  <c:v>0.68474077330080096</c:v>
                </c:pt>
                <c:pt idx="113">
                  <c:v>0.65965341103045605</c:v>
                </c:pt>
                <c:pt idx="114">
                  <c:v>0.622542311024053</c:v>
                </c:pt>
                <c:pt idx="115">
                  <c:v>0.65490269555006198</c:v>
                </c:pt>
                <c:pt idx="116">
                  <c:v>0.63814443106247998</c:v>
                </c:pt>
                <c:pt idx="117">
                  <c:v>0.63701726572087702</c:v>
                </c:pt>
                <c:pt idx="118">
                  <c:v>0.66472248963496305</c:v>
                </c:pt>
                <c:pt idx="119">
                  <c:v>0.691617287637183</c:v>
                </c:pt>
                <c:pt idx="120">
                  <c:v>0.68894417616710202</c:v>
                </c:pt>
                <c:pt idx="121">
                  <c:v>0.70646423511043499</c:v>
                </c:pt>
                <c:pt idx="122">
                  <c:v>0.67710126151444505</c:v>
                </c:pt>
                <c:pt idx="123">
                  <c:v>0.64608424059300296</c:v>
                </c:pt>
                <c:pt idx="124">
                  <c:v>0.60492342195832605</c:v>
                </c:pt>
                <c:pt idx="125">
                  <c:v>0.52986130193183101</c:v>
                </c:pt>
                <c:pt idx="126">
                  <c:v>0.48936320762315699</c:v>
                </c:pt>
                <c:pt idx="127">
                  <c:v>0.46803712037587902</c:v>
                </c:pt>
                <c:pt idx="128">
                  <c:v>0.46841833416873302</c:v>
                </c:pt>
                <c:pt idx="129">
                  <c:v>0.25930726321944902</c:v>
                </c:pt>
                <c:pt idx="130">
                  <c:v>0.34399747197441399</c:v>
                </c:pt>
                <c:pt idx="131">
                  <c:v>0.23052122039717299</c:v>
                </c:pt>
                <c:pt idx="132">
                  <c:v>0.313528938106932</c:v>
                </c:pt>
                <c:pt idx="133">
                  <c:v>0.31410556361706699</c:v>
                </c:pt>
                <c:pt idx="134">
                  <c:v>0.26871710621385497</c:v>
                </c:pt>
                <c:pt idx="135">
                  <c:v>0.26842687745364402</c:v>
                </c:pt>
                <c:pt idx="136">
                  <c:v>0.26842687745364402</c:v>
                </c:pt>
                <c:pt idx="137">
                  <c:v>0.20545197668606799</c:v>
                </c:pt>
                <c:pt idx="138">
                  <c:v>0.23763744646630799</c:v>
                </c:pt>
                <c:pt idx="139">
                  <c:v>0.21149349910069001</c:v>
                </c:pt>
                <c:pt idx="140">
                  <c:v>0.19827486089892299</c:v>
                </c:pt>
                <c:pt idx="141">
                  <c:v>0.230982049953562</c:v>
                </c:pt>
                <c:pt idx="142">
                  <c:v>0.32130927271021897</c:v>
                </c:pt>
                <c:pt idx="143">
                  <c:v>0.34374501426377402</c:v>
                </c:pt>
                <c:pt idx="144">
                  <c:v>0.343362461707855</c:v>
                </c:pt>
                <c:pt idx="145">
                  <c:v>0.31435548538393299</c:v>
                </c:pt>
                <c:pt idx="146">
                  <c:v>0.36279732883580901</c:v>
                </c:pt>
                <c:pt idx="147">
                  <c:v>0.38076704542262901</c:v>
                </c:pt>
                <c:pt idx="148">
                  <c:v>0.35403891055164699</c:v>
                </c:pt>
                <c:pt idx="149">
                  <c:v>0.27765033429796598</c:v>
                </c:pt>
                <c:pt idx="150">
                  <c:v>0.33620447417750299</c:v>
                </c:pt>
                <c:pt idx="151">
                  <c:v>0.30662338263190497</c:v>
                </c:pt>
                <c:pt idx="152">
                  <c:v>0.238872261686181</c:v>
                </c:pt>
                <c:pt idx="153">
                  <c:v>0.23869230352122101</c:v>
                </c:pt>
                <c:pt idx="154">
                  <c:v>0.20595646030872</c:v>
                </c:pt>
                <c:pt idx="155">
                  <c:v>0.20588522084022601</c:v>
                </c:pt>
                <c:pt idx="156">
                  <c:v>0.18270041372936699</c:v>
                </c:pt>
                <c:pt idx="157">
                  <c:v>0.20349751001168101</c:v>
                </c:pt>
                <c:pt idx="158">
                  <c:v>0.23285648019755101</c:v>
                </c:pt>
                <c:pt idx="159">
                  <c:v>0.23330797794566899</c:v>
                </c:pt>
                <c:pt idx="160">
                  <c:v>0.29089795893761</c:v>
                </c:pt>
                <c:pt idx="161">
                  <c:v>0.31424671770039497</c:v>
                </c:pt>
                <c:pt idx="162">
                  <c:v>0.28654188629747801</c:v>
                </c:pt>
                <c:pt idx="163">
                  <c:v>0.25823477101989301</c:v>
                </c:pt>
                <c:pt idx="164">
                  <c:v>0.25744034883327499</c:v>
                </c:pt>
                <c:pt idx="165">
                  <c:v>0.28216102843400898</c:v>
                </c:pt>
                <c:pt idx="166">
                  <c:v>0.25339035668079501</c:v>
                </c:pt>
                <c:pt idx="167">
                  <c:v>0.28102818996708701</c:v>
                </c:pt>
                <c:pt idx="168">
                  <c:v>0.25299751732949799</c:v>
                </c:pt>
                <c:pt idx="169">
                  <c:v>0.222143720081627</c:v>
                </c:pt>
                <c:pt idx="170">
                  <c:v>0.25169457423695202</c:v>
                </c:pt>
                <c:pt idx="171">
                  <c:v>0.28058021231610197</c:v>
                </c:pt>
                <c:pt idx="172">
                  <c:v>0.279448840397376</c:v>
                </c:pt>
                <c:pt idx="173">
                  <c:v>0.27758425345188897</c:v>
                </c:pt>
                <c:pt idx="174">
                  <c:v>0.32550344763156402</c:v>
                </c:pt>
                <c:pt idx="175">
                  <c:v>0.32552411046597202</c:v>
                </c:pt>
                <c:pt idx="176">
                  <c:v>0.347488455871724</c:v>
                </c:pt>
                <c:pt idx="177">
                  <c:v>0.34818390220270101</c:v>
                </c:pt>
                <c:pt idx="178">
                  <c:v>0.346238128399389</c:v>
                </c:pt>
                <c:pt idx="179">
                  <c:v>0.32274759646781798</c:v>
                </c:pt>
                <c:pt idx="180">
                  <c:v>0.324184407069465</c:v>
                </c:pt>
                <c:pt idx="181">
                  <c:v>0.346238128399389</c:v>
                </c:pt>
                <c:pt idx="182">
                  <c:v>0.36578907876503403</c:v>
                </c:pt>
                <c:pt idx="183">
                  <c:v>0.31805600486192798</c:v>
                </c:pt>
                <c:pt idx="184">
                  <c:v>0.34009498441958502</c:v>
                </c:pt>
                <c:pt idx="185">
                  <c:v>0.34009498441958502</c:v>
                </c:pt>
                <c:pt idx="186">
                  <c:v>0.34042369497045799</c:v>
                </c:pt>
                <c:pt idx="187">
                  <c:v>0.31036061365073903</c:v>
                </c:pt>
                <c:pt idx="188">
                  <c:v>0.33263554438079002</c:v>
                </c:pt>
                <c:pt idx="189">
                  <c:v>0.35838762838330102</c:v>
                </c:pt>
                <c:pt idx="190">
                  <c:v>0.35838762838330102</c:v>
                </c:pt>
                <c:pt idx="191">
                  <c:v>0.35124395630609401</c:v>
                </c:pt>
                <c:pt idx="192">
                  <c:v>0.350821387629207</c:v>
                </c:pt>
                <c:pt idx="193">
                  <c:v>0.30185821114737799</c:v>
                </c:pt>
                <c:pt idx="194">
                  <c:v>0.303134887573904</c:v>
                </c:pt>
                <c:pt idx="195">
                  <c:v>0.31668157332951902</c:v>
                </c:pt>
                <c:pt idx="196">
                  <c:v>0.34232551793557098</c:v>
                </c:pt>
                <c:pt idx="197">
                  <c:v>0.40285473187500098</c:v>
                </c:pt>
                <c:pt idx="198">
                  <c:v>0.43224640519919799</c:v>
                </c:pt>
                <c:pt idx="199">
                  <c:v>0.40279530551033699</c:v>
                </c:pt>
                <c:pt idx="200">
                  <c:v>0.363805283856794</c:v>
                </c:pt>
                <c:pt idx="201">
                  <c:v>0.36393083176118401</c:v>
                </c:pt>
                <c:pt idx="202">
                  <c:v>0.39464243161649398</c:v>
                </c:pt>
                <c:pt idx="203">
                  <c:v>0.39478657813594797</c:v>
                </c:pt>
                <c:pt idx="204">
                  <c:v>0.41779394948311799</c:v>
                </c:pt>
                <c:pt idx="205">
                  <c:v>0.41674162737276199</c:v>
                </c:pt>
                <c:pt idx="206">
                  <c:v>0.45273770907866101</c:v>
                </c:pt>
                <c:pt idx="207">
                  <c:v>0.44996183796017403</c:v>
                </c:pt>
                <c:pt idx="208">
                  <c:v>0.41775040408126601</c:v>
                </c:pt>
                <c:pt idx="209">
                  <c:v>0.47713334056444601</c:v>
                </c:pt>
                <c:pt idx="210">
                  <c:v>0.53296054461027997</c:v>
                </c:pt>
                <c:pt idx="211">
                  <c:v>0.53525908703488601</c:v>
                </c:pt>
                <c:pt idx="212">
                  <c:v>0.53296054461027997</c:v>
                </c:pt>
                <c:pt idx="213">
                  <c:v>0.531964205535849</c:v>
                </c:pt>
                <c:pt idx="214">
                  <c:v>0.50112937152177495</c:v>
                </c:pt>
                <c:pt idx="215">
                  <c:v>0.46787253141998503</c:v>
                </c:pt>
                <c:pt idx="216">
                  <c:v>0.43720530063230401</c:v>
                </c:pt>
                <c:pt idx="217">
                  <c:v>0.45959407492170601</c:v>
                </c:pt>
                <c:pt idx="218">
                  <c:v>0.394169404360453</c:v>
                </c:pt>
                <c:pt idx="219">
                  <c:v>0.45850870301610303</c:v>
                </c:pt>
                <c:pt idx="220">
                  <c:v>0.49264013227543102</c:v>
                </c:pt>
                <c:pt idx="221">
                  <c:v>0.47700652645494301</c:v>
                </c:pt>
                <c:pt idx="222">
                  <c:v>0.505305541519944</c:v>
                </c:pt>
                <c:pt idx="223">
                  <c:v>0.47885281621922599</c:v>
                </c:pt>
                <c:pt idx="224">
                  <c:v>0.50775672845638498</c:v>
                </c:pt>
              </c:numCache>
            </c:numRef>
          </c:val>
          <c:smooth val="0"/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211289600"/>
        <c:axId val="211291136"/>
      </c:lineChart>
      <c:dateAx>
        <c:axId val="211289600"/>
        <c:scaling>
          <c:orientation val="minMax"/>
        </c:scaling>
        <c:delete val="0"/>
        <c:axPos val="b"/>
        <c:numFmt formatCode="m/d/yyyy" sourceLinked="1"/>
        <c:majorTickMark val="out"/>
        <c:minorTickMark val="none"/>
        <c:tickLblPos val="nextTo"/>
        <c:crossAx val="211291136"/>
        <c:crosses val="autoZero"/>
        <c:auto val="1"/>
        <c:lblOffset val="100"/>
        <c:baseTimeUnit val="days"/>
        <c:majorUnit val="6"/>
        <c:majorTimeUnit val="months"/>
      </c:dateAx>
      <c:valAx>
        <c:axId val="211291136"/>
        <c:scaling>
          <c:orientation val="minMax"/>
        </c:scaling>
        <c:delete val="0"/>
        <c:axPos val="l"/>
        <c:majorGridlines/>
        <c:numFmt formatCode="0%" sourceLinked="1"/>
        <c:majorTickMark val="out"/>
        <c:minorTickMark val="none"/>
        <c:tickLblPos val="nextTo"/>
        <c:crossAx val="211289600"/>
        <c:crosses val="autoZero"/>
        <c:crossBetween val="between"/>
      </c:valAx>
      <c:spPr>
        <a:ln>
          <a:solidFill>
            <a:schemeClr val="tx1"/>
          </a:solidFill>
        </a:ln>
      </c:spPr>
    </c:plotArea>
    <c:legend>
      <c:legendPos val="b"/>
      <c:layout/>
      <c:overlay val="0"/>
    </c:legend>
    <c:plotVisOnly val="1"/>
    <c:dispBlanksAs val="gap"/>
    <c:showDLblsOverMax val="0"/>
  </c:chart>
  <c:externalData r:id="rId1">
    <c:autoUpdate val="0"/>
  </c:externalData>
</c:chartSpace>
</file>

<file path=ppt/charts/chart1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0"/>
    <c:plotArea>
      <c:layout/>
      <c:lineChart>
        <c:grouping val="standard"/>
        <c:varyColors val="0"/>
        <c:ser>
          <c:idx val="0"/>
          <c:order val="0"/>
          <c:tx>
            <c:strRef>
              <c:f>PoolRefinancible!$C$2</c:f>
              <c:strCache>
                <c:ptCount val="1"/>
                <c:pt idx="0">
                  <c:v>Pool Level</c:v>
                </c:pt>
              </c:strCache>
            </c:strRef>
          </c:tx>
          <c:spPr>
            <a:ln w="19050">
              <a:solidFill>
                <a:schemeClr val="accent1">
                  <a:lumMod val="40000"/>
                  <a:lumOff val="60000"/>
                </a:schemeClr>
              </a:solidFill>
            </a:ln>
          </c:spPr>
          <c:marker>
            <c:symbol val="none"/>
          </c:marker>
          <c:cat>
            <c:numRef>
              <c:f>PoolRefinancible!$B$3:$B$227</c:f>
              <c:numCache>
                <c:formatCode>m/d/yyyy</c:formatCode>
                <c:ptCount val="225"/>
                <c:pt idx="0">
                  <c:v>40549</c:v>
                </c:pt>
                <c:pt idx="1">
                  <c:v>40556</c:v>
                </c:pt>
                <c:pt idx="2">
                  <c:v>40563</c:v>
                </c:pt>
                <c:pt idx="3">
                  <c:v>40570</c:v>
                </c:pt>
                <c:pt idx="4">
                  <c:v>40577</c:v>
                </c:pt>
                <c:pt idx="5">
                  <c:v>40584</c:v>
                </c:pt>
                <c:pt idx="6">
                  <c:v>40591</c:v>
                </c:pt>
                <c:pt idx="7">
                  <c:v>40598</c:v>
                </c:pt>
                <c:pt idx="8">
                  <c:v>40605</c:v>
                </c:pt>
                <c:pt idx="9">
                  <c:v>40612</c:v>
                </c:pt>
                <c:pt idx="10">
                  <c:v>40619</c:v>
                </c:pt>
                <c:pt idx="11">
                  <c:v>40626</c:v>
                </c:pt>
                <c:pt idx="12">
                  <c:v>40633</c:v>
                </c:pt>
                <c:pt idx="13">
                  <c:v>40640</c:v>
                </c:pt>
                <c:pt idx="14">
                  <c:v>40647</c:v>
                </c:pt>
                <c:pt idx="15">
                  <c:v>40654</c:v>
                </c:pt>
                <c:pt idx="16">
                  <c:v>40661</c:v>
                </c:pt>
                <c:pt idx="17">
                  <c:v>40668</c:v>
                </c:pt>
                <c:pt idx="18">
                  <c:v>40675</c:v>
                </c:pt>
                <c:pt idx="19">
                  <c:v>40682</c:v>
                </c:pt>
                <c:pt idx="20">
                  <c:v>40689</c:v>
                </c:pt>
                <c:pt idx="21">
                  <c:v>40696</c:v>
                </c:pt>
                <c:pt idx="22">
                  <c:v>40703</c:v>
                </c:pt>
                <c:pt idx="23">
                  <c:v>40710</c:v>
                </c:pt>
                <c:pt idx="24">
                  <c:v>40717</c:v>
                </c:pt>
                <c:pt idx="25">
                  <c:v>40724</c:v>
                </c:pt>
                <c:pt idx="26">
                  <c:v>40731</c:v>
                </c:pt>
                <c:pt idx="27">
                  <c:v>40738</c:v>
                </c:pt>
                <c:pt idx="28">
                  <c:v>40745</c:v>
                </c:pt>
                <c:pt idx="29">
                  <c:v>40752</c:v>
                </c:pt>
                <c:pt idx="30">
                  <c:v>40759</c:v>
                </c:pt>
                <c:pt idx="31">
                  <c:v>40766</c:v>
                </c:pt>
                <c:pt idx="32">
                  <c:v>40773</c:v>
                </c:pt>
                <c:pt idx="33">
                  <c:v>40780</c:v>
                </c:pt>
                <c:pt idx="34">
                  <c:v>40787</c:v>
                </c:pt>
                <c:pt idx="35">
                  <c:v>40794</c:v>
                </c:pt>
                <c:pt idx="36">
                  <c:v>40801</c:v>
                </c:pt>
                <c:pt idx="37">
                  <c:v>40808</c:v>
                </c:pt>
                <c:pt idx="38">
                  <c:v>40815</c:v>
                </c:pt>
                <c:pt idx="39">
                  <c:v>40822</c:v>
                </c:pt>
                <c:pt idx="40">
                  <c:v>40829</c:v>
                </c:pt>
                <c:pt idx="41">
                  <c:v>40836</c:v>
                </c:pt>
                <c:pt idx="42">
                  <c:v>40843</c:v>
                </c:pt>
                <c:pt idx="43">
                  <c:v>40850</c:v>
                </c:pt>
                <c:pt idx="44">
                  <c:v>40857</c:v>
                </c:pt>
                <c:pt idx="45">
                  <c:v>40864</c:v>
                </c:pt>
                <c:pt idx="46">
                  <c:v>40870</c:v>
                </c:pt>
                <c:pt idx="47">
                  <c:v>40878</c:v>
                </c:pt>
                <c:pt idx="48">
                  <c:v>40885</c:v>
                </c:pt>
                <c:pt idx="49">
                  <c:v>40892</c:v>
                </c:pt>
                <c:pt idx="50">
                  <c:v>40899</c:v>
                </c:pt>
                <c:pt idx="51">
                  <c:v>40906</c:v>
                </c:pt>
                <c:pt idx="52">
                  <c:v>40913</c:v>
                </c:pt>
                <c:pt idx="53">
                  <c:v>40920</c:v>
                </c:pt>
                <c:pt idx="54">
                  <c:v>40927</c:v>
                </c:pt>
                <c:pt idx="55">
                  <c:v>40934</c:v>
                </c:pt>
                <c:pt idx="56">
                  <c:v>40941</c:v>
                </c:pt>
                <c:pt idx="57">
                  <c:v>40948</c:v>
                </c:pt>
                <c:pt idx="58">
                  <c:v>40955</c:v>
                </c:pt>
                <c:pt idx="59">
                  <c:v>40962</c:v>
                </c:pt>
                <c:pt idx="60">
                  <c:v>40969</c:v>
                </c:pt>
                <c:pt idx="61">
                  <c:v>40976</c:v>
                </c:pt>
                <c:pt idx="62">
                  <c:v>40983</c:v>
                </c:pt>
                <c:pt idx="63">
                  <c:v>40990</c:v>
                </c:pt>
                <c:pt idx="64">
                  <c:v>40997</c:v>
                </c:pt>
                <c:pt idx="65">
                  <c:v>41004</c:v>
                </c:pt>
                <c:pt idx="66">
                  <c:v>41011</c:v>
                </c:pt>
                <c:pt idx="67">
                  <c:v>41018</c:v>
                </c:pt>
                <c:pt idx="68">
                  <c:v>41025</c:v>
                </c:pt>
                <c:pt idx="69">
                  <c:v>41032</c:v>
                </c:pt>
                <c:pt idx="70">
                  <c:v>41039</c:v>
                </c:pt>
                <c:pt idx="71">
                  <c:v>41046</c:v>
                </c:pt>
                <c:pt idx="72">
                  <c:v>41053</c:v>
                </c:pt>
                <c:pt idx="73">
                  <c:v>41060</c:v>
                </c:pt>
                <c:pt idx="74">
                  <c:v>41067</c:v>
                </c:pt>
                <c:pt idx="75">
                  <c:v>41074</c:v>
                </c:pt>
                <c:pt idx="76">
                  <c:v>41081</c:v>
                </c:pt>
                <c:pt idx="77">
                  <c:v>41088</c:v>
                </c:pt>
                <c:pt idx="78">
                  <c:v>41095</c:v>
                </c:pt>
                <c:pt idx="79">
                  <c:v>41102</c:v>
                </c:pt>
                <c:pt idx="80">
                  <c:v>41109</c:v>
                </c:pt>
                <c:pt idx="81">
                  <c:v>41116</c:v>
                </c:pt>
                <c:pt idx="82">
                  <c:v>41123</c:v>
                </c:pt>
                <c:pt idx="83">
                  <c:v>41130</c:v>
                </c:pt>
                <c:pt idx="84">
                  <c:v>41137</c:v>
                </c:pt>
                <c:pt idx="85">
                  <c:v>41144</c:v>
                </c:pt>
                <c:pt idx="86">
                  <c:v>41151</c:v>
                </c:pt>
                <c:pt idx="87">
                  <c:v>41158</c:v>
                </c:pt>
                <c:pt idx="88">
                  <c:v>41165</c:v>
                </c:pt>
                <c:pt idx="89">
                  <c:v>41172</c:v>
                </c:pt>
                <c:pt idx="90">
                  <c:v>41179</c:v>
                </c:pt>
                <c:pt idx="91">
                  <c:v>41186</c:v>
                </c:pt>
                <c:pt idx="92">
                  <c:v>41193</c:v>
                </c:pt>
                <c:pt idx="93">
                  <c:v>41200</c:v>
                </c:pt>
                <c:pt idx="94">
                  <c:v>41207</c:v>
                </c:pt>
                <c:pt idx="95">
                  <c:v>41214</c:v>
                </c:pt>
                <c:pt idx="96">
                  <c:v>41221</c:v>
                </c:pt>
                <c:pt idx="97">
                  <c:v>41228</c:v>
                </c:pt>
                <c:pt idx="98">
                  <c:v>41234</c:v>
                </c:pt>
                <c:pt idx="99">
                  <c:v>41242</c:v>
                </c:pt>
                <c:pt idx="100">
                  <c:v>41249</c:v>
                </c:pt>
                <c:pt idx="101">
                  <c:v>41256</c:v>
                </c:pt>
                <c:pt idx="102">
                  <c:v>41263</c:v>
                </c:pt>
                <c:pt idx="103">
                  <c:v>41270</c:v>
                </c:pt>
                <c:pt idx="104">
                  <c:v>41277</c:v>
                </c:pt>
                <c:pt idx="105">
                  <c:v>41284</c:v>
                </c:pt>
                <c:pt idx="106">
                  <c:v>41291</c:v>
                </c:pt>
                <c:pt idx="107">
                  <c:v>41298</c:v>
                </c:pt>
                <c:pt idx="108">
                  <c:v>41305</c:v>
                </c:pt>
                <c:pt idx="109">
                  <c:v>41312</c:v>
                </c:pt>
                <c:pt idx="110">
                  <c:v>41319</c:v>
                </c:pt>
                <c:pt idx="111">
                  <c:v>41326</c:v>
                </c:pt>
                <c:pt idx="112">
                  <c:v>41333</c:v>
                </c:pt>
                <c:pt idx="113">
                  <c:v>41340</c:v>
                </c:pt>
                <c:pt idx="114">
                  <c:v>41347</c:v>
                </c:pt>
                <c:pt idx="115">
                  <c:v>41354</c:v>
                </c:pt>
                <c:pt idx="116">
                  <c:v>41361</c:v>
                </c:pt>
                <c:pt idx="117">
                  <c:v>41368</c:v>
                </c:pt>
                <c:pt idx="118">
                  <c:v>41375</c:v>
                </c:pt>
                <c:pt idx="119">
                  <c:v>41382</c:v>
                </c:pt>
                <c:pt idx="120">
                  <c:v>41389</c:v>
                </c:pt>
                <c:pt idx="121">
                  <c:v>41396</c:v>
                </c:pt>
                <c:pt idx="122">
                  <c:v>41403</c:v>
                </c:pt>
                <c:pt idx="123">
                  <c:v>41410</c:v>
                </c:pt>
                <c:pt idx="124">
                  <c:v>41417</c:v>
                </c:pt>
                <c:pt idx="125">
                  <c:v>41424</c:v>
                </c:pt>
                <c:pt idx="126">
                  <c:v>41431</c:v>
                </c:pt>
                <c:pt idx="127">
                  <c:v>41438</c:v>
                </c:pt>
                <c:pt idx="128">
                  <c:v>41445</c:v>
                </c:pt>
                <c:pt idx="129">
                  <c:v>41452</c:v>
                </c:pt>
                <c:pt idx="130">
                  <c:v>41458</c:v>
                </c:pt>
                <c:pt idx="131">
                  <c:v>41466</c:v>
                </c:pt>
                <c:pt idx="132">
                  <c:v>41473</c:v>
                </c:pt>
                <c:pt idx="133">
                  <c:v>41480</c:v>
                </c:pt>
                <c:pt idx="134">
                  <c:v>41487</c:v>
                </c:pt>
                <c:pt idx="135">
                  <c:v>41494</c:v>
                </c:pt>
                <c:pt idx="136">
                  <c:v>41501</c:v>
                </c:pt>
                <c:pt idx="137">
                  <c:v>41508</c:v>
                </c:pt>
                <c:pt idx="138">
                  <c:v>41515</c:v>
                </c:pt>
                <c:pt idx="139">
                  <c:v>41522</c:v>
                </c:pt>
                <c:pt idx="140">
                  <c:v>41529</c:v>
                </c:pt>
                <c:pt idx="141">
                  <c:v>41536</c:v>
                </c:pt>
                <c:pt idx="142">
                  <c:v>41543</c:v>
                </c:pt>
                <c:pt idx="143">
                  <c:v>41550</c:v>
                </c:pt>
                <c:pt idx="144">
                  <c:v>41557</c:v>
                </c:pt>
                <c:pt idx="145">
                  <c:v>41564</c:v>
                </c:pt>
                <c:pt idx="146">
                  <c:v>41571</c:v>
                </c:pt>
                <c:pt idx="147">
                  <c:v>41578</c:v>
                </c:pt>
                <c:pt idx="148">
                  <c:v>41585</c:v>
                </c:pt>
                <c:pt idx="149">
                  <c:v>41592</c:v>
                </c:pt>
                <c:pt idx="150">
                  <c:v>41599</c:v>
                </c:pt>
                <c:pt idx="151">
                  <c:v>41605</c:v>
                </c:pt>
                <c:pt idx="152">
                  <c:v>41613</c:v>
                </c:pt>
                <c:pt idx="153">
                  <c:v>41620</c:v>
                </c:pt>
                <c:pt idx="154">
                  <c:v>41627</c:v>
                </c:pt>
                <c:pt idx="155">
                  <c:v>41634</c:v>
                </c:pt>
                <c:pt idx="156">
                  <c:v>41641</c:v>
                </c:pt>
                <c:pt idx="157">
                  <c:v>41648</c:v>
                </c:pt>
                <c:pt idx="158">
                  <c:v>41655</c:v>
                </c:pt>
                <c:pt idx="159">
                  <c:v>41662</c:v>
                </c:pt>
                <c:pt idx="160">
                  <c:v>41669</c:v>
                </c:pt>
                <c:pt idx="161">
                  <c:v>41676</c:v>
                </c:pt>
                <c:pt idx="162">
                  <c:v>41683</c:v>
                </c:pt>
                <c:pt idx="163">
                  <c:v>41690</c:v>
                </c:pt>
                <c:pt idx="164">
                  <c:v>41697</c:v>
                </c:pt>
                <c:pt idx="165">
                  <c:v>41704</c:v>
                </c:pt>
                <c:pt idx="166">
                  <c:v>41711</c:v>
                </c:pt>
                <c:pt idx="167">
                  <c:v>41718</c:v>
                </c:pt>
                <c:pt idx="168">
                  <c:v>41725</c:v>
                </c:pt>
                <c:pt idx="169">
                  <c:v>41732</c:v>
                </c:pt>
                <c:pt idx="170">
                  <c:v>41739</c:v>
                </c:pt>
                <c:pt idx="171">
                  <c:v>41746</c:v>
                </c:pt>
                <c:pt idx="172">
                  <c:v>41753</c:v>
                </c:pt>
                <c:pt idx="173">
                  <c:v>41760</c:v>
                </c:pt>
                <c:pt idx="174">
                  <c:v>41767</c:v>
                </c:pt>
                <c:pt idx="175">
                  <c:v>41774</c:v>
                </c:pt>
                <c:pt idx="176">
                  <c:v>41781</c:v>
                </c:pt>
                <c:pt idx="177">
                  <c:v>41788</c:v>
                </c:pt>
                <c:pt idx="178">
                  <c:v>41795</c:v>
                </c:pt>
                <c:pt idx="179">
                  <c:v>41802</c:v>
                </c:pt>
                <c:pt idx="180">
                  <c:v>41809</c:v>
                </c:pt>
                <c:pt idx="181">
                  <c:v>41816</c:v>
                </c:pt>
                <c:pt idx="182">
                  <c:v>41823</c:v>
                </c:pt>
                <c:pt idx="183">
                  <c:v>41830</c:v>
                </c:pt>
                <c:pt idx="184">
                  <c:v>41837</c:v>
                </c:pt>
                <c:pt idx="185">
                  <c:v>41844</c:v>
                </c:pt>
                <c:pt idx="186">
                  <c:v>41851</c:v>
                </c:pt>
                <c:pt idx="187">
                  <c:v>41858</c:v>
                </c:pt>
                <c:pt idx="188">
                  <c:v>41865</c:v>
                </c:pt>
                <c:pt idx="189">
                  <c:v>41872</c:v>
                </c:pt>
                <c:pt idx="190">
                  <c:v>41879</c:v>
                </c:pt>
                <c:pt idx="191">
                  <c:v>41886</c:v>
                </c:pt>
                <c:pt idx="192">
                  <c:v>41893</c:v>
                </c:pt>
                <c:pt idx="193">
                  <c:v>41900</c:v>
                </c:pt>
                <c:pt idx="194">
                  <c:v>41907</c:v>
                </c:pt>
                <c:pt idx="195">
                  <c:v>41914</c:v>
                </c:pt>
                <c:pt idx="196">
                  <c:v>41921</c:v>
                </c:pt>
                <c:pt idx="197">
                  <c:v>41928</c:v>
                </c:pt>
                <c:pt idx="198">
                  <c:v>41935</c:v>
                </c:pt>
                <c:pt idx="199">
                  <c:v>41942</c:v>
                </c:pt>
                <c:pt idx="200">
                  <c:v>41949</c:v>
                </c:pt>
                <c:pt idx="201">
                  <c:v>41956</c:v>
                </c:pt>
                <c:pt idx="202">
                  <c:v>41963</c:v>
                </c:pt>
                <c:pt idx="203">
                  <c:v>41969</c:v>
                </c:pt>
                <c:pt idx="204">
                  <c:v>41977</c:v>
                </c:pt>
                <c:pt idx="205">
                  <c:v>41984</c:v>
                </c:pt>
                <c:pt idx="206">
                  <c:v>41991</c:v>
                </c:pt>
                <c:pt idx="207">
                  <c:v>41997</c:v>
                </c:pt>
                <c:pt idx="208">
                  <c:v>42004</c:v>
                </c:pt>
                <c:pt idx="209">
                  <c:v>42012</c:v>
                </c:pt>
                <c:pt idx="210">
                  <c:v>42019</c:v>
                </c:pt>
                <c:pt idx="211">
                  <c:v>42026</c:v>
                </c:pt>
                <c:pt idx="212">
                  <c:v>42033</c:v>
                </c:pt>
                <c:pt idx="213">
                  <c:v>42040</c:v>
                </c:pt>
                <c:pt idx="214">
                  <c:v>42047</c:v>
                </c:pt>
                <c:pt idx="215">
                  <c:v>42054</c:v>
                </c:pt>
                <c:pt idx="216">
                  <c:v>42061</c:v>
                </c:pt>
                <c:pt idx="217">
                  <c:v>42068</c:v>
                </c:pt>
                <c:pt idx="218">
                  <c:v>42075</c:v>
                </c:pt>
                <c:pt idx="219">
                  <c:v>42082</c:v>
                </c:pt>
                <c:pt idx="220">
                  <c:v>42089</c:v>
                </c:pt>
                <c:pt idx="221">
                  <c:v>42096</c:v>
                </c:pt>
                <c:pt idx="222">
                  <c:v>42103</c:v>
                </c:pt>
                <c:pt idx="223">
                  <c:v>42110</c:v>
                </c:pt>
                <c:pt idx="224">
                  <c:v>42117</c:v>
                </c:pt>
              </c:numCache>
            </c:numRef>
          </c:cat>
          <c:val>
            <c:numRef>
              <c:f>PoolRefinancible!$C$3:$C$227</c:f>
              <c:numCache>
                <c:formatCode>0%</c:formatCode>
                <c:ptCount val="225"/>
                <c:pt idx="0">
                  <c:v>0.62402170072443153</c:v>
                </c:pt>
                <c:pt idx="1">
                  <c:v>0.62817294477626939</c:v>
                </c:pt>
                <c:pt idx="2">
                  <c:v>0.62597730951219899</c:v>
                </c:pt>
                <c:pt idx="3">
                  <c:v>0.62392159162868732</c:v>
                </c:pt>
                <c:pt idx="4">
                  <c:v>0.60653142223595213</c:v>
                </c:pt>
                <c:pt idx="5">
                  <c:v>0.50868797673712363</c:v>
                </c:pt>
                <c:pt idx="6">
                  <c:v>0.52965901814335548</c:v>
                </c:pt>
                <c:pt idx="7">
                  <c:v>0.57709503787578109</c:v>
                </c:pt>
                <c:pt idx="8">
                  <c:v>0.59224775585706535</c:v>
                </c:pt>
                <c:pt idx="9">
                  <c:v>0.59090570789662444</c:v>
                </c:pt>
                <c:pt idx="10">
                  <c:v>0.60261779474869925</c:v>
                </c:pt>
                <c:pt idx="11">
                  <c:v>0.59950595681897523</c:v>
                </c:pt>
                <c:pt idx="12">
                  <c:v>0.593225708201635</c:v>
                </c:pt>
                <c:pt idx="13">
                  <c:v>0.58542144661011908</c:v>
                </c:pt>
                <c:pt idx="14">
                  <c:v>0.58155199492979581</c:v>
                </c:pt>
                <c:pt idx="15">
                  <c:v>0.59356262313394537</c:v>
                </c:pt>
                <c:pt idx="16">
                  <c:v>0.59445921362542997</c:v>
                </c:pt>
                <c:pt idx="17">
                  <c:v>0.59391131067456038</c:v>
                </c:pt>
                <c:pt idx="18">
                  <c:v>0.60662155942020002</c:v>
                </c:pt>
                <c:pt idx="19">
                  <c:v>0.61264076908113763</c:v>
                </c:pt>
                <c:pt idx="20">
                  <c:v>0.61599363608099678</c:v>
                </c:pt>
                <c:pt idx="21">
                  <c:v>0.66311590107349083</c:v>
                </c:pt>
                <c:pt idx="22">
                  <c:v>0.74517189360077984</c:v>
                </c:pt>
                <c:pt idx="23">
                  <c:v>0.72397022872334449</c:v>
                </c:pt>
                <c:pt idx="24">
                  <c:v>0.66311590107349083</c:v>
                </c:pt>
                <c:pt idx="25">
                  <c:v>0.69050447134038251</c:v>
                </c:pt>
                <c:pt idx="26">
                  <c:v>0.60410549631050647</c:v>
                </c:pt>
                <c:pt idx="27">
                  <c:v>0.684475421712615</c:v>
                </c:pt>
                <c:pt idx="28">
                  <c:v>0.66675683999516944</c:v>
                </c:pt>
                <c:pt idx="29">
                  <c:v>0.61660059317974736</c:v>
                </c:pt>
                <c:pt idx="30">
                  <c:v>0.81803711941746404</c:v>
                </c:pt>
                <c:pt idx="31">
                  <c:v>0.83404184296119399</c:v>
                </c:pt>
                <c:pt idx="32">
                  <c:v>0.86117434904403212</c:v>
                </c:pt>
                <c:pt idx="33">
                  <c:v>0.84714025108084823</c:v>
                </c:pt>
                <c:pt idx="34">
                  <c:v>0.84129278814437181</c:v>
                </c:pt>
                <c:pt idx="35">
                  <c:v>0.87859103936280614</c:v>
                </c:pt>
                <c:pt idx="36">
                  <c:v>0.90242289630359074</c:v>
                </c:pt>
                <c:pt idx="37">
                  <c:v>0.90242289630359074</c:v>
                </c:pt>
                <c:pt idx="38">
                  <c:v>0.94644262124543443</c:v>
                </c:pt>
                <c:pt idx="39">
                  <c:v>0.96725200604215567</c:v>
                </c:pt>
                <c:pt idx="40">
                  <c:v>0.84917694017596268</c:v>
                </c:pt>
                <c:pt idx="41">
                  <c:v>0.85635864773186432</c:v>
                </c:pt>
                <c:pt idx="42">
                  <c:v>0.86512672485653175</c:v>
                </c:pt>
                <c:pt idx="43">
                  <c:v>0.93485323798856346</c:v>
                </c:pt>
                <c:pt idx="44">
                  <c:v>0.94404770550683115</c:v>
                </c:pt>
                <c:pt idx="45">
                  <c:v>0.93485323798856346</c:v>
                </c:pt>
                <c:pt idx="46">
                  <c:v>0.94997170807452469</c:v>
                </c:pt>
                <c:pt idx="47">
                  <c:v>0.91542628506626045</c:v>
                </c:pt>
                <c:pt idx="48">
                  <c:v>0.9248746068169833</c:v>
                </c:pt>
                <c:pt idx="49">
                  <c:v>0.93969161247928745</c:v>
                </c:pt>
                <c:pt idx="50">
                  <c:v>0.9601958662364245</c:v>
                </c:pt>
                <c:pt idx="51">
                  <c:v>0.94762260030460288</c:v>
                </c:pt>
                <c:pt idx="52">
                  <c:v>0.94481773750585774</c:v>
                </c:pt>
                <c:pt idx="53">
                  <c:v>0.95320351892281485</c:v>
                </c:pt>
                <c:pt idx="54">
                  <c:v>0.95182771809710431</c:v>
                </c:pt>
                <c:pt idx="55">
                  <c:v>0.91861521434498927</c:v>
                </c:pt>
                <c:pt idx="56">
                  <c:v>0.94107838104995334</c:v>
                </c:pt>
                <c:pt idx="57">
                  <c:v>0.94107838104995334</c:v>
                </c:pt>
                <c:pt idx="58">
                  <c:v>0.94107838104995334</c:v>
                </c:pt>
                <c:pt idx="59">
                  <c:v>0.90921329115869776</c:v>
                </c:pt>
                <c:pt idx="60">
                  <c:v>0.91584710240533518</c:v>
                </c:pt>
                <c:pt idx="61">
                  <c:v>0.91902765125865959</c:v>
                </c:pt>
                <c:pt idx="62">
                  <c:v>0.90514599034862198</c:v>
                </c:pt>
                <c:pt idx="63">
                  <c:v>0.78959380464288376</c:v>
                </c:pt>
                <c:pt idx="64">
                  <c:v>0.87490910290764468</c:v>
                </c:pt>
                <c:pt idx="65">
                  <c:v>0.86928745494692716</c:v>
                </c:pt>
                <c:pt idx="66">
                  <c:v>0.90849340717481886</c:v>
                </c:pt>
                <c:pt idx="67">
                  <c:v>0.9034983903169389</c:v>
                </c:pt>
                <c:pt idx="68">
                  <c:v>0.90849340717481886</c:v>
                </c:pt>
                <c:pt idx="69">
                  <c:v>0.89225108632442729</c:v>
                </c:pt>
                <c:pt idx="70">
                  <c:v>0.89337268606647302</c:v>
                </c:pt>
                <c:pt idx="71">
                  <c:v>0.8948997967143093</c:v>
                </c:pt>
                <c:pt idx="72">
                  <c:v>0.89443957907281746</c:v>
                </c:pt>
                <c:pt idx="73">
                  <c:v>0.89512122084695944</c:v>
                </c:pt>
                <c:pt idx="74">
                  <c:v>0.8920195449585564</c:v>
                </c:pt>
                <c:pt idx="75">
                  <c:v>0.88667449797815956</c:v>
                </c:pt>
                <c:pt idx="76">
                  <c:v>0.89407594990163874</c:v>
                </c:pt>
                <c:pt idx="77">
                  <c:v>0.89407594990163874</c:v>
                </c:pt>
                <c:pt idx="78">
                  <c:v>0.8819114104860859</c:v>
                </c:pt>
                <c:pt idx="79">
                  <c:v>0.94551237246929465</c:v>
                </c:pt>
                <c:pt idx="80">
                  <c:v>0.97186924857158052</c:v>
                </c:pt>
                <c:pt idx="81">
                  <c:v>0.98451993370244106</c:v>
                </c:pt>
                <c:pt idx="82">
                  <c:v>0.9385222539497815</c:v>
                </c:pt>
                <c:pt idx="83">
                  <c:v>0.92408794393225557</c:v>
                </c:pt>
                <c:pt idx="84">
                  <c:v>0.88445471641937157</c:v>
                </c:pt>
                <c:pt idx="85">
                  <c:v>0.85694996797233836</c:v>
                </c:pt>
                <c:pt idx="86">
                  <c:v>0.92408794393225557</c:v>
                </c:pt>
                <c:pt idx="87">
                  <c:v>0.91761037893987563</c:v>
                </c:pt>
                <c:pt idx="88">
                  <c:v>0.94047646256577366</c:v>
                </c:pt>
                <c:pt idx="89">
                  <c:v>0.95891425076544745</c:v>
                </c:pt>
                <c:pt idx="90">
                  <c:v>0.96459917415866681</c:v>
                </c:pt>
                <c:pt idx="91">
                  <c:v>0.95362908529618629</c:v>
                </c:pt>
                <c:pt idx="92">
                  <c:v>0.95159604304738465</c:v>
                </c:pt>
                <c:pt idx="93">
                  <c:v>0.95277295236812309</c:v>
                </c:pt>
                <c:pt idx="94">
                  <c:v>0.95079229345734595</c:v>
                </c:pt>
                <c:pt idx="95">
                  <c:v>0.92571311512973709</c:v>
                </c:pt>
                <c:pt idx="96">
                  <c:v>0.9252942527060104</c:v>
                </c:pt>
                <c:pt idx="97">
                  <c:v>0.92772026190850965</c:v>
                </c:pt>
                <c:pt idx="98">
                  <c:v>0.9299301195282087</c:v>
                </c:pt>
                <c:pt idx="99">
                  <c:v>0.92756020040727527</c:v>
                </c:pt>
                <c:pt idx="100">
                  <c:v>0.9105479087849232</c:v>
                </c:pt>
                <c:pt idx="101">
                  <c:v>0.9126136851792267</c:v>
                </c:pt>
                <c:pt idx="102">
                  <c:v>0.90965157918840345</c:v>
                </c:pt>
                <c:pt idx="103">
                  <c:v>0.91018597538933266</c:v>
                </c:pt>
                <c:pt idx="104">
                  <c:v>0.88829814088555981</c:v>
                </c:pt>
                <c:pt idx="105">
                  <c:v>0.88507237465236011</c:v>
                </c:pt>
                <c:pt idx="106">
                  <c:v>0.88631407683414742</c:v>
                </c:pt>
                <c:pt idx="107">
                  <c:v>0.88379536104531342</c:v>
                </c:pt>
                <c:pt idx="108">
                  <c:v>0.84748759806752005</c:v>
                </c:pt>
                <c:pt idx="109">
                  <c:v>0.79744674672768578</c:v>
                </c:pt>
                <c:pt idx="110">
                  <c:v>0.79744674672768578</c:v>
                </c:pt>
                <c:pt idx="111">
                  <c:v>0.75767121274967097</c:v>
                </c:pt>
                <c:pt idx="112">
                  <c:v>0.81599621049204552</c:v>
                </c:pt>
                <c:pt idx="113">
                  <c:v>0.81254588826988361</c:v>
                </c:pt>
                <c:pt idx="114">
                  <c:v>0.70260073761186825</c:v>
                </c:pt>
                <c:pt idx="115">
                  <c:v>0.76832708554350626</c:v>
                </c:pt>
                <c:pt idx="116">
                  <c:v>0.73085022058809757</c:v>
                </c:pt>
                <c:pt idx="117">
                  <c:v>0.74812714109915845</c:v>
                </c:pt>
                <c:pt idx="118">
                  <c:v>0.81951890925716175</c:v>
                </c:pt>
                <c:pt idx="119">
                  <c:v>0.8263799320049966</c:v>
                </c:pt>
                <c:pt idx="120">
                  <c:v>0.82478602429419701</c:v>
                </c:pt>
                <c:pt idx="121">
                  <c:v>0.81686282095814366</c:v>
                </c:pt>
                <c:pt idx="122">
                  <c:v>0.80807149473903783</c:v>
                </c:pt>
                <c:pt idx="123">
                  <c:v>0.77783403735744605</c:v>
                </c:pt>
                <c:pt idx="124">
                  <c:v>0.69528028144531095</c:v>
                </c:pt>
                <c:pt idx="125">
                  <c:v>0.63267241864898449</c:v>
                </c:pt>
                <c:pt idx="126">
                  <c:v>0.60569175356282723</c:v>
                </c:pt>
                <c:pt idx="127">
                  <c:v>0.57343184072471942</c:v>
                </c:pt>
                <c:pt idx="128">
                  <c:v>0.58795254732817659</c:v>
                </c:pt>
                <c:pt idx="129">
                  <c:v>0.39082116641682313</c:v>
                </c:pt>
                <c:pt idx="130">
                  <c:v>0.4330864642120939</c:v>
                </c:pt>
                <c:pt idx="131">
                  <c:v>0.31856955774356621</c:v>
                </c:pt>
                <c:pt idx="132">
                  <c:v>0.42624975952077765</c:v>
                </c:pt>
                <c:pt idx="133">
                  <c:v>0.42922629610906576</c:v>
                </c:pt>
                <c:pt idx="134">
                  <c:v>0.40917398895537016</c:v>
                </c:pt>
                <c:pt idx="135">
                  <c:v>0.40797811985401045</c:v>
                </c:pt>
                <c:pt idx="136">
                  <c:v>0.40797811985401045</c:v>
                </c:pt>
                <c:pt idx="137">
                  <c:v>0.28211495793674252</c:v>
                </c:pt>
                <c:pt idx="138">
                  <c:v>0.32707732602530493</c:v>
                </c:pt>
                <c:pt idx="139">
                  <c:v>0.2818649256036454</c:v>
                </c:pt>
                <c:pt idx="140">
                  <c:v>0.27463010199382165</c:v>
                </c:pt>
                <c:pt idx="141">
                  <c:v>0.33277831045649614</c:v>
                </c:pt>
                <c:pt idx="142">
                  <c:v>0.40445747526612724</c:v>
                </c:pt>
                <c:pt idx="143">
                  <c:v>0.41528178559290679</c:v>
                </c:pt>
                <c:pt idx="144">
                  <c:v>0.41314719259777027</c:v>
                </c:pt>
                <c:pt idx="145">
                  <c:v>0.40232481590336117</c:v>
                </c:pt>
                <c:pt idx="146">
                  <c:v>0.43156912924668556</c:v>
                </c:pt>
                <c:pt idx="147">
                  <c:v>0.4605405147219428</c:v>
                </c:pt>
                <c:pt idx="148">
                  <c:v>0.42159370418067171</c:v>
                </c:pt>
                <c:pt idx="149">
                  <c:v>0.38756459325455095</c:v>
                </c:pt>
                <c:pt idx="150">
                  <c:v>0.41410653536495057</c:v>
                </c:pt>
                <c:pt idx="151">
                  <c:v>0.3969981593322805</c:v>
                </c:pt>
                <c:pt idx="152">
                  <c:v>0.37338021104571051</c:v>
                </c:pt>
                <c:pt idx="153">
                  <c:v>0.3707206267478419</c:v>
                </c:pt>
                <c:pt idx="154">
                  <c:v>0.33974567777608206</c:v>
                </c:pt>
                <c:pt idx="155">
                  <c:v>0.33029809597210952</c:v>
                </c:pt>
                <c:pt idx="156">
                  <c:v>0.26212623729092371</c:v>
                </c:pt>
                <c:pt idx="157">
                  <c:v>0.2902260049252946</c:v>
                </c:pt>
                <c:pt idx="158">
                  <c:v>0.36774882579493112</c:v>
                </c:pt>
                <c:pt idx="159">
                  <c:v>0.37084428304329614</c:v>
                </c:pt>
                <c:pt idx="160">
                  <c:v>0.38160196936392621</c:v>
                </c:pt>
                <c:pt idx="161">
                  <c:v>0.40068103493110224</c:v>
                </c:pt>
                <c:pt idx="162">
                  <c:v>0.38532630107916044</c:v>
                </c:pt>
                <c:pt idx="163">
                  <c:v>0.3755719775185945</c:v>
                </c:pt>
                <c:pt idx="164">
                  <c:v>0.36967404481869215</c:v>
                </c:pt>
                <c:pt idx="165">
                  <c:v>0.38316963725836589</c:v>
                </c:pt>
                <c:pt idx="166">
                  <c:v>0.36933430427665681</c:v>
                </c:pt>
                <c:pt idx="167">
                  <c:v>0.38030249532079374</c:v>
                </c:pt>
                <c:pt idx="168">
                  <c:v>0.36565400061256043</c:v>
                </c:pt>
                <c:pt idx="169">
                  <c:v>0.35521926568999218</c:v>
                </c:pt>
                <c:pt idx="170">
                  <c:v>0.36683376695248865</c:v>
                </c:pt>
                <c:pt idx="171">
                  <c:v>0.38166972699665563</c:v>
                </c:pt>
                <c:pt idx="172">
                  <c:v>0.37393962817107157</c:v>
                </c:pt>
                <c:pt idx="173">
                  <c:v>0.37360583835556432</c:v>
                </c:pt>
                <c:pt idx="174">
                  <c:v>0.40975674753773905</c:v>
                </c:pt>
                <c:pt idx="175">
                  <c:v>0.4132153406951769</c:v>
                </c:pt>
                <c:pt idx="176">
                  <c:v>0.44799454346559853</c:v>
                </c:pt>
                <c:pt idx="177">
                  <c:v>0.46362020494951672</c:v>
                </c:pt>
                <c:pt idx="178">
                  <c:v>0.46847875373528863</c:v>
                </c:pt>
                <c:pt idx="179">
                  <c:v>0.41096738430920449</c:v>
                </c:pt>
                <c:pt idx="180">
                  <c:v>0.42635938692148717</c:v>
                </c:pt>
                <c:pt idx="181">
                  <c:v>0.46847875373528863</c:v>
                </c:pt>
                <c:pt idx="182">
                  <c:v>0.48178321750260522</c:v>
                </c:pt>
                <c:pt idx="183">
                  <c:v>0.42147742037560049</c:v>
                </c:pt>
                <c:pt idx="184">
                  <c:v>0.45155296827836544</c:v>
                </c:pt>
                <c:pt idx="185">
                  <c:v>0.45155296827836544</c:v>
                </c:pt>
                <c:pt idx="186">
                  <c:v>0.45923072088835232</c:v>
                </c:pt>
                <c:pt idx="187">
                  <c:v>0.42413376349642812</c:v>
                </c:pt>
                <c:pt idx="188">
                  <c:v>0.45575254137027688</c:v>
                </c:pt>
                <c:pt idx="189">
                  <c:v>0.49084413664233395</c:v>
                </c:pt>
                <c:pt idx="190">
                  <c:v>0.49084413664233395</c:v>
                </c:pt>
                <c:pt idx="191">
                  <c:v>0.4873264191007175</c:v>
                </c:pt>
                <c:pt idx="192">
                  <c:v>0.4741591952243816</c:v>
                </c:pt>
                <c:pt idx="193">
                  <c:v>0.3981672862675662</c:v>
                </c:pt>
                <c:pt idx="194">
                  <c:v>0.41373230170663788</c:v>
                </c:pt>
                <c:pt idx="195">
                  <c:v>0.43232059685066798</c:v>
                </c:pt>
                <c:pt idx="196">
                  <c:v>0.47165449273347226</c:v>
                </c:pt>
                <c:pt idx="197">
                  <c:v>0.57517284737260799</c:v>
                </c:pt>
                <c:pt idx="198">
                  <c:v>0.58745733896979668</c:v>
                </c:pt>
                <c:pt idx="199">
                  <c:v>0.57181297396619646</c:v>
                </c:pt>
                <c:pt idx="200">
                  <c:v>0.54857982917990311</c:v>
                </c:pt>
                <c:pt idx="201">
                  <c:v>0.55497671209744126</c:v>
                </c:pt>
                <c:pt idx="202">
                  <c:v>0.56606721089043732</c:v>
                </c:pt>
                <c:pt idx="203">
                  <c:v>0.57290983086857539</c:v>
                </c:pt>
                <c:pt idx="204">
                  <c:v>0.59279776197128353</c:v>
                </c:pt>
                <c:pt idx="205">
                  <c:v>0.5786710507683992</c:v>
                </c:pt>
                <c:pt idx="206">
                  <c:v>0.6155496963810797</c:v>
                </c:pt>
                <c:pt idx="207">
                  <c:v>0.60574636223541978</c:v>
                </c:pt>
                <c:pt idx="208">
                  <c:v>0.59072795930158906</c:v>
                </c:pt>
                <c:pt idx="209">
                  <c:v>0.63580141506138355</c:v>
                </c:pt>
                <c:pt idx="210">
                  <c:v>0.66264885680249008</c:v>
                </c:pt>
                <c:pt idx="211">
                  <c:v>0.66474126748702123</c:v>
                </c:pt>
                <c:pt idx="212">
                  <c:v>0.66264885680249008</c:v>
                </c:pt>
                <c:pt idx="213">
                  <c:v>0.68438167594716182</c:v>
                </c:pt>
                <c:pt idx="214">
                  <c:v>0.64890841265420796</c:v>
                </c:pt>
                <c:pt idx="215">
                  <c:v>0.62651628119673453</c:v>
                </c:pt>
                <c:pt idx="216">
                  <c:v>0.61098575112407738</c:v>
                </c:pt>
                <c:pt idx="217">
                  <c:v>0.61966926616186646</c:v>
                </c:pt>
                <c:pt idx="218">
                  <c:v>0.57559445438514367</c:v>
                </c:pt>
                <c:pt idx="219">
                  <c:v>0.60937196228640689</c:v>
                </c:pt>
                <c:pt idx="220">
                  <c:v>0.64195316325793905</c:v>
                </c:pt>
                <c:pt idx="221">
                  <c:v>0.62778439660000751</c:v>
                </c:pt>
                <c:pt idx="222">
                  <c:v>0.64459292642165245</c:v>
                </c:pt>
                <c:pt idx="223">
                  <c:v>0.63055503904182508</c:v>
                </c:pt>
                <c:pt idx="224">
                  <c:v>0.64951370522505292</c:v>
                </c:pt>
              </c:numCache>
            </c:numRef>
          </c:val>
          <c:smooth val="0"/>
        </c:ser>
        <c:ser>
          <c:idx val="7"/>
          <c:order val="2"/>
          <c:tx>
            <c:strRef>
              <c:f>PoolRefinancible!$J$2</c:f>
              <c:strCache>
                <c:ptCount val="1"/>
                <c:pt idx="0">
                  <c:v>HARP</c:v>
                </c:pt>
              </c:strCache>
            </c:strRef>
          </c:tx>
          <c:spPr>
            <a:ln w="19050">
              <a:solidFill>
                <a:srgbClr val="2E398A"/>
              </a:solidFill>
            </a:ln>
          </c:spPr>
          <c:marker>
            <c:symbol val="none"/>
          </c:marker>
          <c:cat>
            <c:numRef>
              <c:f>PoolRefinancible!$B$3:$B$227</c:f>
              <c:numCache>
                <c:formatCode>m/d/yyyy</c:formatCode>
                <c:ptCount val="225"/>
                <c:pt idx="0">
                  <c:v>40549</c:v>
                </c:pt>
                <c:pt idx="1">
                  <c:v>40556</c:v>
                </c:pt>
                <c:pt idx="2">
                  <c:v>40563</c:v>
                </c:pt>
                <c:pt idx="3">
                  <c:v>40570</c:v>
                </c:pt>
                <c:pt idx="4">
                  <c:v>40577</c:v>
                </c:pt>
                <c:pt idx="5">
                  <c:v>40584</c:v>
                </c:pt>
                <c:pt idx="6">
                  <c:v>40591</c:v>
                </c:pt>
                <c:pt idx="7">
                  <c:v>40598</c:v>
                </c:pt>
                <c:pt idx="8">
                  <c:v>40605</c:v>
                </c:pt>
                <c:pt idx="9">
                  <c:v>40612</c:v>
                </c:pt>
                <c:pt idx="10">
                  <c:v>40619</c:v>
                </c:pt>
                <c:pt idx="11">
                  <c:v>40626</c:v>
                </c:pt>
                <c:pt idx="12">
                  <c:v>40633</c:v>
                </c:pt>
                <c:pt idx="13">
                  <c:v>40640</c:v>
                </c:pt>
                <c:pt idx="14">
                  <c:v>40647</c:v>
                </c:pt>
                <c:pt idx="15">
                  <c:v>40654</c:v>
                </c:pt>
                <c:pt idx="16">
                  <c:v>40661</c:v>
                </c:pt>
                <c:pt idx="17">
                  <c:v>40668</c:v>
                </c:pt>
                <c:pt idx="18">
                  <c:v>40675</c:v>
                </c:pt>
                <c:pt idx="19">
                  <c:v>40682</c:v>
                </c:pt>
                <c:pt idx="20">
                  <c:v>40689</c:v>
                </c:pt>
                <c:pt idx="21">
                  <c:v>40696</c:v>
                </c:pt>
                <c:pt idx="22">
                  <c:v>40703</c:v>
                </c:pt>
                <c:pt idx="23">
                  <c:v>40710</c:v>
                </c:pt>
                <c:pt idx="24">
                  <c:v>40717</c:v>
                </c:pt>
                <c:pt idx="25">
                  <c:v>40724</c:v>
                </c:pt>
                <c:pt idx="26">
                  <c:v>40731</c:v>
                </c:pt>
                <c:pt idx="27">
                  <c:v>40738</c:v>
                </c:pt>
                <c:pt idx="28">
                  <c:v>40745</c:v>
                </c:pt>
                <c:pt idx="29">
                  <c:v>40752</c:v>
                </c:pt>
                <c:pt idx="30">
                  <c:v>40759</c:v>
                </c:pt>
                <c:pt idx="31">
                  <c:v>40766</c:v>
                </c:pt>
                <c:pt idx="32">
                  <c:v>40773</c:v>
                </c:pt>
                <c:pt idx="33">
                  <c:v>40780</c:v>
                </c:pt>
                <c:pt idx="34">
                  <c:v>40787</c:v>
                </c:pt>
                <c:pt idx="35">
                  <c:v>40794</c:v>
                </c:pt>
                <c:pt idx="36">
                  <c:v>40801</c:v>
                </c:pt>
                <c:pt idx="37">
                  <c:v>40808</c:v>
                </c:pt>
                <c:pt idx="38">
                  <c:v>40815</c:v>
                </c:pt>
                <c:pt idx="39">
                  <c:v>40822</c:v>
                </c:pt>
                <c:pt idx="40">
                  <c:v>40829</c:v>
                </c:pt>
                <c:pt idx="41">
                  <c:v>40836</c:v>
                </c:pt>
                <c:pt idx="42">
                  <c:v>40843</c:v>
                </c:pt>
                <c:pt idx="43">
                  <c:v>40850</c:v>
                </c:pt>
                <c:pt idx="44">
                  <c:v>40857</c:v>
                </c:pt>
                <c:pt idx="45">
                  <c:v>40864</c:v>
                </c:pt>
                <c:pt idx="46">
                  <c:v>40870</c:v>
                </c:pt>
                <c:pt idx="47">
                  <c:v>40878</c:v>
                </c:pt>
                <c:pt idx="48">
                  <c:v>40885</c:v>
                </c:pt>
                <c:pt idx="49">
                  <c:v>40892</c:v>
                </c:pt>
                <c:pt idx="50">
                  <c:v>40899</c:v>
                </c:pt>
                <c:pt idx="51">
                  <c:v>40906</c:v>
                </c:pt>
                <c:pt idx="52">
                  <c:v>40913</c:v>
                </c:pt>
                <c:pt idx="53">
                  <c:v>40920</c:v>
                </c:pt>
                <c:pt idx="54">
                  <c:v>40927</c:v>
                </c:pt>
                <c:pt idx="55">
                  <c:v>40934</c:v>
                </c:pt>
                <c:pt idx="56">
                  <c:v>40941</c:v>
                </c:pt>
                <c:pt idx="57">
                  <c:v>40948</c:v>
                </c:pt>
                <c:pt idx="58">
                  <c:v>40955</c:v>
                </c:pt>
                <c:pt idx="59">
                  <c:v>40962</c:v>
                </c:pt>
                <c:pt idx="60">
                  <c:v>40969</c:v>
                </c:pt>
                <c:pt idx="61">
                  <c:v>40976</c:v>
                </c:pt>
                <c:pt idx="62">
                  <c:v>40983</c:v>
                </c:pt>
                <c:pt idx="63">
                  <c:v>40990</c:v>
                </c:pt>
                <c:pt idx="64">
                  <c:v>40997</c:v>
                </c:pt>
                <c:pt idx="65">
                  <c:v>41004</c:v>
                </c:pt>
                <c:pt idx="66">
                  <c:v>41011</c:v>
                </c:pt>
                <c:pt idx="67">
                  <c:v>41018</c:v>
                </c:pt>
                <c:pt idx="68">
                  <c:v>41025</c:v>
                </c:pt>
                <c:pt idx="69">
                  <c:v>41032</c:v>
                </c:pt>
                <c:pt idx="70">
                  <c:v>41039</c:v>
                </c:pt>
                <c:pt idx="71">
                  <c:v>41046</c:v>
                </c:pt>
                <c:pt idx="72">
                  <c:v>41053</c:v>
                </c:pt>
                <c:pt idx="73">
                  <c:v>41060</c:v>
                </c:pt>
                <c:pt idx="74">
                  <c:v>41067</c:v>
                </c:pt>
                <c:pt idx="75">
                  <c:v>41074</c:v>
                </c:pt>
                <c:pt idx="76">
                  <c:v>41081</c:v>
                </c:pt>
                <c:pt idx="77">
                  <c:v>41088</c:v>
                </c:pt>
                <c:pt idx="78">
                  <c:v>41095</c:v>
                </c:pt>
                <c:pt idx="79">
                  <c:v>41102</c:v>
                </c:pt>
                <c:pt idx="80">
                  <c:v>41109</c:v>
                </c:pt>
                <c:pt idx="81">
                  <c:v>41116</c:v>
                </c:pt>
                <c:pt idx="82">
                  <c:v>41123</c:v>
                </c:pt>
                <c:pt idx="83">
                  <c:v>41130</c:v>
                </c:pt>
                <c:pt idx="84">
                  <c:v>41137</c:v>
                </c:pt>
                <c:pt idx="85">
                  <c:v>41144</c:v>
                </c:pt>
                <c:pt idx="86">
                  <c:v>41151</c:v>
                </c:pt>
                <c:pt idx="87">
                  <c:v>41158</c:v>
                </c:pt>
                <c:pt idx="88">
                  <c:v>41165</c:v>
                </c:pt>
                <c:pt idx="89">
                  <c:v>41172</c:v>
                </c:pt>
                <c:pt idx="90">
                  <c:v>41179</c:v>
                </c:pt>
                <c:pt idx="91">
                  <c:v>41186</c:v>
                </c:pt>
                <c:pt idx="92">
                  <c:v>41193</c:v>
                </c:pt>
                <c:pt idx="93">
                  <c:v>41200</c:v>
                </c:pt>
                <c:pt idx="94">
                  <c:v>41207</c:v>
                </c:pt>
                <c:pt idx="95">
                  <c:v>41214</c:v>
                </c:pt>
                <c:pt idx="96">
                  <c:v>41221</c:v>
                </c:pt>
                <c:pt idx="97">
                  <c:v>41228</c:v>
                </c:pt>
                <c:pt idx="98">
                  <c:v>41234</c:v>
                </c:pt>
                <c:pt idx="99">
                  <c:v>41242</c:v>
                </c:pt>
                <c:pt idx="100">
                  <c:v>41249</c:v>
                </c:pt>
                <c:pt idx="101">
                  <c:v>41256</c:v>
                </c:pt>
                <c:pt idx="102">
                  <c:v>41263</c:v>
                </c:pt>
                <c:pt idx="103">
                  <c:v>41270</c:v>
                </c:pt>
                <c:pt idx="104">
                  <c:v>41277</c:v>
                </c:pt>
                <c:pt idx="105">
                  <c:v>41284</c:v>
                </c:pt>
                <c:pt idx="106">
                  <c:v>41291</c:v>
                </c:pt>
                <c:pt idx="107">
                  <c:v>41298</c:v>
                </c:pt>
                <c:pt idx="108">
                  <c:v>41305</c:v>
                </c:pt>
                <c:pt idx="109">
                  <c:v>41312</c:v>
                </c:pt>
                <c:pt idx="110">
                  <c:v>41319</c:v>
                </c:pt>
                <c:pt idx="111">
                  <c:v>41326</c:v>
                </c:pt>
                <c:pt idx="112">
                  <c:v>41333</c:v>
                </c:pt>
                <c:pt idx="113">
                  <c:v>41340</c:v>
                </c:pt>
                <c:pt idx="114">
                  <c:v>41347</c:v>
                </c:pt>
                <c:pt idx="115">
                  <c:v>41354</c:v>
                </c:pt>
                <c:pt idx="116">
                  <c:v>41361</c:v>
                </c:pt>
                <c:pt idx="117">
                  <c:v>41368</c:v>
                </c:pt>
                <c:pt idx="118">
                  <c:v>41375</c:v>
                </c:pt>
                <c:pt idx="119">
                  <c:v>41382</c:v>
                </c:pt>
                <c:pt idx="120">
                  <c:v>41389</c:v>
                </c:pt>
                <c:pt idx="121">
                  <c:v>41396</c:v>
                </c:pt>
                <c:pt idx="122">
                  <c:v>41403</c:v>
                </c:pt>
                <c:pt idx="123">
                  <c:v>41410</c:v>
                </c:pt>
                <c:pt idx="124">
                  <c:v>41417</c:v>
                </c:pt>
                <c:pt idx="125">
                  <c:v>41424</c:v>
                </c:pt>
                <c:pt idx="126">
                  <c:v>41431</c:v>
                </c:pt>
                <c:pt idx="127">
                  <c:v>41438</c:v>
                </c:pt>
                <c:pt idx="128">
                  <c:v>41445</c:v>
                </c:pt>
                <c:pt idx="129">
                  <c:v>41452</c:v>
                </c:pt>
                <c:pt idx="130">
                  <c:v>41458</c:v>
                </c:pt>
                <c:pt idx="131">
                  <c:v>41466</c:v>
                </c:pt>
                <c:pt idx="132">
                  <c:v>41473</c:v>
                </c:pt>
                <c:pt idx="133">
                  <c:v>41480</c:v>
                </c:pt>
                <c:pt idx="134">
                  <c:v>41487</c:v>
                </c:pt>
                <c:pt idx="135">
                  <c:v>41494</c:v>
                </c:pt>
                <c:pt idx="136">
                  <c:v>41501</c:v>
                </c:pt>
                <c:pt idx="137">
                  <c:v>41508</c:v>
                </c:pt>
                <c:pt idx="138">
                  <c:v>41515</c:v>
                </c:pt>
                <c:pt idx="139">
                  <c:v>41522</c:v>
                </c:pt>
                <c:pt idx="140">
                  <c:v>41529</c:v>
                </c:pt>
                <c:pt idx="141">
                  <c:v>41536</c:v>
                </c:pt>
                <c:pt idx="142">
                  <c:v>41543</c:v>
                </c:pt>
                <c:pt idx="143">
                  <c:v>41550</c:v>
                </c:pt>
                <c:pt idx="144">
                  <c:v>41557</c:v>
                </c:pt>
                <c:pt idx="145">
                  <c:v>41564</c:v>
                </c:pt>
                <c:pt idx="146">
                  <c:v>41571</c:v>
                </c:pt>
                <c:pt idx="147">
                  <c:v>41578</c:v>
                </c:pt>
                <c:pt idx="148">
                  <c:v>41585</c:v>
                </c:pt>
                <c:pt idx="149">
                  <c:v>41592</c:v>
                </c:pt>
                <c:pt idx="150">
                  <c:v>41599</c:v>
                </c:pt>
                <c:pt idx="151">
                  <c:v>41605</c:v>
                </c:pt>
                <c:pt idx="152">
                  <c:v>41613</c:v>
                </c:pt>
                <c:pt idx="153">
                  <c:v>41620</c:v>
                </c:pt>
                <c:pt idx="154">
                  <c:v>41627</c:v>
                </c:pt>
                <c:pt idx="155">
                  <c:v>41634</c:v>
                </c:pt>
                <c:pt idx="156">
                  <c:v>41641</c:v>
                </c:pt>
                <c:pt idx="157">
                  <c:v>41648</c:v>
                </c:pt>
                <c:pt idx="158">
                  <c:v>41655</c:v>
                </c:pt>
                <c:pt idx="159">
                  <c:v>41662</c:v>
                </c:pt>
                <c:pt idx="160">
                  <c:v>41669</c:v>
                </c:pt>
                <c:pt idx="161">
                  <c:v>41676</c:v>
                </c:pt>
                <c:pt idx="162">
                  <c:v>41683</c:v>
                </c:pt>
                <c:pt idx="163">
                  <c:v>41690</c:v>
                </c:pt>
                <c:pt idx="164">
                  <c:v>41697</c:v>
                </c:pt>
                <c:pt idx="165">
                  <c:v>41704</c:v>
                </c:pt>
                <c:pt idx="166">
                  <c:v>41711</c:v>
                </c:pt>
                <c:pt idx="167">
                  <c:v>41718</c:v>
                </c:pt>
                <c:pt idx="168">
                  <c:v>41725</c:v>
                </c:pt>
                <c:pt idx="169">
                  <c:v>41732</c:v>
                </c:pt>
                <c:pt idx="170">
                  <c:v>41739</c:v>
                </c:pt>
                <c:pt idx="171">
                  <c:v>41746</c:v>
                </c:pt>
                <c:pt idx="172">
                  <c:v>41753</c:v>
                </c:pt>
                <c:pt idx="173">
                  <c:v>41760</c:v>
                </c:pt>
                <c:pt idx="174">
                  <c:v>41767</c:v>
                </c:pt>
                <c:pt idx="175">
                  <c:v>41774</c:v>
                </c:pt>
                <c:pt idx="176">
                  <c:v>41781</c:v>
                </c:pt>
                <c:pt idx="177">
                  <c:v>41788</c:v>
                </c:pt>
                <c:pt idx="178">
                  <c:v>41795</c:v>
                </c:pt>
                <c:pt idx="179">
                  <c:v>41802</c:v>
                </c:pt>
                <c:pt idx="180">
                  <c:v>41809</c:v>
                </c:pt>
                <c:pt idx="181">
                  <c:v>41816</c:v>
                </c:pt>
                <c:pt idx="182">
                  <c:v>41823</c:v>
                </c:pt>
                <c:pt idx="183">
                  <c:v>41830</c:v>
                </c:pt>
                <c:pt idx="184">
                  <c:v>41837</c:v>
                </c:pt>
                <c:pt idx="185">
                  <c:v>41844</c:v>
                </c:pt>
                <c:pt idx="186">
                  <c:v>41851</c:v>
                </c:pt>
                <c:pt idx="187">
                  <c:v>41858</c:v>
                </c:pt>
                <c:pt idx="188">
                  <c:v>41865</c:v>
                </c:pt>
                <c:pt idx="189">
                  <c:v>41872</c:v>
                </c:pt>
                <c:pt idx="190">
                  <c:v>41879</c:v>
                </c:pt>
                <c:pt idx="191">
                  <c:v>41886</c:v>
                </c:pt>
                <c:pt idx="192">
                  <c:v>41893</c:v>
                </c:pt>
                <c:pt idx="193">
                  <c:v>41900</c:v>
                </c:pt>
                <c:pt idx="194">
                  <c:v>41907</c:v>
                </c:pt>
                <c:pt idx="195">
                  <c:v>41914</c:v>
                </c:pt>
                <c:pt idx="196">
                  <c:v>41921</c:v>
                </c:pt>
                <c:pt idx="197">
                  <c:v>41928</c:v>
                </c:pt>
                <c:pt idx="198">
                  <c:v>41935</c:v>
                </c:pt>
                <c:pt idx="199">
                  <c:v>41942</c:v>
                </c:pt>
                <c:pt idx="200">
                  <c:v>41949</c:v>
                </c:pt>
                <c:pt idx="201">
                  <c:v>41956</c:v>
                </c:pt>
                <c:pt idx="202">
                  <c:v>41963</c:v>
                </c:pt>
                <c:pt idx="203">
                  <c:v>41969</c:v>
                </c:pt>
                <c:pt idx="204">
                  <c:v>41977</c:v>
                </c:pt>
                <c:pt idx="205">
                  <c:v>41984</c:v>
                </c:pt>
                <c:pt idx="206">
                  <c:v>41991</c:v>
                </c:pt>
                <c:pt idx="207">
                  <c:v>41997</c:v>
                </c:pt>
                <c:pt idx="208">
                  <c:v>42004</c:v>
                </c:pt>
                <c:pt idx="209">
                  <c:v>42012</c:v>
                </c:pt>
                <c:pt idx="210">
                  <c:v>42019</c:v>
                </c:pt>
                <c:pt idx="211">
                  <c:v>42026</c:v>
                </c:pt>
                <c:pt idx="212">
                  <c:v>42033</c:v>
                </c:pt>
                <c:pt idx="213">
                  <c:v>42040</c:v>
                </c:pt>
                <c:pt idx="214">
                  <c:v>42047</c:v>
                </c:pt>
                <c:pt idx="215">
                  <c:v>42054</c:v>
                </c:pt>
                <c:pt idx="216">
                  <c:v>42061</c:v>
                </c:pt>
                <c:pt idx="217">
                  <c:v>42068</c:v>
                </c:pt>
                <c:pt idx="218">
                  <c:v>42075</c:v>
                </c:pt>
                <c:pt idx="219">
                  <c:v>42082</c:v>
                </c:pt>
                <c:pt idx="220">
                  <c:v>42089</c:v>
                </c:pt>
                <c:pt idx="221">
                  <c:v>42096</c:v>
                </c:pt>
                <c:pt idx="222">
                  <c:v>42103</c:v>
                </c:pt>
                <c:pt idx="223">
                  <c:v>42110</c:v>
                </c:pt>
                <c:pt idx="224">
                  <c:v>42117</c:v>
                </c:pt>
              </c:numCache>
            </c:numRef>
          </c:cat>
          <c:val>
            <c:numRef>
              <c:f>PoolRefinancible!$J$3:$J$227</c:f>
              <c:numCache>
                <c:formatCode>0%</c:formatCode>
                <c:ptCount val="225"/>
                <c:pt idx="0">
                  <c:v>0.41917445646047702</c:v>
                </c:pt>
                <c:pt idx="1">
                  <c:v>0.43621985629656101</c:v>
                </c:pt>
                <c:pt idx="2">
                  <c:v>0.41944708561696598</c:v>
                </c:pt>
                <c:pt idx="3">
                  <c:v>0.418710148423519</c:v>
                </c:pt>
                <c:pt idx="4">
                  <c:v>0.38887560757790002</c:v>
                </c:pt>
                <c:pt idx="5">
                  <c:v>0.35101070043975402</c:v>
                </c:pt>
                <c:pt idx="6">
                  <c:v>0.36422873018148</c:v>
                </c:pt>
                <c:pt idx="7">
                  <c:v>0.37426156705539698</c:v>
                </c:pt>
                <c:pt idx="8">
                  <c:v>0.378077073966118</c:v>
                </c:pt>
                <c:pt idx="9">
                  <c:v>0.37803494484535199</c:v>
                </c:pt>
                <c:pt idx="10">
                  <c:v>0.407679162563724</c:v>
                </c:pt>
                <c:pt idx="11">
                  <c:v>0.39154691259907098</c:v>
                </c:pt>
                <c:pt idx="12">
                  <c:v>0.37809391960358502</c:v>
                </c:pt>
                <c:pt idx="13">
                  <c:v>0.36996472497765398</c:v>
                </c:pt>
                <c:pt idx="14">
                  <c:v>0.36984016473175102</c:v>
                </c:pt>
                <c:pt idx="15">
                  <c:v>0.38384871096807699</c:v>
                </c:pt>
                <c:pt idx="16">
                  <c:v>0.38433074982262799</c:v>
                </c:pt>
                <c:pt idx="17">
                  <c:v>0.394871405610702</c:v>
                </c:pt>
                <c:pt idx="18">
                  <c:v>0.43079303669576202</c:v>
                </c:pt>
                <c:pt idx="19">
                  <c:v>0.43090192835496699</c:v>
                </c:pt>
                <c:pt idx="20">
                  <c:v>0.431110671725766</c:v>
                </c:pt>
                <c:pt idx="21">
                  <c:v>0.45342303565958197</c:v>
                </c:pt>
                <c:pt idx="22">
                  <c:v>0.47629557608974499</c:v>
                </c:pt>
                <c:pt idx="23">
                  <c:v>0.47626301055025799</c:v>
                </c:pt>
                <c:pt idx="24">
                  <c:v>0.45342303565958197</c:v>
                </c:pt>
                <c:pt idx="25">
                  <c:v>0.47533111966863201</c:v>
                </c:pt>
                <c:pt idx="26">
                  <c:v>0.42115773967800002</c:v>
                </c:pt>
                <c:pt idx="27">
                  <c:v>0.47005900282082203</c:v>
                </c:pt>
                <c:pt idx="28">
                  <c:v>0.44797749734765901</c:v>
                </c:pt>
                <c:pt idx="29">
                  <c:v>0.44409861209358098</c:v>
                </c:pt>
                <c:pt idx="30">
                  <c:v>0.515379400381896</c:v>
                </c:pt>
                <c:pt idx="31">
                  <c:v>0.61745026323361196</c:v>
                </c:pt>
                <c:pt idx="32">
                  <c:v>0.71103111098302996</c:v>
                </c:pt>
                <c:pt idx="33">
                  <c:v>0.66735967344709601</c:v>
                </c:pt>
                <c:pt idx="34">
                  <c:v>0.66070318293374397</c:v>
                </c:pt>
                <c:pt idx="35">
                  <c:v>0.72862294428542695</c:v>
                </c:pt>
                <c:pt idx="36">
                  <c:v>0.73180955418473204</c:v>
                </c:pt>
                <c:pt idx="37">
                  <c:v>0.73180955418473204</c:v>
                </c:pt>
                <c:pt idx="38">
                  <c:v>0.78537510001402</c:v>
                </c:pt>
                <c:pt idx="39">
                  <c:v>0.77200889405912698</c:v>
                </c:pt>
                <c:pt idx="40">
                  <c:v>0.68762581065136796</c:v>
                </c:pt>
                <c:pt idx="41">
                  <c:v>0.70907311332117495</c:v>
                </c:pt>
                <c:pt idx="42">
                  <c:v>0.71096371307505601</c:v>
                </c:pt>
                <c:pt idx="43">
                  <c:v>0.75213064967891696</c:v>
                </c:pt>
                <c:pt idx="44">
                  <c:v>0.75215343752934904</c:v>
                </c:pt>
                <c:pt idx="45">
                  <c:v>0.75213064967891696</c:v>
                </c:pt>
                <c:pt idx="46">
                  <c:v>0.75451882195048703</c:v>
                </c:pt>
                <c:pt idx="47">
                  <c:v>0.73701250506221705</c:v>
                </c:pt>
                <c:pt idx="48">
                  <c:v>0.737034618623016</c:v>
                </c:pt>
                <c:pt idx="49">
                  <c:v>0.74005848510739902</c:v>
                </c:pt>
                <c:pt idx="50">
                  <c:v>0.77262482249298603</c:v>
                </c:pt>
                <c:pt idx="51">
                  <c:v>0.76353022654842795</c:v>
                </c:pt>
                <c:pt idx="52">
                  <c:v>0.75017446397926801</c:v>
                </c:pt>
                <c:pt idx="53">
                  <c:v>0.76194885743932395</c:v>
                </c:pt>
                <c:pt idx="54">
                  <c:v>0.76015152542719999</c:v>
                </c:pt>
                <c:pt idx="55">
                  <c:v>0.72538795894175401</c:v>
                </c:pt>
                <c:pt idx="56">
                  <c:v>0.73976850442679698</c:v>
                </c:pt>
                <c:pt idx="57">
                  <c:v>0.73976850442679698</c:v>
                </c:pt>
                <c:pt idx="58">
                  <c:v>0.73976850442679698</c:v>
                </c:pt>
                <c:pt idx="59">
                  <c:v>0.70482380254349597</c:v>
                </c:pt>
                <c:pt idx="60">
                  <c:v>0.71197045097818001</c:v>
                </c:pt>
                <c:pt idx="61">
                  <c:v>0.72185562668080905</c:v>
                </c:pt>
                <c:pt idx="62">
                  <c:v>0.71184965643423004</c:v>
                </c:pt>
                <c:pt idx="63">
                  <c:v>0.63003810447880604</c:v>
                </c:pt>
                <c:pt idx="64">
                  <c:v>0.68476549375243201</c:v>
                </c:pt>
                <c:pt idx="65">
                  <c:v>0.68702063249841105</c:v>
                </c:pt>
                <c:pt idx="66">
                  <c:v>0.74360097428026795</c:v>
                </c:pt>
                <c:pt idx="67">
                  <c:v>0.71319163212853798</c:v>
                </c:pt>
                <c:pt idx="68">
                  <c:v>0.74360097428026795</c:v>
                </c:pt>
                <c:pt idx="69">
                  <c:v>0.74458940201611601</c:v>
                </c:pt>
                <c:pt idx="70">
                  <c:v>0.74880992852224404</c:v>
                </c:pt>
                <c:pt idx="71">
                  <c:v>0.77533293010841997</c:v>
                </c:pt>
                <c:pt idx="72">
                  <c:v>0.77252849495486897</c:v>
                </c:pt>
                <c:pt idx="73">
                  <c:v>0.77719223327132003</c:v>
                </c:pt>
                <c:pt idx="74">
                  <c:v>0.81161668458948799</c:v>
                </c:pt>
                <c:pt idx="75">
                  <c:v>0.79320998802631504</c:v>
                </c:pt>
                <c:pt idx="76">
                  <c:v>0.81309219550150202</c:v>
                </c:pt>
                <c:pt idx="77">
                  <c:v>0.81309219550150202</c:v>
                </c:pt>
                <c:pt idx="78">
                  <c:v>0.80304589352971401</c:v>
                </c:pt>
                <c:pt idx="79">
                  <c:v>0.83475833318603099</c:v>
                </c:pt>
                <c:pt idx="80">
                  <c:v>0.839279067165004</c:v>
                </c:pt>
                <c:pt idx="81">
                  <c:v>0.85583686182580798</c:v>
                </c:pt>
                <c:pt idx="82">
                  <c:v>0.81672598038940503</c:v>
                </c:pt>
                <c:pt idx="83">
                  <c:v>0.81660096914097402</c:v>
                </c:pt>
                <c:pt idx="84">
                  <c:v>0.80039531716996504</c:v>
                </c:pt>
                <c:pt idx="85">
                  <c:v>0.78286282867668</c:v>
                </c:pt>
                <c:pt idx="86">
                  <c:v>0.81660096914097402</c:v>
                </c:pt>
                <c:pt idx="87">
                  <c:v>0.80003630895948397</c:v>
                </c:pt>
                <c:pt idx="88">
                  <c:v>0.80517464210851997</c:v>
                </c:pt>
                <c:pt idx="89">
                  <c:v>0.82579336591607799</c:v>
                </c:pt>
                <c:pt idx="90">
                  <c:v>0.87352757054468799</c:v>
                </c:pt>
                <c:pt idx="91">
                  <c:v>0.85283995726602502</c:v>
                </c:pt>
                <c:pt idx="92">
                  <c:v>0.82980253162130702</c:v>
                </c:pt>
                <c:pt idx="93">
                  <c:v>0.84996407134381802</c:v>
                </c:pt>
                <c:pt idx="94">
                  <c:v>0.828248760892495</c:v>
                </c:pt>
                <c:pt idx="95">
                  <c:v>0.79915808926981402</c:v>
                </c:pt>
                <c:pt idx="96">
                  <c:v>0.79873425180913604</c:v>
                </c:pt>
                <c:pt idx="97">
                  <c:v>0.82276956639306598</c:v>
                </c:pt>
                <c:pt idx="98">
                  <c:v>0.84066676404946505</c:v>
                </c:pt>
                <c:pt idx="99">
                  <c:v>0.82275551487300902</c:v>
                </c:pt>
                <c:pt idx="100">
                  <c:v>0.80649977939682505</c:v>
                </c:pt>
                <c:pt idx="101">
                  <c:v>0.82418991295466604</c:v>
                </c:pt>
                <c:pt idx="102">
                  <c:v>0.80390223047279097</c:v>
                </c:pt>
                <c:pt idx="103">
                  <c:v>0.80591432289546205</c:v>
                </c:pt>
                <c:pt idx="104">
                  <c:v>0.78440164177592298</c:v>
                </c:pt>
                <c:pt idx="105">
                  <c:v>0.759606662501778</c:v>
                </c:pt>
                <c:pt idx="106">
                  <c:v>0.78142443901466097</c:v>
                </c:pt>
                <c:pt idx="107">
                  <c:v>0.75700205657756403</c:v>
                </c:pt>
                <c:pt idx="108">
                  <c:v>0.70776343414969201</c:v>
                </c:pt>
                <c:pt idx="109">
                  <c:v>0.68149824697650396</c:v>
                </c:pt>
                <c:pt idx="110">
                  <c:v>0.68149824697650396</c:v>
                </c:pt>
                <c:pt idx="111">
                  <c:v>0.66443156184372798</c:v>
                </c:pt>
                <c:pt idx="112">
                  <c:v>0.68474077330080096</c:v>
                </c:pt>
                <c:pt idx="113">
                  <c:v>0.65965341103045605</c:v>
                </c:pt>
                <c:pt idx="114">
                  <c:v>0.622542311024053</c:v>
                </c:pt>
                <c:pt idx="115">
                  <c:v>0.65490269555006198</c:v>
                </c:pt>
                <c:pt idx="116">
                  <c:v>0.63814443106247998</c:v>
                </c:pt>
                <c:pt idx="117">
                  <c:v>0.63701726572087702</c:v>
                </c:pt>
                <c:pt idx="118">
                  <c:v>0.66472248963496305</c:v>
                </c:pt>
                <c:pt idx="119">
                  <c:v>0.691617287637183</c:v>
                </c:pt>
                <c:pt idx="120">
                  <c:v>0.68894417616710202</c:v>
                </c:pt>
                <c:pt idx="121">
                  <c:v>0.70646423511043499</c:v>
                </c:pt>
                <c:pt idx="122">
                  <c:v>0.67710126151444505</c:v>
                </c:pt>
                <c:pt idx="123">
                  <c:v>0.64608424059300296</c:v>
                </c:pt>
                <c:pt idx="124">
                  <c:v>0.60492342195832605</c:v>
                </c:pt>
                <c:pt idx="125">
                  <c:v>0.52986130193183101</c:v>
                </c:pt>
                <c:pt idx="126">
                  <c:v>0.48936320762315699</c:v>
                </c:pt>
                <c:pt idx="127">
                  <c:v>0.46803712037587902</c:v>
                </c:pt>
                <c:pt idx="128">
                  <c:v>0.46841833416873302</c:v>
                </c:pt>
                <c:pt idx="129">
                  <c:v>0.25930726321944902</c:v>
                </c:pt>
                <c:pt idx="130">
                  <c:v>0.34399747197441399</c:v>
                </c:pt>
                <c:pt idx="131">
                  <c:v>0.23052122039717299</c:v>
                </c:pt>
                <c:pt idx="132">
                  <c:v>0.313528938106932</c:v>
                </c:pt>
                <c:pt idx="133">
                  <c:v>0.31410556361706699</c:v>
                </c:pt>
                <c:pt idx="134">
                  <c:v>0.26871710621385497</c:v>
                </c:pt>
                <c:pt idx="135">
                  <c:v>0.26842687745364402</c:v>
                </c:pt>
                <c:pt idx="136">
                  <c:v>0.26842687745364402</c:v>
                </c:pt>
                <c:pt idx="137">
                  <c:v>0.20545197668606799</c:v>
                </c:pt>
                <c:pt idx="138">
                  <c:v>0.23763744646630799</c:v>
                </c:pt>
                <c:pt idx="139">
                  <c:v>0.21149349910069001</c:v>
                </c:pt>
                <c:pt idx="140">
                  <c:v>0.19827486089892299</c:v>
                </c:pt>
                <c:pt idx="141">
                  <c:v>0.230982049953562</c:v>
                </c:pt>
                <c:pt idx="142">
                  <c:v>0.32130927271021897</c:v>
                </c:pt>
                <c:pt idx="143">
                  <c:v>0.34374501426377402</c:v>
                </c:pt>
                <c:pt idx="144">
                  <c:v>0.343362461707855</c:v>
                </c:pt>
                <c:pt idx="145">
                  <c:v>0.31435548538393299</c:v>
                </c:pt>
                <c:pt idx="146">
                  <c:v>0.36279732883580901</c:v>
                </c:pt>
                <c:pt idx="147">
                  <c:v>0.38076704542262901</c:v>
                </c:pt>
                <c:pt idx="148">
                  <c:v>0.35403891055164699</c:v>
                </c:pt>
                <c:pt idx="149">
                  <c:v>0.27765033429796598</c:v>
                </c:pt>
                <c:pt idx="150">
                  <c:v>0.33620447417750299</c:v>
                </c:pt>
                <c:pt idx="151">
                  <c:v>0.30662338263190497</c:v>
                </c:pt>
                <c:pt idx="152">
                  <c:v>0.238872261686181</c:v>
                </c:pt>
                <c:pt idx="153">
                  <c:v>0.23869230352122101</c:v>
                </c:pt>
                <c:pt idx="154">
                  <c:v>0.20595646030872</c:v>
                </c:pt>
                <c:pt idx="155">
                  <c:v>0.20588522084022601</c:v>
                </c:pt>
                <c:pt idx="156">
                  <c:v>0.18270041372936699</c:v>
                </c:pt>
                <c:pt idx="157">
                  <c:v>0.20349751001168101</c:v>
                </c:pt>
                <c:pt idx="158">
                  <c:v>0.23285648019755101</c:v>
                </c:pt>
                <c:pt idx="159">
                  <c:v>0.23330797794566899</c:v>
                </c:pt>
                <c:pt idx="160">
                  <c:v>0.29089795893761</c:v>
                </c:pt>
                <c:pt idx="161">
                  <c:v>0.31424671770039497</c:v>
                </c:pt>
                <c:pt idx="162">
                  <c:v>0.28654188629747801</c:v>
                </c:pt>
                <c:pt idx="163">
                  <c:v>0.25823477101989301</c:v>
                </c:pt>
                <c:pt idx="164">
                  <c:v>0.25744034883327499</c:v>
                </c:pt>
                <c:pt idx="165">
                  <c:v>0.28216102843400898</c:v>
                </c:pt>
                <c:pt idx="166">
                  <c:v>0.25339035668079501</c:v>
                </c:pt>
                <c:pt idx="167">
                  <c:v>0.28102818996708701</c:v>
                </c:pt>
                <c:pt idx="168">
                  <c:v>0.25299751732949799</c:v>
                </c:pt>
                <c:pt idx="169">
                  <c:v>0.222143720081627</c:v>
                </c:pt>
                <c:pt idx="170">
                  <c:v>0.25169457423695202</c:v>
                </c:pt>
                <c:pt idx="171">
                  <c:v>0.28058021231610197</c:v>
                </c:pt>
                <c:pt idx="172">
                  <c:v>0.279448840397376</c:v>
                </c:pt>
                <c:pt idx="173">
                  <c:v>0.27758425345188897</c:v>
                </c:pt>
                <c:pt idx="174">
                  <c:v>0.32550344763156402</c:v>
                </c:pt>
                <c:pt idx="175">
                  <c:v>0.32552411046597202</c:v>
                </c:pt>
                <c:pt idx="176">
                  <c:v>0.347488455871724</c:v>
                </c:pt>
                <c:pt idx="177">
                  <c:v>0.34818390220270101</c:v>
                </c:pt>
                <c:pt idx="178">
                  <c:v>0.346238128399389</c:v>
                </c:pt>
                <c:pt idx="179">
                  <c:v>0.32274759646781798</c:v>
                </c:pt>
                <c:pt idx="180">
                  <c:v>0.324184407069465</c:v>
                </c:pt>
                <c:pt idx="181">
                  <c:v>0.346238128399389</c:v>
                </c:pt>
                <c:pt idx="182">
                  <c:v>0.36578907876503403</c:v>
                </c:pt>
                <c:pt idx="183">
                  <c:v>0.31805600486192798</c:v>
                </c:pt>
                <c:pt idx="184">
                  <c:v>0.34009498441958502</c:v>
                </c:pt>
                <c:pt idx="185">
                  <c:v>0.34009498441958502</c:v>
                </c:pt>
                <c:pt idx="186">
                  <c:v>0.34042369497045799</c:v>
                </c:pt>
                <c:pt idx="187">
                  <c:v>0.31036061365073903</c:v>
                </c:pt>
                <c:pt idx="188">
                  <c:v>0.33263554438079002</c:v>
                </c:pt>
                <c:pt idx="189">
                  <c:v>0.35838762838330102</c:v>
                </c:pt>
                <c:pt idx="190">
                  <c:v>0.35838762838330102</c:v>
                </c:pt>
                <c:pt idx="191">
                  <c:v>0.35124395630609401</c:v>
                </c:pt>
                <c:pt idx="192">
                  <c:v>0.350821387629207</c:v>
                </c:pt>
                <c:pt idx="193">
                  <c:v>0.30185821114737799</c:v>
                </c:pt>
                <c:pt idx="194">
                  <c:v>0.303134887573904</c:v>
                </c:pt>
                <c:pt idx="195">
                  <c:v>0.31668157332951902</c:v>
                </c:pt>
                <c:pt idx="196">
                  <c:v>0.34232551793557098</c:v>
                </c:pt>
                <c:pt idx="197">
                  <c:v>0.40285473187500098</c:v>
                </c:pt>
                <c:pt idx="198">
                  <c:v>0.43224640519919799</c:v>
                </c:pt>
                <c:pt idx="199">
                  <c:v>0.40279530551033699</c:v>
                </c:pt>
                <c:pt idx="200">
                  <c:v>0.363805283856794</c:v>
                </c:pt>
                <c:pt idx="201">
                  <c:v>0.36393083176118401</c:v>
                </c:pt>
                <c:pt idx="202">
                  <c:v>0.39464243161649398</c:v>
                </c:pt>
                <c:pt idx="203">
                  <c:v>0.39478657813594797</c:v>
                </c:pt>
                <c:pt idx="204">
                  <c:v>0.41779394948311799</c:v>
                </c:pt>
                <c:pt idx="205">
                  <c:v>0.41674162737276199</c:v>
                </c:pt>
                <c:pt idx="206">
                  <c:v>0.45273770907866101</c:v>
                </c:pt>
                <c:pt idx="207">
                  <c:v>0.44996183796017403</c:v>
                </c:pt>
                <c:pt idx="208">
                  <c:v>0.41775040408126601</c:v>
                </c:pt>
                <c:pt idx="209">
                  <c:v>0.47713334056444601</c:v>
                </c:pt>
                <c:pt idx="210">
                  <c:v>0.53296054461027997</c:v>
                </c:pt>
                <c:pt idx="211">
                  <c:v>0.53525908703488601</c:v>
                </c:pt>
                <c:pt idx="212">
                  <c:v>0.53296054461027997</c:v>
                </c:pt>
                <c:pt idx="213">
                  <c:v>0.531964205535849</c:v>
                </c:pt>
                <c:pt idx="214">
                  <c:v>0.50112937152177495</c:v>
                </c:pt>
                <c:pt idx="215">
                  <c:v>0.46787253141998503</c:v>
                </c:pt>
                <c:pt idx="216">
                  <c:v>0.43720530063230401</c:v>
                </c:pt>
                <c:pt idx="217">
                  <c:v>0.45959407492170601</c:v>
                </c:pt>
                <c:pt idx="218">
                  <c:v>0.394169404360453</c:v>
                </c:pt>
                <c:pt idx="219">
                  <c:v>0.45850870301610303</c:v>
                </c:pt>
                <c:pt idx="220">
                  <c:v>0.49264013227543102</c:v>
                </c:pt>
                <c:pt idx="221">
                  <c:v>0.47700652645494301</c:v>
                </c:pt>
                <c:pt idx="222">
                  <c:v>0.505305541519944</c:v>
                </c:pt>
                <c:pt idx="223">
                  <c:v>0.47885281621922599</c:v>
                </c:pt>
                <c:pt idx="224">
                  <c:v>0.50775672845638498</c:v>
                </c:pt>
              </c:numCache>
            </c:numRef>
          </c:val>
          <c:smooth val="0"/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211322368"/>
        <c:axId val="211323904"/>
      </c:lineChart>
      <c:lineChart>
        <c:grouping val="standard"/>
        <c:varyColors val="0"/>
        <c:ser>
          <c:idx val="2"/>
          <c:order val="1"/>
          <c:tx>
            <c:strRef>
              <c:f>PoolRefinancible!$E$2</c:f>
              <c:strCache>
                <c:ptCount val="1"/>
                <c:pt idx="0">
                  <c:v>Conv Refi Index</c:v>
                </c:pt>
              </c:strCache>
            </c:strRef>
          </c:tx>
          <c:spPr>
            <a:ln w="19050">
              <a:solidFill>
                <a:srgbClr val="AD275C"/>
              </a:solidFill>
            </a:ln>
          </c:spPr>
          <c:marker>
            <c:symbol val="none"/>
          </c:marker>
          <c:cat>
            <c:numRef>
              <c:f>PoolRefinancible!$B$3:$B$227</c:f>
              <c:numCache>
                <c:formatCode>m/d/yyyy</c:formatCode>
                <c:ptCount val="225"/>
                <c:pt idx="0">
                  <c:v>40549</c:v>
                </c:pt>
                <c:pt idx="1">
                  <c:v>40556</c:v>
                </c:pt>
                <c:pt idx="2">
                  <c:v>40563</c:v>
                </c:pt>
                <c:pt idx="3">
                  <c:v>40570</c:v>
                </c:pt>
                <c:pt idx="4">
                  <c:v>40577</c:v>
                </c:pt>
                <c:pt idx="5">
                  <c:v>40584</c:v>
                </c:pt>
                <c:pt idx="6">
                  <c:v>40591</c:v>
                </c:pt>
                <c:pt idx="7">
                  <c:v>40598</c:v>
                </c:pt>
                <c:pt idx="8">
                  <c:v>40605</c:v>
                </c:pt>
                <c:pt idx="9">
                  <c:v>40612</c:v>
                </c:pt>
                <c:pt idx="10">
                  <c:v>40619</c:v>
                </c:pt>
                <c:pt idx="11">
                  <c:v>40626</c:v>
                </c:pt>
                <c:pt idx="12">
                  <c:v>40633</c:v>
                </c:pt>
                <c:pt idx="13">
                  <c:v>40640</c:v>
                </c:pt>
                <c:pt idx="14">
                  <c:v>40647</c:v>
                </c:pt>
                <c:pt idx="15">
                  <c:v>40654</c:v>
                </c:pt>
                <c:pt idx="16">
                  <c:v>40661</c:v>
                </c:pt>
                <c:pt idx="17">
                  <c:v>40668</c:v>
                </c:pt>
                <c:pt idx="18">
                  <c:v>40675</c:v>
                </c:pt>
                <c:pt idx="19">
                  <c:v>40682</c:v>
                </c:pt>
                <c:pt idx="20">
                  <c:v>40689</c:v>
                </c:pt>
                <c:pt idx="21">
                  <c:v>40696</c:v>
                </c:pt>
                <c:pt idx="22">
                  <c:v>40703</c:v>
                </c:pt>
                <c:pt idx="23">
                  <c:v>40710</c:v>
                </c:pt>
                <c:pt idx="24">
                  <c:v>40717</c:v>
                </c:pt>
                <c:pt idx="25">
                  <c:v>40724</c:v>
                </c:pt>
                <c:pt idx="26">
                  <c:v>40731</c:v>
                </c:pt>
                <c:pt idx="27">
                  <c:v>40738</c:v>
                </c:pt>
                <c:pt idx="28">
                  <c:v>40745</c:v>
                </c:pt>
                <c:pt idx="29">
                  <c:v>40752</c:v>
                </c:pt>
                <c:pt idx="30">
                  <c:v>40759</c:v>
                </c:pt>
                <c:pt idx="31">
                  <c:v>40766</c:v>
                </c:pt>
                <c:pt idx="32">
                  <c:v>40773</c:v>
                </c:pt>
                <c:pt idx="33">
                  <c:v>40780</c:v>
                </c:pt>
                <c:pt idx="34">
                  <c:v>40787</c:v>
                </c:pt>
                <c:pt idx="35">
                  <c:v>40794</c:v>
                </c:pt>
                <c:pt idx="36">
                  <c:v>40801</c:v>
                </c:pt>
                <c:pt idx="37">
                  <c:v>40808</c:v>
                </c:pt>
                <c:pt idx="38">
                  <c:v>40815</c:v>
                </c:pt>
                <c:pt idx="39">
                  <c:v>40822</c:v>
                </c:pt>
                <c:pt idx="40">
                  <c:v>40829</c:v>
                </c:pt>
                <c:pt idx="41">
                  <c:v>40836</c:v>
                </c:pt>
                <c:pt idx="42">
                  <c:v>40843</c:v>
                </c:pt>
                <c:pt idx="43">
                  <c:v>40850</c:v>
                </c:pt>
                <c:pt idx="44">
                  <c:v>40857</c:v>
                </c:pt>
                <c:pt idx="45">
                  <c:v>40864</c:v>
                </c:pt>
                <c:pt idx="46">
                  <c:v>40870</c:v>
                </c:pt>
                <c:pt idx="47">
                  <c:v>40878</c:v>
                </c:pt>
                <c:pt idx="48">
                  <c:v>40885</c:v>
                </c:pt>
                <c:pt idx="49">
                  <c:v>40892</c:v>
                </c:pt>
                <c:pt idx="50">
                  <c:v>40899</c:v>
                </c:pt>
                <c:pt idx="51">
                  <c:v>40906</c:v>
                </c:pt>
                <c:pt idx="52">
                  <c:v>40913</c:v>
                </c:pt>
                <c:pt idx="53">
                  <c:v>40920</c:v>
                </c:pt>
                <c:pt idx="54">
                  <c:v>40927</c:v>
                </c:pt>
                <c:pt idx="55">
                  <c:v>40934</c:v>
                </c:pt>
                <c:pt idx="56">
                  <c:v>40941</c:v>
                </c:pt>
                <c:pt idx="57">
                  <c:v>40948</c:v>
                </c:pt>
                <c:pt idx="58">
                  <c:v>40955</c:v>
                </c:pt>
                <c:pt idx="59">
                  <c:v>40962</c:v>
                </c:pt>
                <c:pt idx="60">
                  <c:v>40969</c:v>
                </c:pt>
                <c:pt idx="61">
                  <c:v>40976</c:v>
                </c:pt>
                <c:pt idx="62">
                  <c:v>40983</c:v>
                </c:pt>
                <c:pt idx="63">
                  <c:v>40990</c:v>
                </c:pt>
                <c:pt idx="64">
                  <c:v>40997</c:v>
                </c:pt>
                <c:pt idx="65">
                  <c:v>41004</c:v>
                </c:pt>
                <c:pt idx="66">
                  <c:v>41011</c:v>
                </c:pt>
                <c:pt idx="67">
                  <c:v>41018</c:v>
                </c:pt>
                <c:pt idx="68">
                  <c:v>41025</c:v>
                </c:pt>
                <c:pt idx="69">
                  <c:v>41032</c:v>
                </c:pt>
                <c:pt idx="70">
                  <c:v>41039</c:v>
                </c:pt>
                <c:pt idx="71">
                  <c:v>41046</c:v>
                </c:pt>
                <c:pt idx="72">
                  <c:v>41053</c:v>
                </c:pt>
                <c:pt idx="73">
                  <c:v>41060</c:v>
                </c:pt>
                <c:pt idx="74">
                  <c:v>41067</c:v>
                </c:pt>
                <c:pt idx="75">
                  <c:v>41074</c:v>
                </c:pt>
                <c:pt idx="76">
                  <c:v>41081</c:v>
                </c:pt>
                <c:pt idx="77">
                  <c:v>41088</c:v>
                </c:pt>
                <c:pt idx="78">
                  <c:v>41095</c:v>
                </c:pt>
                <c:pt idx="79">
                  <c:v>41102</c:v>
                </c:pt>
                <c:pt idx="80">
                  <c:v>41109</c:v>
                </c:pt>
                <c:pt idx="81">
                  <c:v>41116</c:v>
                </c:pt>
                <c:pt idx="82">
                  <c:v>41123</c:v>
                </c:pt>
                <c:pt idx="83">
                  <c:v>41130</c:v>
                </c:pt>
                <c:pt idx="84">
                  <c:v>41137</c:v>
                </c:pt>
                <c:pt idx="85">
                  <c:v>41144</c:v>
                </c:pt>
                <c:pt idx="86">
                  <c:v>41151</c:v>
                </c:pt>
                <c:pt idx="87">
                  <c:v>41158</c:v>
                </c:pt>
                <c:pt idx="88">
                  <c:v>41165</c:v>
                </c:pt>
                <c:pt idx="89">
                  <c:v>41172</c:v>
                </c:pt>
                <c:pt idx="90">
                  <c:v>41179</c:v>
                </c:pt>
                <c:pt idx="91">
                  <c:v>41186</c:v>
                </c:pt>
                <c:pt idx="92">
                  <c:v>41193</c:v>
                </c:pt>
                <c:pt idx="93">
                  <c:v>41200</c:v>
                </c:pt>
                <c:pt idx="94">
                  <c:v>41207</c:v>
                </c:pt>
                <c:pt idx="95">
                  <c:v>41214</c:v>
                </c:pt>
                <c:pt idx="96">
                  <c:v>41221</c:v>
                </c:pt>
                <c:pt idx="97">
                  <c:v>41228</c:v>
                </c:pt>
                <c:pt idx="98">
                  <c:v>41234</c:v>
                </c:pt>
                <c:pt idx="99">
                  <c:v>41242</c:v>
                </c:pt>
                <c:pt idx="100">
                  <c:v>41249</c:v>
                </c:pt>
                <c:pt idx="101">
                  <c:v>41256</c:v>
                </c:pt>
                <c:pt idx="102">
                  <c:v>41263</c:v>
                </c:pt>
                <c:pt idx="103">
                  <c:v>41270</c:v>
                </c:pt>
                <c:pt idx="104">
                  <c:v>41277</c:v>
                </c:pt>
                <c:pt idx="105">
                  <c:v>41284</c:v>
                </c:pt>
                <c:pt idx="106">
                  <c:v>41291</c:v>
                </c:pt>
                <c:pt idx="107">
                  <c:v>41298</c:v>
                </c:pt>
                <c:pt idx="108">
                  <c:v>41305</c:v>
                </c:pt>
                <c:pt idx="109">
                  <c:v>41312</c:v>
                </c:pt>
                <c:pt idx="110">
                  <c:v>41319</c:v>
                </c:pt>
                <c:pt idx="111">
                  <c:v>41326</c:v>
                </c:pt>
                <c:pt idx="112">
                  <c:v>41333</c:v>
                </c:pt>
                <c:pt idx="113">
                  <c:v>41340</c:v>
                </c:pt>
                <c:pt idx="114">
                  <c:v>41347</c:v>
                </c:pt>
                <c:pt idx="115">
                  <c:v>41354</c:v>
                </c:pt>
                <c:pt idx="116">
                  <c:v>41361</c:v>
                </c:pt>
                <c:pt idx="117">
                  <c:v>41368</c:v>
                </c:pt>
                <c:pt idx="118">
                  <c:v>41375</c:v>
                </c:pt>
                <c:pt idx="119">
                  <c:v>41382</c:v>
                </c:pt>
                <c:pt idx="120">
                  <c:v>41389</c:v>
                </c:pt>
                <c:pt idx="121">
                  <c:v>41396</c:v>
                </c:pt>
                <c:pt idx="122">
                  <c:v>41403</c:v>
                </c:pt>
                <c:pt idx="123">
                  <c:v>41410</c:v>
                </c:pt>
                <c:pt idx="124">
                  <c:v>41417</c:v>
                </c:pt>
                <c:pt idx="125">
                  <c:v>41424</c:v>
                </c:pt>
                <c:pt idx="126">
                  <c:v>41431</c:v>
                </c:pt>
                <c:pt idx="127">
                  <c:v>41438</c:v>
                </c:pt>
                <c:pt idx="128">
                  <c:v>41445</c:v>
                </c:pt>
                <c:pt idx="129">
                  <c:v>41452</c:v>
                </c:pt>
                <c:pt idx="130">
                  <c:v>41458</c:v>
                </c:pt>
                <c:pt idx="131">
                  <c:v>41466</c:v>
                </c:pt>
                <c:pt idx="132">
                  <c:v>41473</c:v>
                </c:pt>
                <c:pt idx="133">
                  <c:v>41480</c:v>
                </c:pt>
                <c:pt idx="134">
                  <c:v>41487</c:v>
                </c:pt>
                <c:pt idx="135">
                  <c:v>41494</c:v>
                </c:pt>
                <c:pt idx="136">
                  <c:v>41501</c:v>
                </c:pt>
                <c:pt idx="137">
                  <c:v>41508</c:v>
                </c:pt>
                <c:pt idx="138">
                  <c:v>41515</c:v>
                </c:pt>
                <c:pt idx="139">
                  <c:v>41522</c:v>
                </c:pt>
                <c:pt idx="140">
                  <c:v>41529</c:v>
                </c:pt>
                <c:pt idx="141">
                  <c:v>41536</c:v>
                </c:pt>
                <c:pt idx="142">
                  <c:v>41543</c:v>
                </c:pt>
                <c:pt idx="143">
                  <c:v>41550</c:v>
                </c:pt>
                <c:pt idx="144">
                  <c:v>41557</c:v>
                </c:pt>
                <c:pt idx="145">
                  <c:v>41564</c:v>
                </c:pt>
                <c:pt idx="146">
                  <c:v>41571</c:v>
                </c:pt>
                <c:pt idx="147">
                  <c:v>41578</c:v>
                </c:pt>
                <c:pt idx="148">
                  <c:v>41585</c:v>
                </c:pt>
                <c:pt idx="149">
                  <c:v>41592</c:v>
                </c:pt>
                <c:pt idx="150">
                  <c:v>41599</c:v>
                </c:pt>
                <c:pt idx="151">
                  <c:v>41605</c:v>
                </c:pt>
                <c:pt idx="152">
                  <c:v>41613</c:v>
                </c:pt>
                <c:pt idx="153">
                  <c:v>41620</c:v>
                </c:pt>
                <c:pt idx="154">
                  <c:v>41627</c:v>
                </c:pt>
                <c:pt idx="155">
                  <c:v>41634</c:v>
                </c:pt>
                <c:pt idx="156">
                  <c:v>41641</c:v>
                </c:pt>
                <c:pt idx="157">
                  <c:v>41648</c:v>
                </c:pt>
                <c:pt idx="158">
                  <c:v>41655</c:v>
                </c:pt>
                <c:pt idx="159">
                  <c:v>41662</c:v>
                </c:pt>
                <c:pt idx="160">
                  <c:v>41669</c:v>
                </c:pt>
                <c:pt idx="161">
                  <c:v>41676</c:v>
                </c:pt>
                <c:pt idx="162">
                  <c:v>41683</c:v>
                </c:pt>
                <c:pt idx="163">
                  <c:v>41690</c:v>
                </c:pt>
                <c:pt idx="164">
                  <c:v>41697</c:v>
                </c:pt>
                <c:pt idx="165">
                  <c:v>41704</c:v>
                </c:pt>
                <c:pt idx="166">
                  <c:v>41711</c:v>
                </c:pt>
                <c:pt idx="167">
                  <c:v>41718</c:v>
                </c:pt>
                <c:pt idx="168">
                  <c:v>41725</c:v>
                </c:pt>
                <c:pt idx="169">
                  <c:v>41732</c:v>
                </c:pt>
                <c:pt idx="170">
                  <c:v>41739</c:v>
                </c:pt>
                <c:pt idx="171">
                  <c:v>41746</c:v>
                </c:pt>
                <c:pt idx="172">
                  <c:v>41753</c:v>
                </c:pt>
                <c:pt idx="173">
                  <c:v>41760</c:v>
                </c:pt>
                <c:pt idx="174">
                  <c:v>41767</c:v>
                </c:pt>
                <c:pt idx="175">
                  <c:v>41774</c:v>
                </c:pt>
                <c:pt idx="176">
                  <c:v>41781</c:v>
                </c:pt>
                <c:pt idx="177">
                  <c:v>41788</c:v>
                </c:pt>
                <c:pt idx="178">
                  <c:v>41795</c:v>
                </c:pt>
                <c:pt idx="179">
                  <c:v>41802</c:v>
                </c:pt>
                <c:pt idx="180">
                  <c:v>41809</c:v>
                </c:pt>
                <c:pt idx="181">
                  <c:v>41816</c:v>
                </c:pt>
                <c:pt idx="182">
                  <c:v>41823</c:v>
                </c:pt>
                <c:pt idx="183">
                  <c:v>41830</c:v>
                </c:pt>
                <c:pt idx="184">
                  <c:v>41837</c:v>
                </c:pt>
                <c:pt idx="185">
                  <c:v>41844</c:v>
                </c:pt>
                <c:pt idx="186">
                  <c:v>41851</c:v>
                </c:pt>
                <c:pt idx="187">
                  <c:v>41858</c:v>
                </c:pt>
                <c:pt idx="188">
                  <c:v>41865</c:v>
                </c:pt>
                <c:pt idx="189">
                  <c:v>41872</c:v>
                </c:pt>
                <c:pt idx="190">
                  <c:v>41879</c:v>
                </c:pt>
                <c:pt idx="191">
                  <c:v>41886</c:v>
                </c:pt>
                <c:pt idx="192">
                  <c:v>41893</c:v>
                </c:pt>
                <c:pt idx="193">
                  <c:v>41900</c:v>
                </c:pt>
                <c:pt idx="194">
                  <c:v>41907</c:v>
                </c:pt>
                <c:pt idx="195">
                  <c:v>41914</c:v>
                </c:pt>
                <c:pt idx="196">
                  <c:v>41921</c:v>
                </c:pt>
                <c:pt idx="197">
                  <c:v>41928</c:v>
                </c:pt>
                <c:pt idx="198">
                  <c:v>41935</c:v>
                </c:pt>
                <c:pt idx="199">
                  <c:v>41942</c:v>
                </c:pt>
                <c:pt idx="200">
                  <c:v>41949</c:v>
                </c:pt>
                <c:pt idx="201">
                  <c:v>41956</c:v>
                </c:pt>
                <c:pt idx="202">
                  <c:v>41963</c:v>
                </c:pt>
                <c:pt idx="203">
                  <c:v>41969</c:v>
                </c:pt>
                <c:pt idx="204">
                  <c:v>41977</c:v>
                </c:pt>
                <c:pt idx="205">
                  <c:v>41984</c:v>
                </c:pt>
                <c:pt idx="206">
                  <c:v>41991</c:v>
                </c:pt>
                <c:pt idx="207">
                  <c:v>41997</c:v>
                </c:pt>
                <c:pt idx="208">
                  <c:v>42004</c:v>
                </c:pt>
                <c:pt idx="209">
                  <c:v>42012</c:v>
                </c:pt>
                <c:pt idx="210">
                  <c:v>42019</c:v>
                </c:pt>
                <c:pt idx="211">
                  <c:v>42026</c:v>
                </c:pt>
                <c:pt idx="212">
                  <c:v>42033</c:v>
                </c:pt>
                <c:pt idx="213">
                  <c:v>42040</c:v>
                </c:pt>
                <c:pt idx="214">
                  <c:v>42047</c:v>
                </c:pt>
                <c:pt idx="215">
                  <c:v>42054</c:v>
                </c:pt>
                <c:pt idx="216">
                  <c:v>42061</c:v>
                </c:pt>
                <c:pt idx="217">
                  <c:v>42068</c:v>
                </c:pt>
                <c:pt idx="218">
                  <c:v>42075</c:v>
                </c:pt>
                <c:pt idx="219">
                  <c:v>42082</c:v>
                </c:pt>
                <c:pt idx="220">
                  <c:v>42089</c:v>
                </c:pt>
                <c:pt idx="221">
                  <c:v>42096</c:v>
                </c:pt>
                <c:pt idx="222">
                  <c:v>42103</c:v>
                </c:pt>
                <c:pt idx="223">
                  <c:v>42110</c:v>
                </c:pt>
                <c:pt idx="224">
                  <c:v>42117</c:v>
                </c:pt>
              </c:numCache>
            </c:numRef>
          </c:cat>
          <c:val>
            <c:numRef>
              <c:f>PoolRefinancible!$E$3:$E$227</c:f>
              <c:numCache>
                <c:formatCode>General</c:formatCode>
                <c:ptCount val="225"/>
                <c:pt idx="0">
                  <c:v>2344.3000000000002</c:v>
                </c:pt>
                <c:pt idx="1">
                  <c:v>2528.6999999999998</c:v>
                </c:pt>
                <c:pt idx="2">
                  <c:v>2129.6999999999998</c:v>
                </c:pt>
                <c:pt idx="3">
                  <c:v>2371.1</c:v>
                </c:pt>
                <c:pt idx="4">
                  <c:v>2190.4</c:v>
                </c:pt>
                <c:pt idx="5">
                  <c:v>1953.2</c:v>
                </c:pt>
                <c:pt idx="6">
                  <c:v>2325.3000000000002</c:v>
                </c:pt>
                <c:pt idx="7">
                  <c:v>2155.5</c:v>
                </c:pt>
                <c:pt idx="8">
                  <c:v>2539.4</c:v>
                </c:pt>
                <c:pt idx="9">
                  <c:v>2563.6</c:v>
                </c:pt>
                <c:pt idx="10">
                  <c:v>2620.8000000000002</c:v>
                </c:pt>
                <c:pt idx="11">
                  <c:v>2350.6999999999998</c:v>
                </c:pt>
                <c:pt idx="12">
                  <c:v>2194.4</c:v>
                </c:pt>
                <c:pt idx="13">
                  <c:v>2010.6</c:v>
                </c:pt>
                <c:pt idx="14">
                  <c:v>2065.3000000000002</c:v>
                </c:pt>
                <c:pt idx="15">
                  <c:v>2091.4</c:v>
                </c:pt>
                <c:pt idx="16">
                  <c:v>2220.1</c:v>
                </c:pt>
                <c:pt idx="17">
                  <c:v>2414.9</c:v>
                </c:pt>
                <c:pt idx="18">
                  <c:v>2742.2</c:v>
                </c:pt>
                <c:pt idx="19">
                  <c:v>2764.6</c:v>
                </c:pt>
                <c:pt idx="20">
                  <c:v>2619.6999999999998</c:v>
                </c:pt>
                <c:pt idx="21">
                  <c:v>2648</c:v>
                </c:pt>
                <c:pt idx="22">
                  <c:v>3101.7</c:v>
                </c:pt>
                <c:pt idx="23">
                  <c:v>2857.9</c:v>
                </c:pt>
                <c:pt idx="24">
                  <c:v>2809.5</c:v>
                </c:pt>
                <c:pt idx="25">
                  <c:v>2527.5</c:v>
                </c:pt>
                <c:pt idx="26">
                  <c:v>2362.6999999999998</c:v>
                </c:pt>
                <c:pt idx="27">
                  <c:v>2923.8</c:v>
                </c:pt>
                <c:pt idx="28">
                  <c:v>2769.6</c:v>
                </c:pt>
                <c:pt idx="29">
                  <c:v>2974.1</c:v>
                </c:pt>
                <c:pt idx="30">
                  <c:v>3880.9</c:v>
                </c:pt>
                <c:pt idx="31">
                  <c:v>4184.3999999999996</c:v>
                </c:pt>
                <c:pt idx="32">
                  <c:v>4110.8</c:v>
                </c:pt>
                <c:pt idx="33">
                  <c:v>3601.3</c:v>
                </c:pt>
                <c:pt idx="34">
                  <c:v>3372</c:v>
                </c:pt>
                <c:pt idx="35">
                  <c:v>3571.7</c:v>
                </c:pt>
                <c:pt idx="36">
                  <c:v>4033.8</c:v>
                </c:pt>
                <c:pt idx="37">
                  <c:v>4512.1000000000004</c:v>
                </c:pt>
                <c:pt idx="38">
                  <c:v>4241.8</c:v>
                </c:pt>
                <c:pt idx="39">
                  <c:v>4251.1000000000004</c:v>
                </c:pt>
                <c:pt idx="40">
                  <c:v>3553.2</c:v>
                </c:pt>
                <c:pt idx="41">
                  <c:v>3719.3</c:v>
                </c:pt>
                <c:pt idx="42">
                  <c:v>3695</c:v>
                </c:pt>
                <c:pt idx="43">
                  <c:v>4137.6000000000004</c:v>
                </c:pt>
                <c:pt idx="44">
                  <c:v>3664.5</c:v>
                </c:pt>
                <c:pt idx="45">
                  <c:v>3466.8</c:v>
                </c:pt>
                <c:pt idx="46">
                  <c:v>#N/A</c:v>
                </c:pt>
                <c:pt idx="47">
                  <c:v>3394.7</c:v>
                </c:pt>
                <c:pt idx="48">
                  <c:v>3708.6</c:v>
                </c:pt>
                <c:pt idx="49">
                  <c:v>3676.1</c:v>
                </c:pt>
                <c:pt idx="50">
                  <c:v>3684.5</c:v>
                </c:pt>
                <c:pt idx="51">
                  <c:v>3608.1</c:v>
                </c:pt>
                <c:pt idx="52">
                  <c:v>3668.3</c:v>
                </c:pt>
                <c:pt idx="53">
                  <c:v>4626.5</c:v>
                </c:pt>
                <c:pt idx="54">
                  <c:v>4326.3999999999996</c:v>
                </c:pt>
                <c:pt idx="55">
                  <c:v>4184.3</c:v>
                </c:pt>
                <c:pt idx="56">
                  <c:v>4617.1000000000004</c:v>
                </c:pt>
                <c:pt idx="57">
                  <c:v>4716.1000000000004</c:v>
                </c:pt>
                <c:pt idx="58">
                  <c:v>4466.8999999999996</c:v>
                </c:pt>
                <c:pt idx="59">
                  <c:v>4379.1000000000004</c:v>
                </c:pt>
                <c:pt idx="60">
                  <c:v>4277.6000000000004</c:v>
                </c:pt>
                <c:pt idx="61">
                  <c:v>4063.4</c:v>
                </c:pt>
                <c:pt idx="62">
                  <c:v>3715.2</c:v>
                </c:pt>
                <c:pt idx="63">
                  <c:v>3588.4</c:v>
                </c:pt>
                <c:pt idx="64">
                  <c:v>3699.5</c:v>
                </c:pt>
                <c:pt idx="65">
                  <c:v>3549.3</c:v>
                </c:pt>
                <c:pt idx="66">
                  <c:v>4144.3</c:v>
                </c:pt>
                <c:pt idx="67">
                  <c:v>3892.2</c:v>
                </c:pt>
                <c:pt idx="68">
                  <c:v>3856</c:v>
                </c:pt>
                <c:pt idx="69">
                  <c:v>3924.4</c:v>
                </c:pt>
                <c:pt idx="70">
                  <c:v>4482</c:v>
                </c:pt>
                <c:pt idx="71">
                  <c:v>4732</c:v>
                </c:pt>
                <c:pt idx="72">
                  <c:v>4675.8999999999996</c:v>
                </c:pt>
                <c:pt idx="73">
                  <c:v>4736</c:v>
                </c:pt>
                <c:pt idx="74">
                  <c:v>5590</c:v>
                </c:pt>
                <c:pt idx="75">
                  <c:v>4719.6000000000004</c:v>
                </c:pt>
                <c:pt idx="76">
                  <c:v>4585.8</c:v>
                </c:pt>
                <c:pt idx="77">
                  <c:v>4372.2</c:v>
                </c:pt>
                <c:pt idx="78">
                  <c:v>4267.8999999999996</c:v>
                </c:pt>
                <c:pt idx="79">
                  <c:v>5246.8</c:v>
                </c:pt>
                <c:pt idx="80">
                  <c:v>5383.1</c:v>
                </c:pt>
                <c:pt idx="81">
                  <c:v>5492.1</c:v>
                </c:pt>
                <c:pt idx="82">
                  <c:v>5444.3</c:v>
                </c:pt>
                <c:pt idx="83">
                  <c:v>5172.2</c:v>
                </c:pt>
                <c:pt idx="84">
                  <c:v>4671.1000000000004</c:v>
                </c:pt>
                <c:pt idx="85">
                  <c:v>4414.6000000000004</c:v>
                </c:pt>
                <c:pt idx="86">
                  <c:v>4274.8</c:v>
                </c:pt>
                <c:pt idx="87">
                  <c:v>4779.1000000000004</c:v>
                </c:pt>
                <c:pt idx="88">
                  <c:v>4823.3</c:v>
                </c:pt>
                <c:pt idx="89">
                  <c:v>4979</c:v>
                </c:pt>
                <c:pt idx="90">
                  <c:v>5965.5</c:v>
                </c:pt>
                <c:pt idx="91">
                  <c:v>5892.5</c:v>
                </c:pt>
                <c:pt idx="92">
                  <c:v>5572.2</c:v>
                </c:pt>
                <c:pt idx="93">
                  <c:v>4847.2</c:v>
                </c:pt>
                <c:pt idx="94">
                  <c:v>4550.7</c:v>
                </c:pt>
                <c:pt idx="95">
                  <c:v>4297.7</c:v>
                </c:pt>
                <c:pt idx="96">
                  <c:v>4856.1000000000004</c:v>
                </c:pt>
                <c:pt idx="97">
                  <c:v>4702.3999999999996</c:v>
                </c:pt>
                <c:pt idx="98">
                  <c:v>#N/A</c:v>
                </c:pt>
                <c:pt idx="99">
                  <c:v>4943</c:v>
                </c:pt>
                <c:pt idx="100">
                  <c:v>5368.1</c:v>
                </c:pt>
                <c:pt idx="101">
                  <c:v>4564.3999999999996</c:v>
                </c:pt>
                <c:pt idx="102">
                  <c:v>3983.2</c:v>
                </c:pt>
                <c:pt idx="103">
                  <c:v>3488.9</c:v>
                </c:pt>
                <c:pt idx="104">
                  <c:v>3896.4</c:v>
                </c:pt>
                <c:pt idx="105">
                  <c:v>4554.3999999999996</c:v>
                </c:pt>
                <c:pt idx="106">
                  <c:v>4937.3999999999996</c:v>
                </c:pt>
                <c:pt idx="107">
                  <c:v>4433.6000000000004</c:v>
                </c:pt>
                <c:pt idx="108">
                  <c:v>4579</c:v>
                </c:pt>
                <c:pt idx="109">
                  <c:v>4284.3</c:v>
                </c:pt>
                <c:pt idx="110">
                  <c:v>4261.8</c:v>
                </c:pt>
                <c:pt idx="111">
                  <c:v>4136.3</c:v>
                </c:pt>
                <c:pt idx="112">
                  <c:v>4724.8999999999996</c:v>
                </c:pt>
                <c:pt idx="113">
                  <c:v>4485.2</c:v>
                </c:pt>
                <c:pt idx="114">
                  <c:v>4111.3</c:v>
                </c:pt>
                <c:pt idx="115">
                  <c:v>4412.8999999999996</c:v>
                </c:pt>
                <c:pt idx="116">
                  <c:v>4119.2</c:v>
                </c:pt>
                <c:pt idx="117">
                  <c:v>4528.8999999999996</c:v>
                </c:pt>
                <c:pt idx="118">
                  <c:v>4726.8999999999996</c:v>
                </c:pt>
                <c:pt idx="119">
                  <c:v>4672.1000000000004</c:v>
                </c:pt>
                <c:pt idx="120">
                  <c:v>4854.1000000000004</c:v>
                </c:pt>
                <c:pt idx="121">
                  <c:v>5279.9</c:v>
                </c:pt>
                <c:pt idx="122">
                  <c:v>4797.2</c:v>
                </c:pt>
                <c:pt idx="123">
                  <c:v>4241.5</c:v>
                </c:pt>
                <c:pt idx="124">
                  <c:v>3709.4</c:v>
                </c:pt>
                <c:pt idx="125">
                  <c:v>3163.6</c:v>
                </c:pt>
                <c:pt idx="126">
                  <c:v>3339.8</c:v>
                </c:pt>
                <c:pt idx="127">
                  <c:v>3214.4</c:v>
                </c:pt>
                <c:pt idx="128">
                  <c:v>3040.1</c:v>
                </c:pt>
                <c:pt idx="129">
                  <c:v>2573.4</c:v>
                </c:pt>
                <c:pt idx="130">
                  <c:v>#N/A</c:v>
                </c:pt>
                <c:pt idx="131">
                  <c:v>2242.1999999999998</c:v>
                </c:pt>
                <c:pt idx="132">
                  <c:v>2288</c:v>
                </c:pt>
                <c:pt idx="133">
                  <c:v>2218.3000000000002</c:v>
                </c:pt>
                <c:pt idx="134">
                  <c:v>2228.9</c:v>
                </c:pt>
                <c:pt idx="135">
                  <c:v>2110.6</c:v>
                </c:pt>
                <c:pt idx="136">
                  <c:v>1935.1</c:v>
                </c:pt>
                <c:pt idx="137">
                  <c:v>1842.6</c:v>
                </c:pt>
                <c:pt idx="138">
                  <c:v>1909</c:v>
                </c:pt>
                <c:pt idx="139">
                  <c:v>1512.9</c:v>
                </c:pt>
                <c:pt idx="140">
                  <c:v>1814</c:v>
                </c:pt>
                <c:pt idx="141">
                  <c:v>1922.9</c:v>
                </c:pt>
                <c:pt idx="142">
                  <c:v>1956.6</c:v>
                </c:pt>
                <c:pt idx="143">
                  <c:v>2025.3</c:v>
                </c:pt>
                <c:pt idx="144">
                  <c:v>2102.6999999999998</c:v>
                </c:pt>
                <c:pt idx="145">
                  <c:v>2033.7</c:v>
                </c:pt>
                <c:pt idx="146">
                  <c:v>2211.8000000000002</c:v>
                </c:pt>
                <c:pt idx="147">
                  <c:v>2105.6</c:v>
                </c:pt>
                <c:pt idx="148">
                  <c:v>2056.9</c:v>
                </c:pt>
                <c:pt idx="149">
                  <c:v>1903.5</c:v>
                </c:pt>
                <c:pt idx="150">
                  <c:v>1917.2</c:v>
                </c:pt>
                <c:pt idx="151">
                  <c:v>#N/A</c:v>
                </c:pt>
                <c:pt idx="152">
                  <c:v>1599.4</c:v>
                </c:pt>
                <c:pt idx="153">
                  <c:v>1529.8</c:v>
                </c:pt>
                <c:pt idx="154">
                  <c:v>1426.7</c:v>
                </c:pt>
                <c:pt idx="155">
                  <c:v>1277.8</c:v>
                </c:pt>
                <c:pt idx="156">
                  <c:v>1352.7</c:v>
                </c:pt>
                <c:pt idx="157">
                  <c:v>1507</c:v>
                </c:pt>
                <c:pt idx="158">
                  <c:v>1675.8</c:v>
                </c:pt>
                <c:pt idx="159">
                  <c:v>1601.2</c:v>
                </c:pt>
                <c:pt idx="160">
                  <c:v>1667.5</c:v>
                </c:pt>
                <c:pt idx="161">
                  <c:v>1674.2</c:v>
                </c:pt>
                <c:pt idx="162">
                  <c:v>1650.6</c:v>
                </c:pt>
                <c:pt idx="163">
                  <c:v>1442.3</c:v>
                </c:pt>
                <c:pt idx="164">
                  <c:v>1600.6</c:v>
                </c:pt>
                <c:pt idx="165">
                  <c:v>1528</c:v>
                </c:pt>
                <c:pt idx="166">
                  <c:v>1552.1</c:v>
                </c:pt>
                <c:pt idx="167">
                  <c:v>1426.3</c:v>
                </c:pt>
                <c:pt idx="168">
                  <c:v>1383.5</c:v>
                </c:pt>
                <c:pt idx="169">
                  <c:v>1324.7</c:v>
                </c:pt>
                <c:pt idx="170">
                  <c:v>1429.9</c:v>
                </c:pt>
                <c:pt idx="171">
                  <c:v>1370.9</c:v>
                </c:pt>
                <c:pt idx="172">
                  <c:v>1298.0999999999999</c:v>
                </c:pt>
                <c:pt idx="173">
                  <c:v>1323.9</c:v>
                </c:pt>
                <c:pt idx="174">
                  <c:v>1400.9</c:v>
                </c:pt>
                <c:pt idx="175">
                  <c:v>1460.6</c:v>
                </c:pt>
                <c:pt idx="176">
                  <c:v>1453.4</c:v>
                </c:pt>
                <c:pt idx="177">
                  <c:v>1382.6</c:v>
                </c:pt>
                <c:pt idx="178">
                  <c:v>1516.9</c:v>
                </c:pt>
                <c:pt idx="179">
                  <c:v>1321.3</c:v>
                </c:pt>
                <c:pt idx="180">
                  <c:v>1333.5</c:v>
                </c:pt>
                <c:pt idx="181">
                  <c:v>1341.8</c:v>
                </c:pt>
                <c:pt idx="182">
                  <c:v>1346.8</c:v>
                </c:pt>
                <c:pt idx="183">
                  <c:v>1329.7</c:v>
                </c:pt>
                <c:pt idx="184">
                  <c:v>1400.7</c:v>
                </c:pt>
                <c:pt idx="185">
                  <c:v>1327.5</c:v>
                </c:pt>
                <c:pt idx="186">
                  <c:v>1373.9</c:v>
                </c:pt>
                <c:pt idx="187">
                  <c:v>1342.6</c:v>
                </c:pt>
                <c:pt idx="188">
                  <c:v>1404.9</c:v>
                </c:pt>
                <c:pt idx="189">
                  <c:v>1439.4</c:v>
                </c:pt>
                <c:pt idx="190">
                  <c:v>1436</c:v>
                </c:pt>
                <c:pt idx="191">
                  <c:v>1275.8</c:v>
                </c:pt>
                <c:pt idx="192">
                  <c:v>1398.4</c:v>
                </c:pt>
                <c:pt idx="193">
                  <c:v>1335.1</c:v>
                </c:pt>
                <c:pt idx="194">
                  <c:v>1326.2</c:v>
                </c:pt>
                <c:pt idx="195">
                  <c:v>1387.1</c:v>
                </c:pt>
                <c:pt idx="196">
                  <c:v>1560.6</c:v>
                </c:pt>
                <c:pt idx="197">
                  <c:v>1898.2</c:v>
                </c:pt>
                <c:pt idx="198">
                  <c:v>1713.6</c:v>
                </c:pt>
                <c:pt idx="199">
                  <c:v>1604.8</c:v>
                </c:pt>
                <c:pt idx="200">
                  <c:v>1565.3</c:v>
                </c:pt>
                <c:pt idx="201">
                  <c:v>1563.2</c:v>
                </c:pt>
                <c:pt idx="202">
                  <c:v>1547.9</c:v>
                </c:pt>
                <c:pt idx="203">
                  <c:v>#N/A</c:v>
                </c:pt>
                <c:pt idx="204">
                  <c:v>1548.6</c:v>
                </c:pt>
                <c:pt idx="205">
                  <c:v>1518.8</c:v>
                </c:pt>
                <c:pt idx="206">
                  <c:v>1538.7</c:v>
                </c:pt>
                <c:pt idx="207">
                  <c:v>#N/A</c:v>
                </c:pt>
                <c:pt idx="208">
                  <c:v>#N/A</c:v>
                </c:pt>
                <c:pt idx="209">
                  <c:v>2271.5</c:v>
                </c:pt>
                <c:pt idx="210">
                  <c:v>2799.3</c:v>
                </c:pt>
                <c:pt idx="211">
                  <c:v>2572.3000000000002</c:v>
                </c:pt>
                <c:pt idx="212">
                  <c:v>2584.8000000000002</c:v>
                </c:pt>
                <c:pt idx="213">
                  <c:v>2291.3000000000002</c:v>
                </c:pt>
                <c:pt idx="214">
                  <c:v>1904.2</c:v>
                </c:pt>
                <c:pt idx="215">
                  <c:v>1703.1</c:v>
                </c:pt>
                <c:pt idx="216">
                  <c:v>1740.3</c:v>
                </c:pt>
                <c:pt idx="217">
                  <c:v>1685.7</c:v>
                </c:pt>
                <c:pt idx="218">
                  <c:v>1623.6</c:v>
                </c:pt>
                <c:pt idx="219">
                  <c:v>1860.8</c:v>
                </c:pt>
                <c:pt idx="220">
                  <c:v>1941.6</c:v>
                </c:pt>
                <c:pt idx="221">
                  <c:v>1854.7</c:v>
                </c:pt>
                <c:pt idx="222">
                  <c:v>1804.6</c:v>
                </c:pt>
                <c:pt idx="223">
                  <c:v>1817</c:v>
                </c:pt>
                <c:pt idx="224">
                  <c:v>#N/A</c:v>
                </c:pt>
              </c:numCache>
            </c:numRef>
          </c:val>
          <c:smooth val="0"/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211347712"/>
        <c:axId val="211346176"/>
      </c:lineChart>
      <c:dateAx>
        <c:axId val="211322368"/>
        <c:scaling>
          <c:orientation val="minMax"/>
        </c:scaling>
        <c:delete val="0"/>
        <c:axPos val="b"/>
        <c:numFmt formatCode="m/d/yyyy" sourceLinked="1"/>
        <c:majorTickMark val="out"/>
        <c:minorTickMark val="none"/>
        <c:tickLblPos val="nextTo"/>
        <c:crossAx val="211323904"/>
        <c:crosses val="autoZero"/>
        <c:auto val="1"/>
        <c:lblOffset val="100"/>
        <c:baseTimeUnit val="days"/>
        <c:majorUnit val="6"/>
        <c:majorTimeUnit val="months"/>
      </c:dateAx>
      <c:valAx>
        <c:axId val="211323904"/>
        <c:scaling>
          <c:orientation val="minMax"/>
          <c:max val="1"/>
        </c:scaling>
        <c:delete val="0"/>
        <c:axPos val="l"/>
        <c:majorGridlines/>
        <c:numFmt formatCode="0%" sourceLinked="1"/>
        <c:majorTickMark val="out"/>
        <c:minorTickMark val="none"/>
        <c:tickLblPos val="nextTo"/>
        <c:crossAx val="211322368"/>
        <c:crosses val="autoZero"/>
        <c:crossBetween val="between"/>
      </c:valAx>
      <c:valAx>
        <c:axId val="211346176"/>
        <c:scaling>
          <c:orientation val="minMax"/>
        </c:scaling>
        <c:delete val="0"/>
        <c:axPos val="r"/>
        <c:numFmt formatCode="General" sourceLinked="1"/>
        <c:majorTickMark val="out"/>
        <c:minorTickMark val="none"/>
        <c:tickLblPos val="nextTo"/>
        <c:crossAx val="211347712"/>
        <c:crosses val="max"/>
        <c:crossBetween val="between"/>
      </c:valAx>
      <c:dateAx>
        <c:axId val="211347712"/>
        <c:scaling>
          <c:orientation val="minMax"/>
        </c:scaling>
        <c:delete val="1"/>
        <c:axPos val="b"/>
        <c:numFmt formatCode="m/d/yyyy" sourceLinked="1"/>
        <c:majorTickMark val="out"/>
        <c:minorTickMark val="none"/>
        <c:tickLblPos val="nextTo"/>
        <c:crossAx val="211346176"/>
        <c:crosses val="autoZero"/>
        <c:auto val="1"/>
        <c:lblOffset val="100"/>
        <c:baseTimeUnit val="days"/>
      </c:dateAx>
    </c:plotArea>
    <c:legend>
      <c:legendPos val="b"/>
      <c:layout/>
      <c:overlay val="0"/>
    </c:legend>
    <c:plotVisOnly val="1"/>
    <c:dispBlanksAs val="gap"/>
    <c:showDLblsOverMax val="0"/>
  </c:chart>
  <c:externalData r:id="rId1">
    <c:autoUpdate val="0"/>
  </c:externalData>
</c:chartSpace>
</file>

<file path=ppt/charts/chart1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/>
          <a:lstStyle/>
          <a:p>
            <a:pPr>
              <a:defRPr sz="1600"/>
            </a:pPr>
            <a:r>
              <a:rPr lang="en-US" sz="1600" b="1" i="0" baseline="0" dirty="0" smtClean="0">
                <a:effectLst/>
              </a:rPr>
              <a:t> </a:t>
            </a:r>
            <a:endParaRPr lang="en-US" sz="1600" dirty="0">
              <a:effectLst/>
            </a:endParaRPr>
          </a:p>
        </c:rich>
      </c:tx>
      <c:layout/>
      <c:overlay val="0"/>
    </c:title>
    <c:autoTitleDeleted val="0"/>
    <c:plotArea>
      <c:layout>
        <c:manualLayout>
          <c:layoutTarget val="inner"/>
          <c:xMode val="edge"/>
          <c:yMode val="edge"/>
          <c:x val="8.6273577440957497E-2"/>
          <c:y val="4.103239004183673E-2"/>
          <c:w val="0.82832390448197313"/>
          <c:h val="0.77048847154975197"/>
        </c:manualLayout>
      </c:layout>
      <c:lineChart>
        <c:grouping val="standard"/>
        <c:varyColors val="0"/>
        <c:ser>
          <c:idx val="0"/>
          <c:order val="0"/>
          <c:tx>
            <c:v>Refinancible Percentage</c:v>
          </c:tx>
          <c:spPr>
            <a:ln w="19050">
              <a:solidFill>
                <a:srgbClr val="2E398A"/>
              </a:solidFill>
            </a:ln>
          </c:spPr>
          <c:marker>
            <c:symbol val="none"/>
          </c:marker>
          <c:cat>
            <c:numRef>
              <c:f>PoolRefinancible!$B$3:$B$227</c:f>
              <c:numCache>
                <c:formatCode>m/d/yyyy</c:formatCode>
                <c:ptCount val="225"/>
                <c:pt idx="0">
                  <c:v>40549</c:v>
                </c:pt>
                <c:pt idx="1">
                  <c:v>40556</c:v>
                </c:pt>
                <c:pt idx="2">
                  <c:v>40563</c:v>
                </c:pt>
                <c:pt idx="3">
                  <c:v>40570</c:v>
                </c:pt>
                <c:pt idx="4">
                  <c:v>40577</c:v>
                </c:pt>
                <c:pt idx="5">
                  <c:v>40584</c:v>
                </c:pt>
                <c:pt idx="6">
                  <c:v>40591</c:v>
                </c:pt>
                <c:pt idx="7">
                  <c:v>40598</c:v>
                </c:pt>
                <c:pt idx="8">
                  <c:v>40605</c:v>
                </c:pt>
                <c:pt idx="9">
                  <c:v>40612</c:v>
                </c:pt>
                <c:pt idx="10">
                  <c:v>40619</c:v>
                </c:pt>
                <c:pt idx="11">
                  <c:v>40626</c:v>
                </c:pt>
                <c:pt idx="12">
                  <c:v>40633</c:v>
                </c:pt>
                <c:pt idx="13">
                  <c:v>40640</c:v>
                </c:pt>
                <c:pt idx="14">
                  <c:v>40647</c:v>
                </c:pt>
                <c:pt idx="15">
                  <c:v>40654</c:v>
                </c:pt>
                <c:pt idx="16">
                  <c:v>40661</c:v>
                </c:pt>
                <c:pt idx="17">
                  <c:v>40668</c:v>
                </c:pt>
                <c:pt idx="18">
                  <c:v>40675</c:v>
                </c:pt>
                <c:pt idx="19">
                  <c:v>40682</c:v>
                </c:pt>
                <c:pt idx="20">
                  <c:v>40689</c:v>
                </c:pt>
                <c:pt idx="21">
                  <c:v>40696</c:v>
                </c:pt>
                <c:pt idx="22">
                  <c:v>40703</c:v>
                </c:pt>
                <c:pt idx="23">
                  <c:v>40710</c:v>
                </c:pt>
                <c:pt idx="24">
                  <c:v>40717</c:v>
                </c:pt>
                <c:pt idx="25">
                  <c:v>40724</c:v>
                </c:pt>
                <c:pt idx="26">
                  <c:v>40731</c:v>
                </c:pt>
                <c:pt idx="27">
                  <c:v>40738</c:v>
                </c:pt>
                <c:pt idx="28">
                  <c:v>40745</c:v>
                </c:pt>
                <c:pt idx="29">
                  <c:v>40752</c:v>
                </c:pt>
                <c:pt idx="30">
                  <c:v>40759</c:v>
                </c:pt>
                <c:pt idx="31">
                  <c:v>40766</c:v>
                </c:pt>
                <c:pt idx="32">
                  <c:v>40773</c:v>
                </c:pt>
                <c:pt idx="33">
                  <c:v>40780</c:v>
                </c:pt>
                <c:pt idx="34">
                  <c:v>40787</c:v>
                </c:pt>
                <c:pt idx="35">
                  <c:v>40794</c:v>
                </c:pt>
                <c:pt idx="36">
                  <c:v>40801</c:v>
                </c:pt>
                <c:pt idx="37">
                  <c:v>40808</c:v>
                </c:pt>
                <c:pt idx="38">
                  <c:v>40815</c:v>
                </c:pt>
                <c:pt idx="39">
                  <c:v>40822</c:v>
                </c:pt>
                <c:pt idx="40">
                  <c:v>40829</c:v>
                </c:pt>
                <c:pt idx="41">
                  <c:v>40836</c:v>
                </c:pt>
                <c:pt idx="42">
                  <c:v>40843</c:v>
                </c:pt>
                <c:pt idx="43">
                  <c:v>40850</c:v>
                </c:pt>
                <c:pt idx="44">
                  <c:v>40857</c:v>
                </c:pt>
                <c:pt idx="45">
                  <c:v>40864</c:v>
                </c:pt>
                <c:pt idx="46">
                  <c:v>40870</c:v>
                </c:pt>
                <c:pt idx="47">
                  <c:v>40878</c:v>
                </c:pt>
                <c:pt idx="48">
                  <c:v>40885</c:v>
                </c:pt>
                <c:pt idx="49">
                  <c:v>40892</c:v>
                </c:pt>
                <c:pt idx="50">
                  <c:v>40899</c:v>
                </c:pt>
                <c:pt idx="51">
                  <c:v>40906</c:v>
                </c:pt>
                <c:pt idx="52">
                  <c:v>40913</c:v>
                </c:pt>
                <c:pt idx="53">
                  <c:v>40920</c:v>
                </c:pt>
                <c:pt idx="54">
                  <c:v>40927</c:v>
                </c:pt>
                <c:pt idx="55">
                  <c:v>40934</c:v>
                </c:pt>
                <c:pt idx="56">
                  <c:v>40941</c:v>
                </c:pt>
                <c:pt idx="57">
                  <c:v>40948</c:v>
                </c:pt>
                <c:pt idx="58">
                  <c:v>40955</c:v>
                </c:pt>
                <c:pt idx="59">
                  <c:v>40962</c:v>
                </c:pt>
                <c:pt idx="60">
                  <c:v>40969</c:v>
                </c:pt>
                <c:pt idx="61">
                  <c:v>40976</c:v>
                </c:pt>
                <c:pt idx="62">
                  <c:v>40983</c:v>
                </c:pt>
                <c:pt idx="63">
                  <c:v>40990</c:v>
                </c:pt>
                <c:pt idx="64">
                  <c:v>40997</c:v>
                </c:pt>
                <c:pt idx="65">
                  <c:v>41004</c:v>
                </c:pt>
                <c:pt idx="66">
                  <c:v>41011</c:v>
                </c:pt>
                <c:pt idx="67">
                  <c:v>41018</c:v>
                </c:pt>
                <c:pt idx="68">
                  <c:v>41025</c:v>
                </c:pt>
                <c:pt idx="69">
                  <c:v>41032</c:v>
                </c:pt>
                <c:pt idx="70">
                  <c:v>41039</c:v>
                </c:pt>
                <c:pt idx="71">
                  <c:v>41046</c:v>
                </c:pt>
                <c:pt idx="72">
                  <c:v>41053</c:v>
                </c:pt>
                <c:pt idx="73">
                  <c:v>41060</c:v>
                </c:pt>
                <c:pt idx="74">
                  <c:v>41067</c:v>
                </c:pt>
                <c:pt idx="75">
                  <c:v>41074</c:v>
                </c:pt>
                <c:pt idx="76">
                  <c:v>41081</c:v>
                </c:pt>
                <c:pt idx="77">
                  <c:v>41088</c:v>
                </c:pt>
                <c:pt idx="78">
                  <c:v>41095</c:v>
                </c:pt>
                <c:pt idx="79">
                  <c:v>41102</c:v>
                </c:pt>
                <c:pt idx="80">
                  <c:v>41109</c:v>
                </c:pt>
                <c:pt idx="81">
                  <c:v>41116</c:v>
                </c:pt>
                <c:pt idx="82">
                  <c:v>41123</c:v>
                </c:pt>
                <c:pt idx="83">
                  <c:v>41130</c:v>
                </c:pt>
                <c:pt idx="84">
                  <c:v>41137</c:v>
                </c:pt>
                <c:pt idx="85">
                  <c:v>41144</c:v>
                </c:pt>
                <c:pt idx="86">
                  <c:v>41151</c:v>
                </c:pt>
                <c:pt idx="87">
                  <c:v>41158</c:v>
                </c:pt>
                <c:pt idx="88">
                  <c:v>41165</c:v>
                </c:pt>
                <c:pt idx="89">
                  <c:v>41172</c:v>
                </c:pt>
                <c:pt idx="90">
                  <c:v>41179</c:v>
                </c:pt>
                <c:pt idx="91">
                  <c:v>41186</c:v>
                </c:pt>
                <c:pt idx="92">
                  <c:v>41193</c:v>
                </c:pt>
                <c:pt idx="93">
                  <c:v>41200</c:v>
                </c:pt>
                <c:pt idx="94">
                  <c:v>41207</c:v>
                </c:pt>
                <c:pt idx="95">
                  <c:v>41214</c:v>
                </c:pt>
                <c:pt idx="96">
                  <c:v>41221</c:v>
                </c:pt>
                <c:pt idx="97">
                  <c:v>41228</c:v>
                </c:pt>
                <c:pt idx="98">
                  <c:v>41234</c:v>
                </c:pt>
                <c:pt idx="99">
                  <c:v>41242</c:v>
                </c:pt>
                <c:pt idx="100">
                  <c:v>41249</c:v>
                </c:pt>
                <c:pt idx="101">
                  <c:v>41256</c:v>
                </c:pt>
                <c:pt idx="102">
                  <c:v>41263</c:v>
                </c:pt>
                <c:pt idx="103">
                  <c:v>41270</c:v>
                </c:pt>
                <c:pt idx="104">
                  <c:v>41277</c:v>
                </c:pt>
                <c:pt idx="105">
                  <c:v>41284</c:v>
                </c:pt>
                <c:pt idx="106">
                  <c:v>41291</c:v>
                </c:pt>
                <c:pt idx="107">
                  <c:v>41298</c:v>
                </c:pt>
                <c:pt idx="108">
                  <c:v>41305</c:v>
                </c:pt>
                <c:pt idx="109">
                  <c:v>41312</c:v>
                </c:pt>
                <c:pt idx="110">
                  <c:v>41319</c:v>
                </c:pt>
                <c:pt idx="111">
                  <c:v>41326</c:v>
                </c:pt>
                <c:pt idx="112">
                  <c:v>41333</c:v>
                </c:pt>
                <c:pt idx="113">
                  <c:v>41340</c:v>
                </c:pt>
                <c:pt idx="114">
                  <c:v>41347</c:v>
                </c:pt>
                <c:pt idx="115">
                  <c:v>41354</c:v>
                </c:pt>
                <c:pt idx="116">
                  <c:v>41361</c:v>
                </c:pt>
                <c:pt idx="117">
                  <c:v>41368</c:v>
                </c:pt>
                <c:pt idx="118">
                  <c:v>41375</c:v>
                </c:pt>
                <c:pt idx="119">
                  <c:v>41382</c:v>
                </c:pt>
                <c:pt idx="120">
                  <c:v>41389</c:v>
                </c:pt>
                <c:pt idx="121">
                  <c:v>41396</c:v>
                </c:pt>
                <c:pt idx="122">
                  <c:v>41403</c:v>
                </c:pt>
                <c:pt idx="123">
                  <c:v>41410</c:v>
                </c:pt>
                <c:pt idx="124">
                  <c:v>41417</c:v>
                </c:pt>
                <c:pt idx="125">
                  <c:v>41424</c:v>
                </c:pt>
                <c:pt idx="126">
                  <c:v>41431</c:v>
                </c:pt>
                <c:pt idx="127">
                  <c:v>41438</c:v>
                </c:pt>
                <c:pt idx="128">
                  <c:v>41445</c:v>
                </c:pt>
                <c:pt idx="129">
                  <c:v>41452</c:v>
                </c:pt>
                <c:pt idx="130">
                  <c:v>41458</c:v>
                </c:pt>
                <c:pt idx="131">
                  <c:v>41466</c:v>
                </c:pt>
                <c:pt idx="132">
                  <c:v>41473</c:v>
                </c:pt>
                <c:pt idx="133">
                  <c:v>41480</c:v>
                </c:pt>
                <c:pt idx="134">
                  <c:v>41487</c:v>
                </c:pt>
                <c:pt idx="135">
                  <c:v>41494</c:v>
                </c:pt>
                <c:pt idx="136">
                  <c:v>41501</c:v>
                </c:pt>
                <c:pt idx="137">
                  <c:v>41508</c:v>
                </c:pt>
                <c:pt idx="138">
                  <c:v>41515</c:v>
                </c:pt>
                <c:pt idx="139">
                  <c:v>41522</c:v>
                </c:pt>
                <c:pt idx="140">
                  <c:v>41529</c:v>
                </c:pt>
                <c:pt idx="141">
                  <c:v>41536</c:v>
                </c:pt>
                <c:pt idx="142">
                  <c:v>41543</c:v>
                </c:pt>
                <c:pt idx="143">
                  <c:v>41550</c:v>
                </c:pt>
                <c:pt idx="144">
                  <c:v>41557</c:v>
                </c:pt>
                <c:pt idx="145">
                  <c:v>41564</c:v>
                </c:pt>
                <c:pt idx="146">
                  <c:v>41571</c:v>
                </c:pt>
                <c:pt idx="147">
                  <c:v>41578</c:v>
                </c:pt>
                <c:pt idx="148">
                  <c:v>41585</c:v>
                </c:pt>
                <c:pt idx="149">
                  <c:v>41592</c:v>
                </c:pt>
                <c:pt idx="150">
                  <c:v>41599</c:v>
                </c:pt>
                <c:pt idx="151">
                  <c:v>41605</c:v>
                </c:pt>
                <c:pt idx="152">
                  <c:v>41613</c:v>
                </c:pt>
                <c:pt idx="153">
                  <c:v>41620</c:v>
                </c:pt>
                <c:pt idx="154">
                  <c:v>41627</c:v>
                </c:pt>
                <c:pt idx="155">
                  <c:v>41634</c:v>
                </c:pt>
                <c:pt idx="156">
                  <c:v>41641</c:v>
                </c:pt>
                <c:pt idx="157">
                  <c:v>41648</c:v>
                </c:pt>
                <c:pt idx="158">
                  <c:v>41655</c:v>
                </c:pt>
                <c:pt idx="159">
                  <c:v>41662</c:v>
                </c:pt>
                <c:pt idx="160">
                  <c:v>41669</c:v>
                </c:pt>
                <c:pt idx="161">
                  <c:v>41676</c:v>
                </c:pt>
                <c:pt idx="162">
                  <c:v>41683</c:v>
                </c:pt>
                <c:pt idx="163">
                  <c:v>41690</c:v>
                </c:pt>
                <c:pt idx="164">
                  <c:v>41697</c:v>
                </c:pt>
                <c:pt idx="165">
                  <c:v>41704</c:v>
                </c:pt>
                <c:pt idx="166">
                  <c:v>41711</c:v>
                </c:pt>
                <c:pt idx="167">
                  <c:v>41718</c:v>
                </c:pt>
                <c:pt idx="168">
                  <c:v>41725</c:v>
                </c:pt>
                <c:pt idx="169">
                  <c:v>41732</c:v>
                </c:pt>
                <c:pt idx="170">
                  <c:v>41739</c:v>
                </c:pt>
                <c:pt idx="171">
                  <c:v>41746</c:v>
                </c:pt>
                <c:pt idx="172">
                  <c:v>41753</c:v>
                </c:pt>
                <c:pt idx="173">
                  <c:v>41760</c:v>
                </c:pt>
                <c:pt idx="174">
                  <c:v>41767</c:v>
                </c:pt>
                <c:pt idx="175">
                  <c:v>41774</c:v>
                </c:pt>
                <c:pt idx="176">
                  <c:v>41781</c:v>
                </c:pt>
                <c:pt idx="177">
                  <c:v>41788</c:v>
                </c:pt>
                <c:pt idx="178">
                  <c:v>41795</c:v>
                </c:pt>
                <c:pt idx="179">
                  <c:v>41802</c:v>
                </c:pt>
                <c:pt idx="180">
                  <c:v>41809</c:v>
                </c:pt>
                <c:pt idx="181">
                  <c:v>41816</c:v>
                </c:pt>
                <c:pt idx="182">
                  <c:v>41823</c:v>
                </c:pt>
                <c:pt idx="183">
                  <c:v>41830</c:v>
                </c:pt>
                <c:pt idx="184">
                  <c:v>41837</c:v>
                </c:pt>
                <c:pt idx="185">
                  <c:v>41844</c:v>
                </c:pt>
                <c:pt idx="186">
                  <c:v>41851</c:v>
                </c:pt>
                <c:pt idx="187">
                  <c:v>41858</c:v>
                </c:pt>
                <c:pt idx="188">
                  <c:v>41865</c:v>
                </c:pt>
                <c:pt idx="189">
                  <c:v>41872</c:v>
                </c:pt>
                <c:pt idx="190">
                  <c:v>41879</c:v>
                </c:pt>
                <c:pt idx="191">
                  <c:v>41886</c:v>
                </c:pt>
                <c:pt idx="192">
                  <c:v>41893</c:v>
                </c:pt>
                <c:pt idx="193">
                  <c:v>41900</c:v>
                </c:pt>
                <c:pt idx="194">
                  <c:v>41907</c:v>
                </c:pt>
                <c:pt idx="195">
                  <c:v>41914</c:v>
                </c:pt>
                <c:pt idx="196">
                  <c:v>41921</c:v>
                </c:pt>
                <c:pt idx="197">
                  <c:v>41928</c:v>
                </c:pt>
                <c:pt idx="198">
                  <c:v>41935</c:v>
                </c:pt>
                <c:pt idx="199">
                  <c:v>41942</c:v>
                </c:pt>
                <c:pt idx="200">
                  <c:v>41949</c:v>
                </c:pt>
                <c:pt idx="201">
                  <c:v>41956</c:v>
                </c:pt>
                <c:pt idx="202">
                  <c:v>41963</c:v>
                </c:pt>
                <c:pt idx="203">
                  <c:v>41969</c:v>
                </c:pt>
                <c:pt idx="204">
                  <c:v>41977</c:v>
                </c:pt>
                <c:pt idx="205">
                  <c:v>41984</c:v>
                </c:pt>
                <c:pt idx="206">
                  <c:v>41991</c:v>
                </c:pt>
                <c:pt idx="207">
                  <c:v>41997</c:v>
                </c:pt>
                <c:pt idx="208">
                  <c:v>42004</c:v>
                </c:pt>
                <c:pt idx="209">
                  <c:v>42012</c:v>
                </c:pt>
                <c:pt idx="210">
                  <c:v>42019</c:v>
                </c:pt>
                <c:pt idx="211">
                  <c:v>42026</c:v>
                </c:pt>
                <c:pt idx="212">
                  <c:v>42033</c:v>
                </c:pt>
                <c:pt idx="213">
                  <c:v>42040</c:v>
                </c:pt>
                <c:pt idx="214">
                  <c:v>42047</c:v>
                </c:pt>
                <c:pt idx="215">
                  <c:v>42054</c:v>
                </c:pt>
                <c:pt idx="216">
                  <c:v>42061</c:v>
                </c:pt>
                <c:pt idx="217">
                  <c:v>42068</c:v>
                </c:pt>
                <c:pt idx="218">
                  <c:v>42075</c:v>
                </c:pt>
                <c:pt idx="219">
                  <c:v>42082</c:v>
                </c:pt>
                <c:pt idx="220">
                  <c:v>42089</c:v>
                </c:pt>
                <c:pt idx="221">
                  <c:v>42096</c:v>
                </c:pt>
                <c:pt idx="222">
                  <c:v>42103</c:v>
                </c:pt>
                <c:pt idx="223">
                  <c:v>42110</c:v>
                </c:pt>
                <c:pt idx="224">
                  <c:v>42117</c:v>
                </c:pt>
              </c:numCache>
            </c:numRef>
          </c:cat>
          <c:val>
            <c:numRef>
              <c:f>PoolRefinancible!$C$3:$C$227</c:f>
              <c:numCache>
                <c:formatCode>0%</c:formatCode>
                <c:ptCount val="225"/>
                <c:pt idx="0">
                  <c:v>0.62402170072443153</c:v>
                </c:pt>
                <c:pt idx="1">
                  <c:v>0.62817294477626939</c:v>
                </c:pt>
                <c:pt idx="2">
                  <c:v>0.62597730951219899</c:v>
                </c:pt>
                <c:pt idx="3">
                  <c:v>0.62392159162868732</c:v>
                </c:pt>
                <c:pt idx="4">
                  <c:v>0.60653142223595213</c:v>
                </c:pt>
                <c:pt idx="5">
                  <c:v>0.50868797673712363</c:v>
                </c:pt>
                <c:pt idx="6">
                  <c:v>0.52965901814335548</c:v>
                </c:pt>
                <c:pt idx="7">
                  <c:v>0.57709503787578109</c:v>
                </c:pt>
                <c:pt idx="8">
                  <c:v>0.59224775585706535</c:v>
                </c:pt>
                <c:pt idx="9">
                  <c:v>0.59090570789662444</c:v>
                </c:pt>
                <c:pt idx="10">
                  <c:v>0.60261779474869925</c:v>
                </c:pt>
                <c:pt idx="11">
                  <c:v>0.59950595681897523</c:v>
                </c:pt>
                <c:pt idx="12">
                  <c:v>0.593225708201635</c:v>
                </c:pt>
                <c:pt idx="13">
                  <c:v>0.58542144661011908</c:v>
                </c:pt>
                <c:pt idx="14">
                  <c:v>0.58155199492979581</c:v>
                </c:pt>
                <c:pt idx="15">
                  <c:v>0.59356262313394537</c:v>
                </c:pt>
                <c:pt idx="16">
                  <c:v>0.59445921362542997</c:v>
                </c:pt>
                <c:pt idx="17">
                  <c:v>0.59391131067456038</c:v>
                </c:pt>
                <c:pt idx="18">
                  <c:v>0.60662155942020002</c:v>
                </c:pt>
                <c:pt idx="19">
                  <c:v>0.61264076908113763</c:v>
                </c:pt>
                <c:pt idx="20">
                  <c:v>0.61599363608099678</c:v>
                </c:pt>
                <c:pt idx="21">
                  <c:v>0.66311590107349083</c:v>
                </c:pt>
                <c:pt idx="22">
                  <c:v>0.74517189360077984</c:v>
                </c:pt>
                <c:pt idx="23">
                  <c:v>0.72397022872334449</c:v>
                </c:pt>
                <c:pt idx="24">
                  <c:v>0.66311590107349083</c:v>
                </c:pt>
                <c:pt idx="25">
                  <c:v>0.69050447134038251</c:v>
                </c:pt>
                <c:pt idx="26">
                  <c:v>0.60410549631050647</c:v>
                </c:pt>
                <c:pt idx="27">
                  <c:v>0.684475421712615</c:v>
                </c:pt>
                <c:pt idx="28">
                  <c:v>0.66675683999516944</c:v>
                </c:pt>
                <c:pt idx="29">
                  <c:v>0.61660059317974736</c:v>
                </c:pt>
                <c:pt idx="30">
                  <c:v>0.81803711941746404</c:v>
                </c:pt>
                <c:pt idx="31">
                  <c:v>0.83404184296119399</c:v>
                </c:pt>
                <c:pt idx="32">
                  <c:v>0.86117434904403212</c:v>
                </c:pt>
                <c:pt idx="33">
                  <c:v>0.84714025108084823</c:v>
                </c:pt>
                <c:pt idx="34">
                  <c:v>0.84129278814437181</c:v>
                </c:pt>
                <c:pt idx="35">
                  <c:v>0.87859103936280614</c:v>
                </c:pt>
                <c:pt idx="36">
                  <c:v>0.90242289630359074</c:v>
                </c:pt>
                <c:pt idx="37">
                  <c:v>0.90242289630359074</c:v>
                </c:pt>
                <c:pt idx="38">
                  <c:v>0.94644262124543443</c:v>
                </c:pt>
                <c:pt idx="39">
                  <c:v>0.96725200604215567</c:v>
                </c:pt>
                <c:pt idx="40">
                  <c:v>0.84917694017596268</c:v>
                </c:pt>
                <c:pt idx="41">
                  <c:v>0.85635864773186432</c:v>
                </c:pt>
                <c:pt idx="42">
                  <c:v>0.86512672485653175</c:v>
                </c:pt>
                <c:pt idx="43">
                  <c:v>0.93485323798856346</c:v>
                </c:pt>
                <c:pt idx="44">
                  <c:v>0.94404770550683115</c:v>
                </c:pt>
                <c:pt idx="45">
                  <c:v>0.93485323798856346</c:v>
                </c:pt>
                <c:pt idx="46">
                  <c:v>0.94997170807452469</c:v>
                </c:pt>
                <c:pt idx="47">
                  <c:v>0.91542628506626045</c:v>
                </c:pt>
                <c:pt idx="48">
                  <c:v>0.9248746068169833</c:v>
                </c:pt>
                <c:pt idx="49">
                  <c:v>0.93969161247928745</c:v>
                </c:pt>
                <c:pt idx="50">
                  <c:v>0.9601958662364245</c:v>
                </c:pt>
                <c:pt idx="51">
                  <c:v>0.94762260030460288</c:v>
                </c:pt>
                <c:pt idx="52">
                  <c:v>0.94481773750585774</c:v>
                </c:pt>
                <c:pt idx="53">
                  <c:v>0.95320351892281485</c:v>
                </c:pt>
                <c:pt idx="54">
                  <c:v>0.95182771809710431</c:v>
                </c:pt>
                <c:pt idx="55">
                  <c:v>0.91861521434498927</c:v>
                </c:pt>
                <c:pt idx="56">
                  <c:v>0.94107838104995334</c:v>
                </c:pt>
                <c:pt idx="57">
                  <c:v>0.94107838104995334</c:v>
                </c:pt>
                <c:pt idx="58">
                  <c:v>0.94107838104995334</c:v>
                </c:pt>
                <c:pt idx="59">
                  <c:v>0.90921329115869776</c:v>
                </c:pt>
                <c:pt idx="60">
                  <c:v>0.91584710240533518</c:v>
                </c:pt>
                <c:pt idx="61">
                  <c:v>0.91902765125865959</c:v>
                </c:pt>
                <c:pt idx="62">
                  <c:v>0.90514599034862198</c:v>
                </c:pt>
                <c:pt idx="63">
                  <c:v>0.78959380464288376</c:v>
                </c:pt>
                <c:pt idx="64">
                  <c:v>0.87490910290764468</c:v>
                </c:pt>
                <c:pt idx="65">
                  <c:v>0.86928745494692716</c:v>
                </c:pt>
                <c:pt idx="66">
                  <c:v>0.90849340717481886</c:v>
                </c:pt>
                <c:pt idx="67">
                  <c:v>0.9034983903169389</c:v>
                </c:pt>
                <c:pt idx="68">
                  <c:v>0.90849340717481886</c:v>
                </c:pt>
                <c:pt idx="69">
                  <c:v>0.89225108632442729</c:v>
                </c:pt>
                <c:pt idx="70">
                  <c:v>0.89337268606647302</c:v>
                </c:pt>
                <c:pt idx="71">
                  <c:v>0.8948997967143093</c:v>
                </c:pt>
                <c:pt idx="72">
                  <c:v>0.89443957907281746</c:v>
                </c:pt>
                <c:pt idx="73">
                  <c:v>0.89512122084695944</c:v>
                </c:pt>
                <c:pt idx="74">
                  <c:v>0.8920195449585564</c:v>
                </c:pt>
                <c:pt idx="75">
                  <c:v>0.88667449797815956</c:v>
                </c:pt>
                <c:pt idx="76">
                  <c:v>0.89407594990163874</c:v>
                </c:pt>
                <c:pt idx="77">
                  <c:v>0.89407594990163874</c:v>
                </c:pt>
                <c:pt idx="78">
                  <c:v>0.8819114104860859</c:v>
                </c:pt>
                <c:pt idx="79">
                  <c:v>0.94551237246929465</c:v>
                </c:pt>
                <c:pt idx="80">
                  <c:v>0.97186924857158052</c:v>
                </c:pt>
                <c:pt idx="81">
                  <c:v>0.98451993370244106</c:v>
                </c:pt>
                <c:pt idx="82">
                  <c:v>0.9385222539497815</c:v>
                </c:pt>
                <c:pt idx="83">
                  <c:v>0.92408794393225557</c:v>
                </c:pt>
                <c:pt idx="84">
                  <c:v>0.88445471641937157</c:v>
                </c:pt>
                <c:pt idx="85">
                  <c:v>0.85694996797233836</c:v>
                </c:pt>
                <c:pt idx="86">
                  <c:v>0.92408794393225557</c:v>
                </c:pt>
                <c:pt idx="87">
                  <c:v>0.91761037893987563</c:v>
                </c:pt>
                <c:pt idx="88">
                  <c:v>0.94047646256577366</c:v>
                </c:pt>
                <c:pt idx="89">
                  <c:v>0.95891425076544745</c:v>
                </c:pt>
                <c:pt idx="90">
                  <c:v>0.96459917415866681</c:v>
                </c:pt>
                <c:pt idx="91">
                  <c:v>0.95362908529618629</c:v>
                </c:pt>
                <c:pt idx="92">
                  <c:v>0.95159604304738465</c:v>
                </c:pt>
                <c:pt idx="93">
                  <c:v>0.95277295236812309</c:v>
                </c:pt>
                <c:pt idx="94">
                  <c:v>0.95079229345734595</c:v>
                </c:pt>
                <c:pt idx="95">
                  <c:v>0.92571311512973709</c:v>
                </c:pt>
                <c:pt idx="96">
                  <c:v>0.9252942527060104</c:v>
                </c:pt>
                <c:pt idx="97">
                  <c:v>0.92772026190850965</c:v>
                </c:pt>
                <c:pt idx="98">
                  <c:v>0.9299301195282087</c:v>
                </c:pt>
                <c:pt idx="99">
                  <c:v>0.92756020040727527</c:v>
                </c:pt>
                <c:pt idx="100">
                  <c:v>0.9105479087849232</c:v>
                </c:pt>
                <c:pt idx="101">
                  <c:v>0.9126136851792267</c:v>
                </c:pt>
                <c:pt idx="102">
                  <c:v>0.90965157918840345</c:v>
                </c:pt>
                <c:pt idx="103">
                  <c:v>0.91018597538933266</c:v>
                </c:pt>
                <c:pt idx="104">
                  <c:v>0.88829814088555981</c:v>
                </c:pt>
                <c:pt idx="105">
                  <c:v>0.88507237465236011</c:v>
                </c:pt>
                <c:pt idx="106">
                  <c:v>0.88631407683414742</c:v>
                </c:pt>
                <c:pt idx="107">
                  <c:v>0.88379536104531342</c:v>
                </c:pt>
                <c:pt idx="108">
                  <c:v>0.84748759806752005</c:v>
                </c:pt>
                <c:pt idx="109">
                  <c:v>0.79744674672768578</c:v>
                </c:pt>
                <c:pt idx="110">
                  <c:v>0.79744674672768578</c:v>
                </c:pt>
                <c:pt idx="111">
                  <c:v>0.75767121274967097</c:v>
                </c:pt>
                <c:pt idx="112">
                  <c:v>0.81599621049204552</c:v>
                </c:pt>
                <c:pt idx="113">
                  <c:v>0.81254588826988361</c:v>
                </c:pt>
                <c:pt idx="114">
                  <c:v>0.70260073761186825</c:v>
                </c:pt>
                <c:pt idx="115">
                  <c:v>0.76832708554350626</c:v>
                </c:pt>
                <c:pt idx="116">
                  <c:v>0.73085022058809757</c:v>
                </c:pt>
                <c:pt idx="117">
                  <c:v>0.74812714109915845</c:v>
                </c:pt>
                <c:pt idx="118">
                  <c:v>0.81951890925716175</c:v>
                </c:pt>
                <c:pt idx="119">
                  <c:v>0.8263799320049966</c:v>
                </c:pt>
                <c:pt idx="120">
                  <c:v>0.82478602429419701</c:v>
                </c:pt>
                <c:pt idx="121">
                  <c:v>0.81686282095814366</c:v>
                </c:pt>
                <c:pt idx="122">
                  <c:v>0.80807149473903783</c:v>
                </c:pt>
                <c:pt idx="123">
                  <c:v>0.77783403735744605</c:v>
                </c:pt>
                <c:pt idx="124">
                  <c:v>0.69528028144531095</c:v>
                </c:pt>
                <c:pt idx="125">
                  <c:v>0.63267241864898449</c:v>
                </c:pt>
                <c:pt idx="126">
                  <c:v>0.60569175356282723</c:v>
                </c:pt>
                <c:pt idx="127">
                  <c:v>0.57343184072471942</c:v>
                </c:pt>
                <c:pt idx="128">
                  <c:v>0.58795254732817659</c:v>
                </c:pt>
                <c:pt idx="129">
                  <c:v>0.39082116641682313</c:v>
                </c:pt>
                <c:pt idx="130">
                  <c:v>0.4330864642120939</c:v>
                </c:pt>
                <c:pt idx="131">
                  <c:v>0.31856955774356621</c:v>
                </c:pt>
                <c:pt idx="132">
                  <c:v>0.42624975952077765</c:v>
                </c:pt>
                <c:pt idx="133">
                  <c:v>0.42922629610906576</c:v>
                </c:pt>
                <c:pt idx="134">
                  <c:v>0.40917398895537016</c:v>
                </c:pt>
                <c:pt idx="135">
                  <c:v>0.40797811985401045</c:v>
                </c:pt>
                <c:pt idx="136">
                  <c:v>0.40797811985401045</c:v>
                </c:pt>
                <c:pt idx="137">
                  <c:v>0.28211495793674252</c:v>
                </c:pt>
                <c:pt idx="138">
                  <c:v>0.32707732602530493</c:v>
                </c:pt>
                <c:pt idx="139">
                  <c:v>0.2818649256036454</c:v>
                </c:pt>
                <c:pt idx="140">
                  <c:v>0.27463010199382165</c:v>
                </c:pt>
                <c:pt idx="141">
                  <c:v>0.33277831045649614</c:v>
                </c:pt>
                <c:pt idx="142">
                  <c:v>0.40445747526612724</c:v>
                </c:pt>
                <c:pt idx="143">
                  <c:v>0.41528178559290679</c:v>
                </c:pt>
                <c:pt idx="144">
                  <c:v>0.41314719259777027</c:v>
                </c:pt>
                <c:pt idx="145">
                  <c:v>0.40232481590336117</c:v>
                </c:pt>
                <c:pt idx="146">
                  <c:v>0.43156912924668556</c:v>
                </c:pt>
                <c:pt idx="147">
                  <c:v>0.4605405147219428</c:v>
                </c:pt>
                <c:pt idx="148">
                  <c:v>0.42159370418067171</c:v>
                </c:pt>
                <c:pt idx="149">
                  <c:v>0.38756459325455095</c:v>
                </c:pt>
                <c:pt idx="150">
                  <c:v>0.41410653536495057</c:v>
                </c:pt>
                <c:pt idx="151">
                  <c:v>0.3969981593322805</c:v>
                </c:pt>
                <c:pt idx="152">
                  <c:v>0.37338021104571051</c:v>
                </c:pt>
                <c:pt idx="153">
                  <c:v>0.3707206267478419</c:v>
                </c:pt>
                <c:pt idx="154">
                  <c:v>0.33974567777608206</c:v>
                </c:pt>
                <c:pt idx="155">
                  <c:v>0.33029809597210952</c:v>
                </c:pt>
                <c:pt idx="156">
                  <c:v>0.26212623729092371</c:v>
                </c:pt>
                <c:pt idx="157">
                  <c:v>0.2902260049252946</c:v>
                </c:pt>
                <c:pt idx="158">
                  <c:v>0.36774882579493112</c:v>
                </c:pt>
                <c:pt idx="159">
                  <c:v>0.37084428304329614</c:v>
                </c:pt>
                <c:pt idx="160">
                  <c:v>0.38160196936392621</c:v>
                </c:pt>
                <c:pt idx="161">
                  <c:v>0.40068103493110224</c:v>
                </c:pt>
                <c:pt idx="162">
                  <c:v>0.38532630107916044</c:v>
                </c:pt>
                <c:pt idx="163">
                  <c:v>0.3755719775185945</c:v>
                </c:pt>
                <c:pt idx="164">
                  <c:v>0.36967404481869215</c:v>
                </c:pt>
                <c:pt idx="165">
                  <c:v>0.38316963725836589</c:v>
                </c:pt>
                <c:pt idx="166">
                  <c:v>0.36933430427665681</c:v>
                </c:pt>
                <c:pt idx="167">
                  <c:v>0.38030249532079374</c:v>
                </c:pt>
                <c:pt idx="168">
                  <c:v>0.36565400061256043</c:v>
                </c:pt>
                <c:pt idx="169">
                  <c:v>0.35521926568999218</c:v>
                </c:pt>
                <c:pt idx="170">
                  <c:v>0.36683376695248865</c:v>
                </c:pt>
                <c:pt idx="171">
                  <c:v>0.38166972699665563</c:v>
                </c:pt>
                <c:pt idx="172">
                  <c:v>0.37393962817107157</c:v>
                </c:pt>
                <c:pt idx="173">
                  <c:v>0.37360583835556432</c:v>
                </c:pt>
                <c:pt idx="174">
                  <c:v>0.40975674753773905</c:v>
                </c:pt>
                <c:pt idx="175">
                  <c:v>0.4132153406951769</c:v>
                </c:pt>
                <c:pt idx="176">
                  <c:v>0.44799454346559853</c:v>
                </c:pt>
                <c:pt idx="177">
                  <c:v>0.46362020494951672</c:v>
                </c:pt>
                <c:pt idx="178">
                  <c:v>0.46847875373528863</c:v>
                </c:pt>
                <c:pt idx="179">
                  <c:v>0.41096738430920449</c:v>
                </c:pt>
                <c:pt idx="180">
                  <c:v>0.42635938692148717</c:v>
                </c:pt>
                <c:pt idx="181">
                  <c:v>0.46847875373528863</c:v>
                </c:pt>
                <c:pt idx="182">
                  <c:v>0.48178321750260522</c:v>
                </c:pt>
                <c:pt idx="183">
                  <c:v>0.42147742037560049</c:v>
                </c:pt>
                <c:pt idx="184">
                  <c:v>0.45155296827836544</c:v>
                </c:pt>
                <c:pt idx="185">
                  <c:v>0.45155296827836544</c:v>
                </c:pt>
                <c:pt idx="186">
                  <c:v>0.45923072088835232</c:v>
                </c:pt>
                <c:pt idx="187">
                  <c:v>0.42413376349642812</c:v>
                </c:pt>
                <c:pt idx="188">
                  <c:v>0.45575254137027688</c:v>
                </c:pt>
                <c:pt idx="189">
                  <c:v>0.49084413664233395</c:v>
                </c:pt>
                <c:pt idx="190">
                  <c:v>0.49084413664233395</c:v>
                </c:pt>
                <c:pt idx="191">
                  <c:v>0.4873264191007175</c:v>
                </c:pt>
                <c:pt idx="192">
                  <c:v>0.4741591952243816</c:v>
                </c:pt>
                <c:pt idx="193">
                  <c:v>0.3981672862675662</c:v>
                </c:pt>
                <c:pt idx="194">
                  <c:v>0.41373230170663788</c:v>
                </c:pt>
                <c:pt idx="195">
                  <c:v>0.43232059685066798</c:v>
                </c:pt>
                <c:pt idx="196">
                  <c:v>0.47165449273347226</c:v>
                </c:pt>
                <c:pt idx="197">
                  <c:v>0.57517284737260799</c:v>
                </c:pt>
                <c:pt idx="198">
                  <c:v>0.58745733896979668</c:v>
                </c:pt>
                <c:pt idx="199">
                  <c:v>0.57181297396619646</c:v>
                </c:pt>
                <c:pt idx="200">
                  <c:v>0.54857982917990311</c:v>
                </c:pt>
                <c:pt idx="201">
                  <c:v>0.55497671209744126</c:v>
                </c:pt>
                <c:pt idx="202">
                  <c:v>0.56606721089043732</c:v>
                </c:pt>
                <c:pt idx="203">
                  <c:v>0.57290983086857539</c:v>
                </c:pt>
                <c:pt idx="204">
                  <c:v>0.59279776197128353</c:v>
                </c:pt>
                <c:pt idx="205">
                  <c:v>0.5786710507683992</c:v>
                </c:pt>
                <c:pt idx="206">
                  <c:v>0.6155496963810797</c:v>
                </c:pt>
                <c:pt idx="207">
                  <c:v>0.60574636223541978</c:v>
                </c:pt>
                <c:pt idx="208">
                  <c:v>0.59072795930158906</c:v>
                </c:pt>
                <c:pt idx="209">
                  <c:v>0.63580141506138355</c:v>
                </c:pt>
                <c:pt idx="210">
                  <c:v>0.66264885680249008</c:v>
                </c:pt>
                <c:pt idx="211">
                  <c:v>0.66474126748702123</c:v>
                </c:pt>
                <c:pt idx="212">
                  <c:v>0.66264885680249008</c:v>
                </c:pt>
                <c:pt idx="213">
                  <c:v>0.68438167594716182</c:v>
                </c:pt>
                <c:pt idx="214">
                  <c:v>0.64890841265420796</c:v>
                </c:pt>
                <c:pt idx="215">
                  <c:v>0.62651628119673453</c:v>
                </c:pt>
                <c:pt idx="216">
                  <c:v>0.61098575112407738</c:v>
                </c:pt>
                <c:pt idx="217">
                  <c:v>0.61966926616186646</c:v>
                </c:pt>
                <c:pt idx="218">
                  <c:v>0.57559445438514367</c:v>
                </c:pt>
                <c:pt idx="219">
                  <c:v>0.60937196228640689</c:v>
                </c:pt>
                <c:pt idx="220">
                  <c:v>0.64195316325793905</c:v>
                </c:pt>
                <c:pt idx="221">
                  <c:v>0.62778439660000751</c:v>
                </c:pt>
                <c:pt idx="222">
                  <c:v>0.64459292642165245</c:v>
                </c:pt>
                <c:pt idx="223">
                  <c:v>0.63055503904182508</c:v>
                </c:pt>
                <c:pt idx="224">
                  <c:v>0.64951370522505292</c:v>
                </c:pt>
              </c:numCache>
            </c:numRef>
          </c:val>
          <c:smooth val="0"/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211459456"/>
        <c:axId val="211461248"/>
      </c:lineChart>
      <c:lineChart>
        <c:grouping val="standard"/>
        <c:varyColors val="0"/>
        <c:ser>
          <c:idx val="2"/>
          <c:order val="1"/>
          <c:tx>
            <c:v>Conventional Refi Index</c:v>
          </c:tx>
          <c:spPr>
            <a:ln w="19050">
              <a:solidFill>
                <a:srgbClr val="2E8A60"/>
              </a:solidFill>
            </a:ln>
          </c:spPr>
          <c:marker>
            <c:symbol val="none"/>
          </c:marker>
          <c:cat>
            <c:numRef>
              <c:f>PoolRefinancible!$B$3:$B$227</c:f>
              <c:numCache>
                <c:formatCode>m/d/yyyy</c:formatCode>
                <c:ptCount val="225"/>
                <c:pt idx="0">
                  <c:v>40549</c:v>
                </c:pt>
                <c:pt idx="1">
                  <c:v>40556</c:v>
                </c:pt>
                <c:pt idx="2">
                  <c:v>40563</c:v>
                </c:pt>
                <c:pt idx="3">
                  <c:v>40570</c:v>
                </c:pt>
                <c:pt idx="4">
                  <c:v>40577</c:v>
                </c:pt>
                <c:pt idx="5">
                  <c:v>40584</c:v>
                </c:pt>
                <c:pt idx="6">
                  <c:v>40591</c:v>
                </c:pt>
                <c:pt idx="7">
                  <c:v>40598</c:v>
                </c:pt>
                <c:pt idx="8">
                  <c:v>40605</c:v>
                </c:pt>
                <c:pt idx="9">
                  <c:v>40612</c:v>
                </c:pt>
                <c:pt idx="10">
                  <c:v>40619</c:v>
                </c:pt>
                <c:pt idx="11">
                  <c:v>40626</c:v>
                </c:pt>
                <c:pt idx="12">
                  <c:v>40633</c:v>
                </c:pt>
                <c:pt idx="13">
                  <c:v>40640</c:v>
                </c:pt>
                <c:pt idx="14">
                  <c:v>40647</c:v>
                </c:pt>
                <c:pt idx="15">
                  <c:v>40654</c:v>
                </c:pt>
                <c:pt idx="16">
                  <c:v>40661</c:v>
                </c:pt>
                <c:pt idx="17">
                  <c:v>40668</c:v>
                </c:pt>
                <c:pt idx="18">
                  <c:v>40675</c:v>
                </c:pt>
                <c:pt idx="19">
                  <c:v>40682</c:v>
                </c:pt>
                <c:pt idx="20">
                  <c:v>40689</c:v>
                </c:pt>
                <c:pt idx="21">
                  <c:v>40696</c:v>
                </c:pt>
                <c:pt idx="22">
                  <c:v>40703</c:v>
                </c:pt>
                <c:pt idx="23">
                  <c:v>40710</c:v>
                </c:pt>
                <c:pt idx="24">
                  <c:v>40717</c:v>
                </c:pt>
                <c:pt idx="25">
                  <c:v>40724</c:v>
                </c:pt>
                <c:pt idx="26">
                  <c:v>40731</c:v>
                </c:pt>
                <c:pt idx="27">
                  <c:v>40738</c:v>
                </c:pt>
                <c:pt idx="28">
                  <c:v>40745</c:v>
                </c:pt>
                <c:pt idx="29">
                  <c:v>40752</c:v>
                </c:pt>
                <c:pt idx="30">
                  <c:v>40759</c:v>
                </c:pt>
                <c:pt idx="31">
                  <c:v>40766</c:v>
                </c:pt>
                <c:pt idx="32">
                  <c:v>40773</c:v>
                </c:pt>
                <c:pt idx="33">
                  <c:v>40780</c:v>
                </c:pt>
                <c:pt idx="34">
                  <c:v>40787</c:v>
                </c:pt>
                <c:pt idx="35">
                  <c:v>40794</c:v>
                </c:pt>
                <c:pt idx="36">
                  <c:v>40801</c:v>
                </c:pt>
                <c:pt idx="37">
                  <c:v>40808</c:v>
                </c:pt>
                <c:pt idx="38">
                  <c:v>40815</c:v>
                </c:pt>
                <c:pt idx="39">
                  <c:v>40822</c:v>
                </c:pt>
                <c:pt idx="40">
                  <c:v>40829</c:v>
                </c:pt>
                <c:pt idx="41">
                  <c:v>40836</c:v>
                </c:pt>
                <c:pt idx="42">
                  <c:v>40843</c:v>
                </c:pt>
                <c:pt idx="43">
                  <c:v>40850</c:v>
                </c:pt>
                <c:pt idx="44">
                  <c:v>40857</c:v>
                </c:pt>
                <c:pt idx="45">
                  <c:v>40864</c:v>
                </c:pt>
                <c:pt idx="46">
                  <c:v>40870</c:v>
                </c:pt>
                <c:pt idx="47">
                  <c:v>40878</c:v>
                </c:pt>
                <c:pt idx="48">
                  <c:v>40885</c:v>
                </c:pt>
                <c:pt idx="49">
                  <c:v>40892</c:v>
                </c:pt>
                <c:pt idx="50">
                  <c:v>40899</c:v>
                </c:pt>
                <c:pt idx="51">
                  <c:v>40906</c:v>
                </c:pt>
                <c:pt idx="52">
                  <c:v>40913</c:v>
                </c:pt>
                <c:pt idx="53">
                  <c:v>40920</c:v>
                </c:pt>
                <c:pt idx="54">
                  <c:v>40927</c:v>
                </c:pt>
                <c:pt idx="55">
                  <c:v>40934</c:v>
                </c:pt>
                <c:pt idx="56">
                  <c:v>40941</c:v>
                </c:pt>
                <c:pt idx="57">
                  <c:v>40948</c:v>
                </c:pt>
                <c:pt idx="58">
                  <c:v>40955</c:v>
                </c:pt>
                <c:pt idx="59">
                  <c:v>40962</c:v>
                </c:pt>
                <c:pt idx="60">
                  <c:v>40969</c:v>
                </c:pt>
                <c:pt idx="61">
                  <c:v>40976</c:v>
                </c:pt>
                <c:pt idx="62">
                  <c:v>40983</c:v>
                </c:pt>
                <c:pt idx="63">
                  <c:v>40990</c:v>
                </c:pt>
                <c:pt idx="64">
                  <c:v>40997</c:v>
                </c:pt>
                <c:pt idx="65">
                  <c:v>41004</c:v>
                </c:pt>
                <c:pt idx="66">
                  <c:v>41011</c:v>
                </c:pt>
                <c:pt idx="67">
                  <c:v>41018</c:v>
                </c:pt>
                <c:pt idx="68">
                  <c:v>41025</c:v>
                </c:pt>
                <c:pt idx="69">
                  <c:v>41032</c:v>
                </c:pt>
                <c:pt idx="70">
                  <c:v>41039</c:v>
                </c:pt>
                <c:pt idx="71">
                  <c:v>41046</c:v>
                </c:pt>
                <c:pt idx="72">
                  <c:v>41053</c:v>
                </c:pt>
                <c:pt idx="73">
                  <c:v>41060</c:v>
                </c:pt>
                <c:pt idx="74">
                  <c:v>41067</c:v>
                </c:pt>
                <c:pt idx="75">
                  <c:v>41074</c:v>
                </c:pt>
                <c:pt idx="76">
                  <c:v>41081</c:v>
                </c:pt>
                <c:pt idx="77">
                  <c:v>41088</c:v>
                </c:pt>
                <c:pt idx="78">
                  <c:v>41095</c:v>
                </c:pt>
                <c:pt idx="79">
                  <c:v>41102</c:v>
                </c:pt>
                <c:pt idx="80">
                  <c:v>41109</c:v>
                </c:pt>
                <c:pt idx="81">
                  <c:v>41116</c:v>
                </c:pt>
                <c:pt idx="82">
                  <c:v>41123</c:v>
                </c:pt>
                <c:pt idx="83">
                  <c:v>41130</c:v>
                </c:pt>
                <c:pt idx="84">
                  <c:v>41137</c:v>
                </c:pt>
                <c:pt idx="85">
                  <c:v>41144</c:v>
                </c:pt>
                <c:pt idx="86">
                  <c:v>41151</c:v>
                </c:pt>
                <c:pt idx="87">
                  <c:v>41158</c:v>
                </c:pt>
                <c:pt idx="88">
                  <c:v>41165</c:v>
                </c:pt>
                <c:pt idx="89">
                  <c:v>41172</c:v>
                </c:pt>
                <c:pt idx="90">
                  <c:v>41179</c:v>
                </c:pt>
                <c:pt idx="91">
                  <c:v>41186</c:v>
                </c:pt>
                <c:pt idx="92">
                  <c:v>41193</c:v>
                </c:pt>
                <c:pt idx="93">
                  <c:v>41200</c:v>
                </c:pt>
                <c:pt idx="94">
                  <c:v>41207</c:v>
                </c:pt>
                <c:pt idx="95">
                  <c:v>41214</c:v>
                </c:pt>
                <c:pt idx="96">
                  <c:v>41221</c:v>
                </c:pt>
                <c:pt idx="97">
                  <c:v>41228</c:v>
                </c:pt>
                <c:pt idx="98">
                  <c:v>41234</c:v>
                </c:pt>
                <c:pt idx="99">
                  <c:v>41242</c:v>
                </c:pt>
                <c:pt idx="100">
                  <c:v>41249</c:v>
                </c:pt>
                <c:pt idx="101">
                  <c:v>41256</c:v>
                </c:pt>
                <c:pt idx="102">
                  <c:v>41263</c:v>
                </c:pt>
                <c:pt idx="103">
                  <c:v>41270</c:v>
                </c:pt>
                <c:pt idx="104">
                  <c:v>41277</c:v>
                </c:pt>
                <c:pt idx="105">
                  <c:v>41284</c:v>
                </c:pt>
                <c:pt idx="106">
                  <c:v>41291</c:v>
                </c:pt>
                <c:pt idx="107">
                  <c:v>41298</c:v>
                </c:pt>
                <c:pt idx="108">
                  <c:v>41305</c:v>
                </c:pt>
                <c:pt idx="109">
                  <c:v>41312</c:v>
                </c:pt>
                <c:pt idx="110">
                  <c:v>41319</c:v>
                </c:pt>
                <c:pt idx="111">
                  <c:v>41326</c:v>
                </c:pt>
                <c:pt idx="112">
                  <c:v>41333</c:v>
                </c:pt>
                <c:pt idx="113">
                  <c:v>41340</c:v>
                </c:pt>
                <c:pt idx="114">
                  <c:v>41347</c:v>
                </c:pt>
                <c:pt idx="115">
                  <c:v>41354</c:v>
                </c:pt>
                <c:pt idx="116">
                  <c:v>41361</c:v>
                </c:pt>
                <c:pt idx="117">
                  <c:v>41368</c:v>
                </c:pt>
                <c:pt idx="118">
                  <c:v>41375</c:v>
                </c:pt>
                <c:pt idx="119">
                  <c:v>41382</c:v>
                </c:pt>
                <c:pt idx="120">
                  <c:v>41389</c:v>
                </c:pt>
                <c:pt idx="121">
                  <c:v>41396</c:v>
                </c:pt>
                <c:pt idx="122">
                  <c:v>41403</c:v>
                </c:pt>
                <c:pt idx="123">
                  <c:v>41410</c:v>
                </c:pt>
                <c:pt idx="124">
                  <c:v>41417</c:v>
                </c:pt>
                <c:pt idx="125">
                  <c:v>41424</c:v>
                </c:pt>
                <c:pt idx="126">
                  <c:v>41431</c:v>
                </c:pt>
                <c:pt idx="127">
                  <c:v>41438</c:v>
                </c:pt>
                <c:pt idx="128">
                  <c:v>41445</c:v>
                </c:pt>
                <c:pt idx="129">
                  <c:v>41452</c:v>
                </c:pt>
                <c:pt idx="130">
                  <c:v>41458</c:v>
                </c:pt>
                <c:pt idx="131">
                  <c:v>41466</c:v>
                </c:pt>
                <c:pt idx="132">
                  <c:v>41473</c:v>
                </c:pt>
                <c:pt idx="133">
                  <c:v>41480</c:v>
                </c:pt>
                <c:pt idx="134">
                  <c:v>41487</c:v>
                </c:pt>
                <c:pt idx="135">
                  <c:v>41494</c:v>
                </c:pt>
                <c:pt idx="136">
                  <c:v>41501</c:v>
                </c:pt>
                <c:pt idx="137">
                  <c:v>41508</c:v>
                </c:pt>
                <c:pt idx="138">
                  <c:v>41515</c:v>
                </c:pt>
                <c:pt idx="139">
                  <c:v>41522</c:v>
                </c:pt>
                <c:pt idx="140">
                  <c:v>41529</c:v>
                </c:pt>
                <c:pt idx="141">
                  <c:v>41536</c:v>
                </c:pt>
                <c:pt idx="142">
                  <c:v>41543</c:v>
                </c:pt>
                <c:pt idx="143">
                  <c:v>41550</c:v>
                </c:pt>
                <c:pt idx="144">
                  <c:v>41557</c:v>
                </c:pt>
                <c:pt idx="145">
                  <c:v>41564</c:v>
                </c:pt>
                <c:pt idx="146">
                  <c:v>41571</c:v>
                </c:pt>
                <c:pt idx="147">
                  <c:v>41578</c:v>
                </c:pt>
                <c:pt idx="148">
                  <c:v>41585</c:v>
                </c:pt>
                <c:pt idx="149">
                  <c:v>41592</c:v>
                </c:pt>
                <c:pt idx="150">
                  <c:v>41599</c:v>
                </c:pt>
                <c:pt idx="151">
                  <c:v>41605</c:v>
                </c:pt>
                <c:pt idx="152">
                  <c:v>41613</c:v>
                </c:pt>
                <c:pt idx="153">
                  <c:v>41620</c:v>
                </c:pt>
                <c:pt idx="154">
                  <c:v>41627</c:v>
                </c:pt>
                <c:pt idx="155">
                  <c:v>41634</c:v>
                </c:pt>
                <c:pt idx="156">
                  <c:v>41641</c:v>
                </c:pt>
                <c:pt idx="157">
                  <c:v>41648</c:v>
                </c:pt>
                <c:pt idx="158">
                  <c:v>41655</c:v>
                </c:pt>
                <c:pt idx="159">
                  <c:v>41662</c:v>
                </c:pt>
                <c:pt idx="160">
                  <c:v>41669</c:v>
                </c:pt>
                <c:pt idx="161">
                  <c:v>41676</c:v>
                </c:pt>
                <c:pt idx="162">
                  <c:v>41683</c:v>
                </c:pt>
                <c:pt idx="163">
                  <c:v>41690</c:v>
                </c:pt>
                <c:pt idx="164">
                  <c:v>41697</c:v>
                </c:pt>
                <c:pt idx="165">
                  <c:v>41704</c:v>
                </c:pt>
                <c:pt idx="166">
                  <c:v>41711</c:v>
                </c:pt>
                <c:pt idx="167">
                  <c:v>41718</c:v>
                </c:pt>
                <c:pt idx="168">
                  <c:v>41725</c:v>
                </c:pt>
                <c:pt idx="169">
                  <c:v>41732</c:v>
                </c:pt>
                <c:pt idx="170">
                  <c:v>41739</c:v>
                </c:pt>
                <c:pt idx="171">
                  <c:v>41746</c:v>
                </c:pt>
                <c:pt idx="172">
                  <c:v>41753</c:v>
                </c:pt>
                <c:pt idx="173">
                  <c:v>41760</c:v>
                </c:pt>
                <c:pt idx="174">
                  <c:v>41767</c:v>
                </c:pt>
                <c:pt idx="175">
                  <c:v>41774</c:v>
                </c:pt>
                <c:pt idx="176">
                  <c:v>41781</c:v>
                </c:pt>
                <c:pt idx="177">
                  <c:v>41788</c:v>
                </c:pt>
                <c:pt idx="178">
                  <c:v>41795</c:v>
                </c:pt>
                <c:pt idx="179">
                  <c:v>41802</c:v>
                </c:pt>
                <c:pt idx="180">
                  <c:v>41809</c:v>
                </c:pt>
                <c:pt idx="181">
                  <c:v>41816</c:v>
                </c:pt>
                <c:pt idx="182">
                  <c:v>41823</c:v>
                </c:pt>
                <c:pt idx="183">
                  <c:v>41830</c:v>
                </c:pt>
                <c:pt idx="184">
                  <c:v>41837</c:v>
                </c:pt>
                <c:pt idx="185">
                  <c:v>41844</c:v>
                </c:pt>
                <c:pt idx="186">
                  <c:v>41851</c:v>
                </c:pt>
                <c:pt idx="187">
                  <c:v>41858</c:v>
                </c:pt>
                <c:pt idx="188">
                  <c:v>41865</c:v>
                </c:pt>
                <c:pt idx="189">
                  <c:v>41872</c:v>
                </c:pt>
                <c:pt idx="190">
                  <c:v>41879</c:v>
                </c:pt>
                <c:pt idx="191">
                  <c:v>41886</c:v>
                </c:pt>
                <c:pt idx="192">
                  <c:v>41893</c:v>
                </c:pt>
                <c:pt idx="193">
                  <c:v>41900</c:v>
                </c:pt>
                <c:pt idx="194">
                  <c:v>41907</c:v>
                </c:pt>
                <c:pt idx="195">
                  <c:v>41914</c:v>
                </c:pt>
                <c:pt idx="196">
                  <c:v>41921</c:v>
                </c:pt>
                <c:pt idx="197">
                  <c:v>41928</c:v>
                </c:pt>
                <c:pt idx="198">
                  <c:v>41935</c:v>
                </c:pt>
                <c:pt idx="199">
                  <c:v>41942</c:v>
                </c:pt>
                <c:pt idx="200">
                  <c:v>41949</c:v>
                </c:pt>
                <c:pt idx="201">
                  <c:v>41956</c:v>
                </c:pt>
                <c:pt idx="202">
                  <c:v>41963</c:v>
                </c:pt>
                <c:pt idx="203">
                  <c:v>41969</c:v>
                </c:pt>
                <c:pt idx="204">
                  <c:v>41977</c:v>
                </c:pt>
                <c:pt idx="205">
                  <c:v>41984</c:v>
                </c:pt>
                <c:pt idx="206">
                  <c:v>41991</c:v>
                </c:pt>
                <c:pt idx="207">
                  <c:v>41997</c:v>
                </c:pt>
                <c:pt idx="208">
                  <c:v>42004</c:v>
                </c:pt>
                <c:pt idx="209">
                  <c:v>42012</c:v>
                </c:pt>
                <c:pt idx="210">
                  <c:v>42019</c:v>
                </c:pt>
                <c:pt idx="211">
                  <c:v>42026</c:v>
                </c:pt>
                <c:pt idx="212">
                  <c:v>42033</c:v>
                </c:pt>
                <c:pt idx="213">
                  <c:v>42040</c:v>
                </c:pt>
                <c:pt idx="214">
                  <c:v>42047</c:v>
                </c:pt>
                <c:pt idx="215">
                  <c:v>42054</c:v>
                </c:pt>
                <c:pt idx="216">
                  <c:v>42061</c:v>
                </c:pt>
                <c:pt idx="217">
                  <c:v>42068</c:v>
                </c:pt>
                <c:pt idx="218">
                  <c:v>42075</c:v>
                </c:pt>
                <c:pt idx="219">
                  <c:v>42082</c:v>
                </c:pt>
                <c:pt idx="220">
                  <c:v>42089</c:v>
                </c:pt>
                <c:pt idx="221">
                  <c:v>42096</c:v>
                </c:pt>
                <c:pt idx="222">
                  <c:v>42103</c:v>
                </c:pt>
                <c:pt idx="223">
                  <c:v>42110</c:v>
                </c:pt>
                <c:pt idx="224">
                  <c:v>42117</c:v>
                </c:pt>
              </c:numCache>
            </c:numRef>
          </c:cat>
          <c:val>
            <c:numRef>
              <c:f>PoolRefinancible!$E$3:$E$227</c:f>
              <c:numCache>
                <c:formatCode>General</c:formatCode>
                <c:ptCount val="225"/>
                <c:pt idx="0">
                  <c:v>2344.3000000000002</c:v>
                </c:pt>
                <c:pt idx="1">
                  <c:v>2528.6999999999998</c:v>
                </c:pt>
                <c:pt idx="2">
                  <c:v>2129.6999999999998</c:v>
                </c:pt>
                <c:pt idx="3">
                  <c:v>2371.1</c:v>
                </c:pt>
                <c:pt idx="4">
                  <c:v>2190.4</c:v>
                </c:pt>
                <c:pt idx="5">
                  <c:v>1953.2</c:v>
                </c:pt>
                <c:pt idx="6">
                  <c:v>2325.3000000000002</c:v>
                </c:pt>
                <c:pt idx="7">
                  <c:v>2155.5</c:v>
                </c:pt>
                <c:pt idx="8">
                  <c:v>2539.4</c:v>
                </c:pt>
                <c:pt idx="9">
                  <c:v>2563.6</c:v>
                </c:pt>
                <c:pt idx="10">
                  <c:v>2620.8000000000002</c:v>
                </c:pt>
                <c:pt idx="11">
                  <c:v>2350.6999999999998</c:v>
                </c:pt>
                <c:pt idx="12">
                  <c:v>2194.4</c:v>
                </c:pt>
                <c:pt idx="13">
                  <c:v>2010.6</c:v>
                </c:pt>
                <c:pt idx="14">
                  <c:v>2065.3000000000002</c:v>
                </c:pt>
                <c:pt idx="15">
                  <c:v>2091.4</c:v>
                </c:pt>
                <c:pt idx="16">
                  <c:v>2220.1</c:v>
                </c:pt>
                <c:pt idx="17">
                  <c:v>2414.9</c:v>
                </c:pt>
                <c:pt idx="18">
                  <c:v>2742.2</c:v>
                </c:pt>
                <c:pt idx="19">
                  <c:v>2764.6</c:v>
                </c:pt>
                <c:pt idx="20">
                  <c:v>2619.6999999999998</c:v>
                </c:pt>
                <c:pt idx="21">
                  <c:v>2648</c:v>
                </c:pt>
                <c:pt idx="22">
                  <c:v>3101.7</c:v>
                </c:pt>
                <c:pt idx="23">
                  <c:v>2857.9</c:v>
                </c:pt>
                <c:pt idx="24">
                  <c:v>2809.5</c:v>
                </c:pt>
                <c:pt idx="25">
                  <c:v>2527.5</c:v>
                </c:pt>
                <c:pt idx="26">
                  <c:v>2362.6999999999998</c:v>
                </c:pt>
                <c:pt idx="27">
                  <c:v>2923.8</c:v>
                </c:pt>
                <c:pt idx="28">
                  <c:v>2769.6</c:v>
                </c:pt>
                <c:pt idx="29">
                  <c:v>2974.1</c:v>
                </c:pt>
                <c:pt idx="30">
                  <c:v>3880.9</c:v>
                </c:pt>
                <c:pt idx="31">
                  <c:v>4184.3999999999996</c:v>
                </c:pt>
                <c:pt idx="32">
                  <c:v>4110.8</c:v>
                </c:pt>
                <c:pt idx="33">
                  <c:v>3601.3</c:v>
                </c:pt>
                <c:pt idx="34">
                  <c:v>3372</c:v>
                </c:pt>
                <c:pt idx="35">
                  <c:v>3571.7</c:v>
                </c:pt>
                <c:pt idx="36">
                  <c:v>4033.8</c:v>
                </c:pt>
                <c:pt idx="37">
                  <c:v>4512.1000000000004</c:v>
                </c:pt>
                <c:pt idx="38">
                  <c:v>4241.8</c:v>
                </c:pt>
                <c:pt idx="39">
                  <c:v>4251.1000000000004</c:v>
                </c:pt>
                <c:pt idx="40">
                  <c:v>3553.2</c:v>
                </c:pt>
                <c:pt idx="41">
                  <c:v>3719.3</c:v>
                </c:pt>
                <c:pt idx="42">
                  <c:v>3695</c:v>
                </c:pt>
                <c:pt idx="43">
                  <c:v>4137.6000000000004</c:v>
                </c:pt>
                <c:pt idx="44">
                  <c:v>3664.5</c:v>
                </c:pt>
                <c:pt idx="45">
                  <c:v>3466.8</c:v>
                </c:pt>
                <c:pt idx="46">
                  <c:v>#N/A</c:v>
                </c:pt>
                <c:pt idx="47">
                  <c:v>3394.7</c:v>
                </c:pt>
                <c:pt idx="48">
                  <c:v>3708.6</c:v>
                </c:pt>
                <c:pt idx="49">
                  <c:v>3676.1</c:v>
                </c:pt>
                <c:pt idx="50">
                  <c:v>3684.5</c:v>
                </c:pt>
                <c:pt idx="51">
                  <c:v>3608.1</c:v>
                </c:pt>
                <c:pt idx="52">
                  <c:v>3668.3</c:v>
                </c:pt>
                <c:pt idx="53">
                  <c:v>4626.5</c:v>
                </c:pt>
                <c:pt idx="54">
                  <c:v>4326.3999999999996</c:v>
                </c:pt>
                <c:pt idx="55">
                  <c:v>4184.3</c:v>
                </c:pt>
                <c:pt idx="56">
                  <c:v>4617.1000000000004</c:v>
                </c:pt>
                <c:pt idx="57">
                  <c:v>4716.1000000000004</c:v>
                </c:pt>
                <c:pt idx="58">
                  <c:v>4466.8999999999996</c:v>
                </c:pt>
                <c:pt idx="59">
                  <c:v>4379.1000000000004</c:v>
                </c:pt>
                <c:pt idx="60">
                  <c:v>4277.6000000000004</c:v>
                </c:pt>
                <c:pt idx="61">
                  <c:v>4063.4</c:v>
                </c:pt>
                <c:pt idx="62">
                  <c:v>3715.2</c:v>
                </c:pt>
                <c:pt idx="63">
                  <c:v>3588.4</c:v>
                </c:pt>
                <c:pt idx="64">
                  <c:v>3699.5</c:v>
                </c:pt>
                <c:pt idx="65">
                  <c:v>3549.3</c:v>
                </c:pt>
                <c:pt idx="66">
                  <c:v>4144.3</c:v>
                </c:pt>
                <c:pt idx="67">
                  <c:v>3892.2</c:v>
                </c:pt>
                <c:pt idx="68">
                  <c:v>3856</c:v>
                </c:pt>
                <c:pt idx="69">
                  <c:v>3924.4</c:v>
                </c:pt>
                <c:pt idx="70">
                  <c:v>4482</c:v>
                </c:pt>
                <c:pt idx="71">
                  <c:v>4732</c:v>
                </c:pt>
                <c:pt idx="72">
                  <c:v>4675.8999999999996</c:v>
                </c:pt>
                <c:pt idx="73">
                  <c:v>4736</c:v>
                </c:pt>
                <c:pt idx="74">
                  <c:v>5590</c:v>
                </c:pt>
                <c:pt idx="75">
                  <c:v>4719.6000000000004</c:v>
                </c:pt>
                <c:pt idx="76">
                  <c:v>4585.8</c:v>
                </c:pt>
                <c:pt idx="77">
                  <c:v>4372.2</c:v>
                </c:pt>
                <c:pt idx="78">
                  <c:v>4267.8999999999996</c:v>
                </c:pt>
                <c:pt idx="79">
                  <c:v>5246.8</c:v>
                </c:pt>
                <c:pt idx="80">
                  <c:v>5383.1</c:v>
                </c:pt>
                <c:pt idx="81">
                  <c:v>5492.1</c:v>
                </c:pt>
                <c:pt idx="82">
                  <c:v>5444.3</c:v>
                </c:pt>
                <c:pt idx="83">
                  <c:v>5172.2</c:v>
                </c:pt>
                <c:pt idx="84">
                  <c:v>4671.1000000000004</c:v>
                </c:pt>
                <c:pt idx="85">
                  <c:v>4414.6000000000004</c:v>
                </c:pt>
                <c:pt idx="86">
                  <c:v>4274.8</c:v>
                </c:pt>
                <c:pt idx="87">
                  <c:v>4779.1000000000004</c:v>
                </c:pt>
                <c:pt idx="88">
                  <c:v>4823.3</c:v>
                </c:pt>
                <c:pt idx="89">
                  <c:v>4979</c:v>
                </c:pt>
                <c:pt idx="90">
                  <c:v>5965.5</c:v>
                </c:pt>
                <c:pt idx="91">
                  <c:v>5892.5</c:v>
                </c:pt>
                <c:pt idx="92">
                  <c:v>5572.2</c:v>
                </c:pt>
                <c:pt idx="93">
                  <c:v>4847.2</c:v>
                </c:pt>
                <c:pt idx="94">
                  <c:v>4550.7</c:v>
                </c:pt>
                <c:pt idx="95">
                  <c:v>4297.7</c:v>
                </c:pt>
                <c:pt idx="96">
                  <c:v>4856.1000000000004</c:v>
                </c:pt>
                <c:pt idx="97">
                  <c:v>4702.3999999999996</c:v>
                </c:pt>
                <c:pt idx="98">
                  <c:v>#N/A</c:v>
                </c:pt>
                <c:pt idx="99">
                  <c:v>4943</c:v>
                </c:pt>
                <c:pt idx="100">
                  <c:v>5368.1</c:v>
                </c:pt>
                <c:pt idx="101">
                  <c:v>4564.3999999999996</c:v>
                </c:pt>
                <c:pt idx="102">
                  <c:v>3983.2</c:v>
                </c:pt>
                <c:pt idx="103">
                  <c:v>3488.9</c:v>
                </c:pt>
                <c:pt idx="104">
                  <c:v>3896.4</c:v>
                </c:pt>
                <c:pt idx="105">
                  <c:v>4554.3999999999996</c:v>
                </c:pt>
                <c:pt idx="106">
                  <c:v>4937.3999999999996</c:v>
                </c:pt>
                <c:pt idx="107">
                  <c:v>4433.6000000000004</c:v>
                </c:pt>
                <c:pt idx="108">
                  <c:v>4579</c:v>
                </c:pt>
                <c:pt idx="109">
                  <c:v>4284.3</c:v>
                </c:pt>
                <c:pt idx="110">
                  <c:v>4261.8</c:v>
                </c:pt>
                <c:pt idx="111">
                  <c:v>4136.3</c:v>
                </c:pt>
                <c:pt idx="112">
                  <c:v>4724.8999999999996</c:v>
                </c:pt>
                <c:pt idx="113">
                  <c:v>4485.2</c:v>
                </c:pt>
                <c:pt idx="114">
                  <c:v>4111.3</c:v>
                </c:pt>
                <c:pt idx="115">
                  <c:v>4412.8999999999996</c:v>
                </c:pt>
                <c:pt idx="116">
                  <c:v>4119.2</c:v>
                </c:pt>
                <c:pt idx="117">
                  <c:v>4528.8999999999996</c:v>
                </c:pt>
                <c:pt idx="118">
                  <c:v>4726.8999999999996</c:v>
                </c:pt>
                <c:pt idx="119">
                  <c:v>4672.1000000000004</c:v>
                </c:pt>
                <c:pt idx="120">
                  <c:v>4854.1000000000004</c:v>
                </c:pt>
                <c:pt idx="121">
                  <c:v>5279.9</c:v>
                </c:pt>
                <c:pt idx="122">
                  <c:v>4797.2</c:v>
                </c:pt>
                <c:pt idx="123">
                  <c:v>4241.5</c:v>
                </c:pt>
                <c:pt idx="124">
                  <c:v>3709.4</c:v>
                </c:pt>
                <c:pt idx="125">
                  <c:v>3163.6</c:v>
                </c:pt>
                <c:pt idx="126">
                  <c:v>3339.8</c:v>
                </c:pt>
                <c:pt idx="127">
                  <c:v>3214.4</c:v>
                </c:pt>
                <c:pt idx="128">
                  <c:v>3040.1</c:v>
                </c:pt>
                <c:pt idx="129">
                  <c:v>2573.4</c:v>
                </c:pt>
                <c:pt idx="130">
                  <c:v>#N/A</c:v>
                </c:pt>
                <c:pt idx="131">
                  <c:v>2242.1999999999998</c:v>
                </c:pt>
                <c:pt idx="132">
                  <c:v>2288</c:v>
                </c:pt>
                <c:pt idx="133">
                  <c:v>2218.3000000000002</c:v>
                </c:pt>
                <c:pt idx="134">
                  <c:v>2228.9</c:v>
                </c:pt>
                <c:pt idx="135">
                  <c:v>2110.6</c:v>
                </c:pt>
                <c:pt idx="136">
                  <c:v>1935.1</c:v>
                </c:pt>
                <c:pt idx="137">
                  <c:v>1842.6</c:v>
                </c:pt>
                <c:pt idx="138">
                  <c:v>1909</c:v>
                </c:pt>
                <c:pt idx="139">
                  <c:v>1512.9</c:v>
                </c:pt>
                <c:pt idx="140">
                  <c:v>1814</c:v>
                </c:pt>
                <c:pt idx="141">
                  <c:v>1922.9</c:v>
                </c:pt>
                <c:pt idx="142">
                  <c:v>1956.6</c:v>
                </c:pt>
                <c:pt idx="143">
                  <c:v>2025.3</c:v>
                </c:pt>
                <c:pt idx="144">
                  <c:v>2102.6999999999998</c:v>
                </c:pt>
                <c:pt idx="145">
                  <c:v>2033.7</c:v>
                </c:pt>
                <c:pt idx="146">
                  <c:v>2211.8000000000002</c:v>
                </c:pt>
                <c:pt idx="147">
                  <c:v>2105.6</c:v>
                </c:pt>
                <c:pt idx="148">
                  <c:v>2056.9</c:v>
                </c:pt>
                <c:pt idx="149">
                  <c:v>1903.5</c:v>
                </c:pt>
                <c:pt idx="150">
                  <c:v>1917.2</c:v>
                </c:pt>
                <c:pt idx="151">
                  <c:v>#N/A</c:v>
                </c:pt>
                <c:pt idx="152">
                  <c:v>1599.4</c:v>
                </c:pt>
                <c:pt idx="153">
                  <c:v>1529.8</c:v>
                </c:pt>
                <c:pt idx="154">
                  <c:v>1426.7</c:v>
                </c:pt>
                <c:pt idx="155">
                  <c:v>1277.8</c:v>
                </c:pt>
                <c:pt idx="156">
                  <c:v>1352.7</c:v>
                </c:pt>
                <c:pt idx="157">
                  <c:v>1507</c:v>
                </c:pt>
                <c:pt idx="158">
                  <c:v>1675.8</c:v>
                </c:pt>
                <c:pt idx="159">
                  <c:v>1601.2</c:v>
                </c:pt>
                <c:pt idx="160">
                  <c:v>1667.5</c:v>
                </c:pt>
                <c:pt idx="161">
                  <c:v>1674.2</c:v>
                </c:pt>
                <c:pt idx="162">
                  <c:v>1650.6</c:v>
                </c:pt>
                <c:pt idx="163">
                  <c:v>1442.3</c:v>
                </c:pt>
                <c:pt idx="164">
                  <c:v>1600.6</c:v>
                </c:pt>
                <c:pt idx="165">
                  <c:v>1528</c:v>
                </c:pt>
                <c:pt idx="166">
                  <c:v>1552.1</c:v>
                </c:pt>
                <c:pt idx="167">
                  <c:v>1426.3</c:v>
                </c:pt>
                <c:pt idx="168">
                  <c:v>1383.5</c:v>
                </c:pt>
                <c:pt idx="169">
                  <c:v>1324.7</c:v>
                </c:pt>
                <c:pt idx="170">
                  <c:v>1429.9</c:v>
                </c:pt>
                <c:pt idx="171">
                  <c:v>1370.9</c:v>
                </c:pt>
                <c:pt idx="172">
                  <c:v>1298.0999999999999</c:v>
                </c:pt>
                <c:pt idx="173">
                  <c:v>1323.9</c:v>
                </c:pt>
                <c:pt idx="174">
                  <c:v>1400.9</c:v>
                </c:pt>
                <c:pt idx="175">
                  <c:v>1460.6</c:v>
                </c:pt>
                <c:pt idx="176">
                  <c:v>1453.4</c:v>
                </c:pt>
                <c:pt idx="177">
                  <c:v>1382.6</c:v>
                </c:pt>
                <c:pt idx="178">
                  <c:v>1516.9</c:v>
                </c:pt>
                <c:pt idx="179">
                  <c:v>1321.3</c:v>
                </c:pt>
                <c:pt idx="180">
                  <c:v>1333.5</c:v>
                </c:pt>
                <c:pt idx="181">
                  <c:v>1341.8</c:v>
                </c:pt>
                <c:pt idx="182">
                  <c:v>1346.8</c:v>
                </c:pt>
                <c:pt idx="183">
                  <c:v>1329.7</c:v>
                </c:pt>
                <c:pt idx="184">
                  <c:v>1400.7</c:v>
                </c:pt>
                <c:pt idx="185">
                  <c:v>1327.5</c:v>
                </c:pt>
                <c:pt idx="186">
                  <c:v>1373.9</c:v>
                </c:pt>
                <c:pt idx="187">
                  <c:v>1342.6</c:v>
                </c:pt>
                <c:pt idx="188">
                  <c:v>1404.9</c:v>
                </c:pt>
                <c:pt idx="189">
                  <c:v>1439.4</c:v>
                </c:pt>
                <c:pt idx="190">
                  <c:v>1436</c:v>
                </c:pt>
                <c:pt idx="191">
                  <c:v>1275.8</c:v>
                </c:pt>
                <c:pt idx="192">
                  <c:v>1398.4</c:v>
                </c:pt>
                <c:pt idx="193">
                  <c:v>1335.1</c:v>
                </c:pt>
                <c:pt idx="194">
                  <c:v>1326.2</c:v>
                </c:pt>
                <c:pt idx="195">
                  <c:v>1387.1</c:v>
                </c:pt>
                <c:pt idx="196">
                  <c:v>1560.6</c:v>
                </c:pt>
                <c:pt idx="197">
                  <c:v>1898.2</c:v>
                </c:pt>
                <c:pt idx="198">
                  <c:v>1713.6</c:v>
                </c:pt>
                <c:pt idx="199">
                  <c:v>1604.8</c:v>
                </c:pt>
                <c:pt idx="200">
                  <c:v>1565.3</c:v>
                </c:pt>
                <c:pt idx="201">
                  <c:v>1563.2</c:v>
                </c:pt>
                <c:pt idx="202">
                  <c:v>1547.9</c:v>
                </c:pt>
                <c:pt idx="203">
                  <c:v>#N/A</c:v>
                </c:pt>
                <c:pt idx="204">
                  <c:v>1548.6</c:v>
                </c:pt>
                <c:pt idx="205">
                  <c:v>1518.8</c:v>
                </c:pt>
                <c:pt idx="206">
                  <c:v>1538.7</c:v>
                </c:pt>
                <c:pt idx="207">
                  <c:v>#N/A</c:v>
                </c:pt>
                <c:pt idx="208">
                  <c:v>#N/A</c:v>
                </c:pt>
                <c:pt idx="209">
                  <c:v>2271.5</c:v>
                </c:pt>
                <c:pt idx="210">
                  <c:v>2799.3</c:v>
                </c:pt>
                <c:pt idx="211">
                  <c:v>2572.3000000000002</c:v>
                </c:pt>
                <c:pt idx="212">
                  <c:v>2584.8000000000002</c:v>
                </c:pt>
                <c:pt idx="213">
                  <c:v>2291.3000000000002</c:v>
                </c:pt>
                <c:pt idx="214">
                  <c:v>1904.2</c:v>
                </c:pt>
                <c:pt idx="215">
                  <c:v>1703.1</c:v>
                </c:pt>
                <c:pt idx="216">
                  <c:v>1740.3</c:v>
                </c:pt>
                <c:pt idx="217">
                  <c:v>1685.7</c:v>
                </c:pt>
                <c:pt idx="218">
                  <c:v>1623.6</c:v>
                </c:pt>
                <c:pt idx="219">
                  <c:v>1860.8</c:v>
                </c:pt>
                <c:pt idx="220">
                  <c:v>1941.6</c:v>
                </c:pt>
                <c:pt idx="221">
                  <c:v>1854.7</c:v>
                </c:pt>
                <c:pt idx="222">
                  <c:v>1804.6</c:v>
                </c:pt>
                <c:pt idx="223">
                  <c:v>1817</c:v>
                </c:pt>
                <c:pt idx="224">
                  <c:v>#N/A</c:v>
                </c:pt>
              </c:numCache>
            </c:numRef>
          </c:val>
          <c:smooth val="0"/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211469440"/>
        <c:axId val="211463168"/>
      </c:lineChart>
      <c:dateAx>
        <c:axId val="211459456"/>
        <c:scaling>
          <c:orientation val="minMax"/>
        </c:scaling>
        <c:delete val="0"/>
        <c:axPos val="b"/>
        <c:numFmt formatCode="m/d/yyyy" sourceLinked="1"/>
        <c:majorTickMark val="out"/>
        <c:minorTickMark val="none"/>
        <c:tickLblPos val="nextTo"/>
        <c:crossAx val="211461248"/>
        <c:crosses val="autoZero"/>
        <c:auto val="1"/>
        <c:lblOffset val="100"/>
        <c:baseTimeUnit val="days"/>
        <c:majorUnit val="6"/>
        <c:majorTimeUnit val="months"/>
        <c:minorUnit val="6"/>
        <c:minorTimeUnit val="months"/>
      </c:dateAx>
      <c:valAx>
        <c:axId val="211461248"/>
        <c:scaling>
          <c:orientation val="minMax"/>
          <c:max val="1"/>
        </c:scaling>
        <c:delete val="0"/>
        <c:axPos val="l"/>
        <c:majorGridlines/>
        <c:title>
          <c:tx>
            <c:rich>
              <a:bodyPr rot="-5400000" vert="horz"/>
              <a:lstStyle/>
              <a:p>
                <a:pPr>
                  <a:defRPr sz="1100"/>
                </a:pPr>
                <a:r>
                  <a:rPr lang="en-US" sz="1100" b="1" i="0" baseline="0" dirty="0" smtClean="0">
                    <a:effectLst/>
                  </a:rPr>
                  <a:t>Pool Level Model</a:t>
                </a:r>
                <a:endParaRPr lang="en-US" sz="1100" dirty="0">
                  <a:effectLst/>
                </a:endParaRPr>
              </a:p>
            </c:rich>
          </c:tx>
          <c:layout/>
          <c:overlay val="0"/>
        </c:title>
        <c:numFmt formatCode="0%" sourceLinked="1"/>
        <c:majorTickMark val="out"/>
        <c:minorTickMark val="none"/>
        <c:tickLblPos val="nextTo"/>
        <c:crossAx val="211459456"/>
        <c:crosses val="autoZero"/>
        <c:crossBetween val="between"/>
      </c:valAx>
      <c:valAx>
        <c:axId val="211463168"/>
        <c:scaling>
          <c:orientation val="minMax"/>
        </c:scaling>
        <c:delete val="0"/>
        <c:axPos val="r"/>
        <c:title>
          <c:tx>
            <c:rich>
              <a:bodyPr rot="-5400000" vert="horz"/>
              <a:lstStyle/>
              <a:p>
                <a:pPr>
                  <a:defRPr sz="1100"/>
                </a:pPr>
                <a:r>
                  <a:rPr lang="en-US" sz="1100" dirty="0" err="1" smtClean="0"/>
                  <a:t>Refi</a:t>
                </a:r>
                <a:r>
                  <a:rPr lang="en-US" sz="1100" dirty="0" smtClean="0"/>
                  <a:t> Index</a:t>
                </a:r>
                <a:endParaRPr lang="en-US" sz="1100" dirty="0"/>
              </a:p>
            </c:rich>
          </c:tx>
          <c:layout/>
          <c:overlay val="0"/>
        </c:title>
        <c:numFmt formatCode="General" sourceLinked="1"/>
        <c:majorTickMark val="out"/>
        <c:minorTickMark val="none"/>
        <c:tickLblPos val="nextTo"/>
        <c:crossAx val="211469440"/>
        <c:crosses val="max"/>
        <c:crossBetween val="between"/>
      </c:valAx>
      <c:dateAx>
        <c:axId val="211469440"/>
        <c:scaling>
          <c:orientation val="minMax"/>
        </c:scaling>
        <c:delete val="1"/>
        <c:axPos val="b"/>
        <c:numFmt formatCode="m/d/yyyy" sourceLinked="1"/>
        <c:majorTickMark val="out"/>
        <c:minorTickMark val="none"/>
        <c:tickLblPos val="nextTo"/>
        <c:crossAx val="211463168"/>
        <c:crosses val="autoZero"/>
        <c:auto val="1"/>
        <c:lblOffset val="100"/>
        <c:baseTimeUnit val="days"/>
      </c:dateAx>
    </c:plotArea>
    <c:legend>
      <c:legendPos val="b"/>
      <c:layout>
        <c:manualLayout>
          <c:xMode val="edge"/>
          <c:yMode val="edge"/>
          <c:x val="0.21143387291413382"/>
          <c:y val="0.91154620165232969"/>
          <c:w val="0.57713225417173231"/>
          <c:h val="8.0654696581234336E-2"/>
        </c:manualLayout>
      </c:layout>
      <c:overlay val="0"/>
      <c:txPr>
        <a:bodyPr/>
        <a:lstStyle/>
        <a:p>
          <a:pPr>
            <a:defRPr sz="1050"/>
          </a:pPr>
          <a:endParaRPr lang="en-US"/>
        </a:p>
      </c:txPr>
    </c:legend>
    <c:plotVisOnly val="1"/>
    <c:dispBlanksAs val="gap"/>
    <c:showDLblsOverMax val="0"/>
  </c:chart>
  <c:externalData r:id="rId1">
    <c:autoUpdate val="0"/>
  </c:externalData>
</c:chartSpace>
</file>

<file path=ppt/charts/chart1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0"/>
    <c:plotArea>
      <c:layout>
        <c:manualLayout>
          <c:layoutTarget val="inner"/>
          <c:xMode val="edge"/>
          <c:yMode val="edge"/>
          <c:x val="0.11014903309795535"/>
          <c:y val="5.1400554097404488E-2"/>
          <c:w val="0.79470010024988658"/>
          <c:h val="0.72112459900845727"/>
        </c:manualLayout>
      </c:layout>
      <c:lineChart>
        <c:grouping val="standard"/>
        <c:varyColors val="0"/>
        <c:ser>
          <c:idx val="0"/>
          <c:order val="0"/>
          <c:tx>
            <c:strRef>
              <c:f>PoolRefinancible!$C$2</c:f>
              <c:strCache>
                <c:ptCount val="1"/>
                <c:pt idx="0">
                  <c:v>Pool Level</c:v>
                </c:pt>
              </c:strCache>
            </c:strRef>
          </c:tx>
          <c:spPr>
            <a:ln w="19050">
              <a:solidFill>
                <a:srgbClr val="CDD1EF"/>
              </a:solidFill>
            </a:ln>
          </c:spPr>
          <c:marker>
            <c:symbol val="none"/>
          </c:marker>
          <c:cat>
            <c:numRef>
              <c:f>PoolRefinancible!$B$3:$B$227</c:f>
              <c:numCache>
                <c:formatCode>m/d/yyyy</c:formatCode>
                <c:ptCount val="225"/>
                <c:pt idx="0">
                  <c:v>40549</c:v>
                </c:pt>
                <c:pt idx="1">
                  <c:v>40556</c:v>
                </c:pt>
                <c:pt idx="2">
                  <c:v>40563</c:v>
                </c:pt>
                <c:pt idx="3">
                  <c:v>40570</c:v>
                </c:pt>
                <c:pt idx="4">
                  <c:v>40577</c:v>
                </c:pt>
                <c:pt idx="5">
                  <c:v>40584</c:v>
                </c:pt>
                <c:pt idx="6">
                  <c:v>40591</c:v>
                </c:pt>
                <c:pt idx="7">
                  <c:v>40598</c:v>
                </c:pt>
                <c:pt idx="8">
                  <c:v>40605</c:v>
                </c:pt>
                <c:pt idx="9">
                  <c:v>40612</c:v>
                </c:pt>
                <c:pt idx="10">
                  <c:v>40619</c:v>
                </c:pt>
                <c:pt idx="11">
                  <c:v>40626</c:v>
                </c:pt>
                <c:pt idx="12">
                  <c:v>40633</c:v>
                </c:pt>
                <c:pt idx="13">
                  <c:v>40640</c:v>
                </c:pt>
                <c:pt idx="14">
                  <c:v>40647</c:v>
                </c:pt>
                <c:pt idx="15">
                  <c:v>40654</c:v>
                </c:pt>
                <c:pt idx="16">
                  <c:v>40661</c:v>
                </c:pt>
                <c:pt idx="17">
                  <c:v>40668</c:v>
                </c:pt>
                <c:pt idx="18">
                  <c:v>40675</c:v>
                </c:pt>
                <c:pt idx="19">
                  <c:v>40682</c:v>
                </c:pt>
                <c:pt idx="20">
                  <c:v>40689</c:v>
                </c:pt>
                <c:pt idx="21">
                  <c:v>40696</c:v>
                </c:pt>
                <c:pt idx="22">
                  <c:v>40703</c:v>
                </c:pt>
                <c:pt idx="23">
                  <c:v>40710</c:v>
                </c:pt>
                <c:pt idx="24">
                  <c:v>40717</c:v>
                </c:pt>
                <c:pt idx="25">
                  <c:v>40724</c:v>
                </c:pt>
                <c:pt idx="26">
                  <c:v>40731</c:v>
                </c:pt>
                <c:pt idx="27">
                  <c:v>40738</c:v>
                </c:pt>
                <c:pt idx="28">
                  <c:v>40745</c:v>
                </c:pt>
                <c:pt idx="29">
                  <c:v>40752</c:v>
                </c:pt>
                <c:pt idx="30">
                  <c:v>40759</c:v>
                </c:pt>
                <c:pt idx="31">
                  <c:v>40766</c:v>
                </c:pt>
                <c:pt idx="32">
                  <c:v>40773</c:v>
                </c:pt>
                <c:pt idx="33">
                  <c:v>40780</c:v>
                </c:pt>
                <c:pt idx="34">
                  <c:v>40787</c:v>
                </c:pt>
                <c:pt idx="35">
                  <c:v>40794</c:v>
                </c:pt>
                <c:pt idx="36">
                  <c:v>40801</c:v>
                </c:pt>
                <c:pt idx="37">
                  <c:v>40808</c:v>
                </c:pt>
                <c:pt idx="38">
                  <c:v>40815</c:v>
                </c:pt>
                <c:pt idx="39">
                  <c:v>40822</c:v>
                </c:pt>
                <c:pt idx="40">
                  <c:v>40829</c:v>
                </c:pt>
                <c:pt idx="41">
                  <c:v>40836</c:v>
                </c:pt>
                <c:pt idx="42">
                  <c:v>40843</c:v>
                </c:pt>
                <c:pt idx="43">
                  <c:v>40850</c:v>
                </c:pt>
                <c:pt idx="44">
                  <c:v>40857</c:v>
                </c:pt>
                <c:pt idx="45">
                  <c:v>40864</c:v>
                </c:pt>
                <c:pt idx="46">
                  <c:v>40870</c:v>
                </c:pt>
                <c:pt idx="47">
                  <c:v>40878</c:v>
                </c:pt>
                <c:pt idx="48">
                  <c:v>40885</c:v>
                </c:pt>
                <c:pt idx="49">
                  <c:v>40892</c:v>
                </c:pt>
                <c:pt idx="50">
                  <c:v>40899</c:v>
                </c:pt>
                <c:pt idx="51">
                  <c:v>40906</c:v>
                </c:pt>
                <c:pt idx="52">
                  <c:v>40913</c:v>
                </c:pt>
                <c:pt idx="53">
                  <c:v>40920</c:v>
                </c:pt>
                <c:pt idx="54">
                  <c:v>40927</c:v>
                </c:pt>
                <c:pt idx="55">
                  <c:v>40934</c:v>
                </c:pt>
                <c:pt idx="56">
                  <c:v>40941</c:v>
                </c:pt>
                <c:pt idx="57">
                  <c:v>40948</c:v>
                </c:pt>
                <c:pt idx="58">
                  <c:v>40955</c:v>
                </c:pt>
                <c:pt idx="59">
                  <c:v>40962</c:v>
                </c:pt>
                <c:pt idx="60">
                  <c:v>40969</c:v>
                </c:pt>
                <c:pt idx="61">
                  <c:v>40976</c:v>
                </c:pt>
                <c:pt idx="62">
                  <c:v>40983</c:v>
                </c:pt>
                <c:pt idx="63">
                  <c:v>40990</c:v>
                </c:pt>
                <c:pt idx="64">
                  <c:v>40997</c:v>
                </c:pt>
                <c:pt idx="65">
                  <c:v>41004</c:v>
                </c:pt>
                <c:pt idx="66">
                  <c:v>41011</c:v>
                </c:pt>
                <c:pt idx="67">
                  <c:v>41018</c:v>
                </c:pt>
                <c:pt idx="68">
                  <c:v>41025</c:v>
                </c:pt>
                <c:pt idx="69">
                  <c:v>41032</c:v>
                </c:pt>
                <c:pt idx="70">
                  <c:v>41039</c:v>
                </c:pt>
                <c:pt idx="71">
                  <c:v>41046</c:v>
                </c:pt>
                <c:pt idx="72">
                  <c:v>41053</c:v>
                </c:pt>
                <c:pt idx="73">
                  <c:v>41060</c:v>
                </c:pt>
                <c:pt idx="74">
                  <c:v>41067</c:v>
                </c:pt>
                <c:pt idx="75">
                  <c:v>41074</c:v>
                </c:pt>
                <c:pt idx="76">
                  <c:v>41081</c:v>
                </c:pt>
                <c:pt idx="77">
                  <c:v>41088</c:v>
                </c:pt>
                <c:pt idx="78">
                  <c:v>41095</c:v>
                </c:pt>
                <c:pt idx="79">
                  <c:v>41102</c:v>
                </c:pt>
                <c:pt idx="80">
                  <c:v>41109</c:v>
                </c:pt>
                <c:pt idx="81">
                  <c:v>41116</c:v>
                </c:pt>
                <c:pt idx="82">
                  <c:v>41123</c:v>
                </c:pt>
                <c:pt idx="83">
                  <c:v>41130</c:v>
                </c:pt>
                <c:pt idx="84">
                  <c:v>41137</c:v>
                </c:pt>
                <c:pt idx="85">
                  <c:v>41144</c:v>
                </c:pt>
                <c:pt idx="86">
                  <c:v>41151</c:v>
                </c:pt>
                <c:pt idx="87">
                  <c:v>41158</c:v>
                </c:pt>
                <c:pt idx="88">
                  <c:v>41165</c:v>
                </c:pt>
                <c:pt idx="89">
                  <c:v>41172</c:v>
                </c:pt>
                <c:pt idx="90">
                  <c:v>41179</c:v>
                </c:pt>
                <c:pt idx="91">
                  <c:v>41186</c:v>
                </c:pt>
                <c:pt idx="92">
                  <c:v>41193</c:v>
                </c:pt>
                <c:pt idx="93">
                  <c:v>41200</c:v>
                </c:pt>
                <c:pt idx="94">
                  <c:v>41207</c:v>
                </c:pt>
                <c:pt idx="95">
                  <c:v>41214</c:v>
                </c:pt>
                <c:pt idx="96">
                  <c:v>41221</c:v>
                </c:pt>
                <c:pt idx="97">
                  <c:v>41228</c:v>
                </c:pt>
                <c:pt idx="98">
                  <c:v>41234</c:v>
                </c:pt>
                <c:pt idx="99">
                  <c:v>41242</c:v>
                </c:pt>
                <c:pt idx="100">
                  <c:v>41249</c:v>
                </c:pt>
                <c:pt idx="101">
                  <c:v>41256</c:v>
                </c:pt>
                <c:pt idx="102">
                  <c:v>41263</c:v>
                </c:pt>
                <c:pt idx="103">
                  <c:v>41270</c:v>
                </c:pt>
                <c:pt idx="104">
                  <c:v>41277</c:v>
                </c:pt>
                <c:pt idx="105">
                  <c:v>41284</c:v>
                </c:pt>
                <c:pt idx="106">
                  <c:v>41291</c:v>
                </c:pt>
                <c:pt idx="107">
                  <c:v>41298</c:v>
                </c:pt>
                <c:pt idx="108">
                  <c:v>41305</c:v>
                </c:pt>
                <c:pt idx="109">
                  <c:v>41312</c:v>
                </c:pt>
                <c:pt idx="110">
                  <c:v>41319</c:v>
                </c:pt>
                <c:pt idx="111">
                  <c:v>41326</c:v>
                </c:pt>
                <c:pt idx="112">
                  <c:v>41333</c:v>
                </c:pt>
                <c:pt idx="113">
                  <c:v>41340</c:v>
                </c:pt>
                <c:pt idx="114">
                  <c:v>41347</c:v>
                </c:pt>
                <c:pt idx="115">
                  <c:v>41354</c:v>
                </c:pt>
                <c:pt idx="116">
                  <c:v>41361</c:v>
                </c:pt>
                <c:pt idx="117">
                  <c:v>41368</c:v>
                </c:pt>
                <c:pt idx="118">
                  <c:v>41375</c:v>
                </c:pt>
                <c:pt idx="119">
                  <c:v>41382</c:v>
                </c:pt>
                <c:pt idx="120">
                  <c:v>41389</c:v>
                </c:pt>
                <c:pt idx="121">
                  <c:v>41396</c:v>
                </c:pt>
                <c:pt idx="122">
                  <c:v>41403</c:v>
                </c:pt>
                <c:pt idx="123">
                  <c:v>41410</c:v>
                </c:pt>
                <c:pt idx="124">
                  <c:v>41417</c:v>
                </c:pt>
                <c:pt idx="125">
                  <c:v>41424</c:v>
                </c:pt>
                <c:pt idx="126">
                  <c:v>41431</c:v>
                </c:pt>
                <c:pt idx="127">
                  <c:v>41438</c:v>
                </c:pt>
                <c:pt idx="128">
                  <c:v>41445</c:v>
                </c:pt>
                <c:pt idx="129">
                  <c:v>41452</c:v>
                </c:pt>
                <c:pt idx="130">
                  <c:v>41458</c:v>
                </c:pt>
                <c:pt idx="131">
                  <c:v>41466</c:v>
                </c:pt>
                <c:pt idx="132">
                  <c:v>41473</c:v>
                </c:pt>
                <c:pt idx="133">
                  <c:v>41480</c:v>
                </c:pt>
                <c:pt idx="134">
                  <c:v>41487</c:v>
                </c:pt>
                <c:pt idx="135">
                  <c:v>41494</c:v>
                </c:pt>
                <c:pt idx="136">
                  <c:v>41501</c:v>
                </c:pt>
                <c:pt idx="137">
                  <c:v>41508</c:v>
                </c:pt>
                <c:pt idx="138">
                  <c:v>41515</c:v>
                </c:pt>
                <c:pt idx="139">
                  <c:v>41522</c:v>
                </c:pt>
                <c:pt idx="140">
                  <c:v>41529</c:v>
                </c:pt>
                <c:pt idx="141">
                  <c:v>41536</c:v>
                </c:pt>
                <c:pt idx="142">
                  <c:v>41543</c:v>
                </c:pt>
                <c:pt idx="143">
                  <c:v>41550</c:v>
                </c:pt>
                <c:pt idx="144">
                  <c:v>41557</c:v>
                </c:pt>
                <c:pt idx="145">
                  <c:v>41564</c:v>
                </c:pt>
                <c:pt idx="146">
                  <c:v>41571</c:v>
                </c:pt>
                <c:pt idx="147">
                  <c:v>41578</c:v>
                </c:pt>
                <c:pt idx="148">
                  <c:v>41585</c:v>
                </c:pt>
                <c:pt idx="149">
                  <c:v>41592</c:v>
                </c:pt>
                <c:pt idx="150">
                  <c:v>41599</c:v>
                </c:pt>
                <c:pt idx="151">
                  <c:v>41605</c:v>
                </c:pt>
                <c:pt idx="152">
                  <c:v>41613</c:v>
                </c:pt>
                <c:pt idx="153">
                  <c:v>41620</c:v>
                </c:pt>
                <c:pt idx="154">
                  <c:v>41627</c:v>
                </c:pt>
                <c:pt idx="155">
                  <c:v>41634</c:v>
                </c:pt>
                <c:pt idx="156">
                  <c:v>41641</c:v>
                </c:pt>
                <c:pt idx="157">
                  <c:v>41648</c:v>
                </c:pt>
                <c:pt idx="158">
                  <c:v>41655</c:v>
                </c:pt>
                <c:pt idx="159">
                  <c:v>41662</c:v>
                </c:pt>
                <c:pt idx="160">
                  <c:v>41669</c:v>
                </c:pt>
                <c:pt idx="161">
                  <c:v>41676</c:v>
                </c:pt>
                <c:pt idx="162">
                  <c:v>41683</c:v>
                </c:pt>
                <c:pt idx="163">
                  <c:v>41690</c:v>
                </c:pt>
                <c:pt idx="164">
                  <c:v>41697</c:v>
                </c:pt>
                <c:pt idx="165">
                  <c:v>41704</c:v>
                </c:pt>
                <c:pt idx="166">
                  <c:v>41711</c:v>
                </c:pt>
                <c:pt idx="167">
                  <c:v>41718</c:v>
                </c:pt>
                <c:pt idx="168">
                  <c:v>41725</c:v>
                </c:pt>
                <c:pt idx="169">
                  <c:v>41732</c:v>
                </c:pt>
                <c:pt idx="170">
                  <c:v>41739</c:v>
                </c:pt>
                <c:pt idx="171">
                  <c:v>41746</c:v>
                </c:pt>
                <c:pt idx="172">
                  <c:v>41753</c:v>
                </c:pt>
                <c:pt idx="173">
                  <c:v>41760</c:v>
                </c:pt>
                <c:pt idx="174">
                  <c:v>41767</c:v>
                </c:pt>
                <c:pt idx="175">
                  <c:v>41774</c:v>
                </c:pt>
                <c:pt idx="176">
                  <c:v>41781</c:v>
                </c:pt>
                <c:pt idx="177">
                  <c:v>41788</c:v>
                </c:pt>
                <c:pt idx="178">
                  <c:v>41795</c:v>
                </c:pt>
                <c:pt idx="179">
                  <c:v>41802</c:v>
                </c:pt>
                <c:pt idx="180">
                  <c:v>41809</c:v>
                </c:pt>
                <c:pt idx="181">
                  <c:v>41816</c:v>
                </c:pt>
                <c:pt idx="182">
                  <c:v>41823</c:v>
                </c:pt>
                <c:pt idx="183">
                  <c:v>41830</c:v>
                </c:pt>
                <c:pt idx="184">
                  <c:v>41837</c:v>
                </c:pt>
                <c:pt idx="185">
                  <c:v>41844</c:v>
                </c:pt>
                <c:pt idx="186">
                  <c:v>41851</c:v>
                </c:pt>
                <c:pt idx="187">
                  <c:v>41858</c:v>
                </c:pt>
                <c:pt idx="188">
                  <c:v>41865</c:v>
                </c:pt>
                <c:pt idx="189">
                  <c:v>41872</c:v>
                </c:pt>
                <c:pt idx="190">
                  <c:v>41879</c:v>
                </c:pt>
                <c:pt idx="191">
                  <c:v>41886</c:v>
                </c:pt>
                <c:pt idx="192">
                  <c:v>41893</c:v>
                </c:pt>
                <c:pt idx="193">
                  <c:v>41900</c:v>
                </c:pt>
                <c:pt idx="194">
                  <c:v>41907</c:v>
                </c:pt>
                <c:pt idx="195">
                  <c:v>41914</c:v>
                </c:pt>
                <c:pt idx="196">
                  <c:v>41921</c:v>
                </c:pt>
                <c:pt idx="197">
                  <c:v>41928</c:v>
                </c:pt>
                <c:pt idx="198">
                  <c:v>41935</c:v>
                </c:pt>
                <c:pt idx="199">
                  <c:v>41942</c:v>
                </c:pt>
                <c:pt idx="200">
                  <c:v>41949</c:v>
                </c:pt>
                <c:pt idx="201">
                  <c:v>41956</c:v>
                </c:pt>
                <c:pt idx="202">
                  <c:v>41963</c:v>
                </c:pt>
                <c:pt idx="203">
                  <c:v>41969</c:v>
                </c:pt>
                <c:pt idx="204">
                  <c:v>41977</c:v>
                </c:pt>
                <c:pt idx="205">
                  <c:v>41984</c:v>
                </c:pt>
                <c:pt idx="206">
                  <c:v>41991</c:v>
                </c:pt>
                <c:pt idx="207">
                  <c:v>41997</c:v>
                </c:pt>
                <c:pt idx="208">
                  <c:v>42004</c:v>
                </c:pt>
                <c:pt idx="209">
                  <c:v>42012</c:v>
                </c:pt>
                <c:pt idx="210">
                  <c:v>42019</c:v>
                </c:pt>
                <c:pt idx="211">
                  <c:v>42026</c:v>
                </c:pt>
                <c:pt idx="212">
                  <c:v>42033</c:v>
                </c:pt>
                <c:pt idx="213">
                  <c:v>42040</c:v>
                </c:pt>
                <c:pt idx="214">
                  <c:v>42047</c:v>
                </c:pt>
                <c:pt idx="215">
                  <c:v>42054</c:v>
                </c:pt>
                <c:pt idx="216">
                  <c:v>42061</c:v>
                </c:pt>
                <c:pt idx="217">
                  <c:v>42068</c:v>
                </c:pt>
                <c:pt idx="218">
                  <c:v>42075</c:v>
                </c:pt>
                <c:pt idx="219">
                  <c:v>42082</c:v>
                </c:pt>
                <c:pt idx="220">
                  <c:v>42089</c:v>
                </c:pt>
                <c:pt idx="221">
                  <c:v>42096</c:v>
                </c:pt>
                <c:pt idx="222">
                  <c:v>42103</c:v>
                </c:pt>
                <c:pt idx="223">
                  <c:v>42110</c:v>
                </c:pt>
                <c:pt idx="224">
                  <c:v>42117</c:v>
                </c:pt>
              </c:numCache>
            </c:numRef>
          </c:cat>
          <c:val>
            <c:numRef>
              <c:f>PoolRefinancible!$C$3:$C$227</c:f>
              <c:numCache>
                <c:formatCode>0%</c:formatCode>
                <c:ptCount val="225"/>
                <c:pt idx="0">
                  <c:v>0.62402170072443153</c:v>
                </c:pt>
                <c:pt idx="1">
                  <c:v>0.62817294477626939</c:v>
                </c:pt>
                <c:pt idx="2">
                  <c:v>0.62597730951219899</c:v>
                </c:pt>
                <c:pt idx="3">
                  <c:v>0.62392159162868732</c:v>
                </c:pt>
                <c:pt idx="4">
                  <c:v>0.60653142223595213</c:v>
                </c:pt>
                <c:pt idx="5">
                  <c:v>0.50868797673712363</c:v>
                </c:pt>
                <c:pt idx="6">
                  <c:v>0.52965901814335548</c:v>
                </c:pt>
                <c:pt idx="7">
                  <c:v>0.57709503787578109</c:v>
                </c:pt>
                <c:pt idx="8">
                  <c:v>0.59224775585706535</c:v>
                </c:pt>
                <c:pt idx="9">
                  <c:v>0.59090570789662444</c:v>
                </c:pt>
                <c:pt idx="10">
                  <c:v>0.60261779474869925</c:v>
                </c:pt>
                <c:pt idx="11">
                  <c:v>0.59950595681897523</c:v>
                </c:pt>
                <c:pt idx="12">
                  <c:v>0.593225708201635</c:v>
                </c:pt>
                <c:pt idx="13">
                  <c:v>0.58542144661011908</c:v>
                </c:pt>
                <c:pt idx="14">
                  <c:v>0.58155199492979581</c:v>
                </c:pt>
                <c:pt idx="15">
                  <c:v>0.59356262313394537</c:v>
                </c:pt>
                <c:pt idx="16">
                  <c:v>0.59445921362542997</c:v>
                </c:pt>
                <c:pt idx="17">
                  <c:v>0.59391131067456038</c:v>
                </c:pt>
                <c:pt idx="18">
                  <c:v>0.60662155942020002</c:v>
                </c:pt>
                <c:pt idx="19">
                  <c:v>0.61264076908113763</c:v>
                </c:pt>
                <c:pt idx="20">
                  <c:v>0.61599363608099678</c:v>
                </c:pt>
                <c:pt idx="21">
                  <c:v>0.66311590107349083</c:v>
                </c:pt>
                <c:pt idx="22">
                  <c:v>0.74517189360077984</c:v>
                </c:pt>
                <c:pt idx="23">
                  <c:v>0.72397022872334449</c:v>
                </c:pt>
                <c:pt idx="24">
                  <c:v>0.66311590107349083</c:v>
                </c:pt>
                <c:pt idx="25">
                  <c:v>0.69050447134038251</c:v>
                </c:pt>
                <c:pt idx="26">
                  <c:v>0.60410549631050647</c:v>
                </c:pt>
                <c:pt idx="27">
                  <c:v>0.684475421712615</c:v>
                </c:pt>
                <c:pt idx="28">
                  <c:v>0.66675683999516944</c:v>
                </c:pt>
                <c:pt idx="29">
                  <c:v>0.61660059317974736</c:v>
                </c:pt>
                <c:pt idx="30">
                  <c:v>0.81803711941746404</c:v>
                </c:pt>
                <c:pt idx="31">
                  <c:v>0.83404184296119399</c:v>
                </c:pt>
                <c:pt idx="32">
                  <c:v>0.86117434904403212</c:v>
                </c:pt>
                <c:pt idx="33">
                  <c:v>0.84714025108084823</c:v>
                </c:pt>
                <c:pt idx="34">
                  <c:v>0.84129278814437181</c:v>
                </c:pt>
                <c:pt idx="35">
                  <c:v>0.87859103936280614</c:v>
                </c:pt>
                <c:pt idx="36">
                  <c:v>0.90242289630359074</c:v>
                </c:pt>
                <c:pt idx="37">
                  <c:v>0.90242289630359074</c:v>
                </c:pt>
                <c:pt idx="38">
                  <c:v>0.94644262124543443</c:v>
                </c:pt>
                <c:pt idx="39">
                  <c:v>0.96725200604215567</c:v>
                </c:pt>
                <c:pt idx="40">
                  <c:v>0.84917694017596268</c:v>
                </c:pt>
                <c:pt idx="41">
                  <c:v>0.85635864773186432</c:v>
                </c:pt>
                <c:pt idx="42">
                  <c:v>0.86512672485653175</c:v>
                </c:pt>
                <c:pt idx="43">
                  <c:v>0.93485323798856346</c:v>
                </c:pt>
                <c:pt idx="44">
                  <c:v>0.94404770550683115</c:v>
                </c:pt>
                <c:pt idx="45">
                  <c:v>0.93485323798856346</c:v>
                </c:pt>
                <c:pt idx="46">
                  <c:v>0.94997170807452469</c:v>
                </c:pt>
                <c:pt idx="47">
                  <c:v>0.91542628506626045</c:v>
                </c:pt>
                <c:pt idx="48">
                  <c:v>0.9248746068169833</c:v>
                </c:pt>
                <c:pt idx="49">
                  <c:v>0.93969161247928745</c:v>
                </c:pt>
                <c:pt idx="50">
                  <c:v>0.9601958662364245</c:v>
                </c:pt>
                <c:pt idx="51">
                  <c:v>0.94762260030460288</c:v>
                </c:pt>
                <c:pt idx="52">
                  <c:v>0.94481773750585774</c:v>
                </c:pt>
                <c:pt idx="53">
                  <c:v>0.95320351892281485</c:v>
                </c:pt>
                <c:pt idx="54">
                  <c:v>0.95182771809710431</c:v>
                </c:pt>
                <c:pt idx="55">
                  <c:v>0.91861521434498927</c:v>
                </c:pt>
                <c:pt idx="56">
                  <c:v>0.94107838104995334</c:v>
                </c:pt>
                <c:pt idx="57">
                  <c:v>0.94107838104995334</c:v>
                </c:pt>
                <c:pt idx="58">
                  <c:v>0.94107838104995334</c:v>
                </c:pt>
                <c:pt idx="59">
                  <c:v>0.90921329115869776</c:v>
                </c:pt>
                <c:pt idx="60">
                  <c:v>0.91584710240533518</c:v>
                </c:pt>
                <c:pt idx="61">
                  <c:v>0.91902765125865959</c:v>
                </c:pt>
                <c:pt idx="62">
                  <c:v>0.90514599034862198</c:v>
                </c:pt>
                <c:pt idx="63">
                  <c:v>0.78959380464288376</c:v>
                </c:pt>
                <c:pt idx="64">
                  <c:v>0.87490910290764468</c:v>
                </c:pt>
                <c:pt idx="65">
                  <c:v>0.86928745494692716</c:v>
                </c:pt>
                <c:pt idx="66">
                  <c:v>0.90849340717481886</c:v>
                </c:pt>
                <c:pt idx="67">
                  <c:v>0.9034983903169389</c:v>
                </c:pt>
                <c:pt idx="68">
                  <c:v>0.90849340717481886</c:v>
                </c:pt>
                <c:pt idx="69">
                  <c:v>0.89225108632442729</c:v>
                </c:pt>
                <c:pt idx="70">
                  <c:v>0.89337268606647302</c:v>
                </c:pt>
                <c:pt idx="71">
                  <c:v>0.8948997967143093</c:v>
                </c:pt>
                <c:pt idx="72">
                  <c:v>0.89443957907281746</c:v>
                </c:pt>
                <c:pt idx="73">
                  <c:v>0.89512122084695944</c:v>
                </c:pt>
                <c:pt idx="74">
                  <c:v>0.8920195449585564</c:v>
                </c:pt>
                <c:pt idx="75">
                  <c:v>0.88667449797815956</c:v>
                </c:pt>
                <c:pt idx="76">
                  <c:v>0.89407594990163874</c:v>
                </c:pt>
                <c:pt idx="77">
                  <c:v>0.89407594990163874</c:v>
                </c:pt>
                <c:pt idx="78">
                  <c:v>0.8819114104860859</c:v>
                </c:pt>
                <c:pt idx="79">
                  <c:v>0.94551237246929465</c:v>
                </c:pt>
                <c:pt idx="80">
                  <c:v>0.97186924857158052</c:v>
                </c:pt>
                <c:pt idx="81">
                  <c:v>0.98451993370244106</c:v>
                </c:pt>
                <c:pt idx="82">
                  <c:v>0.9385222539497815</c:v>
                </c:pt>
                <c:pt idx="83">
                  <c:v>0.92408794393225557</c:v>
                </c:pt>
                <c:pt idx="84">
                  <c:v>0.88445471641937157</c:v>
                </c:pt>
                <c:pt idx="85">
                  <c:v>0.85694996797233836</c:v>
                </c:pt>
                <c:pt idx="86">
                  <c:v>0.92408794393225557</c:v>
                </c:pt>
                <c:pt idx="87">
                  <c:v>0.91761037893987563</c:v>
                </c:pt>
                <c:pt idx="88">
                  <c:v>0.94047646256577366</c:v>
                </c:pt>
                <c:pt idx="89">
                  <c:v>0.95891425076544745</c:v>
                </c:pt>
                <c:pt idx="90">
                  <c:v>0.96459917415866681</c:v>
                </c:pt>
                <c:pt idx="91">
                  <c:v>0.95362908529618629</c:v>
                </c:pt>
                <c:pt idx="92">
                  <c:v>0.95159604304738465</c:v>
                </c:pt>
                <c:pt idx="93">
                  <c:v>0.95277295236812309</c:v>
                </c:pt>
                <c:pt idx="94">
                  <c:v>0.95079229345734595</c:v>
                </c:pt>
                <c:pt idx="95">
                  <c:v>0.92571311512973709</c:v>
                </c:pt>
                <c:pt idx="96">
                  <c:v>0.9252942527060104</c:v>
                </c:pt>
                <c:pt idx="97">
                  <c:v>0.92772026190850965</c:v>
                </c:pt>
                <c:pt idx="98">
                  <c:v>0.9299301195282087</c:v>
                </c:pt>
                <c:pt idx="99">
                  <c:v>0.92756020040727527</c:v>
                </c:pt>
                <c:pt idx="100">
                  <c:v>0.9105479087849232</c:v>
                </c:pt>
                <c:pt idx="101">
                  <c:v>0.9126136851792267</c:v>
                </c:pt>
                <c:pt idx="102">
                  <c:v>0.90965157918840345</c:v>
                </c:pt>
                <c:pt idx="103">
                  <c:v>0.91018597538933266</c:v>
                </c:pt>
                <c:pt idx="104">
                  <c:v>0.88829814088555981</c:v>
                </c:pt>
                <c:pt idx="105">
                  <c:v>0.88507237465236011</c:v>
                </c:pt>
                <c:pt idx="106">
                  <c:v>0.88631407683414742</c:v>
                </c:pt>
                <c:pt idx="107">
                  <c:v>0.88379536104531342</c:v>
                </c:pt>
                <c:pt idx="108">
                  <c:v>0.84748759806752005</c:v>
                </c:pt>
                <c:pt idx="109">
                  <c:v>0.79744674672768578</c:v>
                </c:pt>
                <c:pt idx="110">
                  <c:v>0.79744674672768578</c:v>
                </c:pt>
                <c:pt idx="111">
                  <c:v>0.75767121274967097</c:v>
                </c:pt>
                <c:pt idx="112">
                  <c:v>0.81599621049204552</c:v>
                </c:pt>
                <c:pt idx="113">
                  <c:v>0.81254588826988361</c:v>
                </c:pt>
                <c:pt idx="114">
                  <c:v>0.70260073761186825</c:v>
                </c:pt>
                <c:pt idx="115">
                  <c:v>0.76832708554350626</c:v>
                </c:pt>
                <c:pt idx="116">
                  <c:v>0.73085022058809757</c:v>
                </c:pt>
                <c:pt idx="117">
                  <c:v>0.74812714109915845</c:v>
                </c:pt>
                <c:pt idx="118">
                  <c:v>0.81951890925716175</c:v>
                </c:pt>
                <c:pt idx="119">
                  <c:v>0.8263799320049966</c:v>
                </c:pt>
                <c:pt idx="120">
                  <c:v>0.82478602429419701</c:v>
                </c:pt>
                <c:pt idx="121">
                  <c:v>0.81686282095814366</c:v>
                </c:pt>
                <c:pt idx="122">
                  <c:v>0.80807149473903783</c:v>
                </c:pt>
                <c:pt idx="123">
                  <c:v>0.77783403735744605</c:v>
                </c:pt>
                <c:pt idx="124">
                  <c:v>0.69528028144531095</c:v>
                </c:pt>
                <c:pt idx="125">
                  <c:v>0.63267241864898449</c:v>
                </c:pt>
                <c:pt idx="126">
                  <c:v>0.60569175356282723</c:v>
                </c:pt>
                <c:pt idx="127">
                  <c:v>0.57343184072471942</c:v>
                </c:pt>
                <c:pt idx="128">
                  <c:v>0.58795254732817659</c:v>
                </c:pt>
                <c:pt idx="129">
                  <c:v>0.39082116641682313</c:v>
                </c:pt>
                <c:pt idx="130">
                  <c:v>0.4330864642120939</c:v>
                </c:pt>
                <c:pt idx="131">
                  <c:v>0.31856955774356621</c:v>
                </c:pt>
                <c:pt idx="132">
                  <c:v>0.42624975952077765</c:v>
                </c:pt>
                <c:pt idx="133">
                  <c:v>0.42922629610906576</c:v>
                </c:pt>
                <c:pt idx="134">
                  <c:v>0.40917398895537016</c:v>
                </c:pt>
                <c:pt idx="135">
                  <c:v>0.40797811985401045</c:v>
                </c:pt>
                <c:pt idx="136">
                  <c:v>0.40797811985401045</c:v>
                </c:pt>
                <c:pt idx="137">
                  <c:v>0.28211495793674252</c:v>
                </c:pt>
                <c:pt idx="138">
                  <c:v>0.32707732602530493</c:v>
                </c:pt>
                <c:pt idx="139">
                  <c:v>0.2818649256036454</c:v>
                </c:pt>
                <c:pt idx="140">
                  <c:v>0.27463010199382165</c:v>
                </c:pt>
                <c:pt idx="141">
                  <c:v>0.33277831045649614</c:v>
                </c:pt>
                <c:pt idx="142">
                  <c:v>0.40445747526612724</c:v>
                </c:pt>
                <c:pt idx="143">
                  <c:v>0.41528178559290679</c:v>
                </c:pt>
                <c:pt idx="144">
                  <c:v>0.41314719259777027</c:v>
                </c:pt>
                <c:pt idx="145">
                  <c:v>0.40232481590336117</c:v>
                </c:pt>
                <c:pt idx="146">
                  <c:v>0.43156912924668556</c:v>
                </c:pt>
                <c:pt idx="147">
                  <c:v>0.4605405147219428</c:v>
                </c:pt>
                <c:pt idx="148">
                  <c:v>0.42159370418067171</c:v>
                </c:pt>
                <c:pt idx="149">
                  <c:v>0.38756459325455095</c:v>
                </c:pt>
                <c:pt idx="150">
                  <c:v>0.41410653536495057</c:v>
                </c:pt>
                <c:pt idx="151">
                  <c:v>0.3969981593322805</c:v>
                </c:pt>
                <c:pt idx="152">
                  <c:v>0.37338021104571051</c:v>
                </c:pt>
                <c:pt idx="153">
                  <c:v>0.3707206267478419</c:v>
                </c:pt>
                <c:pt idx="154">
                  <c:v>0.33974567777608206</c:v>
                </c:pt>
                <c:pt idx="155">
                  <c:v>0.33029809597210952</c:v>
                </c:pt>
                <c:pt idx="156">
                  <c:v>0.26212623729092371</c:v>
                </c:pt>
                <c:pt idx="157">
                  <c:v>0.2902260049252946</c:v>
                </c:pt>
                <c:pt idx="158">
                  <c:v>0.36774882579493112</c:v>
                </c:pt>
                <c:pt idx="159">
                  <c:v>0.37084428304329614</c:v>
                </c:pt>
                <c:pt idx="160">
                  <c:v>0.38160196936392621</c:v>
                </c:pt>
                <c:pt idx="161">
                  <c:v>0.40068103493110224</c:v>
                </c:pt>
                <c:pt idx="162">
                  <c:v>0.38532630107916044</c:v>
                </c:pt>
                <c:pt idx="163">
                  <c:v>0.3755719775185945</c:v>
                </c:pt>
                <c:pt idx="164">
                  <c:v>0.36967404481869215</c:v>
                </c:pt>
                <c:pt idx="165">
                  <c:v>0.38316963725836589</c:v>
                </c:pt>
                <c:pt idx="166">
                  <c:v>0.36933430427665681</c:v>
                </c:pt>
                <c:pt idx="167">
                  <c:v>0.38030249532079374</c:v>
                </c:pt>
                <c:pt idx="168">
                  <c:v>0.36565400061256043</c:v>
                </c:pt>
                <c:pt idx="169">
                  <c:v>0.35521926568999218</c:v>
                </c:pt>
                <c:pt idx="170">
                  <c:v>0.36683376695248865</c:v>
                </c:pt>
                <c:pt idx="171">
                  <c:v>0.38166972699665563</c:v>
                </c:pt>
                <c:pt idx="172">
                  <c:v>0.37393962817107157</c:v>
                </c:pt>
                <c:pt idx="173">
                  <c:v>0.37360583835556432</c:v>
                </c:pt>
                <c:pt idx="174">
                  <c:v>0.40975674753773905</c:v>
                </c:pt>
                <c:pt idx="175">
                  <c:v>0.4132153406951769</c:v>
                </c:pt>
                <c:pt idx="176">
                  <c:v>0.44799454346559853</c:v>
                </c:pt>
                <c:pt idx="177">
                  <c:v>0.46362020494951672</c:v>
                </c:pt>
                <c:pt idx="178">
                  <c:v>0.46847875373528863</c:v>
                </c:pt>
                <c:pt idx="179">
                  <c:v>0.41096738430920449</c:v>
                </c:pt>
                <c:pt idx="180">
                  <c:v>0.42635938692148717</c:v>
                </c:pt>
                <c:pt idx="181">
                  <c:v>0.46847875373528863</c:v>
                </c:pt>
                <c:pt idx="182">
                  <c:v>0.48178321750260522</c:v>
                </c:pt>
                <c:pt idx="183">
                  <c:v>0.42147742037560049</c:v>
                </c:pt>
                <c:pt idx="184">
                  <c:v>0.45155296827836544</c:v>
                </c:pt>
                <c:pt idx="185">
                  <c:v>0.45155296827836544</c:v>
                </c:pt>
                <c:pt idx="186">
                  <c:v>0.45923072088835232</c:v>
                </c:pt>
                <c:pt idx="187">
                  <c:v>0.42413376349642812</c:v>
                </c:pt>
                <c:pt idx="188">
                  <c:v>0.45575254137027688</c:v>
                </c:pt>
                <c:pt idx="189">
                  <c:v>0.49084413664233395</c:v>
                </c:pt>
                <c:pt idx="190">
                  <c:v>0.49084413664233395</c:v>
                </c:pt>
                <c:pt idx="191">
                  <c:v>0.4873264191007175</c:v>
                </c:pt>
                <c:pt idx="192">
                  <c:v>0.4741591952243816</c:v>
                </c:pt>
                <c:pt idx="193">
                  <c:v>0.3981672862675662</c:v>
                </c:pt>
                <c:pt idx="194">
                  <c:v>0.41373230170663788</c:v>
                </c:pt>
                <c:pt idx="195">
                  <c:v>0.43232059685066798</c:v>
                </c:pt>
                <c:pt idx="196">
                  <c:v>0.47165449273347226</c:v>
                </c:pt>
                <c:pt idx="197">
                  <c:v>0.57517284737260799</c:v>
                </c:pt>
                <c:pt idx="198">
                  <c:v>0.58745733896979668</c:v>
                </c:pt>
                <c:pt idx="199">
                  <c:v>0.57181297396619646</c:v>
                </c:pt>
                <c:pt idx="200">
                  <c:v>0.54857982917990311</c:v>
                </c:pt>
                <c:pt idx="201">
                  <c:v>0.55497671209744126</c:v>
                </c:pt>
                <c:pt idx="202">
                  <c:v>0.56606721089043732</c:v>
                </c:pt>
                <c:pt idx="203">
                  <c:v>0.57290983086857539</c:v>
                </c:pt>
                <c:pt idx="204">
                  <c:v>0.59279776197128353</c:v>
                </c:pt>
                <c:pt idx="205">
                  <c:v>0.5786710507683992</c:v>
                </c:pt>
                <c:pt idx="206">
                  <c:v>0.6155496963810797</c:v>
                </c:pt>
                <c:pt idx="207">
                  <c:v>0.60574636223541978</c:v>
                </c:pt>
                <c:pt idx="208">
                  <c:v>0.59072795930158906</c:v>
                </c:pt>
                <c:pt idx="209">
                  <c:v>0.63580141506138355</c:v>
                </c:pt>
                <c:pt idx="210">
                  <c:v>0.66264885680249008</c:v>
                </c:pt>
                <c:pt idx="211">
                  <c:v>0.66474126748702123</c:v>
                </c:pt>
                <c:pt idx="212">
                  <c:v>0.66264885680249008</c:v>
                </c:pt>
                <c:pt idx="213">
                  <c:v>0.68438167594716182</c:v>
                </c:pt>
                <c:pt idx="214">
                  <c:v>0.64890841265420796</c:v>
                </c:pt>
                <c:pt idx="215">
                  <c:v>0.62651628119673453</c:v>
                </c:pt>
                <c:pt idx="216">
                  <c:v>0.61098575112407738</c:v>
                </c:pt>
                <c:pt idx="217">
                  <c:v>0.61966926616186646</c:v>
                </c:pt>
                <c:pt idx="218">
                  <c:v>0.57559445438514367</c:v>
                </c:pt>
                <c:pt idx="219">
                  <c:v>0.60937196228640689</c:v>
                </c:pt>
                <c:pt idx="220">
                  <c:v>0.64195316325793905</c:v>
                </c:pt>
                <c:pt idx="221">
                  <c:v>0.62778439660000751</c:v>
                </c:pt>
                <c:pt idx="222">
                  <c:v>0.64459292642165245</c:v>
                </c:pt>
                <c:pt idx="223">
                  <c:v>0.63055503904182508</c:v>
                </c:pt>
                <c:pt idx="224">
                  <c:v>0.64951370522505292</c:v>
                </c:pt>
              </c:numCache>
            </c:numRef>
          </c:val>
          <c:smooth val="0"/>
        </c:ser>
        <c:ser>
          <c:idx val="7"/>
          <c:order val="2"/>
          <c:tx>
            <c:strRef>
              <c:f>PoolRefinancible!$F$2</c:f>
              <c:strCache>
                <c:ptCount val="1"/>
                <c:pt idx="0">
                  <c:v>Loan Level</c:v>
                </c:pt>
              </c:strCache>
            </c:strRef>
          </c:tx>
          <c:spPr>
            <a:ln w="19050">
              <a:solidFill>
                <a:srgbClr val="AD275C"/>
              </a:solidFill>
            </a:ln>
          </c:spPr>
          <c:marker>
            <c:symbol val="none"/>
          </c:marker>
          <c:cat>
            <c:numRef>
              <c:f>PoolRefinancible!$B$3:$B$227</c:f>
              <c:numCache>
                <c:formatCode>m/d/yyyy</c:formatCode>
                <c:ptCount val="225"/>
                <c:pt idx="0">
                  <c:v>40549</c:v>
                </c:pt>
                <c:pt idx="1">
                  <c:v>40556</c:v>
                </c:pt>
                <c:pt idx="2">
                  <c:v>40563</c:v>
                </c:pt>
                <c:pt idx="3">
                  <c:v>40570</c:v>
                </c:pt>
                <c:pt idx="4">
                  <c:v>40577</c:v>
                </c:pt>
                <c:pt idx="5">
                  <c:v>40584</c:v>
                </c:pt>
                <c:pt idx="6">
                  <c:v>40591</c:v>
                </c:pt>
                <c:pt idx="7">
                  <c:v>40598</c:v>
                </c:pt>
                <c:pt idx="8">
                  <c:v>40605</c:v>
                </c:pt>
                <c:pt idx="9">
                  <c:v>40612</c:v>
                </c:pt>
                <c:pt idx="10">
                  <c:v>40619</c:v>
                </c:pt>
                <c:pt idx="11">
                  <c:v>40626</c:v>
                </c:pt>
                <c:pt idx="12">
                  <c:v>40633</c:v>
                </c:pt>
                <c:pt idx="13">
                  <c:v>40640</c:v>
                </c:pt>
                <c:pt idx="14">
                  <c:v>40647</c:v>
                </c:pt>
                <c:pt idx="15">
                  <c:v>40654</c:v>
                </c:pt>
                <c:pt idx="16">
                  <c:v>40661</c:v>
                </c:pt>
                <c:pt idx="17">
                  <c:v>40668</c:v>
                </c:pt>
                <c:pt idx="18">
                  <c:v>40675</c:v>
                </c:pt>
                <c:pt idx="19">
                  <c:v>40682</c:v>
                </c:pt>
                <c:pt idx="20">
                  <c:v>40689</c:v>
                </c:pt>
                <c:pt idx="21">
                  <c:v>40696</c:v>
                </c:pt>
                <c:pt idx="22">
                  <c:v>40703</c:v>
                </c:pt>
                <c:pt idx="23">
                  <c:v>40710</c:v>
                </c:pt>
                <c:pt idx="24">
                  <c:v>40717</c:v>
                </c:pt>
                <c:pt idx="25">
                  <c:v>40724</c:v>
                </c:pt>
                <c:pt idx="26">
                  <c:v>40731</c:v>
                </c:pt>
                <c:pt idx="27">
                  <c:v>40738</c:v>
                </c:pt>
                <c:pt idx="28">
                  <c:v>40745</c:v>
                </c:pt>
                <c:pt idx="29">
                  <c:v>40752</c:v>
                </c:pt>
                <c:pt idx="30">
                  <c:v>40759</c:v>
                </c:pt>
                <c:pt idx="31">
                  <c:v>40766</c:v>
                </c:pt>
                <c:pt idx="32">
                  <c:v>40773</c:v>
                </c:pt>
                <c:pt idx="33">
                  <c:v>40780</c:v>
                </c:pt>
                <c:pt idx="34">
                  <c:v>40787</c:v>
                </c:pt>
                <c:pt idx="35">
                  <c:v>40794</c:v>
                </c:pt>
                <c:pt idx="36">
                  <c:v>40801</c:v>
                </c:pt>
                <c:pt idx="37">
                  <c:v>40808</c:v>
                </c:pt>
                <c:pt idx="38">
                  <c:v>40815</c:v>
                </c:pt>
                <c:pt idx="39">
                  <c:v>40822</c:v>
                </c:pt>
                <c:pt idx="40">
                  <c:v>40829</c:v>
                </c:pt>
                <c:pt idx="41">
                  <c:v>40836</c:v>
                </c:pt>
                <c:pt idx="42">
                  <c:v>40843</c:v>
                </c:pt>
                <c:pt idx="43">
                  <c:v>40850</c:v>
                </c:pt>
                <c:pt idx="44">
                  <c:v>40857</c:v>
                </c:pt>
                <c:pt idx="45">
                  <c:v>40864</c:v>
                </c:pt>
                <c:pt idx="46">
                  <c:v>40870</c:v>
                </c:pt>
                <c:pt idx="47">
                  <c:v>40878</c:v>
                </c:pt>
                <c:pt idx="48">
                  <c:v>40885</c:v>
                </c:pt>
                <c:pt idx="49">
                  <c:v>40892</c:v>
                </c:pt>
                <c:pt idx="50">
                  <c:v>40899</c:v>
                </c:pt>
                <c:pt idx="51">
                  <c:v>40906</c:v>
                </c:pt>
                <c:pt idx="52">
                  <c:v>40913</c:v>
                </c:pt>
                <c:pt idx="53">
                  <c:v>40920</c:v>
                </c:pt>
                <c:pt idx="54">
                  <c:v>40927</c:v>
                </c:pt>
                <c:pt idx="55">
                  <c:v>40934</c:v>
                </c:pt>
                <c:pt idx="56">
                  <c:v>40941</c:v>
                </c:pt>
                <c:pt idx="57">
                  <c:v>40948</c:v>
                </c:pt>
                <c:pt idx="58">
                  <c:v>40955</c:v>
                </c:pt>
                <c:pt idx="59">
                  <c:v>40962</c:v>
                </c:pt>
                <c:pt idx="60">
                  <c:v>40969</c:v>
                </c:pt>
                <c:pt idx="61">
                  <c:v>40976</c:v>
                </c:pt>
                <c:pt idx="62">
                  <c:v>40983</c:v>
                </c:pt>
                <c:pt idx="63">
                  <c:v>40990</c:v>
                </c:pt>
                <c:pt idx="64">
                  <c:v>40997</c:v>
                </c:pt>
                <c:pt idx="65">
                  <c:v>41004</c:v>
                </c:pt>
                <c:pt idx="66">
                  <c:v>41011</c:v>
                </c:pt>
                <c:pt idx="67">
                  <c:v>41018</c:v>
                </c:pt>
                <c:pt idx="68">
                  <c:v>41025</c:v>
                </c:pt>
                <c:pt idx="69">
                  <c:v>41032</c:v>
                </c:pt>
                <c:pt idx="70">
                  <c:v>41039</c:v>
                </c:pt>
                <c:pt idx="71">
                  <c:v>41046</c:v>
                </c:pt>
                <c:pt idx="72">
                  <c:v>41053</c:v>
                </c:pt>
                <c:pt idx="73">
                  <c:v>41060</c:v>
                </c:pt>
                <c:pt idx="74">
                  <c:v>41067</c:v>
                </c:pt>
                <c:pt idx="75">
                  <c:v>41074</c:v>
                </c:pt>
                <c:pt idx="76">
                  <c:v>41081</c:v>
                </c:pt>
                <c:pt idx="77">
                  <c:v>41088</c:v>
                </c:pt>
                <c:pt idx="78">
                  <c:v>41095</c:v>
                </c:pt>
                <c:pt idx="79">
                  <c:v>41102</c:v>
                </c:pt>
                <c:pt idx="80">
                  <c:v>41109</c:v>
                </c:pt>
                <c:pt idx="81">
                  <c:v>41116</c:v>
                </c:pt>
                <c:pt idx="82">
                  <c:v>41123</c:v>
                </c:pt>
                <c:pt idx="83">
                  <c:v>41130</c:v>
                </c:pt>
                <c:pt idx="84">
                  <c:v>41137</c:v>
                </c:pt>
                <c:pt idx="85">
                  <c:v>41144</c:v>
                </c:pt>
                <c:pt idx="86">
                  <c:v>41151</c:v>
                </c:pt>
                <c:pt idx="87">
                  <c:v>41158</c:v>
                </c:pt>
                <c:pt idx="88">
                  <c:v>41165</c:v>
                </c:pt>
                <c:pt idx="89">
                  <c:v>41172</c:v>
                </c:pt>
                <c:pt idx="90">
                  <c:v>41179</c:v>
                </c:pt>
                <c:pt idx="91">
                  <c:v>41186</c:v>
                </c:pt>
                <c:pt idx="92">
                  <c:v>41193</c:v>
                </c:pt>
                <c:pt idx="93">
                  <c:v>41200</c:v>
                </c:pt>
                <c:pt idx="94">
                  <c:v>41207</c:v>
                </c:pt>
                <c:pt idx="95">
                  <c:v>41214</c:v>
                </c:pt>
                <c:pt idx="96">
                  <c:v>41221</c:v>
                </c:pt>
                <c:pt idx="97">
                  <c:v>41228</c:v>
                </c:pt>
                <c:pt idx="98">
                  <c:v>41234</c:v>
                </c:pt>
                <c:pt idx="99">
                  <c:v>41242</c:v>
                </c:pt>
                <c:pt idx="100">
                  <c:v>41249</c:v>
                </c:pt>
                <c:pt idx="101">
                  <c:v>41256</c:v>
                </c:pt>
                <c:pt idx="102">
                  <c:v>41263</c:v>
                </c:pt>
                <c:pt idx="103">
                  <c:v>41270</c:v>
                </c:pt>
                <c:pt idx="104">
                  <c:v>41277</c:v>
                </c:pt>
                <c:pt idx="105">
                  <c:v>41284</c:v>
                </c:pt>
                <c:pt idx="106">
                  <c:v>41291</c:v>
                </c:pt>
                <c:pt idx="107">
                  <c:v>41298</c:v>
                </c:pt>
                <c:pt idx="108">
                  <c:v>41305</c:v>
                </c:pt>
                <c:pt idx="109">
                  <c:v>41312</c:v>
                </c:pt>
                <c:pt idx="110">
                  <c:v>41319</c:v>
                </c:pt>
                <c:pt idx="111">
                  <c:v>41326</c:v>
                </c:pt>
                <c:pt idx="112">
                  <c:v>41333</c:v>
                </c:pt>
                <c:pt idx="113">
                  <c:v>41340</c:v>
                </c:pt>
                <c:pt idx="114">
                  <c:v>41347</c:v>
                </c:pt>
                <c:pt idx="115">
                  <c:v>41354</c:v>
                </c:pt>
                <c:pt idx="116">
                  <c:v>41361</c:v>
                </c:pt>
                <c:pt idx="117">
                  <c:v>41368</c:v>
                </c:pt>
                <c:pt idx="118">
                  <c:v>41375</c:v>
                </c:pt>
                <c:pt idx="119">
                  <c:v>41382</c:v>
                </c:pt>
                <c:pt idx="120">
                  <c:v>41389</c:v>
                </c:pt>
                <c:pt idx="121">
                  <c:v>41396</c:v>
                </c:pt>
                <c:pt idx="122">
                  <c:v>41403</c:v>
                </c:pt>
                <c:pt idx="123">
                  <c:v>41410</c:v>
                </c:pt>
                <c:pt idx="124">
                  <c:v>41417</c:v>
                </c:pt>
                <c:pt idx="125">
                  <c:v>41424</c:v>
                </c:pt>
                <c:pt idx="126">
                  <c:v>41431</c:v>
                </c:pt>
                <c:pt idx="127">
                  <c:v>41438</c:v>
                </c:pt>
                <c:pt idx="128">
                  <c:v>41445</c:v>
                </c:pt>
                <c:pt idx="129">
                  <c:v>41452</c:v>
                </c:pt>
                <c:pt idx="130">
                  <c:v>41458</c:v>
                </c:pt>
                <c:pt idx="131">
                  <c:v>41466</c:v>
                </c:pt>
                <c:pt idx="132">
                  <c:v>41473</c:v>
                </c:pt>
                <c:pt idx="133">
                  <c:v>41480</c:v>
                </c:pt>
                <c:pt idx="134">
                  <c:v>41487</c:v>
                </c:pt>
                <c:pt idx="135">
                  <c:v>41494</c:v>
                </c:pt>
                <c:pt idx="136">
                  <c:v>41501</c:v>
                </c:pt>
                <c:pt idx="137">
                  <c:v>41508</c:v>
                </c:pt>
                <c:pt idx="138">
                  <c:v>41515</c:v>
                </c:pt>
                <c:pt idx="139">
                  <c:v>41522</c:v>
                </c:pt>
                <c:pt idx="140">
                  <c:v>41529</c:v>
                </c:pt>
                <c:pt idx="141">
                  <c:v>41536</c:v>
                </c:pt>
                <c:pt idx="142">
                  <c:v>41543</c:v>
                </c:pt>
                <c:pt idx="143">
                  <c:v>41550</c:v>
                </c:pt>
                <c:pt idx="144">
                  <c:v>41557</c:v>
                </c:pt>
                <c:pt idx="145">
                  <c:v>41564</c:v>
                </c:pt>
                <c:pt idx="146">
                  <c:v>41571</c:v>
                </c:pt>
                <c:pt idx="147">
                  <c:v>41578</c:v>
                </c:pt>
                <c:pt idx="148">
                  <c:v>41585</c:v>
                </c:pt>
                <c:pt idx="149">
                  <c:v>41592</c:v>
                </c:pt>
                <c:pt idx="150">
                  <c:v>41599</c:v>
                </c:pt>
                <c:pt idx="151">
                  <c:v>41605</c:v>
                </c:pt>
                <c:pt idx="152">
                  <c:v>41613</c:v>
                </c:pt>
                <c:pt idx="153">
                  <c:v>41620</c:v>
                </c:pt>
                <c:pt idx="154">
                  <c:v>41627</c:v>
                </c:pt>
                <c:pt idx="155">
                  <c:v>41634</c:v>
                </c:pt>
                <c:pt idx="156">
                  <c:v>41641</c:v>
                </c:pt>
                <c:pt idx="157">
                  <c:v>41648</c:v>
                </c:pt>
                <c:pt idx="158">
                  <c:v>41655</c:v>
                </c:pt>
                <c:pt idx="159">
                  <c:v>41662</c:v>
                </c:pt>
                <c:pt idx="160">
                  <c:v>41669</c:v>
                </c:pt>
                <c:pt idx="161">
                  <c:v>41676</c:v>
                </c:pt>
                <c:pt idx="162">
                  <c:v>41683</c:v>
                </c:pt>
                <c:pt idx="163">
                  <c:v>41690</c:v>
                </c:pt>
                <c:pt idx="164">
                  <c:v>41697</c:v>
                </c:pt>
                <c:pt idx="165">
                  <c:v>41704</c:v>
                </c:pt>
                <c:pt idx="166">
                  <c:v>41711</c:v>
                </c:pt>
                <c:pt idx="167">
                  <c:v>41718</c:v>
                </c:pt>
                <c:pt idx="168">
                  <c:v>41725</c:v>
                </c:pt>
                <c:pt idx="169">
                  <c:v>41732</c:v>
                </c:pt>
                <c:pt idx="170">
                  <c:v>41739</c:v>
                </c:pt>
                <c:pt idx="171">
                  <c:v>41746</c:v>
                </c:pt>
                <c:pt idx="172">
                  <c:v>41753</c:v>
                </c:pt>
                <c:pt idx="173">
                  <c:v>41760</c:v>
                </c:pt>
                <c:pt idx="174">
                  <c:v>41767</c:v>
                </c:pt>
                <c:pt idx="175">
                  <c:v>41774</c:v>
                </c:pt>
                <c:pt idx="176">
                  <c:v>41781</c:v>
                </c:pt>
                <c:pt idx="177">
                  <c:v>41788</c:v>
                </c:pt>
                <c:pt idx="178">
                  <c:v>41795</c:v>
                </c:pt>
                <c:pt idx="179">
                  <c:v>41802</c:v>
                </c:pt>
                <c:pt idx="180">
                  <c:v>41809</c:v>
                </c:pt>
                <c:pt idx="181">
                  <c:v>41816</c:v>
                </c:pt>
                <c:pt idx="182">
                  <c:v>41823</c:v>
                </c:pt>
                <c:pt idx="183">
                  <c:v>41830</c:v>
                </c:pt>
                <c:pt idx="184">
                  <c:v>41837</c:v>
                </c:pt>
                <c:pt idx="185">
                  <c:v>41844</c:v>
                </c:pt>
                <c:pt idx="186">
                  <c:v>41851</c:v>
                </c:pt>
                <c:pt idx="187">
                  <c:v>41858</c:v>
                </c:pt>
                <c:pt idx="188">
                  <c:v>41865</c:v>
                </c:pt>
                <c:pt idx="189">
                  <c:v>41872</c:v>
                </c:pt>
                <c:pt idx="190">
                  <c:v>41879</c:v>
                </c:pt>
                <c:pt idx="191">
                  <c:v>41886</c:v>
                </c:pt>
                <c:pt idx="192">
                  <c:v>41893</c:v>
                </c:pt>
                <c:pt idx="193">
                  <c:v>41900</c:v>
                </c:pt>
                <c:pt idx="194">
                  <c:v>41907</c:v>
                </c:pt>
                <c:pt idx="195">
                  <c:v>41914</c:v>
                </c:pt>
                <c:pt idx="196">
                  <c:v>41921</c:v>
                </c:pt>
                <c:pt idx="197">
                  <c:v>41928</c:v>
                </c:pt>
                <c:pt idx="198">
                  <c:v>41935</c:v>
                </c:pt>
                <c:pt idx="199">
                  <c:v>41942</c:v>
                </c:pt>
                <c:pt idx="200">
                  <c:v>41949</c:v>
                </c:pt>
                <c:pt idx="201">
                  <c:v>41956</c:v>
                </c:pt>
                <c:pt idx="202">
                  <c:v>41963</c:v>
                </c:pt>
                <c:pt idx="203">
                  <c:v>41969</c:v>
                </c:pt>
                <c:pt idx="204">
                  <c:v>41977</c:v>
                </c:pt>
                <c:pt idx="205">
                  <c:v>41984</c:v>
                </c:pt>
                <c:pt idx="206">
                  <c:v>41991</c:v>
                </c:pt>
                <c:pt idx="207">
                  <c:v>41997</c:v>
                </c:pt>
                <c:pt idx="208">
                  <c:v>42004</c:v>
                </c:pt>
                <c:pt idx="209">
                  <c:v>42012</c:v>
                </c:pt>
                <c:pt idx="210">
                  <c:v>42019</c:v>
                </c:pt>
                <c:pt idx="211">
                  <c:v>42026</c:v>
                </c:pt>
                <c:pt idx="212">
                  <c:v>42033</c:v>
                </c:pt>
                <c:pt idx="213">
                  <c:v>42040</c:v>
                </c:pt>
                <c:pt idx="214">
                  <c:v>42047</c:v>
                </c:pt>
                <c:pt idx="215">
                  <c:v>42054</c:v>
                </c:pt>
                <c:pt idx="216">
                  <c:v>42061</c:v>
                </c:pt>
                <c:pt idx="217">
                  <c:v>42068</c:v>
                </c:pt>
                <c:pt idx="218">
                  <c:v>42075</c:v>
                </c:pt>
                <c:pt idx="219">
                  <c:v>42082</c:v>
                </c:pt>
                <c:pt idx="220">
                  <c:v>42089</c:v>
                </c:pt>
                <c:pt idx="221">
                  <c:v>42096</c:v>
                </c:pt>
                <c:pt idx="222">
                  <c:v>42103</c:v>
                </c:pt>
                <c:pt idx="223">
                  <c:v>42110</c:v>
                </c:pt>
                <c:pt idx="224">
                  <c:v>42117</c:v>
                </c:pt>
              </c:numCache>
            </c:numRef>
          </c:cat>
          <c:val>
            <c:numRef>
              <c:f>PoolRefinancible!$F$3:$F$227</c:f>
              <c:numCache>
                <c:formatCode>0%</c:formatCode>
                <c:ptCount val="225"/>
                <c:pt idx="0">
                  <c:v>0.53095286512326811</c:v>
                </c:pt>
                <c:pt idx="1">
                  <c:v>0.53151414802717445</c:v>
                </c:pt>
                <c:pt idx="2">
                  <c:v>0.53128369296391043</c:v>
                </c:pt>
                <c:pt idx="3">
                  <c:v>0.53088486817209324</c:v>
                </c:pt>
                <c:pt idx="4">
                  <c:v>0.45470305131111477</c:v>
                </c:pt>
                <c:pt idx="5">
                  <c:v>0.40745494442377123</c:v>
                </c:pt>
                <c:pt idx="6">
                  <c:v>0.40754568633496746</c:v>
                </c:pt>
                <c:pt idx="7">
                  <c:v>0.45432862067371088</c:v>
                </c:pt>
                <c:pt idx="8">
                  <c:v>0.44537925133640238</c:v>
                </c:pt>
                <c:pt idx="9">
                  <c:v>0.44531343502837423</c:v>
                </c:pt>
                <c:pt idx="10">
                  <c:v>0.50756853544493263</c:v>
                </c:pt>
                <c:pt idx="11">
                  <c:v>0.50709598627705932</c:v>
                </c:pt>
                <c:pt idx="12">
                  <c:v>0.44540607652299313</c:v>
                </c:pt>
                <c:pt idx="13">
                  <c:v>0.43752802947744701</c:v>
                </c:pt>
                <c:pt idx="14">
                  <c:v>0.43743055763305833</c:v>
                </c:pt>
                <c:pt idx="15">
                  <c:v>0.50071367537414391</c:v>
                </c:pt>
                <c:pt idx="16">
                  <c:v>0.50084038538064524</c:v>
                </c:pt>
                <c:pt idx="17">
                  <c:v>0.49619981605913671</c:v>
                </c:pt>
                <c:pt idx="18">
                  <c:v>0.54734510927234215</c:v>
                </c:pt>
                <c:pt idx="19">
                  <c:v>0.54747259610785104</c:v>
                </c:pt>
                <c:pt idx="20">
                  <c:v>0.54749050352200102</c:v>
                </c:pt>
                <c:pt idx="21">
                  <c:v>0.61801719649367404</c:v>
                </c:pt>
                <c:pt idx="22">
                  <c:v>0.61814735042604474</c:v>
                </c:pt>
                <c:pt idx="23">
                  <c:v>0.61809095300776584</c:v>
                </c:pt>
                <c:pt idx="24">
                  <c:v>0.61801719649367404</c:v>
                </c:pt>
                <c:pt idx="25">
                  <c:v>0.61807450623887938</c:v>
                </c:pt>
                <c:pt idx="26">
                  <c:v>0.5369732812748057</c:v>
                </c:pt>
                <c:pt idx="27">
                  <c:v>0.61264472977114681</c:v>
                </c:pt>
                <c:pt idx="28">
                  <c:v>0.61259676686406817</c:v>
                </c:pt>
                <c:pt idx="29">
                  <c:v>0.60542736860140534</c:v>
                </c:pt>
                <c:pt idx="30">
                  <c:v>0.74150202177436741</c:v>
                </c:pt>
                <c:pt idx="31">
                  <c:v>0.84590073793359044</c:v>
                </c:pt>
                <c:pt idx="32">
                  <c:v>0.88586751140233078</c:v>
                </c:pt>
                <c:pt idx="33">
                  <c:v>0.8463192849236576</c:v>
                </c:pt>
                <c:pt idx="34">
                  <c:v>0.84045690434216458</c:v>
                </c:pt>
                <c:pt idx="35">
                  <c:v>0.88186934327029209</c:v>
                </c:pt>
                <c:pt idx="36">
                  <c:v>0.88191978475653932</c:v>
                </c:pt>
                <c:pt idx="37">
                  <c:v>0.88191978475653932</c:v>
                </c:pt>
                <c:pt idx="38">
                  <c:v>0.92481236623397145</c:v>
                </c:pt>
                <c:pt idx="39">
                  <c:v>0.91682101113682013</c:v>
                </c:pt>
                <c:pt idx="40">
                  <c:v>0.87184341688215217</c:v>
                </c:pt>
                <c:pt idx="41">
                  <c:v>0.87184733410546966</c:v>
                </c:pt>
                <c:pt idx="42">
                  <c:v>0.87190767917521173</c:v>
                </c:pt>
                <c:pt idx="43">
                  <c:v>0.90632973266278982</c:v>
                </c:pt>
                <c:pt idx="44">
                  <c:v>0.9063475730739603</c:v>
                </c:pt>
                <c:pt idx="45">
                  <c:v>0.90632973266278982</c:v>
                </c:pt>
                <c:pt idx="46">
                  <c:v>0.90635487345396593</c:v>
                </c:pt>
                <c:pt idx="47">
                  <c:v>0.89703139526962428</c:v>
                </c:pt>
                <c:pt idx="48">
                  <c:v>0.89704903447944062</c:v>
                </c:pt>
                <c:pt idx="49">
                  <c:v>0.89709375429273885</c:v>
                </c:pt>
                <c:pt idx="50">
                  <c:v>0.94137030351529016</c:v>
                </c:pt>
                <c:pt idx="51">
                  <c:v>0.94128842871061857</c:v>
                </c:pt>
                <c:pt idx="52">
                  <c:v>0.93080329806075279</c:v>
                </c:pt>
                <c:pt idx="53">
                  <c:v>0.93090646498108043</c:v>
                </c:pt>
                <c:pt idx="54">
                  <c:v>0.93088678298606131</c:v>
                </c:pt>
                <c:pt idx="55">
                  <c:v>0.88426645621178879</c:v>
                </c:pt>
                <c:pt idx="56">
                  <c:v>0.91360112522716286</c:v>
                </c:pt>
                <c:pt idx="57">
                  <c:v>0.91360112522716286</c:v>
                </c:pt>
                <c:pt idx="58">
                  <c:v>0.91360112522716286</c:v>
                </c:pt>
                <c:pt idx="59">
                  <c:v>0.86453426929410926</c:v>
                </c:pt>
                <c:pt idx="60">
                  <c:v>0.8998965016430206</c:v>
                </c:pt>
                <c:pt idx="61">
                  <c:v>0.89998685767725373</c:v>
                </c:pt>
                <c:pt idx="62">
                  <c:v>0.89987035776157298</c:v>
                </c:pt>
                <c:pt idx="63">
                  <c:v>0.79963025534966692</c:v>
                </c:pt>
                <c:pt idx="64">
                  <c:v>0.84935496597160542</c:v>
                </c:pt>
                <c:pt idx="65">
                  <c:v>0.83420792590434467</c:v>
                </c:pt>
                <c:pt idx="66">
                  <c:v>0.88546928546811865</c:v>
                </c:pt>
                <c:pt idx="67">
                  <c:v>0.88532092394225137</c:v>
                </c:pt>
                <c:pt idx="68">
                  <c:v>0.88546928546811865</c:v>
                </c:pt>
                <c:pt idx="69">
                  <c:v>0.875279554781354</c:v>
                </c:pt>
                <c:pt idx="70">
                  <c:v>0.87534475648983412</c:v>
                </c:pt>
                <c:pt idx="71">
                  <c:v>0.91993589788714725</c:v>
                </c:pt>
                <c:pt idx="72">
                  <c:v>0.91989879371783623</c:v>
                </c:pt>
                <c:pt idx="73">
                  <c:v>0.92005776451854027</c:v>
                </c:pt>
                <c:pt idx="74">
                  <c:v>0.92441254418745433</c:v>
                </c:pt>
                <c:pt idx="75">
                  <c:v>0.90289735225778367</c:v>
                </c:pt>
                <c:pt idx="76">
                  <c:v>0.9244242433615838</c:v>
                </c:pt>
                <c:pt idx="77">
                  <c:v>0.9244242433615838</c:v>
                </c:pt>
                <c:pt idx="78">
                  <c:v>0.91386483587378442</c:v>
                </c:pt>
                <c:pt idx="79">
                  <c:v>0.94968585268042571</c:v>
                </c:pt>
                <c:pt idx="80">
                  <c:v>0.94974571127352658</c:v>
                </c:pt>
                <c:pt idx="81">
                  <c:v>0.95271926668027695</c:v>
                </c:pt>
                <c:pt idx="82">
                  <c:v>0.93570894150236794</c:v>
                </c:pt>
                <c:pt idx="83">
                  <c:v>0.9356798644507448</c:v>
                </c:pt>
                <c:pt idx="84">
                  <c:v>0.89511007451891311</c:v>
                </c:pt>
                <c:pt idx="85">
                  <c:v>0.89495866041217464</c:v>
                </c:pt>
                <c:pt idx="86">
                  <c:v>0.9356798644507448</c:v>
                </c:pt>
                <c:pt idx="87">
                  <c:v>0.921376249797624</c:v>
                </c:pt>
                <c:pt idx="88">
                  <c:v>0.9248916494900683</c:v>
                </c:pt>
                <c:pt idx="89">
                  <c:v>0.92514591669223734</c:v>
                </c:pt>
                <c:pt idx="90">
                  <c:v>0.96960771050923455</c:v>
                </c:pt>
                <c:pt idx="91">
                  <c:v>0.95173821154236116</c:v>
                </c:pt>
                <c:pt idx="92">
                  <c:v>0.9516214910186106</c:v>
                </c:pt>
                <c:pt idx="93">
                  <c:v>0.95171433528773408</c:v>
                </c:pt>
                <c:pt idx="94">
                  <c:v>0.95160314091355924</c:v>
                </c:pt>
                <c:pt idx="95">
                  <c:v>0.92867980817147811</c:v>
                </c:pt>
                <c:pt idx="96">
                  <c:v>0.92867016836240179</c:v>
                </c:pt>
                <c:pt idx="97">
                  <c:v>0.92880125520801771</c:v>
                </c:pt>
                <c:pt idx="98">
                  <c:v>0.95306397070735893</c:v>
                </c:pt>
                <c:pt idx="99">
                  <c:v>0.92879920649220771</c:v>
                </c:pt>
                <c:pt idx="100">
                  <c:v>0.91462867250042379</c:v>
                </c:pt>
                <c:pt idx="101">
                  <c:v>0.94167657117439885</c:v>
                </c:pt>
                <c:pt idx="102">
                  <c:v>0.91459695563417198</c:v>
                </c:pt>
                <c:pt idx="103">
                  <c:v>0.91462311468400781</c:v>
                </c:pt>
                <c:pt idx="104">
                  <c:v>0.89326181251225278</c:v>
                </c:pt>
                <c:pt idx="105">
                  <c:v>0.89311387348630478</c:v>
                </c:pt>
                <c:pt idx="106">
                  <c:v>0.89313594354940329</c:v>
                </c:pt>
                <c:pt idx="107">
                  <c:v>0.89309005512837913</c:v>
                </c:pt>
                <c:pt idx="108">
                  <c:v>0.8331952647990043</c:v>
                </c:pt>
                <c:pt idx="109">
                  <c:v>0.81023525759205761</c:v>
                </c:pt>
                <c:pt idx="110">
                  <c:v>0.81023525759205761</c:v>
                </c:pt>
                <c:pt idx="111">
                  <c:v>0.75933345466765345</c:v>
                </c:pt>
                <c:pt idx="112">
                  <c:v>0.81029528984572785</c:v>
                </c:pt>
                <c:pt idx="113">
                  <c:v>0.78624166702839782</c:v>
                </c:pt>
                <c:pt idx="114">
                  <c:v>0.73111655922691299</c:v>
                </c:pt>
                <c:pt idx="115">
                  <c:v>0.78232504101034894</c:v>
                </c:pt>
                <c:pt idx="116">
                  <c:v>0.73126322983221848</c:v>
                </c:pt>
                <c:pt idx="117">
                  <c:v>0.75888961446246717</c:v>
                </c:pt>
                <c:pt idx="118">
                  <c:v>0.76309932434523087</c:v>
                </c:pt>
                <c:pt idx="119">
                  <c:v>0.82449537522534488</c:v>
                </c:pt>
                <c:pt idx="120">
                  <c:v>0.82447540826292098</c:v>
                </c:pt>
                <c:pt idx="121">
                  <c:v>0.81093209114269571</c:v>
                </c:pt>
                <c:pt idx="122">
                  <c:v>0.81067760043559867</c:v>
                </c:pt>
                <c:pt idx="123">
                  <c:v>0.74620755103308722</c:v>
                </c:pt>
                <c:pt idx="124">
                  <c:v>0.68879869829190365</c:v>
                </c:pt>
                <c:pt idx="125">
                  <c:v>0.60503526915664596</c:v>
                </c:pt>
                <c:pt idx="126">
                  <c:v>0.58039665812793095</c:v>
                </c:pt>
                <c:pt idx="127">
                  <c:v>0.53516783439685534</c:v>
                </c:pt>
                <c:pt idx="128">
                  <c:v>0.5352370883375368</c:v>
                </c:pt>
                <c:pt idx="129">
                  <c:v>0.31802392696495574</c:v>
                </c:pt>
                <c:pt idx="130">
                  <c:v>0.44137433773261886</c:v>
                </c:pt>
                <c:pt idx="131">
                  <c:v>0.30323693087397197</c:v>
                </c:pt>
                <c:pt idx="132">
                  <c:v>0.38224036528758815</c:v>
                </c:pt>
                <c:pt idx="133">
                  <c:v>0.38235673657078234</c:v>
                </c:pt>
                <c:pt idx="134">
                  <c:v>0.366090471734486</c:v>
                </c:pt>
                <c:pt idx="135">
                  <c:v>0.36607182581429965</c:v>
                </c:pt>
                <c:pt idx="136">
                  <c:v>0.36607182581429965</c:v>
                </c:pt>
                <c:pt idx="137">
                  <c:v>0.25066720783636109</c:v>
                </c:pt>
                <c:pt idx="138">
                  <c:v>0.29050117748807303</c:v>
                </c:pt>
                <c:pt idx="139">
                  <c:v>0.27649551668926681</c:v>
                </c:pt>
                <c:pt idx="140">
                  <c:v>0.24165122804318193</c:v>
                </c:pt>
                <c:pt idx="141">
                  <c:v>0.28087782506985004</c:v>
                </c:pt>
                <c:pt idx="142">
                  <c:v>0.41495307542117416</c:v>
                </c:pt>
                <c:pt idx="143">
                  <c:v>0.40987337416034908</c:v>
                </c:pt>
                <c:pt idx="144">
                  <c:v>0.40982657529658695</c:v>
                </c:pt>
                <c:pt idx="145">
                  <c:v>0.40960480873930216</c:v>
                </c:pt>
                <c:pt idx="146">
                  <c:v>0.44702204362509623</c:v>
                </c:pt>
                <c:pt idx="147">
                  <c:v>0.44722315120204531</c:v>
                </c:pt>
                <c:pt idx="148">
                  <c:v>0.44656189112559813</c:v>
                </c:pt>
                <c:pt idx="149">
                  <c:v>0.34376188323838874</c:v>
                </c:pt>
                <c:pt idx="150">
                  <c:v>0.40633426574889947</c:v>
                </c:pt>
                <c:pt idx="151">
                  <c:v>0.40599486098742238</c:v>
                </c:pt>
                <c:pt idx="152">
                  <c:v>0.33663336734019467</c:v>
                </c:pt>
                <c:pt idx="153">
                  <c:v>0.33659925585033085</c:v>
                </c:pt>
                <c:pt idx="154">
                  <c:v>0.26251314123023178</c:v>
                </c:pt>
                <c:pt idx="155">
                  <c:v>0.2624253850951212</c:v>
                </c:pt>
                <c:pt idx="156">
                  <c:v>0.25542920246734474</c:v>
                </c:pt>
                <c:pt idx="157">
                  <c:v>0.25657721618559615</c:v>
                </c:pt>
                <c:pt idx="158">
                  <c:v>0.3304592378060357</c:v>
                </c:pt>
                <c:pt idx="159">
                  <c:v>0.33051418127812865</c:v>
                </c:pt>
                <c:pt idx="160">
                  <c:v>0.39423204709456816</c:v>
                </c:pt>
                <c:pt idx="161">
                  <c:v>0.39101792197108992</c:v>
                </c:pt>
                <c:pt idx="162">
                  <c:v>0.39068366290434636</c:v>
                </c:pt>
                <c:pt idx="163">
                  <c:v>0.32596209420558231</c:v>
                </c:pt>
                <c:pt idx="164">
                  <c:v>0.32584125763891397</c:v>
                </c:pt>
                <c:pt idx="165">
                  <c:v>0.3880906059489676</c:v>
                </c:pt>
                <c:pt idx="166">
                  <c:v>0.32243239988824457</c:v>
                </c:pt>
                <c:pt idx="167">
                  <c:v>0.38803155963126795</c:v>
                </c:pt>
                <c:pt idx="168">
                  <c:v>0.32225376577204623</c:v>
                </c:pt>
                <c:pt idx="169">
                  <c:v>0.31763867857518779</c:v>
                </c:pt>
                <c:pt idx="170">
                  <c:v>0.3179400498756681</c:v>
                </c:pt>
                <c:pt idx="171">
                  <c:v>0.38470598100767872</c:v>
                </c:pt>
                <c:pt idx="172">
                  <c:v>0.38440732841326453</c:v>
                </c:pt>
                <c:pt idx="173">
                  <c:v>0.38059841454921201</c:v>
                </c:pt>
                <c:pt idx="174">
                  <c:v>0.43450609291099734</c:v>
                </c:pt>
                <c:pt idx="175">
                  <c:v>0.43452030184865936</c:v>
                </c:pt>
                <c:pt idx="176">
                  <c:v>0.43535189728112444</c:v>
                </c:pt>
                <c:pt idx="177">
                  <c:v>0.43540610404364999</c:v>
                </c:pt>
                <c:pt idx="178">
                  <c:v>0.43456496283175705</c:v>
                </c:pt>
                <c:pt idx="179">
                  <c:v>0.43354196734760481</c:v>
                </c:pt>
                <c:pt idx="180">
                  <c:v>0.43404253553300182</c:v>
                </c:pt>
                <c:pt idx="181">
                  <c:v>0.43456496283175705</c:v>
                </c:pt>
                <c:pt idx="182">
                  <c:v>0.49845248288256383</c:v>
                </c:pt>
                <c:pt idx="183">
                  <c:v>0.43035217131462522</c:v>
                </c:pt>
                <c:pt idx="184">
                  <c:v>0.43087417454638577</c:v>
                </c:pt>
                <c:pt idx="185">
                  <c:v>0.43087417454638577</c:v>
                </c:pt>
                <c:pt idx="186">
                  <c:v>0.4308956555661862</c:v>
                </c:pt>
                <c:pt idx="187">
                  <c:v>0.42439769838835339</c:v>
                </c:pt>
                <c:pt idx="188">
                  <c:v>0.42491168993334688</c:v>
                </c:pt>
                <c:pt idx="189">
                  <c:v>0.49522669245285544</c:v>
                </c:pt>
                <c:pt idx="190">
                  <c:v>0.49522669245285544</c:v>
                </c:pt>
                <c:pt idx="191">
                  <c:v>0.49109889772075627</c:v>
                </c:pt>
                <c:pt idx="192">
                  <c:v>0.49012736819164349</c:v>
                </c:pt>
                <c:pt idx="193">
                  <c:v>0.41802491804441944</c:v>
                </c:pt>
                <c:pt idx="194">
                  <c:v>0.41850850640907544</c:v>
                </c:pt>
                <c:pt idx="195">
                  <c:v>0.41343470051083375</c:v>
                </c:pt>
                <c:pt idx="196">
                  <c:v>0.48620694744117765</c:v>
                </c:pt>
                <c:pt idx="197">
                  <c:v>0.55255700045884115</c:v>
                </c:pt>
                <c:pt idx="198">
                  <c:v>0.55308845562501008</c:v>
                </c:pt>
                <c:pt idx="199">
                  <c:v>0.55239173073087677</c:v>
                </c:pt>
                <c:pt idx="200">
                  <c:v>0.48321629589156551</c:v>
                </c:pt>
                <c:pt idx="201">
                  <c:v>0.4832857349268318</c:v>
                </c:pt>
                <c:pt idx="202">
                  <c:v>0.5490432943232525</c:v>
                </c:pt>
                <c:pt idx="203">
                  <c:v>0.54924529031688318</c:v>
                </c:pt>
                <c:pt idx="204">
                  <c:v>0.54634536257975941</c:v>
                </c:pt>
                <c:pt idx="205">
                  <c:v>0.54581015855265858</c:v>
                </c:pt>
                <c:pt idx="206">
                  <c:v>0.62551576683628252</c:v>
                </c:pt>
                <c:pt idx="207">
                  <c:v>0.62486343279989665</c:v>
                </c:pt>
                <c:pt idx="208">
                  <c:v>0.54632026447860305</c:v>
                </c:pt>
                <c:pt idx="209">
                  <c:v>0.62197683361271305</c:v>
                </c:pt>
                <c:pt idx="210">
                  <c:v>0.67978466942559534</c:v>
                </c:pt>
                <c:pt idx="211">
                  <c:v>0.67981359258153007</c:v>
                </c:pt>
                <c:pt idx="212">
                  <c:v>0.67978466942559534</c:v>
                </c:pt>
                <c:pt idx="213">
                  <c:v>0.67752750204659062</c:v>
                </c:pt>
                <c:pt idx="214">
                  <c:v>0.676983954566723</c:v>
                </c:pt>
                <c:pt idx="215">
                  <c:v>0.61566859790099082</c:v>
                </c:pt>
                <c:pt idx="216">
                  <c:v>0.6151593401991402</c:v>
                </c:pt>
                <c:pt idx="217">
                  <c:v>0.60677474487423166</c:v>
                </c:pt>
                <c:pt idx="218">
                  <c:v>0.52303888200369164</c:v>
                </c:pt>
                <c:pt idx="219">
                  <c:v>0.60648965415006506</c:v>
                </c:pt>
                <c:pt idx="220">
                  <c:v>0.66948681688726752</c:v>
                </c:pt>
                <c:pt idx="221">
                  <c:v>0.65757284583633613</c:v>
                </c:pt>
                <c:pt idx="222">
                  <c:v>0.65811343479434081</c:v>
                </c:pt>
                <c:pt idx="223">
                  <c:v>0.65789565295070052</c:v>
                </c:pt>
                <c:pt idx="224">
                  <c:v>0.65853359306754533</c:v>
                </c:pt>
              </c:numCache>
            </c:numRef>
          </c:val>
          <c:smooth val="0"/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211849216"/>
        <c:axId val="211850752"/>
      </c:lineChart>
      <c:lineChart>
        <c:grouping val="standard"/>
        <c:varyColors val="0"/>
        <c:ser>
          <c:idx val="2"/>
          <c:order val="1"/>
          <c:tx>
            <c:strRef>
              <c:f>PoolRefinancible!$E$2</c:f>
              <c:strCache>
                <c:ptCount val="1"/>
                <c:pt idx="0">
                  <c:v>Conv Refi Index</c:v>
                </c:pt>
              </c:strCache>
            </c:strRef>
          </c:tx>
          <c:spPr>
            <a:ln w="19050">
              <a:solidFill>
                <a:srgbClr val="C3EBD9"/>
              </a:solidFill>
            </a:ln>
          </c:spPr>
          <c:marker>
            <c:symbol val="none"/>
          </c:marker>
          <c:cat>
            <c:numRef>
              <c:f>PoolRefinancible!$B$3:$B$227</c:f>
              <c:numCache>
                <c:formatCode>m/d/yyyy</c:formatCode>
                <c:ptCount val="225"/>
                <c:pt idx="0">
                  <c:v>40549</c:v>
                </c:pt>
                <c:pt idx="1">
                  <c:v>40556</c:v>
                </c:pt>
                <c:pt idx="2">
                  <c:v>40563</c:v>
                </c:pt>
                <c:pt idx="3">
                  <c:v>40570</c:v>
                </c:pt>
                <c:pt idx="4">
                  <c:v>40577</c:v>
                </c:pt>
                <c:pt idx="5">
                  <c:v>40584</c:v>
                </c:pt>
                <c:pt idx="6">
                  <c:v>40591</c:v>
                </c:pt>
                <c:pt idx="7">
                  <c:v>40598</c:v>
                </c:pt>
                <c:pt idx="8">
                  <c:v>40605</c:v>
                </c:pt>
                <c:pt idx="9">
                  <c:v>40612</c:v>
                </c:pt>
                <c:pt idx="10">
                  <c:v>40619</c:v>
                </c:pt>
                <c:pt idx="11">
                  <c:v>40626</c:v>
                </c:pt>
                <c:pt idx="12">
                  <c:v>40633</c:v>
                </c:pt>
                <c:pt idx="13">
                  <c:v>40640</c:v>
                </c:pt>
                <c:pt idx="14">
                  <c:v>40647</c:v>
                </c:pt>
                <c:pt idx="15">
                  <c:v>40654</c:v>
                </c:pt>
                <c:pt idx="16">
                  <c:v>40661</c:v>
                </c:pt>
                <c:pt idx="17">
                  <c:v>40668</c:v>
                </c:pt>
                <c:pt idx="18">
                  <c:v>40675</c:v>
                </c:pt>
                <c:pt idx="19">
                  <c:v>40682</c:v>
                </c:pt>
                <c:pt idx="20">
                  <c:v>40689</c:v>
                </c:pt>
                <c:pt idx="21">
                  <c:v>40696</c:v>
                </c:pt>
                <c:pt idx="22">
                  <c:v>40703</c:v>
                </c:pt>
                <c:pt idx="23">
                  <c:v>40710</c:v>
                </c:pt>
                <c:pt idx="24">
                  <c:v>40717</c:v>
                </c:pt>
                <c:pt idx="25">
                  <c:v>40724</c:v>
                </c:pt>
                <c:pt idx="26">
                  <c:v>40731</c:v>
                </c:pt>
                <c:pt idx="27">
                  <c:v>40738</c:v>
                </c:pt>
                <c:pt idx="28">
                  <c:v>40745</c:v>
                </c:pt>
                <c:pt idx="29">
                  <c:v>40752</c:v>
                </c:pt>
                <c:pt idx="30">
                  <c:v>40759</c:v>
                </c:pt>
                <c:pt idx="31">
                  <c:v>40766</c:v>
                </c:pt>
                <c:pt idx="32">
                  <c:v>40773</c:v>
                </c:pt>
                <c:pt idx="33">
                  <c:v>40780</c:v>
                </c:pt>
                <c:pt idx="34">
                  <c:v>40787</c:v>
                </c:pt>
                <c:pt idx="35">
                  <c:v>40794</c:v>
                </c:pt>
                <c:pt idx="36">
                  <c:v>40801</c:v>
                </c:pt>
                <c:pt idx="37">
                  <c:v>40808</c:v>
                </c:pt>
                <c:pt idx="38">
                  <c:v>40815</c:v>
                </c:pt>
                <c:pt idx="39">
                  <c:v>40822</c:v>
                </c:pt>
                <c:pt idx="40">
                  <c:v>40829</c:v>
                </c:pt>
                <c:pt idx="41">
                  <c:v>40836</c:v>
                </c:pt>
                <c:pt idx="42">
                  <c:v>40843</c:v>
                </c:pt>
                <c:pt idx="43">
                  <c:v>40850</c:v>
                </c:pt>
                <c:pt idx="44">
                  <c:v>40857</c:v>
                </c:pt>
                <c:pt idx="45">
                  <c:v>40864</c:v>
                </c:pt>
                <c:pt idx="46">
                  <c:v>40870</c:v>
                </c:pt>
                <c:pt idx="47">
                  <c:v>40878</c:v>
                </c:pt>
                <c:pt idx="48">
                  <c:v>40885</c:v>
                </c:pt>
                <c:pt idx="49">
                  <c:v>40892</c:v>
                </c:pt>
                <c:pt idx="50">
                  <c:v>40899</c:v>
                </c:pt>
                <c:pt idx="51">
                  <c:v>40906</c:v>
                </c:pt>
                <c:pt idx="52">
                  <c:v>40913</c:v>
                </c:pt>
                <c:pt idx="53">
                  <c:v>40920</c:v>
                </c:pt>
                <c:pt idx="54">
                  <c:v>40927</c:v>
                </c:pt>
                <c:pt idx="55">
                  <c:v>40934</c:v>
                </c:pt>
                <c:pt idx="56">
                  <c:v>40941</c:v>
                </c:pt>
                <c:pt idx="57">
                  <c:v>40948</c:v>
                </c:pt>
                <c:pt idx="58">
                  <c:v>40955</c:v>
                </c:pt>
                <c:pt idx="59">
                  <c:v>40962</c:v>
                </c:pt>
                <c:pt idx="60">
                  <c:v>40969</c:v>
                </c:pt>
                <c:pt idx="61">
                  <c:v>40976</c:v>
                </c:pt>
                <c:pt idx="62">
                  <c:v>40983</c:v>
                </c:pt>
                <c:pt idx="63">
                  <c:v>40990</c:v>
                </c:pt>
                <c:pt idx="64">
                  <c:v>40997</c:v>
                </c:pt>
                <c:pt idx="65">
                  <c:v>41004</c:v>
                </c:pt>
                <c:pt idx="66">
                  <c:v>41011</c:v>
                </c:pt>
                <c:pt idx="67">
                  <c:v>41018</c:v>
                </c:pt>
                <c:pt idx="68">
                  <c:v>41025</c:v>
                </c:pt>
                <c:pt idx="69">
                  <c:v>41032</c:v>
                </c:pt>
                <c:pt idx="70">
                  <c:v>41039</c:v>
                </c:pt>
                <c:pt idx="71">
                  <c:v>41046</c:v>
                </c:pt>
                <c:pt idx="72">
                  <c:v>41053</c:v>
                </c:pt>
                <c:pt idx="73">
                  <c:v>41060</c:v>
                </c:pt>
                <c:pt idx="74">
                  <c:v>41067</c:v>
                </c:pt>
                <c:pt idx="75">
                  <c:v>41074</c:v>
                </c:pt>
                <c:pt idx="76">
                  <c:v>41081</c:v>
                </c:pt>
                <c:pt idx="77">
                  <c:v>41088</c:v>
                </c:pt>
                <c:pt idx="78">
                  <c:v>41095</c:v>
                </c:pt>
                <c:pt idx="79">
                  <c:v>41102</c:v>
                </c:pt>
                <c:pt idx="80">
                  <c:v>41109</c:v>
                </c:pt>
                <c:pt idx="81">
                  <c:v>41116</c:v>
                </c:pt>
                <c:pt idx="82">
                  <c:v>41123</c:v>
                </c:pt>
                <c:pt idx="83">
                  <c:v>41130</c:v>
                </c:pt>
                <c:pt idx="84">
                  <c:v>41137</c:v>
                </c:pt>
                <c:pt idx="85">
                  <c:v>41144</c:v>
                </c:pt>
                <c:pt idx="86">
                  <c:v>41151</c:v>
                </c:pt>
                <c:pt idx="87">
                  <c:v>41158</c:v>
                </c:pt>
                <c:pt idx="88">
                  <c:v>41165</c:v>
                </c:pt>
                <c:pt idx="89">
                  <c:v>41172</c:v>
                </c:pt>
                <c:pt idx="90">
                  <c:v>41179</c:v>
                </c:pt>
                <c:pt idx="91">
                  <c:v>41186</c:v>
                </c:pt>
                <c:pt idx="92">
                  <c:v>41193</c:v>
                </c:pt>
                <c:pt idx="93">
                  <c:v>41200</c:v>
                </c:pt>
                <c:pt idx="94">
                  <c:v>41207</c:v>
                </c:pt>
                <c:pt idx="95">
                  <c:v>41214</c:v>
                </c:pt>
                <c:pt idx="96">
                  <c:v>41221</c:v>
                </c:pt>
                <c:pt idx="97">
                  <c:v>41228</c:v>
                </c:pt>
                <c:pt idx="98">
                  <c:v>41234</c:v>
                </c:pt>
                <c:pt idx="99">
                  <c:v>41242</c:v>
                </c:pt>
                <c:pt idx="100">
                  <c:v>41249</c:v>
                </c:pt>
                <c:pt idx="101">
                  <c:v>41256</c:v>
                </c:pt>
                <c:pt idx="102">
                  <c:v>41263</c:v>
                </c:pt>
                <c:pt idx="103">
                  <c:v>41270</c:v>
                </c:pt>
                <c:pt idx="104">
                  <c:v>41277</c:v>
                </c:pt>
                <c:pt idx="105">
                  <c:v>41284</c:v>
                </c:pt>
                <c:pt idx="106">
                  <c:v>41291</c:v>
                </c:pt>
                <c:pt idx="107">
                  <c:v>41298</c:v>
                </c:pt>
                <c:pt idx="108">
                  <c:v>41305</c:v>
                </c:pt>
                <c:pt idx="109">
                  <c:v>41312</c:v>
                </c:pt>
                <c:pt idx="110">
                  <c:v>41319</c:v>
                </c:pt>
                <c:pt idx="111">
                  <c:v>41326</c:v>
                </c:pt>
                <c:pt idx="112">
                  <c:v>41333</c:v>
                </c:pt>
                <c:pt idx="113">
                  <c:v>41340</c:v>
                </c:pt>
                <c:pt idx="114">
                  <c:v>41347</c:v>
                </c:pt>
                <c:pt idx="115">
                  <c:v>41354</c:v>
                </c:pt>
                <c:pt idx="116">
                  <c:v>41361</c:v>
                </c:pt>
                <c:pt idx="117">
                  <c:v>41368</c:v>
                </c:pt>
                <c:pt idx="118">
                  <c:v>41375</c:v>
                </c:pt>
                <c:pt idx="119">
                  <c:v>41382</c:v>
                </c:pt>
                <c:pt idx="120">
                  <c:v>41389</c:v>
                </c:pt>
                <c:pt idx="121">
                  <c:v>41396</c:v>
                </c:pt>
                <c:pt idx="122">
                  <c:v>41403</c:v>
                </c:pt>
                <c:pt idx="123">
                  <c:v>41410</c:v>
                </c:pt>
                <c:pt idx="124">
                  <c:v>41417</c:v>
                </c:pt>
                <c:pt idx="125">
                  <c:v>41424</c:v>
                </c:pt>
                <c:pt idx="126">
                  <c:v>41431</c:v>
                </c:pt>
                <c:pt idx="127">
                  <c:v>41438</c:v>
                </c:pt>
                <c:pt idx="128">
                  <c:v>41445</c:v>
                </c:pt>
                <c:pt idx="129">
                  <c:v>41452</c:v>
                </c:pt>
                <c:pt idx="130">
                  <c:v>41458</c:v>
                </c:pt>
                <c:pt idx="131">
                  <c:v>41466</c:v>
                </c:pt>
                <c:pt idx="132">
                  <c:v>41473</c:v>
                </c:pt>
                <c:pt idx="133">
                  <c:v>41480</c:v>
                </c:pt>
                <c:pt idx="134">
                  <c:v>41487</c:v>
                </c:pt>
                <c:pt idx="135">
                  <c:v>41494</c:v>
                </c:pt>
                <c:pt idx="136">
                  <c:v>41501</c:v>
                </c:pt>
                <c:pt idx="137">
                  <c:v>41508</c:v>
                </c:pt>
                <c:pt idx="138">
                  <c:v>41515</c:v>
                </c:pt>
                <c:pt idx="139">
                  <c:v>41522</c:v>
                </c:pt>
                <c:pt idx="140">
                  <c:v>41529</c:v>
                </c:pt>
                <c:pt idx="141">
                  <c:v>41536</c:v>
                </c:pt>
                <c:pt idx="142">
                  <c:v>41543</c:v>
                </c:pt>
                <c:pt idx="143">
                  <c:v>41550</c:v>
                </c:pt>
                <c:pt idx="144">
                  <c:v>41557</c:v>
                </c:pt>
                <c:pt idx="145">
                  <c:v>41564</c:v>
                </c:pt>
                <c:pt idx="146">
                  <c:v>41571</c:v>
                </c:pt>
                <c:pt idx="147">
                  <c:v>41578</c:v>
                </c:pt>
                <c:pt idx="148">
                  <c:v>41585</c:v>
                </c:pt>
                <c:pt idx="149">
                  <c:v>41592</c:v>
                </c:pt>
                <c:pt idx="150">
                  <c:v>41599</c:v>
                </c:pt>
                <c:pt idx="151">
                  <c:v>41605</c:v>
                </c:pt>
                <c:pt idx="152">
                  <c:v>41613</c:v>
                </c:pt>
                <c:pt idx="153">
                  <c:v>41620</c:v>
                </c:pt>
                <c:pt idx="154">
                  <c:v>41627</c:v>
                </c:pt>
                <c:pt idx="155">
                  <c:v>41634</c:v>
                </c:pt>
                <c:pt idx="156">
                  <c:v>41641</c:v>
                </c:pt>
                <c:pt idx="157">
                  <c:v>41648</c:v>
                </c:pt>
                <c:pt idx="158">
                  <c:v>41655</c:v>
                </c:pt>
                <c:pt idx="159">
                  <c:v>41662</c:v>
                </c:pt>
                <c:pt idx="160">
                  <c:v>41669</c:v>
                </c:pt>
                <c:pt idx="161">
                  <c:v>41676</c:v>
                </c:pt>
                <c:pt idx="162">
                  <c:v>41683</c:v>
                </c:pt>
                <c:pt idx="163">
                  <c:v>41690</c:v>
                </c:pt>
                <c:pt idx="164">
                  <c:v>41697</c:v>
                </c:pt>
                <c:pt idx="165">
                  <c:v>41704</c:v>
                </c:pt>
                <c:pt idx="166">
                  <c:v>41711</c:v>
                </c:pt>
                <c:pt idx="167">
                  <c:v>41718</c:v>
                </c:pt>
                <c:pt idx="168">
                  <c:v>41725</c:v>
                </c:pt>
                <c:pt idx="169">
                  <c:v>41732</c:v>
                </c:pt>
                <c:pt idx="170">
                  <c:v>41739</c:v>
                </c:pt>
                <c:pt idx="171">
                  <c:v>41746</c:v>
                </c:pt>
                <c:pt idx="172">
                  <c:v>41753</c:v>
                </c:pt>
                <c:pt idx="173">
                  <c:v>41760</c:v>
                </c:pt>
                <c:pt idx="174">
                  <c:v>41767</c:v>
                </c:pt>
                <c:pt idx="175">
                  <c:v>41774</c:v>
                </c:pt>
                <c:pt idx="176">
                  <c:v>41781</c:v>
                </c:pt>
                <c:pt idx="177">
                  <c:v>41788</c:v>
                </c:pt>
                <c:pt idx="178">
                  <c:v>41795</c:v>
                </c:pt>
                <c:pt idx="179">
                  <c:v>41802</c:v>
                </c:pt>
                <c:pt idx="180">
                  <c:v>41809</c:v>
                </c:pt>
                <c:pt idx="181">
                  <c:v>41816</c:v>
                </c:pt>
                <c:pt idx="182">
                  <c:v>41823</c:v>
                </c:pt>
                <c:pt idx="183">
                  <c:v>41830</c:v>
                </c:pt>
                <c:pt idx="184">
                  <c:v>41837</c:v>
                </c:pt>
                <c:pt idx="185">
                  <c:v>41844</c:v>
                </c:pt>
                <c:pt idx="186">
                  <c:v>41851</c:v>
                </c:pt>
                <c:pt idx="187">
                  <c:v>41858</c:v>
                </c:pt>
                <c:pt idx="188">
                  <c:v>41865</c:v>
                </c:pt>
                <c:pt idx="189">
                  <c:v>41872</c:v>
                </c:pt>
                <c:pt idx="190">
                  <c:v>41879</c:v>
                </c:pt>
                <c:pt idx="191">
                  <c:v>41886</c:v>
                </c:pt>
                <c:pt idx="192">
                  <c:v>41893</c:v>
                </c:pt>
                <c:pt idx="193">
                  <c:v>41900</c:v>
                </c:pt>
                <c:pt idx="194">
                  <c:v>41907</c:v>
                </c:pt>
                <c:pt idx="195">
                  <c:v>41914</c:v>
                </c:pt>
                <c:pt idx="196">
                  <c:v>41921</c:v>
                </c:pt>
                <c:pt idx="197">
                  <c:v>41928</c:v>
                </c:pt>
                <c:pt idx="198">
                  <c:v>41935</c:v>
                </c:pt>
                <c:pt idx="199">
                  <c:v>41942</c:v>
                </c:pt>
                <c:pt idx="200">
                  <c:v>41949</c:v>
                </c:pt>
                <c:pt idx="201">
                  <c:v>41956</c:v>
                </c:pt>
                <c:pt idx="202">
                  <c:v>41963</c:v>
                </c:pt>
                <c:pt idx="203">
                  <c:v>41969</c:v>
                </c:pt>
                <c:pt idx="204">
                  <c:v>41977</c:v>
                </c:pt>
                <c:pt idx="205">
                  <c:v>41984</c:v>
                </c:pt>
                <c:pt idx="206">
                  <c:v>41991</c:v>
                </c:pt>
                <c:pt idx="207">
                  <c:v>41997</c:v>
                </c:pt>
                <c:pt idx="208">
                  <c:v>42004</c:v>
                </c:pt>
                <c:pt idx="209">
                  <c:v>42012</c:v>
                </c:pt>
                <c:pt idx="210">
                  <c:v>42019</c:v>
                </c:pt>
                <c:pt idx="211">
                  <c:v>42026</c:v>
                </c:pt>
                <c:pt idx="212">
                  <c:v>42033</c:v>
                </c:pt>
                <c:pt idx="213">
                  <c:v>42040</c:v>
                </c:pt>
                <c:pt idx="214">
                  <c:v>42047</c:v>
                </c:pt>
                <c:pt idx="215">
                  <c:v>42054</c:v>
                </c:pt>
                <c:pt idx="216">
                  <c:v>42061</c:v>
                </c:pt>
                <c:pt idx="217">
                  <c:v>42068</c:v>
                </c:pt>
                <c:pt idx="218">
                  <c:v>42075</c:v>
                </c:pt>
                <c:pt idx="219">
                  <c:v>42082</c:v>
                </c:pt>
                <c:pt idx="220">
                  <c:v>42089</c:v>
                </c:pt>
                <c:pt idx="221">
                  <c:v>42096</c:v>
                </c:pt>
                <c:pt idx="222">
                  <c:v>42103</c:v>
                </c:pt>
                <c:pt idx="223">
                  <c:v>42110</c:v>
                </c:pt>
                <c:pt idx="224">
                  <c:v>42117</c:v>
                </c:pt>
              </c:numCache>
            </c:numRef>
          </c:cat>
          <c:val>
            <c:numRef>
              <c:f>PoolRefinancible!$E$3:$E$227</c:f>
              <c:numCache>
                <c:formatCode>General</c:formatCode>
                <c:ptCount val="225"/>
                <c:pt idx="0">
                  <c:v>2344.3000000000002</c:v>
                </c:pt>
                <c:pt idx="1">
                  <c:v>2528.6999999999998</c:v>
                </c:pt>
                <c:pt idx="2">
                  <c:v>2129.6999999999998</c:v>
                </c:pt>
                <c:pt idx="3">
                  <c:v>2371.1</c:v>
                </c:pt>
                <c:pt idx="4">
                  <c:v>2190.4</c:v>
                </c:pt>
                <c:pt idx="5">
                  <c:v>1953.2</c:v>
                </c:pt>
                <c:pt idx="6">
                  <c:v>2325.3000000000002</c:v>
                </c:pt>
                <c:pt idx="7">
                  <c:v>2155.5</c:v>
                </c:pt>
                <c:pt idx="8">
                  <c:v>2539.4</c:v>
                </c:pt>
                <c:pt idx="9">
                  <c:v>2563.6</c:v>
                </c:pt>
                <c:pt idx="10">
                  <c:v>2620.8000000000002</c:v>
                </c:pt>
                <c:pt idx="11">
                  <c:v>2350.6999999999998</c:v>
                </c:pt>
                <c:pt idx="12">
                  <c:v>2194.4</c:v>
                </c:pt>
                <c:pt idx="13">
                  <c:v>2010.6</c:v>
                </c:pt>
                <c:pt idx="14">
                  <c:v>2065.3000000000002</c:v>
                </c:pt>
                <c:pt idx="15">
                  <c:v>2091.4</c:v>
                </c:pt>
                <c:pt idx="16">
                  <c:v>2220.1</c:v>
                </c:pt>
                <c:pt idx="17">
                  <c:v>2414.9</c:v>
                </c:pt>
                <c:pt idx="18">
                  <c:v>2742.2</c:v>
                </c:pt>
                <c:pt idx="19">
                  <c:v>2764.6</c:v>
                </c:pt>
                <c:pt idx="20">
                  <c:v>2619.6999999999998</c:v>
                </c:pt>
                <c:pt idx="21">
                  <c:v>2648</c:v>
                </c:pt>
                <c:pt idx="22">
                  <c:v>3101.7</c:v>
                </c:pt>
                <c:pt idx="23">
                  <c:v>2857.9</c:v>
                </c:pt>
                <c:pt idx="24">
                  <c:v>2809.5</c:v>
                </c:pt>
                <c:pt idx="25">
                  <c:v>2527.5</c:v>
                </c:pt>
                <c:pt idx="26">
                  <c:v>2362.6999999999998</c:v>
                </c:pt>
                <c:pt idx="27">
                  <c:v>2923.8</c:v>
                </c:pt>
                <c:pt idx="28">
                  <c:v>2769.6</c:v>
                </c:pt>
                <c:pt idx="29">
                  <c:v>2974.1</c:v>
                </c:pt>
                <c:pt idx="30">
                  <c:v>3880.9</c:v>
                </c:pt>
                <c:pt idx="31">
                  <c:v>4184.3999999999996</c:v>
                </c:pt>
                <c:pt idx="32">
                  <c:v>4110.8</c:v>
                </c:pt>
                <c:pt idx="33">
                  <c:v>3601.3</c:v>
                </c:pt>
                <c:pt idx="34">
                  <c:v>3372</c:v>
                </c:pt>
                <c:pt idx="35">
                  <c:v>3571.7</c:v>
                </c:pt>
                <c:pt idx="36">
                  <c:v>4033.8</c:v>
                </c:pt>
                <c:pt idx="37">
                  <c:v>4512.1000000000004</c:v>
                </c:pt>
                <c:pt idx="38">
                  <c:v>4241.8</c:v>
                </c:pt>
                <c:pt idx="39">
                  <c:v>4251.1000000000004</c:v>
                </c:pt>
                <c:pt idx="40">
                  <c:v>3553.2</c:v>
                </c:pt>
                <c:pt idx="41">
                  <c:v>3719.3</c:v>
                </c:pt>
                <c:pt idx="42">
                  <c:v>3695</c:v>
                </c:pt>
                <c:pt idx="43">
                  <c:v>4137.6000000000004</c:v>
                </c:pt>
                <c:pt idx="44">
                  <c:v>3664.5</c:v>
                </c:pt>
                <c:pt idx="45">
                  <c:v>3466.8</c:v>
                </c:pt>
                <c:pt idx="46">
                  <c:v>#N/A</c:v>
                </c:pt>
                <c:pt idx="47">
                  <c:v>3394.7</c:v>
                </c:pt>
                <c:pt idx="48">
                  <c:v>3708.6</c:v>
                </c:pt>
                <c:pt idx="49">
                  <c:v>3676.1</c:v>
                </c:pt>
                <c:pt idx="50">
                  <c:v>3684.5</c:v>
                </c:pt>
                <c:pt idx="51">
                  <c:v>3608.1</c:v>
                </c:pt>
                <c:pt idx="52">
                  <c:v>3668.3</c:v>
                </c:pt>
                <c:pt idx="53">
                  <c:v>4626.5</c:v>
                </c:pt>
                <c:pt idx="54">
                  <c:v>4326.3999999999996</c:v>
                </c:pt>
                <c:pt idx="55">
                  <c:v>4184.3</c:v>
                </c:pt>
                <c:pt idx="56">
                  <c:v>4617.1000000000004</c:v>
                </c:pt>
                <c:pt idx="57">
                  <c:v>4716.1000000000004</c:v>
                </c:pt>
                <c:pt idx="58">
                  <c:v>4466.8999999999996</c:v>
                </c:pt>
                <c:pt idx="59">
                  <c:v>4379.1000000000004</c:v>
                </c:pt>
                <c:pt idx="60">
                  <c:v>4277.6000000000004</c:v>
                </c:pt>
                <c:pt idx="61">
                  <c:v>4063.4</c:v>
                </c:pt>
                <c:pt idx="62">
                  <c:v>3715.2</c:v>
                </c:pt>
                <c:pt idx="63">
                  <c:v>3588.4</c:v>
                </c:pt>
                <c:pt idx="64">
                  <c:v>3699.5</c:v>
                </c:pt>
                <c:pt idx="65">
                  <c:v>3549.3</c:v>
                </c:pt>
                <c:pt idx="66">
                  <c:v>4144.3</c:v>
                </c:pt>
                <c:pt idx="67">
                  <c:v>3892.2</c:v>
                </c:pt>
                <c:pt idx="68">
                  <c:v>3856</c:v>
                </c:pt>
                <c:pt idx="69">
                  <c:v>3924.4</c:v>
                </c:pt>
                <c:pt idx="70">
                  <c:v>4482</c:v>
                </c:pt>
                <c:pt idx="71">
                  <c:v>4732</c:v>
                </c:pt>
                <c:pt idx="72">
                  <c:v>4675.8999999999996</c:v>
                </c:pt>
                <c:pt idx="73">
                  <c:v>4736</c:v>
                </c:pt>
                <c:pt idx="74">
                  <c:v>5590</c:v>
                </c:pt>
                <c:pt idx="75">
                  <c:v>4719.6000000000004</c:v>
                </c:pt>
                <c:pt idx="76">
                  <c:v>4585.8</c:v>
                </c:pt>
                <c:pt idx="77">
                  <c:v>4372.2</c:v>
                </c:pt>
                <c:pt idx="78">
                  <c:v>4267.8999999999996</c:v>
                </c:pt>
                <c:pt idx="79">
                  <c:v>5246.8</c:v>
                </c:pt>
                <c:pt idx="80">
                  <c:v>5383.1</c:v>
                </c:pt>
                <c:pt idx="81">
                  <c:v>5492.1</c:v>
                </c:pt>
                <c:pt idx="82">
                  <c:v>5444.3</c:v>
                </c:pt>
                <c:pt idx="83">
                  <c:v>5172.2</c:v>
                </c:pt>
                <c:pt idx="84">
                  <c:v>4671.1000000000004</c:v>
                </c:pt>
                <c:pt idx="85">
                  <c:v>4414.6000000000004</c:v>
                </c:pt>
                <c:pt idx="86">
                  <c:v>4274.8</c:v>
                </c:pt>
                <c:pt idx="87">
                  <c:v>4779.1000000000004</c:v>
                </c:pt>
                <c:pt idx="88">
                  <c:v>4823.3</c:v>
                </c:pt>
                <c:pt idx="89">
                  <c:v>4979</c:v>
                </c:pt>
                <c:pt idx="90">
                  <c:v>5965.5</c:v>
                </c:pt>
                <c:pt idx="91">
                  <c:v>5892.5</c:v>
                </c:pt>
                <c:pt idx="92">
                  <c:v>5572.2</c:v>
                </c:pt>
                <c:pt idx="93">
                  <c:v>4847.2</c:v>
                </c:pt>
                <c:pt idx="94">
                  <c:v>4550.7</c:v>
                </c:pt>
                <c:pt idx="95">
                  <c:v>4297.7</c:v>
                </c:pt>
                <c:pt idx="96">
                  <c:v>4856.1000000000004</c:v>
                </c:pt>
                <c:pt idx="97">
                  <c:v>4702.3999999999996</c:v>
                </c:pt>
                <c:pt idx="98">
                  <c:v>#N/A</c:v>
                </c:pt>
                <c:pt idx="99">
                  <c:v>4943</c:v>
                </c:pt>
                <c:pt idx="100">
                  <c:v>5368.1</c:v>
                </c:pt>
                <c:pt idx="101">
                  <c:v>4564.3999999999996</c:v>
                </c:pt>
                <c:pt idx="102">
                  <c:v>3983.2</c:v>
                </c:pt>
                <c:pt idx="103">
                  <c:v>3488.9</c:v>
                </c:pt>
                <c:pt idx="104">
                  <c:v>3896.4</c:v>
                </c:pt>
                <c:pt idx="105">
                  <c:v>4554.3999999999996</c:v>
                </c:pt>
                <c:pt idx="106">
                  <c:v>4937.3999999999996</c:v>
                </c:pt>
                <c:pt idx="107">
                  <c:v>4433.6000000000004</c:v>
                </c:pt>
                <c:pt idx="108">
                  <c:v>4579</c:v>
                </c:pt>
                <c:pt idx="109">
                  <c:v>4284.3</c:v>
                </c:pt>
                <c:pt idx="110">
                  <c:v>4261.8</c:v>
                </c:pt>
                <c:pt idx="111">
                  <c:v>4136.3</c:v>
                </c:pt>
                <c:pt idx="112">
                  <c:v>4724.8999999999996</c:v>
                </c:pt>
                <c:pt idx="113">
                  <c:v>4485.2</c:v>
                </c:pt>
                <c:pt idx="114">
                  <c:v>4111.3</c:v>
                </c:pt>
                <c:pt idx="115">
                  <c:v>4412.8999999999996</c:v>
                </c:pt>
                <c:pt idx="116">
                  <c:v>4119.2</c:v>
                </c:pt>
                <c:pt idx="117">
                  <c:v>4528.8999999999996</c:v>
                </c:pt>
                <c:pt idx="118">
                  <c:v>4726.8999999999996</c:v>
                </c:pt>
                <c:pt idx="119">
                  <c:v>4672.1000000000004</c:v>
                </c:pt>
                <c:pt idx="120">
                  <c:v>4854.1000000000004</c:v>
                </c:pt>
                <c:pt idx="121">
                  <c:v>5279.9</c:v>
                </c:pt>
                <c:pt idx="122">
                  <c:v>4797.2</c:v>
                </c:pt>
                <c:pt idx="123">
                  <c:v>4241.5</c:v>
                </c:pt>
                <c:pt idx="124">
                  <c:v>3709.4</c:v>
                </c:pt>
                <c:pt idx="125">
                  <c:v>3163.6</c:v>
                </c:pt>
                <c:pt idx="126">
                  <c:v>3339.8</c:v>
                </c:pt>
                <c:pt idx="127">
                  <c:v>3214.4</c:v>
                </c:pt>
                <c:pt idx="128">
                  <c:v>3040.1</c:v>
                </c:pt>
                <c:pt idx="129">
                  <c:v>2573.4</c:v>
                </c:pt>
                <c:pt idx="130">
                  <c:v>#N/A</c:v>
                </c:pt>
                <c:pt idx="131">
                  <c:v>2242.1999999999998</c:v>
                </c:pt>
                <c:pt idx="132">
                  <c:v>2288</c:v>
                </c:pt>
                <c:pt idx="133">
                  <c:v>2218.3000000000002</c:v>
                </c:pt>
                <c:pt idx="134">
                  <c:v>2228.9</c:v>
                </c:pt>
                <c:pt idx="135">
                  <c:v>2110.6</c:v>
                </c:pt>
                <c:pt idx="136">
                  <c:v>1935.1</c:v>
                </c:pt>
                <c:pt idx="137">
                  <c:v>1842.6</c:v>
                </c:pt>
                <c:pt idx="138">
                  <c:v>1909</c:v>
                </c:pt>
                <c:pt idx="139">
                  <c:v>1512.9</c:v>
                </c:pt>
                <c:pt idx="140">
                  <c:v>1814</c:v>
                </c:pt>
                <c:pt idx="141">
                  <c:v>1922.9</c:v>
                </c:pt>
                <c:pt idx="142">
                  <c:v>1956.6</c:v>
                </c:pt>
                <c:pt idx="143">
                  <c:v>2025.3</c:v>
                </c:pt>
                <c:pt idx="144">
                  <c:v>2102.6999999999998</c:v>
                </c:pt>
                <c:pt idx="145">
                  <c:v>2033.7</c:v>
                </c:pt>
                <c:pt idx="146">
                  <c:v>2211.8000000000002</c:v>
                </c:pt>
                <c:pt idx="147">
                  <c:v>2105.6</c:v>
                </c:pt>
                <c:pt idx="148">
                  <c:v>2056.9</c:v>
                </c:pt>
                <c:pt idx="149">
                  <c:v>1903.5</c:v>
                </c:pt>
                <c:pt idx="150">
                  <c:v>1917.2</c:v>
                </c:pt>
                <c:pt idx="151">
                  <c:v>#N/A</c:v>
                </c:pt>
                <c:pt idx="152">
                  <c:v>1599.4</c:v>
                </c:pt>
                <c:pt idx="153">
                  <c:v>1529.8</c:v>
                </c:pt>
                <c:pt idx="154">
                  <c:v>1426.7</c:v>
                </c:pt>
                <c:pt idx="155">
                  <c:v>1277.8</c:v>
                </c:pt>
                <c:pt idx="156">
                  <c:v>1352.7</c:v>
                </c:pt>
                <c:pt idx="157">
                  <c:v>1507</c:v>
                </c:pt>
                <c:pt idx="158">
                  <c:v>1675.8</c:v>
                </c:pt>
                <c:pt idx="159">
                  <c:v>1601.2</c:v>
                </c:pt>
                <c:pt idx="160">
                  <c:v>1667.5</c:v>
                </c:pt>
                <c:pt idx="161">
                  <c:v>1674.2</c:v>
                </c:pt>
                <c:pt idx="162">
                  <c:v>1650.6</c:v>
                </c:pt>
                <c:pt idx="163">
                  <c:v>1442.3</c:v>
                </c:pt>
                <c:pt idx="164">
                  <c:v>1600.6</c:v>
                </c:pt>
                <c:pt idx="165">
                  <c:v>1528</c:v>
                </c:pt>
                <c:pt idx="166">
                  <c:v>1552.1</c:v>
                </c:pt>
                <c:pt idx="167">
                  <c:v>1426.3</c:v>
                </c:pt>
                <c:pt idx="168">
                  <c:v>1383.5</c:v>
                </c:pt>
                <c:pt idx="169">
                  <c:v>1324.7</c:v>
                </c:pt>
                <c:pt idx="170">
                  <c:v>1429.9</c:v>
                </c:pt>
                <c:pt idx="171">
                  <c:v>1370.9</c:v>
                </c:pt>
                <c:pt idx="172">
                  <c:v>1298.0999999999999</c:v>
                </c:pt>
                <c:pt idx="173">
                  <c:v>1323.9</c:v>
                </c:pt>
                <c:pt idx="174">
                  <c:v>1400.9</c:v>
                </c:pt>
                <c:pt idx="175">
                  <c:v>1460.6</c:v>
                </c:pt>
                <c:pt idx="176">
                  <c:v>1453.4</c:v>
                </c:pt>
                <c:pt idx="177">
                  <c:v>1382.6</c:v>
                </c:pt>
                <c:pt idx="178">
                  <c:v>1516.9</c:v>
                </c:pt>
                <c:pt idx="179">
                  <c:v>1321.3</c:v>
                </c:pt>
                <c:pt idx="180">
                  <c:v>1333.5</c:v>
                </c:pt>
                <c:pt idx="181">
                  <c:v>1341.8</c:v>
                </c:pt>
                <c:pt idx="182">
                  <c:v>1346.8</c:v>
                </c:pt>
                <c:pt idx="183">
                  <c:v>1329.7</c:v>
                </c:pt>
                <c:pt idx="184">
                  <c:v>1400.7</c:v>
                </c:pt>
                <c:pt idx="185">
                  <c:v>1327.5</c:v>
                </c:pt>
                <c:pt idx="186">
                  <c:v>1373.9</c:v>
                </c:pt>
                <c:pt idx="187">
                  <c:v>1342.6</c:v>
                </c:pt>
                <c:pt idx="188">
                  <c:v>1404.9</c:v>
                </c:pt>
                <c:pt idx="189">
                  <c:v>1439.4</c:v>
                </c:pt>
                <c:pt idx="190">
                  <c:v>1436</c:v>
                </c:pt>
                <c:pt idx="191">
                  <c:v>1275.8</c:v>
                </c:pt>
                <c:pt idx="192">
                  <c:v>1398.4</c:v>
                </c:pt>
                <c:pt idx="193">
                  <c:v>1335.1</c:v>
                </c:pt>
                <c:pt idx="194">
                  <c:v>1326.2</c:v>
                </c:pt>
                <c:pt idx="195">
                  <c:v>1387.1</c:v>
                </c:pt>
                <c:pt idx="196">
                  <c:v>1560.6</c:v>
                </c:pt>
                <c:pt idx="197">
                  <c:v>1898.2</c:v>
                </c:pt>
                <c:pt idx="198">
                  <c:v>1713.6</c:v>
                </c:pt>
                <c:pt idx="199">
                  <c:v>1604.8</c:v>
                </c:pt>
                <c:pt idx="200">
                  <c:v>1565.3</c:v>
                </c:pt>
                <c:pt idx="201">
                  <c:v>1563.2</c:v>
                </c:pt>
                <c:pt idx="202">
                  <c:v>1547.9</c:v>
                </c:pt>
                <c:pt idx="203">
                  <c:v>#N/A</c:v>
                </c:pt>
                <c:pt idx="204">
                  <c:v>1548.6</c:v>
                </c:pt>
                <c:pt idx="205">
                  <c:v>1518.8</c:v>
                </c:pt>
                <c:pt idx="206">
                  <c:v>1538.7</c:v>
                </c:pt>
                <c:pt idx="207">
                  <c:v>#N/A</c:v>
                </c:pt>
                <c:pt idx="208">
                  <c:v>#N/A</c:v>
                </c:pt>
                <c:pt idx="209">
                  <c:v>2271.5</c:v>
                </c:pt>
                <c:pt idx="210">
                  <c:v>2799.3</c:v>
                </c:pt>
                <c:pt idx="211">
                  <c:v>2572.3000000000002</c:v>
                </c:pt>
                <c:pt idx="212">
                  <c:v>2584.8000000000002</c:v>
                </c:pt>
                <c:pt idx="213">
                  <c:v>2291.3000000000002</c:v>
                </c:pt>
                <c:pt idx="214">
                  <c:v>1904.2</c:v>
                </c:pt>
                <c:pt idx="215">
                  <c:v>1703.1</c:v>
                </c:pt>
                <c:pt idx="216">
                  <c:v>1740.3</c:v>
                </c:pt>
                <c:pt idx="217">
                  <c:v>1685.7</c:v>
                </c:pt>
                <c:pt idx="218">
                  <c:v>1623.6</c:v>
                </c:pt>
                <c:pt idx="219">
                  <c:v>1860.8</c:v>
                </c:pt>
                <c:pt idx="220">
                  <c:v>1941.6</c:v>
                </c:pt>
                <c:pt idx="221">
                  <c:v>1854.7</c:v>
                </c:pt>
                <c:pt idx="222">
                  <c:v>1804.6</c:v>
                </c:pt>
                <c:pt idx="223">
                  <c:v>1817</c:v>
                </c:pt>
                <c:pt idx="224">
                  <c:v>#N/A</c:v>
                </c:pt>
              </c:numCache>
            </c:numRef>
          </c:val>
          <c:smooth val="0"/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211854848"/>
        <c:axId val="211852672"/>
      </c:lineChart>
      <c:dateAx>
        <c:axId val="211849216"/>
        <c:scaling>
          <c:orientation val="minMax"/>
        </c:scaling>
        <c:delete val="0"/>
        <c:axPos val="b"/>
        <c:numFmt formatCode="m/d/yyyy" sourceLinked="1"/>
        <c:majorTickMark val="out"/>
        <c:minorTickMark val="none"/>
        <c:tickLblPos val="nextTo"/>
        <c:crossAx val="211850752"/>
        <c:crosses val="autoZero"/>
        <c:auto val="1"/>
        <c:lblOffset val="100"/>
        <c:baseTimeUnit val="days"/>
        <c:majorUnit val="6"/>
        <c:majorTimeUnit val="months"/>
      </c:dateAx>
      <c:valAx>
        <c:axId val="211850752"/>
        <c:scaling>
          <c:orientation val="minMax"/>
          <c:max val="1"/>
        </c:scaling>
        <c:delete val="0"/>
        <c:axPos val="l"/>
        <c:majorGridlines/>
        <c:title>
          <c:tx>
            <c:rich>
              <a:bodyPr rot="-5400000" vert="horz"/>
              <a:lstStyle/>
              <a:p>
                <a:pPr>
                  <a:defRPr/>
                </a:pPr>
                <a:r>
                  <a:rPr lang="en-US" dirty="0" err="1" smtClean="0"/>
                  <a:t>Refinancible</a:t>
                </a:r>
                <a:r>
                  <a:rPr lang="en-US" dirty="0" smtClean="0"/>
                  <a:t> Percentage</a:t>
                </a:r>
                <a:endParaRPr lang="en-US" dirty="0"/>
              </a:p>
            </c:rich>
          </c:tx>
          <c:layout/>
          <c:overlay val="0"/>
        </c:title>
        <c:numFmt formatCode="0%" sourceLinked="1"/>
        <c:majorTickMark val="out"/>
        <c:minorTickMark val="none"/>
        <c:tickLblPos val="nextTo"/>
        <c:crossAx val="211849216"/>
        <c:crosses val="autoZero"/>
        <c:crossBetween val="between"/>
        <c:majorUnit val="0.2"/>
      </c:valAx>
      <c:valAx>
        <c:axId val="211852672"/>
        <c:scaling>
          <c:orientation val="minMax"/>
        </c:scaling>
        <c:delete val="0"/>
        <c:axPos val="r"/>
        <c:title>
          <c:tx>
            <c:rich>
              <a:bodyPr rot="-5400000" vert="horz"/>
              <a:lstStyle/>
              <a:p>
                <a:pPr>
                  <a:defRPr/>
                </a:pPr>
                <a:r>
                  <a:rPr lang="en-US" dirty="0" err="1" smtClean="0"/>
                  <a:t>Refi</a:t>
                </a:r>
                <a:r>
                  <a:rPr lang="en-US" dirty="0" smtClean="0"/>
                  <a:t> Index</a:t>
                </a:r>
                <a:endParaRPr lang="en-US" dirty="0"/>
              </a:p>
            </c:rich>
          </c:tx>
          <c:layout/>
          <c:overlay val="0"/>
        </c:title>
        <c:numFmt formatCode="General" sourceLinked="1"/>
        <c:majorTickMark val="out"/>
        <c:minorTickMark val="none"/>
        <c:tickLblPos val="nextTo"/>
        <c:crossAx val="211854848"/>
        <c:crosses val="max"/>
        <c:crossBetween val="between"/>
      </c:valAx>
      <c:dateAx>
        <c:axId val="211854848"/>
        <c:scaling>
          <c:orientation val="minMax"/>
        </c:scaling>
        <c:delete val="1"/>
        <c:axPos val="b"/>
        <c:numFmt formatCode="m/d/yyyy" sourceLinked="1"/>
        <c:majorTickMark val="out"/>
        <c:minorTickMark val="none"/>
        <c:tickLblPos val="nextTo"/>
        <c:crossAx val="211852672"/>
        <c:crosses val="autoZero"/>
        <c:auto val="1"/>
        <c:lblOffset val="100"/>
        <c:baseTimeUnit val="days"/>
      </c:dateAx>
    </c:plotArea>
    <c:legend>
      <c:legendPos val="b"/>
      <c:layout/>
      <c:overlay val="0"/>
    </c:legend>
    <c:plotVisOnly val="1"/>
    <c:dispBlanksAs val="gap"/>
    <c:showDLblsOverMax val="0"/>
  </c:chart>
  <c:externalData r:id="rId1">
    <c:autoUpdate val="0"/>
  </c:externalData>
</c:chartSpace>
</file>

<file path=ppt/charts/chart1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0"/>
    <c:plotArea>
      <c:layout/>
      <c:lineChart>
        <c:grouping val="standard"/>
        <c:varyColors val="0"/>
        <c:ser>
          <c:idx val="0"/>
          <c:order val="0"/>
          <c:tx>
            <c:strRef>
              <c:f>PoolRefinancible!$C$2</c:f>
              <c:strCache>
                <c:ptCount val="1"/>
                <c:pt idx="0">
                  <c:v>Pool Level</c:v>
                </c:pt>
              </c:strCache>
            </c:strRef>
          </c:tx>
          <c:spPr>
            <a:ln w="19050">
              <a:solidFill>
                <a:srgbClr val="CDD1EF"/>
              </a:solidFill>
            </a:ln>
          </c:spPr>
          <c:marker>
            <c:symbol val="none"/>
          </c:marker>
          <c:cat>
            <c:numRef>
              <c:f>PoolRefinancible!$B$3:$B$227</c:f>
              <c:numCache>
                <c:formatCode>m/d/yyyy</c:formatCode>
                <c:ptCount val="225"/>
                <c:pt idx="0">
                  <c:v>40549</c:v>
                </c:pt>
                <c:pt idx="1">
                  <c:v>40556</c:v>
                </c:pt>
                <c:pt idx="2">
                  <c:v>40563</c:v>
                </c:pt>
                <c:pt idx="3">
                  <c:v>40570</c:v>
                </c:pt>
                <c:pt idx="4">
                  <c:v>40577</c:v>
                </c:pt>
                <c:pt idx="5">
                  <c:v>40584</c:v>
                </c:pt>
                <c:pt idx="6">
                  <c:v>40591</c:v>
                </c:pt>
                <c:pt idx="7">
                  <c:v>40598</c:v>
                </c:pt>
                <c:pt idx="8">
                  <c:v>40605</c:v>
                </c:pt>
                <c:pt idx="9">
                  <c:v>40612</c:v>
                </c:pt>
                <c:pt idx="10">
                  <c:v>40619</c:v>
                </c:pt>
                <c:pt idx="11">
                  <c:v>40626</c:v>
                </c:pt>
                <c:pt idx="12">
                  <c:v>40633</c:v>
                </c:pt>
                <c:pt idx="13">
                  <c:v>40640</c:v>
                </c:pt>
                <c:pt idx="14">
                  <c:v>40647</c:v>
                </c:pt>
                <c:pt idx="15">
                  <c:v>40654</c:v>
                </c:pt>
                <c:pt idx="16">
                  <c:v>40661</c:v>
                </c:pt>
                <c:pt idx="17">
                  <c:v>40668</c:v>
                </c:pt>
                <c:pt idx="18">
                  <c:v>40675</c:v>
                </c:pt>
                <c:pt idx="19">
                  <c:v>40682</c:v>
                </c:pt>
                <c:pt idx="20">
                  <c:v>40689</c:v>
                </c:pt>
                <c:pt idx="21">
                  <c:v>40696</c:v>
                </c:pt>
                <c:pt idx="22">
                  <c:v>40703</c:v>
                </c:pt>
                <c:pt idx="23">
                  <c:v>40710</c:v>
                </c:pt>
                <c:pt idx="24">
                  <c:v>40717</c:v>
                </c:pt>
                <c:pt idx="25">
                  <c:v>40724</c:v>
                </c:pt>
                <c:pt idx="26">
                  <c:v>40731</c:v>
                </c:pt>
                <c:pt idx="27">
                  <c:v>40738</c:v>
                </c:pt>
                <c:pt idx="28">
                  <c:v>40745</c:v>
                </c:pt>
                <c:pt idx="29">
                  <c:v>40752</c:v>
                </c:pt>
                <c:pt idx="30">
                  <c:v>40759</c:v>
                </c:pt>
                <c:pt idx="31">
                  <c:v>40766</c:v>
                </c:pt>
                <c:pt idx="32">
                  <c:v>40773</c:v>
                </c:pt>
                <c:pt idx="33">
                  <c:v>40780</c:v>
                </c:pt>
                <c:pt idx="34">
                  <c:v>40787</c:v>
                </c:pt>
                <c:pt idx="35">
                  <c:v>40794</c:v>
                </c:pt>
                <c:pt idx="36">
                  <c:v>40801</c:v>
                </c:pt>
                <c:pt idx="37">
                  <c:v>40808</c:v>
                </c:pt>
                <c:pt idx="38">
                  <c:v>40815</c:v>
                </c:pt>
                <c:pt idx="39">
                  <c:v>40822</c:v>
                </c:pt>
                <c:pt idx="40">
                  <c:v>40829</c:v>
                </c:pt>
                <c:pt idx="41">
                  <c:v>40836</c:v>
                </c:pt>
                <c:pt idx="42">
                  <c:v>40843</c:v>
                </c:pt>
                <c:pt idx="43">
                  <c:v>40850</c:v>
                </c:pt>
                <c:pt idx="44">
                  <c:v>40857</c:v>
                </c:pt>
                <c:pt idx="45">
                  <c:v>40864</c:v>
                </c:pt>
                <c:pt idx="46">
                  <c:v>40870</c:v>
                </c:pt>
                <c:pt idx="47">
                  <c:v>40878</c:v>
                </c:pt>
                <c:pt idx="48">
                  <c:v>40885</c:v>
                </c:pt>
                <c:pt idx="49">
                  <c:v>40892</c:v>
                </c:pt>
                <c:pt idx="50">
                  <c:v>40899</c:v>
                </c:pt>
                <c:pt idx="51">
                  <c:v>40906</c:v>
                </c:pt>
                <c:pt idx="52">
                  <c:v>40913</c:v>
                </c:pt>
                <c:pt idx="53">
                  <c:v>40920</c:v>
                </c:pt>
                <c:pt idx="54">
                  <c:v>40927</c:v>
                </c:pt>
                <c:pt idx="55">
                  <c:v>40934</c:v>
                </c:pt>
                <c:pt idx="56">
                  <c:v>40941</c:v>
                </c:pt>
                <c:pt idx="57">
                  <c:v>40948</c:v>
                </c:pt>
                <c:pt idx="58">
                  <c:v>40955</c:v>
                </c:pt>
                <c:pt idx="59">
                  <c:v>40962</c:v>
                </c:pt>
                <c:pt idx="60">
                  <c:v>40969</c:v>
                </c:pt>
                <c:pt idx="61">
                  <c:v>40976</c:v>
                </c:pt>
                <c:pt idx="62">
                  <c:v>40983</c:v>
                </c:pt>
                <c:pt idx="63">
                  <c:v>40990</c:v>
                </c:pt>
                <c:pt idx="64">
                  <c:v>40997</c:v>
                </c:pt>
                <c:pt idx="65">
                  <c:v>41004</c:v>
                </c:pt>
                <c:pt idx="66">
                  <c:v>41011</c:v>
                </c:pt>
                <c:pt idx="67">
                  <c:v>41018</c:v>
                </c:pt>
                <c:pt idx="68">
                  <c:v>41025</c:v>
                </c:pt>
                <c:pt idx="69">
                  <c:v>41032</c:v>
                </c:pt>
                <c:pt idx="70">
                  <c:v>41039</c:v>
                </c:pt>
                <c:pt idx="71">
                  <c:v>41046</c:v>
                </c:pt>
                <c:pt idx="72">
                  <c:v>41053</c:v>
                </c:pt>
                <c:pt idx="73">
                  <c:v>41060</c:v>
                </c:pt>
                <c:pt idx="74">
                  <c:v>41067</c:v>
                </c:pt>
                <c:pt idx="75">
                  <c:v>41074</c:v>
                </c:pt>
                <c:pt idx="76">
                  <c:v>41081</c:v>
                </c:pt>
                <c:pt idx="77">
                  <c:v>41088</c:v>
                </c:pt>
                <c:pt idx="78">
                  <c:v>41095</c:v>
                </c:pt>
                <c:pt idx="79">
                  <c:v>41102</c:v>
                </c:pt>
                <c:pt idx="80">
                  <c:v>41109</c:v>
                </c:pt>
                <c:pt idx="81">
                  <c:v>41116</c:v>
                </c:pt>
                <c:pt idx="82">
                  <c:v>41123</c:v>
                </c:pt>
                <c:pt idx="83">
                  <c:v>41130</c:v>
                </c:pt>
                <c:pt idx="84">
                  <c:v>41137</c:v>
                </c:pt>
                <c:pt idx="85">
                  <c:v>41144</c:v>
                </c:pt>
                <c:pt idx="86">
                  <c:v>41151</c:v>
                </c:pt>
                <c:pt idx="87">
                  <c:v>41158</c:v>
                </c:pt>
                <c:pt idx="88">
                  <c:v>41165</c:v>
                </c:pt>
                <c:pt idx="89">
                  <c:v>41172</c:v>
                </c:pt>
                <c:pt idx="90">
                  <c:v>41179</c:v>
                </c:pt>
                <c:pt idx="91">
                  <c:v>41186</c:v>
                </c:pt>
                <c:pt idx="92">
                  <c:v>41193</c:v>
                </c:pt>
                <c:pt idx="93">
                  <c:v>41200</c:v>
                </c:pt>
                <c:pt idx="94">
                  <c:v>41207</c:v>
                </c:pt>
                <c:pt idx="95">
                  <c:v>41214</c:v>
                </c:pt>
                <c:pt idx="96">
                  <c:v>41221</c:v>
                </c:pt>
                <c:pt idx="97">
                  <c:v>41228</c:v>
                </c:pt>
                <c:pt idx="98">
                  <c:v>41234</c:v>
                </c:pt>
                <c:pt idx="99">
                  <c:v>41242</c:v>
                </c:pt>
                <c:pt idx="100">
                  <c:v>41249</c:v>
                </c:pt>
                <c:pt idx="101">
                  <c:v>41256</c:v>
                </c:pt>
                <c:pt idx="102">
                  <c:v>41263</c:v>
                </c:pt>
                <c:pt idx="103">
                  <c:v>41270</c:v>
                </c:pt>
                <c:pt idx="104">
                  <c:v>41277</c:v>
                </c:pt>
                <c:pt idx="105">
                  <c:v>41284</c:v>
                </c:pt>
                <c:pt idx="106">
                  <c:v>41291</c:v>
                </c:pt>
                <c:pt idx="107">
                  <c:v>41298</c:v>
                </c:pt>
                <c:pt idx="108">
                  <c:v>41305</c:v>
                </c:pt>
                <c:pt idx="109">
                  <c:v>41312</c:v>
                </c:pt>
                <c:pt idx="110">
                  <c:v>41319</c:v>
                </c:pt>
                <c:pt idx="111">
                  <c:v>41326</c:v>
                </c:pt>
                <c:pt idx="112">
                  <c:v>41333</c:v>
                </c:pt>
                <c:pt idx="113">
                  <c:v>41340</c:v>
                </c:pt>
                <c:pt idx="114">
                  <c:v>41347</c:v>
                </c:pt>
                <c:pt idx="115">
                  <c:v>41354</c:v>
                </c:pt>
                <c:pt idx="116">
                  <c:v>41361</c:v>
                </c:pt>
                <c:pt idx="117">
                  <c:v>41368</c:v>
                </c:pt>
                <c:pt idx="118">
                  <c:v>41375</c:v>
                </c:pt>
                <c:pt idx="119">
                  <c:v>41382</c:v>
                </c:pt>
                <c:pt idx="120">
                  <c:v>41389</c:v>
                </c:pt>
                <c:pt idx="121">
                  <c:v>41396</c:v>
                </c:pt>
                <c:pt idx="122">
                  <c:v>41403</c:v>
                </c:pt>
                <c:pt idx="123">
                  <c:v>41410</c:v>
                </c:pt>
                <c:pt idx="124">
                  <c:v>41417</c:v>
                </c:pt>
                <c:pt idx="125">
                  <c:v>41424</c:v>
                </c:pt>
                <c:pt idx="126">
                  <c:v>41431</c:v>
                </c:pt>
                <c:pt idx="127">
                  <c:v>41438</c:v>
                </c:pt>
                <c:pt idx="128">
                  <c:v>41445</c:v>
                </c:pt>
                <c:pt idx="129">
                  <c:v>41452</c:v>
                </c:pt>
                <c:pt idx="130">
                  <c:v>41458</c:v>
                </c:pt>
                <c:pt idx="131">
                  <c:v>41466</c:v>
                </c:pt>
                <c:pt idx="132">
                  <c:v>41473</c:v>
                </c:pt>
                <c:pt idx="133">
                  <c:v>41480</c:v>
                </c:pt>
                <c:pt idx="134">
                  <c:v>41487</c:v>
                </c:pt>
                <c:pt idx="135">
                  <c:v>41494</c:v>
                </c:pt>
                <c:pt idx="136">
                  <c:v>41501</c:v>
                </c:pt>
                <c:pt idx="137">
                  <c:v>41508</c:v>
                </c:pt>
                <c:pt idx="138">
                  <c:v>41515</c:v>
                </c:pt>
                <c:pt idx="139">
                  <c:v>41522</c:v>
                </c:pt>
                <c:pt idx="140">
                  <c:v>41529</c:v>
                </c:pt>
                <c:pt idx="141">
                  <c:v>41536</c:v>
                </c:pt>
                <c:pt idx="142">
                  <c:v>41543</c:v>
                </c:pt>
                <c:pt idx="143">
                  <c:v>41550</c:v>
                </c:pt>
                <c:pt idx="144">
                  <c:v>41557</c:v>
                </c:pt>
                <c:pt idx="145">
                  <c:v>41564</c:v>
                </c:pt>
                <c:pt idx="146">
                  <c:v>41571</c:v>
                </c:pt>
                <c:pt idx="147">
                  <c:v>41578</c:v>
                </c:pt>
                <c:pt idx="148">
                  <c:v>41585</c:v>
                </c:pt>
                <c:pt idx="149">
                  <c:v>41592</c:v>
                </c:pt>
                <c:pt idx="150">
                  <c:v>41599</c:v>
                </c:pt>
                <c:pt idx="151">
                  <c:v>41605</c:v>
                </c:pt>
                <c:pt idx="152">
                  <c:v>41613</c:v>
                </c:pt>
                <c:pt idx="153">
                  <c:v>41620</c:v>
                </c:pt>
                <c:pt idx="154">
                  <c:v>41627</c:v>
                </c:pt>
                <c:pt idx="155">
                  <c:v>41634</c:v>
                </c:pt>
                <c:pt idx="156">
                  <c:v>41641</c:v>
                </c:pt>
                <c:pt idx="157">
                  <c:v>41648</c:v>
                </c:pt>
                <c:pt idx="158">
                  <c:v>41655</c:v>
                </c:pt>
                <c:pt idx="159">
                  <c:v>41662</c:v>
                </c:pt>
                <c:pt idx="160">
                  <c:v>41669</c:v>
                </c:pt>
                <c:pt idx="161">
                  <c:v>41676</c:v>
                </c:pt>
                <c:pt idx="162">
                  <c:v>41683</c:v>
                </c:pt>
                <c:pt idx="163">
                  <c:v>41690</c:v>
                </c:pt>
                <c:pt idx="164">
                  <c:v>41697</c:v>
                </c:pt>
                <c:pt idx="165">
                  <c:v>41704</c:v>
                </c:pt>
                <c:pt idx="166">
                  <c:v>41711</c:v>
                </c:pt>
                <c:pt idx="167">
                  <c:v>41718</c:v>
                </c:pt>
                <c:pt idx="168">
                  <c:v>41725</c:v>
                </c:pt>
                <c:pt idx="169">
                  <c:v>41732</c:v>
                </c:pt>
                <c:pt idx="170">
                  <c:v>41739</c:v>
                </c:pt>
                <c:pt idx="171">
                  <c:v>41746</c:v>
                </c:pt>
                <c:pt idx="172">
                  <c:v>41753</c:v>
                </c:pt>
                <c:pt idx="173">
                  <c:v>41760</c:v>
                </c:pt>
                <c:pt idx="174">
                  <c:v>41767</c:v>
                </c:pt>
                <c:pt idx="175">
                  <c:v>41774</c:v>
                </c:pt>
                <c:pt idx="176">
                  <c:v>41781</c:v>
                </c:pt>
                <c:pt idx="177">
                  <c:v>41788</c:v>
                </c:pt>
                <c:pt idx="178">
                  <c:v>41795</c:v>
                </c:pt>
                <c:pt idx="179">
                  <c:v>41802</c:v>
                </c:pt>
                <c:pt idx="180">
                  <c:v>41809</c:v>
                </c:pt>
                <c:pt idx="181">
                  <c:v>41816</c:v>
                </c:pt>
                <c:pt idx="182">
                  <c:v>41823</c:v>
                </c:pt>
                <c:pt idx="183">
                  <c:v>41830</c:v>
                </c:pt>
                <c:pt idx="184">
                  <c:v>41837</c:v>
                </c:pt>
                <c:pt idx="185">
                  <c:v>41844</c:v>
                </c:pt>
                <c:pt idx="186">
                  <c:v>41851</c:v>
                </c:pt>
                <c:pt idx="187">
                  <c:v>41858</c:v>
                </c:pt>
                <c:pt idx="188">
                  <c:v>41865</c:v>
                </c:pt>
                <c:pt idx="189">
                  <c:v>41872</c:v>
                </c:pt>
                <c:pt idx="190">
                  <c:v>41879</c:v>
                </c:pt>
                <c:pt idx="191">
                  <c:v>41886</c:v>
                </c:pt>
                <c:pt idx="192">
                  <c:v>41893</c:v>
                </c:pt>
                <c:pt idx="193">
                  <c:v>41900</c:v>
                </c:pt>
                <c:pt idx="194">
                  <c:v>41907</c:v>
                </c:pt>
                <c:pt idx="195">
                  <c:v>41914</c:v>
                </c:pt>
                <c:pt idx="196">
                  <c:v>41921</c:v>
                </c:pt>
                <c:pt idx="197">
                  <c:v>41928</c:v>
                </c:pt>
                <c:pt idx="198">
                  <c:v>41935</c:v>
                </c:pt>
                <c:pt idx="199">
                  <c:v>41942</c:v>
                </c:pt>
                <c:pt idx="200">
                  <c:v>41949</c:v>
                </c:pt>
                <c:pt idx="201">
                  <c:v>41956</c:v>
                </c:pt>
                <c:pt idx="202">
                  <c:v>41963</c:v>
                </c:pt>
                <c:pt idx="203">
                  <c:v>41969</c:v>
                </c:pt>
                <c:pt idx="204">
                  <c:v>41977</c:v>
                </c:pt>
                <c:pt idx="205">
                  <c:v>41984</c:v>
                </c:pt>
                <c:pt idx="206">
                  <c:v>41991</c:v>
                </c:pt>
                <c:pt idx="207">
                  <c:v>41997</c:v>
                </c:pt>
                <c:pt idx="208">
                  <c:v>42004</c:v>
                </c:pt>
                <c:pt idx="209">
                  <c:v>42012</c:v>
                </c:pt>
                <c:pt idx="210">
                  <c:v>42019</c:v>
                </c:pt>
                <c:pt idx="211">
                  <c:v>42026</c:v>
                </c:pt>
                <c:pt idx="212">
                  <c:v>42033</c:v>
                </c:pt>
                <c:pt idx="213">
                  <c:v>42040</c:v>
                </c:pt>
                <c:pt idx="214">
                  <c:v>42047</c:v>
                </c:pt>
                <c:pt idx="215">
                  <c:v>42054</c:v>
                </c:pt>
                <c:pt idx="216">
                  <c:v>42061</c:v>
                </c:pt>
                <c:pt idx="217">
                  <c:v>42068</c:v>
                </c:pt>
                <c:pt idx="218">
                  <c:v>42075</c:v>
                </c:pt>
                <c:pt idx="219">
                  <c:v>42082</c:v>
                </c:pt>
                <c:pt idx="220">
                  <c:v>42089</c:v>
                </c:pt>
                <c:pt idx="221">
                  <c:v>42096</c:v>
                </c:pt>
                <c:pt idx="222">
                  <c:v>42103</c:v>
                </c:pt>
                <c:pt idx="223">
                  <c:v>42110</c:v>
                </c:pt>
                <c:pt idx="224">
                  <c:v>42117</c:v>
                </c:pt>
              </c:numCache>
            </c:numRef>
          </c:cat>
          <c:val>
            <c:numRef>
              <c:f>PoolRefinancible!$C$3:$C$227</c:f>
              <c:numCache>
                <c:formatCode>0%</c:formatCode>
                <c:ptCount val="225"/>
                <c:pt idx="0">
                  <c:v>0.62402170072443153</c:v>
                </c:pt>
                <c:pt idx="1">
                  <c:v>0.62817294477626939</c:v>
                </c:pt>
                <c:pt idx="2">
                  <c:v>0.62597730951219899</c:v>
                </c:pt>
                <c:pt idx="3">
                  <c:v>0.62392159162868732</c:v>
                </c:pt>
                <c:pt idx="4">
                  <c:v>0.60653142223595213</c:v>
                </c:pt>
                <c:pt idx="5">
                  <c:v>0.50868797673712363</c:v>
                </c:pt>
                <c:pt idx="6">
                  <c:v>0.52965901814335548</c:v>
                </c:pt>
                <c:pt idx="7">
                  <c:v>0.57709503787578109</c:v>
                </c:pt>
                <c:pt idx="8">
                  <c:v>0.59224775585706535</c:v>
                </c:pt>
                <c:pt idx="9">
                  <c:v>0.59090570789662444</c:v>
                </c:pt>
                <c:pt idx="10">
                  <c:v>0.60261779474869925</c:v>
                </c:pt>
                <c:pt idx="11">
                  <c:v>0.59950595681897523</c:v>
                </c:pt>
                <c:pt idx="12">
                  <c:v>0.593225708201635</c:v>
                </c:pt>
                <c:pt idx="13">
                  <c:v>0.58542144661011908</c:v>
                </c:pt>
                <c:pt idx="14">
                  <c:v>0.58155199492979581</c:v>
                </c:pt>
                <c:pt idx="15">
                  <c:v>0.59356262313394537</c:v>
                </c:pt>
                <c:pt idx="16">
                  <c:v>0.59445921362542997</c:v>
                </c:pt>
                <c:pt idx="17">
                  <c:v>0.59391131067456038</c:v>
                </c:pt>
                <c:pt idx="18">
                  <c:v>0.60662155942020002</c:v>
                </c:pt>
                <c:pt idx="19">
                  <c:v>0.61264076908113763</c:v>
                </c:pt>
                <c:pt idx="20">
                  <c:v>0.61599363608099678</c:v>
                </c:pt>
                <c:pt idx="21">
                  <c:v>0.66311590107349083</c:v>
                </c:pt>
                <c:pt idx="22">
                  <c:v>0.74517189360077984</c:v>
                </c:pt>
                <c:pt idx="23">
                  <c:v>0.72397022872334449</c:v>
                </c:pt>
                <c:pt idx="24">
                  <c:v>0.66311590107349083</c:v>
                </c:pt>
                <c:pt idx="25">
                  <c:v>0.69050447134038251</c:v>
                </c:pt>
                <c:pt idx="26">
                  <c:v>0.60410549631050647</c:v>
                </c:pt>
                <c:pt idx="27">
                  <c:v>0.684475421712615</c:v>
                </c:pt>
                <c:pt idx="28">
                  <c:v>0.66675683999516944</c:v>
                </c:pt>
                <c:pt idx="29">
                  <c:v>0.61660059317974736</c:v>
                </c:pt>
                <c:pt idx="30">
                  <c:v>0.81803711941746404</c:v>
                </c:pt>
                <c:pt idx="31">
                  <c:v>0.83404184296119399</c:v>
                </c:pt>
                <c:pt idx="32">
                  <c:v>0.86117434904403212</c:v>
                </c:pt>
                <c:pt idx="33">
                  <c:v>0.84714025108084823</c:v>
                </c:pt>
                <c:pt idx="34">
                  <c:v>0.84129278814437181</c:v>
                </c:pt>
                <c:pt idx="35">
                  <c:v>0.87859103936280614</c:v>
                </c:pt>
                <c:pt idx="36">
                  <c:v>0.90242289630359074</c:v>
                </c:pt>
                <c:pt idx="37">
                  <c:v>0.90242289630359074</c:v>
                </c:pt>
                <c:pt idx="38">
                  <c:v>0.94644262124543443</c:v>
                </c:pt>
                <c:pt idx="39">
                  <c:v>0.96725200604215567</c:v>
                </c:pt>
                <c:pt idx="40">
                  <c:v>0.84917694017596268</c:v>
                </c:pt>
                <c:pt idx="41">
                  <c:v>0.85635864773186432</c:v>
                </c:pt>
                <c:pt idx="42">
                  <c:v>0.86512672485653175</c:v>
                </c:pt>
                <c:pt idx="43">
                  <c:v>0.93485323798856346</c:v>
                </c:pt>
                <c:pt idx="44">
                  <c:v>0.94404770550683115</c:v>
                </c:pt>
                <c:pt idx="45">
                  <c:v>0.93485323798856346</c:v>
                </c:pt>
                <c:pt idx="46">
                  <c:v>0.94997170807452469</c:v>
                </c:pt>
                <c:pt idx="47">
                  <c:v>0.91542628506626045</c:v>
                </c:pt>
                <c:pt idx="48">
                  <c:v>0.9248746068169833</c:v>
                </c:pt>
                <c:pt idx="49">
                  <c:v>0.93969161247928745</c:v>
                </c:pt>
                <c:pt idx="50">
                  <c:v>0.9601958662364245</c:v>
                </c:pt>
                <c:pt idx="51">
                  <c:v>0.94762260030460288</c:v>
                </c:pt>
                <c:pt idx="52">
                  <c:v>0.94481773750585774</c:v>
                </c:pt>
                <c:pt idx="53">
                  <c:v>0.95320351892281485</c:v>
                </c:pt>
                <c:pt idx="54">
                  <c:v>0.95182771809710431</c:v>
                </c:pt>
                <c:pt idx="55">
                  <c:v>0.91861521434498927</c:v>
                </c:pt>
                <c:pt idx="56">
                  <c:v>0.94107838104995334</c:v>
                </c:pt>
                <c:pt idx="57">
                  <c:v>0.94107838104995334</c:v>
                </c:pt>
                <c:pt idx="58">
                  <c:v>0.94107838104995334</c:v>
                </c:pt>
                <c:pt idx="59">
                  <c:v>0.90921329115869776</c:v>
                </c:pt>
                <c:pt idx="60">
                  <c:v>0.91584710240533518</c:v>
                </c:pt>
                <c:pt idx="61">
                  <c:v>0.91902765125865959</c:v>
                </c:pt>
                <c:pt idx="62">
                  <c:v>0.90514599034862198</c:v>
                </c:pt>
                <c:pt idx="63">
                  <c:v>0.78959380464288376</c:v>
                </c:pt>
                <c:pt idx="64">
                  <c:v>0.87490910290764468</c:v>
                </c:pt>
                <c:pt idx="65">
                  <c:v>0.86928745494692716</c:v>
                </c:pt>
                <c:pt idx="66">
                  <c:v>0.90849340717481886</c:v>
                </c:pt>
                <c:pt idx="67">
                  <c:v>0.9034983903169389</c:v>
                </c:pt>
                <c:pt idx="68">
                  <c:v>0.90849340717481886</c:v>
                </c:pt>
                <c:pt idx="69">
                  <c:v>0.89225108632442729</c:v>
                </c:pt>
                <c:pt idx="70">
                  <c:v>0.89337268606647302</c:v>
                </c:pt>
                <c:pt idx="71">
                  <c:v>0.8948997967143093</c:v>
                </c:pt>
                <c:pt idx="72">
                  <c:v>0.89443957907281746</c:v>
                </c:pt>
                <c:pt idx="73">
                  <c:v>0.89512122084695944</c:v>
                </c:pt>
                <c:pt idx="74">
                  <c:v>0.8920195449585564</c:v>
                </c:pt>
                <c:pt idx="75">
                  <c:v>0.88667449797815956</c:v>
                </c:pt>
                <c:pt idx="76">
                  <c:v>0.89407594990163874</c:v>
                </c:pt>
                <c:pt idx="77">
                  <c:v>0.89407594990163874</c:v>
                </c:pt>
                <c:pt idx="78">
                  <c:v>0.8819114104860859</c:v>
                </c:pt>
                <c:pt idx="79">
                  <c:v>0.94551237246929465</c:v>
                </c:pt>
                <c:pt idx="80">
                  <c:v>0.97186924857158052</c:v>
                </c:pt>
                <c:pt idx="81">
                  <c:v>0.98451993370244106</c:v>
                </c:pt>
                <c:pt idx="82">
                  <c:v>0.9385222539497815</c:v>
                </c:pt>
                <c:pt idx="83">
                  <c:v>0.92408794393225557</c:v>
                </c:pt>
                <c:pt idx="84">
                  <c:v>0.88445471641937157</c:v>
                </c:pt>
                <c:pt idx="85">
                  <c:v>0.85694996797233836</c:v>
                </c:pt>
                <c:pt idx="86">
                  <c:v>0.92408794393225557</c:v>
                </c:pt>
                <c:pt idx="87">
                  <c:v>0.91761037893987563</c:v>
                </c:pt>
                <c:pt idx="88">
                  <c:v>0.94047646256577366</c:v>
                </c:pt>
                <c:pt idx="89">
                  <c:v>0.95891425076544745</c:v>
                </c:pt>
                <c:pt idx="90">
                  <c:v>0.96459917415866681</c:v>
                </c:pt>
                <c:pt idx="91">
                  <c:v>0.95362908529618629</c:v>
                </c:pt>
                <c:pt idx="92">
                  <c:v>0.95159604304738465</c:v>
                </c:pt>
                <c:pt idx="93">
                  <c:v>0.95277295236812309</c:v>
                </c:pt>
                <c:pt idx="94">
                  <c:v>0.95079229345734595</c:v>
                </c:pt>
                <c:pt idx="95">
                  <c:v>0.92571311512973709</c:v>
                </c:pt>
                <c:pt idx="96">
                  <c:v>0.9252942527060104</c:v>
                </c:pt>
                <c:pt idx="97">
                  <c:v>0.92772026190850965</c:v>
                </c:pt>
                <c:pt idx="98">
                  <c:v>0.9299301195282087</c:v>
                </c:pt>
                <c:pt idx="99">
                  <c:v>0.92756020040727527</c:v>
                </c:pt>
                <c:pt idx="100">
                  <c:v>0.9105479087849232</c:v>
                </c:pt>
                <c:pt idx="101">
                  <c:v>0.9126136851792267</c:v>
                </c:pt>
                <c:pt idx="102">
                  <c:v>0.90965157918840345</c:v>
                </c:pt>
                <c:pt idx="103">
                  <c:v>0.91018597538933266</c:v>
                </c:pt>
                <c:pt idx="104">
                  <c:v>0.88829814088555981</c:v>
                </c:pt>
                <c:pt idx="105">
                  <c:v>0.88507237465236011</c:v>
                </c:pt>
                <c:pt idx="106">
                  <c:v>0.88631407683414742</c:v>
                </c:pt>
                <c:pt idx="107">
                  <c:v>0.88379536104531342</c:v>
                </c:pt>
                <c:pt idx="108">
                  <c:v>0.84748759806752005</c:v>
                </c:pt>
                <c:pt idx="109">
                  <c:v>0.79744674672768578</c:v>
                </c:pt>
                <c:pt idx="110">
                  <c:v>0.79744674672768578</c:v>
                </c:pt>
                <c:pt idx="111">
                  <c:v>0.75767121274967097</c:v>
                </c:pt>
                <c:pt idx="112">
                  <c:v>0.81599621049204552</c:v>
                </c:pt>
                <c:pt idx="113">
                  <c:v>0.81254588826988361</c:v>
                </c:pt>
                <c:pt idx="114">
                  <c:v>0.70260073761186825</c:v>
                </c:pt>
                <c:pt idx="115">
                  <c:v>0.76832708554350626</c:v>
                </c:pt>
                <c:pt idx="116">
                  <c:v>0.73085022058809757</c:v>
                </c:pt>
                <c:pt idx="117">
                  <c:v>0.74812714109915845</c:v>
                </c:pt>
                <c:pt idx="118">
                  <c:v>0.81951890925716175</c:v>
                </c:pt>
                <c:pt idx="119">
                  <c:v>0.8263799320049966</c:v>
                </c:pt>
                <c:pt idx="120">
                  <c:v>0.82478602429419701</c:v>
                </c:pt>
                <c:pt idx="121">
                  <c:v>0.81686282095814366</c:v>
                </c:pt>
                <c:pt idx="122">
                  <c:v>0.80807149473903783</c:v>
                </c:pt>
                <c:pt idx="123">
                  <c:v>0.77783403735744605</c:v>
                </c:pt>
                <c:pt idx="124">
                  <c:v>0.69528028144531095</c:v>
                </c:pt>
                <c:pt idx="125">
                  <c:v>0.63267241864898449</c:v>
                </c:pt>
                <c:pt idx="126">
                  <c:v>0.60569175356282723</c:v>
                </c:pt>
                <c:pt idx="127">
                  <c:v>0.57343184072471942</c:v>
                </c:pt>
                <c:pt idx="128">
                  <c:v>0.58795254732817659</c:v>
                </c:pt>
                <c:pt idx="129">
                  <c:v>0.39082116641682313</c:v>
                </c:pt>
                <c:pt idx="130">
                  <c:v>0.4330864642120939</c:v>
                </c:pt>
                <c:pt idx="131">
                  <c:v>0.31856955774356621</c:v>
                </c:pt>
                <c:pt idx="132">
                  <c:v>0.42624975952077765</c:v>
                </c:pt>
                <c:pt idx="133">
                  <c:v>0.42922629610906576</c:v>
                </c:pt>
                <c:pt idx="134">
                  <c:v>0.40917398895537016</c:v>
                </c:pt>
                <c:pt idx="135">
                  <c:v>0.40797811985401045</c:v>
                </c:pt>
                <c:pt idx="136">
                  <c:v>0.40797811985401045</c:v>
                </c:pt>
                <c:pt idx="137">
                  <c:v>0.28211495793674252</c:v>
                </c:pt>
                <c:pt idx="138">
                  <c:v>0.32707732602530493</c:v>
                </c:pt>
                <c:pt idx="139">
                  <c:v>0.2818649256036454</c:v>
                </c:pt>
                <c:pt idx="140">
                  <c:v>0.27463010199382165</c:v>
                </c:pt>
                <c:pt idx="141">
                  <c:v>0.33277831045649614</c:v>
                </c:pt>
                <c:pt idx="142">
                  <c:v>0.40445747526612724</c:v>
                </c:pt>
                <c:pt idx="143">
                  <c:v>0.41528178559290679</c:v>
                </c:pt>
                <c:pt idx="144">
                  <c:v>0.41314719259777027</c:v>
                </c:pt>
                <c:pt idx="145">
                  <c:v>0.40232481590336117</c:v>
                </c:pt>
                <c:pt idx="146">
                  <c:v>0.43156912924668556</c:v>
                </c:pt>
                <c:pt idx="147">
                  <c:v>0.4605405147219428</c:v>
                </c:pt>
                <c:pt idx="148">
                  <c:v>0.42159370418067171</c:v>
                </c:pt>
                <c:pt idx="149">
                  <c:v>0.38756459325455095</c:v>
                </c:pt>
                <c:pt idx="150">
                  <c:v>0.41410653536495057</c:v>
                </c:pt>
                <c:pt idx="151">
                  <c:v>0.3969981593322805</c:v>
                </c:pt>
                <c:pt idx="152">
                  <c:v>0.37338021104571051</c:v>
                </c:pt>
                <c:pt idx="153">
                  <c:v>0.3707206267478419</c:v>
                </c:pt>
                <c:pt idx="154">
                  <c:v>0.33974567777608206</c:v>
                </c:pt>
                <c:pt idx="155">
                  <c:v>0.33029809597210952</c:v>
                </c:pt>
                <c:pt idx="156">
                  <c:v>0.26212623729092371</c:v>
                </c:pt>
                <c:pt idx="157">
                  <c:v>0.2902260049252946</c:v>
                </c:pt>
                <c:pt idx="158">
                  <c:v>0.36774882579493112</c:v>
                </c:pt>
                <c:pt idx="159">
                  <c:v>0.37084428304329614</c:v>
                </c:pt>
                <c:pt idx="160">
                  <c:v>0.38160196936392621</c:v>
                </c:pt>
                <c:pt idx="161">
                  <c:v>0.40068103493110224</c:v>
                </c:pt>
                <c:pt idx="162">
                  <c:v>0.38532630107916044</c:v>
                </c:pt>
                <c:pt idx="163">
                  <c:v>0.3755719775185945</c:v>
                </c:pt>
                <c:pt idx="164">
                  <c:v>0.36967404481869215</c:v>
                </c:pt>
                <c:pt idx="165">
                  <c:v>0.38316963725836589</c:v>
                </c:pt>
                <c:pt idx="166">
                  <c:v>0.36933430427665681</c:v>
                </c:pt>
                <c:pt idx="167">
                  <c:v>0.38030249532079374</c:v>
                </c:pt>
                <c:pt idx="168">
                  <c:v>0.36565400061256043</c:v>
                </c:pt>
                <c:pt idx="169">
                  <c:v>0.35521926568999218</c:v>
                </c:pt>
                <c:pt idx="170">
                  <c:v>0.36683376695248865</c:v>
                </c:pt>
                <c:pt idx="171">
                  <c:v>0.38166972699665563</c:v>
                </c:pt>
                <c:pt idx="172">
                  <c:v>0.37393962817107157</c:v>
                </c:pt>
                <c:pt idx="173">
                  <c:v>0.37360583835556432</c:v>
                </c:pt>
                <c:pt idx="174">
                  <c:v>0.40975674753773905</c:v>
                </c:pt>
                <c:pt idx="175">
                  <c:v>0.4132153406951769</c:v>
                </c:pt>
                <c:pt idx="176">
                  <c:v>0.44799454346559853</c:v>
                </c:pt>
                <c:pt idx="177">
                  <c:v>0.46362020494951672</c:v>
                </c:pt>
                <c:pt idx="178">
                  <c:v>0.46847875373528863</c:v>
                </c:pt>
                <c:pt idx="179">
                  <c:v>0.41096738430920449</c:v>
                </c:pt>
                <c:pt idx="180">
                  <c:v>0.42635938692148717</c:v>
                </c:pt>
                <c:pt idx="181">
                  <c:v>0.46847875373528863</c:v>
                </c:pt>
                <c:pt idx="182">
                  <c:v>0.48178321750260522</c:v>
                </c:pt>
                <c:pt idx="183">
                  <c:v>0.42147742037560049</c:v>
                </c:pt>
                <c:pt idx="184">
                  <c:v>0.45155296827836544</c:v>
                </c:pt>
                <c:pt idx="185">
                  <c:v>0.45155296827836544</c:v>
                </c:pt>
                <c:pt idx="186">
                  <c:v>0.45923072088835232</c:v>
                </c:pt>
                <c:pt idx="187">
                  <c:v>0.42413376349642812</c:v>
                </c:pt>
                <c:pt idx="188">
                  <c:v>0.45575254137027688</c:v>
                </c:pt>
                <c:pt idx="189">
                  <c:v>0.49084413664233395</c:v>
                </c:pt>
                <c:pt idx="190">
                  <c:v>0.49084413664233395</c:v>
                </c:pt>
                <c:pt idx="191">
                  <c:v>0.4873264191007175</c:v>
                </c:pt>
                <c:pt idx="192">
                  <c:v>0.4741591952243816</c:v>
                </c:pt>
                <c:pt idx="193">
                  <c:v>0.3981672862675662</c:v>
                </c:pt>
                <c:pt idx="194">
                  <c:v>0.41373230170663788</c:v>
                </c:pt>
                <c:pt idx="195">
                  <c:v>0.43232059685066798</c:v>
                </c:pt>
                <c:pt idx="196">
                  <c:v>0.47165449273347226</c:v>
                </c:pt>
                <c:pt idx="197">
                  <c:v>0.57517284737260799</c:v>
                </c:pt>
                <c:pt idx="198">
                  <c:v>0.58745733896979668</c:v>
                </c:pt>
                <c:pt idx="199">
                  <c:v>0.57181297396619646</c:v>
                </c:pt>
                <c:pt idx="200">
                  <c:v>0.54857982917990311</c:v>
                </c:pt>
                <c:pt idx="201">
                  <c:v>0.55497671209744126</c:v>
                </c:pt>
                <c:pt idx="202">
                  <c:v>0.56606721089043732</c:v>
                </c:pt>
                <c:pt idx="203">
                  <c:v>0.57290983086857539</c:v>
                </c:pt>
                <c:pt idx="204">
                  <c:v>0.59279776197128353</c:v>
                </c:pt>
                <c:pt idx="205">
                  <c:v>0.5786710507683992</c:v>
                </c:pt>
                <c:pt idx="206">
                  <c:v>0.6155496963810797</c:v>
                </c:pt>
                <c:pt idx="207">
                  <c:v>0.60574636223541978</c:v>
                </c:pt>
                <c:pt idx="208">
                  <c:v>0.59072795930158906</c:v>
                </c:pt>
                <c:pt idx="209">
                  <c:v>0.63580141506138355</c:v>
                </c:pt>
                <c:pt idx="210">
                  <c:v>0.66264885680249008</c:v>
                </c:pt>
                <c:pt idx="211">
                  <c:v>0.66474126748702123</c:v>
                </c:pt>
                <c:pt idx="212">
                  <c:v>0.66264885680249008</c:v>
                </c:pt>
                <c:pt idx="213">
                  <c:v>0.68438167594716182</c:v>
                </c:pt>
                <c:pt idx="214">
                  <c:v>0.64890841265420796</c:v>
                </c:pt>
                <c:pt idx="215">
                  <c:v>0.62651628119673453</c:v>
                </c:pt>
                <c:pt idx="216">
                  <c:v>0.61098575112407738</c:v>
                </c:pt>
                <c:pt idx="217">
                  <c:v>0.61966926616186646</c:v>
                </c:pt>
                <c:pt idx="218">
                  <c:v>0.57559445438514367</c:v>
                </c:pt>
                <c:pt idx="219">
                  <c:v>0.60937196228640689</c:v>
                </c:pt>
                <c:pt idx="220">
                  <c:v>0.64195316325793905</c:v>
                </c:pt>
                <c:pt idx="221">
                  <c:v>0.62778439660000751</c:v>
                </c:pt>
                <c:pt idx="222">
                  <c:v>0.64459292642165245</c:v>
                </c:pt>
                <c:pt idx="223">
                  <c:v>0.63055503904182508</c:v>
                </c:pt>
                <c:pt idx="224">
                  <c:v>0.64951370522505292</c:v>
                </c:pt>
              </c:numCache>
            </c:numRef>
          </c:val>
          <c:smooth val="0"/>
        </c:ser>
        <c:ser>
          <c:idx val="3"/>
          <c:order val="2"/>
          <c:tx>
            <c:strRef>
              <c:f>PoolRefinancible!$F$2</c:f>
              <c:strCache>
                <c:ptCount val="1"/>
                <c:pt idx="0">
                  <c:v>Loan Level</c:v>
                </c:pt>
              </c:strCache>
            </c:strRef>
          </c:tx>
          <c:spPr>
            <a:ln w="19050">
              <a:solidFill>
                <a:srgbClr val="F6D6E3"/>
              </a:solidFill>
            </a:ln>
          </c:spPr>
          <c:marker>
            <c:symbol val="none"/>
          </c:marker>
          <c:cat>
            <c:numRef>
              <c:f>PoolRefinancible!$B$3:$B$227</c:f>
              <c:numCache>
                <c:formatCode>m/d/yyyy</c:formatCode>
                <c:ptCount val="225"/>
                <c:pt idx="0">
                  <c:v>40549</c:v>
                </c:pt>
                <c:pt idx="1">
                  <c:v>40556</c:v>
                </c:pt>
                <c:pt idx="2">
                  <c:v>40563</c:v>
                </c:pt>
                <c:pt idx="3">
                  <c:v>40570</c:v>
                </c:pt>
                <c:pt idx="4">
                  <c:v>40577</c:v>
                </c:pt>
                <c:pt idx="5">
                  <c:v>40584</c:v>
                </c:pt>
                <c:pt idx="6">
                  <c:v>40591</c:v>
                </c:pt>
                <c:pt idx="7">
                  <c:v>40598</c:v>
                </c:pt>
                <c:pt idx="8">
                  <c:v>40605</c:v>
                </c:pt>
                <c:pt idx="9">
                  <c:v>40612</c:v>
                </c:pt>
                <c:pt idx="10">
                  <c:v>40619</c:v>
                </c:pt>
                <c:pt idx="11">
                  <c:v>40626</c:v>
                </c:pt>
                <c:pt idx="12">
                  <c:v>40633</c:v>
                </c:pt>
                <c:pt idx="13">
                  <c:v>40640</c:v>
                </c:pt>
                <c:pt idx="14">
                  <c:v>40647</c:v>
                </c:pt>
                <c:pt idx="15">
                  <c:v>40654</c:v>
                </c:pt>
                <c:pt idx="16">
                  <c:v>40661</c:v>
                </c:pt>
                <c:pt idx="17">
                  <c:v>40668</c:v>
                </c:pt>
                <c:pt idx="18">
                  <c:v>40675</c:v>
                </c:pt>
                <c:pt idx="19">
                  <c:v>40682</c:v>
                </c:pt>
                <c:pt idx="20">
                  <c:v>40689</c:v>
                </c:pt>
                <c:pt idx="21">
                  <c:v>40696</c:v>
                </c:pt>
                <c:pt idx="22">
                  <c:v>40703</c:v>
                </c:pt>
                <c:pt idx="23">
                  <c:v>40710</c:v>
                </c:pt>
                <c:pt idx="24">
                  <c:v>40717</c:v>
                </c:pt>
                <c:pt idx="25">
                  <c:v>40724</c:v>
                </c:pt>
                <c:pt idx="26">
                  <c:v>40731</c:v>
                </c:pt>
                <c:pt idx="27">
                  <c:v>40738</c:v>
                </c:pt>
                <c:pt idx="28">
                  <c:v>40745</c:v>
                </c:pt>
                <c:pt idx="29">
                  <c:v>40752</c:v>
                </c:pt>
                <c:pt idx="30">
                  <c:v>40759</c:v>
                </c:pt>
                <c:pt idx="31">
                  <c:v>40766</c:v>
                </c:pt>
                <c:pt idx="32">
                  <c:v>40773</c:v>
                </c:pt>
                <c:pt idx="33">
                  <c:v>40780</c:v>
                </c:pt>
                <c:pt idx="34">
                  <c:v>40787</c:v>
                </c:pt>
                <c:pt idx="35">
                  <c:v>40794</c:v>
                </c:pt>
                <c:pt idx="36">
                  <c:v>40801</c:v>
                </c:pt>
                <c:pt idx="37">
                  <c:v>40808</c:v>
                </c:pt>
                <c:pt idx="38">
                  <c:v>40815</c:v>
                </c:pt>
                <c:pt idx="39">
                  <c:v>40822</c:v>
                </c:pt>
                <c:pt idx="40">
                  <c:v>40829</c:v>
                </c:pt>
                <c:pt idx="41">
                  <c:v>40836</c:v>
                </c:pt>
                <c:pt idx="42">
                  <c:v>40843</c:v>
                </c:pt>
                <c:pt idx="43">
                  <c:v>40850</c:v>
                </c:pt>
                <c:pt idx="44">
                  <c:v>40857</c:v>
                </c:pt>
                <c:pt idx="45">
                  <c:v>40864</c:v>
                </c:pt>
                <c:pt idx="46">
                  <c:v>40870</c:v>
                </c:pt>
                <c:pt idx="47">
                  <c:v>40878</c:v>
                </c:pt>
                <c:pt idx="48">
                  <c:v>40885</c:v>
                </c:pt>
                <c:pt idx="49">
                  <c:v>40892</c:v>
                </c:pt>
                <c:pt idx="50">
                  <c:v>40899</c:v>
                </c:pt>
                <c:pt idx="51">
                  <c:v>40906</c:v>
                </c:pt>
                <c:pt idx="52">
                  <c:v>40913</c:v>
                </c:pt>
                <c:pt idx="53">
                  <c:v>40920</c:v>
                </c:pt>
                <c:pt idx="54">
                  <c:v>40927</c:v>
                </c:pt>
                <c:pt idx="55">
                  <c:v>40934</c:v>
                </c:pt>
                <c:pt idx="56">
                  <c:v>40941</c:v>
                </c:pt>
                <c:pt idx="57">
                  <c:v>40948</c:v>
                </c:pt>
                <c:pt idx="58">
                  <c:v>40955</c:v>
                </c:pt>
                <c:pt idx="59">
                  <c:v>40962</c:v>
                </c:pt>
                <c:pt idx="60">
                  <c:v>40969</c:v>
                </c:pt>
                <c:pt idx="61">
                  <c:v>40976</c:v>
                </c:pt>
                <c:pt idx="62">
                  <c:v>40983</c:v>
                </c:pt>
                <c:pt idx="63">
                  <c:v>40990</c:v>
                </c:pt>
                <c:pt idx="64">
                  <c:v>40997</c:v>
                </c:pt>
                <c:pt idx="65">
                  <c:v>41004</c:v>
                </c:pt>
                <c:pt idx="66">
                  <c:v>41011</c:v>
                </c:pt>
                <c:pt idx="67">
                  <c:v>41018</c:v>
                </c:pt>
                <c:pt idx="68">
                  <c:v>41025</c:v>
                </c:pt>
                <c:pt idx="69">
                  <c:v>41032</c:v>
                </c:pt>
                <c:pt idx="70">
                  <c:v>41039</c:v>
                </c:pt>
                <c:pt idx="71">
                  <c:v>41046</c:v>
                </c:pt>
                <c:pt idx="72">
                  <c:v>41053</c:v>
                </c:pt>
                <c:pt idx="73">
                  <c:v>41060</c:v>
                </c:pt>
                <c:pt idx="74">
                  <c:v>41067</c:v>
                </c:pt>
                <c:pt idx="75">
                  <c:v>41074</c:v>
                </c:pt>
                <c:pt idx="76">
                  <c:v>41081</c:v>
                </c:pt>
                <c:pt idx="77">
                  <c:v>41088</c:v>
                </c:pt>
                <c:pt idx="78">
                  <c:v>41095</c:v>
                </c:pt>
                <c:pt idx="79">
                  <c:v>41102</c:v>
                </c:pt>
                <c:pt idx="80">
                  <c:v>41109</c:v>
                </c:pt>
                <c:pt idx="81">
                  <c:v>41116</c:v>
                </c:pt>
                <c:pt idx="82">
                  <c:v>41123</c:v>
                </c:pt>
                <c:pt idx="83">
                  <c:v>41130</c:v>
                </c:pt>
                <c:pt idx="84">
                  <c:v>41137</c:v>
                </c:pt>
                <c:pt idx="85">
                  <c:v>41144</c:v>
                </c:pt>
                <c:pt idx="86">
                  <c:v>41151</c:v>
                </c:pt>
                <c:pt idx="87">
                  <c:v>41158</c:v>
                </c:pt>
                <c:pt idx="88">
                  <c:v>41165</c:v>
                </c:pt>
                <c:pt idx="89">
                  <c:v>41172</c:v>
                </c:pt>
                <c:pt idx="90">
                  <c:v>41179</c:v>
                </c:pt>
                <c:pt idx="91">
                  <c:v>41186</c:v>
                </c:pt>
                <c:pt idx="92">
                  <c:v>41193</c:v>
                </c:pt>
                <c:pt idx="93">
                  <c:v>41200</c:v>
                </c:pt>
                <c:pt idx="94">
                  <c:v>41207</c:v>
                </c:pt>
                <c:pt idx="95">
                  <c:v>41214</c:v>
                </c:pt>
                <c:pt idx="96">
                  <c:v>41221</c:v>
                </c:pt>
                <c:pt idx="97">
                  <c:v>41228</c:v>
                </c:pt>
                <c:pt idx="98">
                  <c:v>41234</c:v>
                </c:pt>
                <c:pt idx="99">
                  <c:v>41242</c:v>
                </c:pt>
                <c:pt idx="100">
                  <c:v>41249</c:v>
                </c:pt>
                <c:pt idx="101">
                  <c:v>41256</c:v>
                </c:pt>
                <c:pt idx="102">
                  <c:v>41263</c:v>
                </c:pt>
                <c:pt idx="103">
                  <c:v>41270</c:v>
                </c:pt>
                <c:pt idx="104">
                  <c:v>41277</c:v>
                </c:pt>
                <c:pt idx="105">
                  <c:v>41284</c:v>
                </c:pt>
                <c:pt idx="106">
                  <c:v>41291</c:v>
                </c:pt>
                <c:pt idx="107">
                  <c:v>41298</c:v>
                </c:pt>
                <c:pt idx="108">
                  <c:v>41305</c:v>
                </c:pt>
                <c:pt idx="109">
                  <c:v>41312</c:v>
                </c:pt>
                <c:pt idx="110">
                  <c:v>41319</c:v>
                </c:pt>
                <c:pt idx="111">
                  <c:v>41326</c:v>
                </c:pt>
                <c:pt idx="112">
                  <c:v>41333</c:v>
                </c:pt>
                <c:pt idx="113">
                  <c:v>41340</c:v>
                </c:pt>
                <c:pt idx="114">
                  <c:v>41347</c:v>
                </c:pt>
                <c:pt idx="115">
                  <c:v>41354</c:v>
                </c:pt>
                <c:pt idx="116">
                  <c:v>41361</c:v>
                </c:pt>
                <c:pt idx="117">
                  <c:v>41368</c:v>
                </c:pt>
                <c:pt idx="118">
                  <c:v>41375</c:v>
                </c:pt>
                <c:pt idx="119">
                  <c:v>41382</c:v>
                </c:pt>
                <c:pt idx="120">
                  <c:v>41389</c:v>
                </c:pt>
                <c:pt idx="121">
                  <c:v>41396</c:v>
                </c:pt>
                <c:pt idx="122">
                  <c:v>41403</c:v>
                </c:pt>
                <c:pt idx="123">
                  <c:v>41410</c:v>
                </c:pt>
                <c:pt idx="124">
                  <c:v>41417</c:v>
                </c:pt>
                <c:pt idx="125">
                  <c:v>41424</c:v>
                </c:pt>
                <c:pt idx="126">
                  <c:v>41431</c:v>
                </c:pt>
                <c:pt idx="127">
                  <c:v>41438</c:v>
                </c:pt>
                <c:pt idx="128">
                  <c:v>41445</c:v>
                </c:pt>
                <c:pt idx="129">
                  <c:v>41452</c:v>
                </c:pt>
                <c:pt idx="130">
                  <c:v>41458</c:v>
                </c:pt>
                <c:pt idx="131">
                  <c:v>41466</c:v>
                </c:pt>
                <c:pt idx="132">
                  <c:v>41473</c:v>
                </c:pt>
                <c:pt idx="133">
                  <c:v>41480</c:v>
                </c:pt>
                <c:pt idx="134">
                  <c:v>41487</c:v>
                </c:pt>
                <c:pt idx="135">
                  <c:v>41494</c:v>
                </c:pt>
                <c:pt idx="136">
                  <c:v>41501</c:v>
                </c:pt>
                <c:pt idx="137">
                  <c:v>41508</c:v>
                </c:pt>
                <c:pt idx="138">
                  <c:v>41515</c:v>
                </c:pt>
                <c:pt idx="139">
                  <c:v>41522</c:v>
                </c:pt>
                <c:pt idx="140">
                  <c:v>41529</c:v>
                </c:pt>
                <c:pt idx="141">
                  <c:v>41536</c:v>
                </c:pt>
                <c:pt idx="142">
                  <c:v>41543</c:v>
                </c:pt>
                <c:pt idx="143">
                  <c:v>41550</c:v>
                </c:pt>
                <c:pt idx="144">
                  <c:v>41557</c:v>
                </c:pt>
                <c:pt idx="145">
                  <c:v>41564</c:v>
                </c:pt>
                <c:pt idx="146">
                  <c:v>41571</c:v>
                </c:pt>
                <c:pt idx="147">
                  <c:v>41578</c:v>
                </c:pt>
                <c:pt idx="148">
                  <c:v>41585</c:v>
                </c:pt>
                <c:pt idx="149">
                  <c:v>41592</c:v>
                </c:pt>
                <c:pt idx="150">
                  <c:v>41599</c:v>
                </c:pt>
                <c:pt idx="151">
                  <c:v>41605</c:v>
                </c:pt>
                <c:pt idx="152">
                  <c:v>41613</c:v>
                </c:pt>
                <c:pt idx="153">
                  <c:v>41620</c:v>
                </c:pt>
                <c:pt idx="154">
                  <c:v>41627</c:v>
                </c:pt>
                <c:pt idx="155">
                  <c:v>41634</c:v>
                </c:pt>
                <c:pt idx="156">
                  <c:v>41641</c:v>
                </c:pt>
                <c:pt idx="157">
                  <c:v>41648</c:v>
                </c:pt>
                <c:pt idx="158">
                  <c:v>41655</c:v>
                </c:pt>
                <c:pt idx="159">
                  <c:v>41662</c:v>
                </c:pt>
                <c:pt idx="160">
                  <c:v>41669</c:v>
                </c:pt>
                <c:pt idx="161">
                  <c:v>41676</c:v>
                </c:pt>
                <c:pt idx="162">
                  <c:v>41683</c:v>
                </c:pt>
                <c:pt idx="163">
                  <c:v>41690</c:v>
                </c:pt>
                <c:pt idx="164">
                  <c:v>41697</c:v>
                </c:pt>
                <c:pt idx="165">
                  <c:v>41704</c:v>
                </c:pt>
                <c:pt idx="166">
                  <c:v>41711</c:v>
                </c:pt>
                <c:pt idx="167">
                  <c:v>41718</c:v>
                </c:pt>
                <c:pt idx="168">
                  <c:v>41725</c:v>
                </c:pt>
                <c:pt idx="169">
                  <c:v>41732</c:v>
                </c:pt>
                <c:pt idx="170">
                  <c:v>41739</c:v>
                </c:pt>
                <c:pt idx="171">
                  <c:v>41746</c:v>
                </c:pt>
                <c:pt idx="172">
                  <c:v>41753</c:v>
                </c:pt>
                <c:pt idx="173">
                  <c:v>41760</c:v>
                </c:pt>
                <c:pt idx="174">
                  <c:v>41767</c:v>
                </c:pt>
                <c:pt idx="175">
                  <c:v>41774</c:v>
                </c:pt>
                <c:pt idx="176">
                  <c:v>41781</c:v>
                </c:pt>
                <c:pt idx="177">
                  <c:v>41788</c:v>
                </c:pt>
                <c:pt idx="178">
                  <c:v>41795</c:v>
                </c:pt>
                <c:pt idx="179">
                  <c:v>41802</c:v>
                </c:pt>
                <c:pt idx="180">
                  <c:v>41809</c:v>
                </c:pt>
                <c:pt idx="181">
                  <c:v>41816</c:v>
                </c:pt>
                <c:pt idx="182">
                  <c:v>41823</c:v>
                </c:pt>
                <c:pt idx="183">
                  <c:v>41830</c:v>
                </c:pt>
                <c:pt idx="184">
                  <c:v>41837</c:v>
                </c:pt>
                <c:pt idx="185">
                  <c:v>41844</c:v>
                </c:pt>
                <c:pt idx="186">
                  <c:v>41851</c:v>
                </c:pt>
                <c:pt idx="187">
                  <c:v>41858</c:v>
                </c:pt>
                <c:pt idx="188">
                  <c:v>41865</c:v>
                </c:pt>
                <c:pt idx="189">
                  <c:v>41872</c:v>
                </c:pt>
                <c:pt idx="190">
                  <c:v>41879</c:v>
                </c:pt>
                <c:pt idx="191">
                  <c:v>41886</c:v>
                </c:pt>
                <c:pt idx="192">
                  <c:v>41893</c:v>
                </c:pt>
                <c:pt idx="193">
                  <c:v>41900</c:v>
                </c:pt>
                <c:pt idx="194">
                  <c:v>41907</c:v>
                </c:pt>
                <c:pt idx="195">
                  <c:v>41914</c:v>
                </c:pt>
                <c:pt idx="196">
                  <c:v>41921</c:v>
                </c:pt>
                <c:pt idx="197">
                  <c:v>41928</c:v>
                </c:pt>
                <c:pt idx="198">
                  <c:v>41935</c:v>
                </c:pt>
                <c:pt idx="199">
                  <c:v>41942</c:v>
                </c:pt>
                <c:pt idx="200">
                  <c:v>41949</c:v>
                </c:pt>
                <c:pt idx="201">
                  <c:v>41956</c:v>
                </c:pt>
                <c:pt idx="202">
                  <c:v>41963</c:v>
                </c:pt>
                <c:pt idx="203">
                  <c:v>41969</c:v>
                </c:pt>
                <c:pt idx="204">
                  <c:v>41977</c:v>
                </c:pt>
                <c:pt idx="205">
                  <c:v>41984</c:v>
                </c:pt>
                <c:pt idx="206">
                  <c:v>41991</c:v>
                </c:pt>
                <c:pt idx="207">
                  <c:v>41997</c:v>
                </c:pt>
                <c:pt idx="208">
                  <c:v>42004</c:v>
                </c:pt>
                <c:pt idx="209">
                  <c:v>42012</c:v>
                </c:pt>
                <c:pt idx="210">
                  <c:v>42019</c:v>
                </c:pt>
                <c:pt idx="211">
                  <c:v>42026</c:v>
                </c:pt>
                <c:pt idx="212">
                  <c:v>42033</c:v>
                </c:pt>
                <c:pt idx="213">
                  <c:v>42040</c:v>
                </c:pt>
                <c:pt idx="214">
                  <c:v>42047</c:v>
                </c:pt>
                <c:pt idx="215">
                  <c:v>42054</c:v>
                </c:pt>
                <c:pt idx="216">
                  <c:v>42061</c:v>
                </c:pt>
                <c:pt idx="217">
                  <c:v>42068</c:v>
                </c:pt>
                <c:pt idx="218">
                  <c:v>42075</c:v>
                </c:pt>
                <c:pt idx="219">
                  <c:v>42082</c:v>
                </c:pt>
                <c:pt idx="220">
                  <c:v>42089</c:v>
                </c:pt>
                <c:pt idx="221">
                  <c:v>42096</c:v>
                </c:pt>
                <c:pt idx="222">
                  <c:v>42103</c:v>
                </c:pt>
                <c:pt idx="223">
                  <c:v>42110</c:v>
                </c:pt>
                <c:pt idx="224">
                  <c:v>42117</c:v>
                </c:pt>
              </c:numCache>
            </c:numRef>
          </c:cat>
          <c:val>
            <c:numRef>
              <c:f>PoolRefinancible!$F$3:$F$227</c:f>
              <c:numCache>
                <c:formatCode>0%</c:formatCode>
                <c:ptCount val="225"/>
                <c:pt idx="0">
                  <c:v>0.53095286512326811</c:v>
                </c:pt>
                <c:pt idx="1">
                  <c:v>0.53151414802717445</c:v>
                </c:pt>
                <c:pt idx="2">
                  <c:v>0.53128369296391043</c:v>
                </c:pt>
                <c:pt idx="3">
                  <c:v>0.53088486817209324</c:v>
                </c:pt>
                <c:pt idx="4">
                  <c:v>0.45470305131111477</c:v>
                </c:pt>
                <c:pt idx="5">
                  <c:v>0.40745494442377123</c:v>
                </c:pt>
                <c:pt idx="6">
                  <c:v>0.40754568633496746</c:v>
                </c:pt>
                <c:pt idx="7">
                  <c:v>0.45432862067371088</c:v>
                </c:pt>
                <c:pt idx="8">
                  <c:v>0.44537925133640238</c:v>
                </c:pt>
                <c:pt idx="9">
                  <c:v>0.44531343502837423</c:v>
                </c:pt>
                <c:pt idx="10">
                  <c:v>0.50756853544493263</c:v>
                </c:pt>
                <c:pt idx="11">
                  <c:v>0.50709598627705932</c:v>
                </c:pt>
                <c:pt idx="12">
                  <c:v>0.44540607652299313</c:v>
                </c:pt>
                <c:pt idx="13">
                  <c:v>0.43752802947744701</c:v>
                </c:pt>
                <c:pt idx="14">
                  <c:v>0.43743055763305833</c:v>
                </c:pt>
                <c:pt idx="15">
                  <c:v>0.50071367537414391</c:v>
                </c:pt>
                <c:pt idx="16">
                  <c:v>0.50084038538064524</c:v>
                </c:pt>
                <c:pt idx="17">
                  <c:v>0.49619981605913671</c:v>
                </c:pt>
                <c:pt idx="18">
                  <c:v>0.54734510927234215</c:v>
                </c:pt>
                <c:pt idx="19">
                  <c:v>0.54747259610785104</c:v>
                </c:pt>
                <c:pt idx="20">
                  <c:v>0.54749050352200102</c:v>
                </c:pt>
                <c:pt idx="21">
                  <c:v>0.61801719649367404</c:v>
                </c:pt>
                <c:pt idx="22">
                  <c:v>0.61814735042604474</c:v>
                </c:pt>
                <c:pt idx="23">
                  <c:v>0.61809095300776584</c:v>
                </c:pt>
                <c:pt idx="24">
                  <c:v>0.61801719649367404</c:v>
                </c:pt>
                <c:pt idx="25">
                  <c:v>0.61807450623887938</c:v>
                </c:pt>
                <c:pt idx="26">
                  <c:v>0.5369732812748057</c:v>
                </c:pt>
                <c:pt idx="27">
                  <c:v>0.61264472977114681</c:v>
                </c:pt>
                <c:pt idx="28">
                  <c:v>0.61259676686406817</c:v>
                </c:pt>
                <c:pt idx="29">
                  <c:v>0.60542736860140534</c:v>
                </c:pt>
                <c:pt idx="30">
                  <c:v>0.74150202177436741</c:v>
                </c:pt>
                <c:pt idx="31">
                  <c:v>0.84590073793359044</c:v>
                </c:pt>
                <c:pt idx="32">
                  <c:v>0.88586751140233078</c:v>
                </c:pt>
                <c:pt idx="33">
                  <c:v>0.8463192849236576</c:v>
                </c:pt>
                <c:pt idx="34">
                  <c:v>0.84045690434216458</c:v>
                </c:pt>
                <c:pt idx="35">
                  <c:v>0.88186934327029209</c:v>
                </c:pt>
                <c:pt idx="36">
                  <c:v>0.88191978475653932</c:v>
                </c:pt>
                <c:pt idx="37">
                  <c:v>0.88191978475653932</c:v>
                </c:pt>
                <c:pt idx="38">
                  <c:v>0.92481236623397145</c:v>
                </c:pt>
                <c:pt idx="39">
                  <c:v>0.91682101113682013</c:v>
                </c:pt>
                <c:pt idx="40">
                  <c:v>0.87184341688215217</c:v>
                </c:pt>
                <c:pt idx="41">
                  <c:v>0.87184733410546966</c:v>
                </c:pt>
                <c:pt idx="42">
                  <c:v>0.87190767917521173</c:v>
                </c:pt>
                <c:pt idx="43">
                  <c:v>0.90632973266278982</c:v>
                </c:pt>
                <c:pt idx="44">
                  <c:v>0.9063475730739603</c:v>
                </c:pt>
                <c:pt idx="45">
                  <c:v>0.90632973266278982</c:v>
                </c:pt>
                <c:pt idx="46">
                  <c:v>0.90635487345396593</c:v>
                </c:pt>
                <c:pt idx="47">
                  <c:v>0.89703139526962428</c:v>
                </c:pt>
                <c:pt idx="48">
                  <c:v>0.89704903447944062</c:v>
                </c:pt>
                <c:pt idx="49">
                  <c:v>0.89709375429273885</c:v>
                </c:pt>
                <c:pt idx="50">
                  <c:v>0.94137030351529016</c:v>
                </c:pt>
                <c:pt idx="51">
                  <c:v>0.94128842871061857</c:v>
                </c:pt>
                <c:pt idx="52">
                  <c:v>0.93080329806075279</c:v>
                </c:pt>
                <c:pt idx="53">
                  <c:v>0.93090646498108043</c:v>
                </c:pt>
                <c:pt idx="54">
                  <c:v>0.93088678298606131</c:v>
                </c:pt>
                <c:pt idx="55">
                  <c:v>0.88426645621178879</c:v>
                </c:pt>
                <c:pt idx="56">
                  <c:v>0.91360112522716286</c:v>
                </c:pt>
                <c:pt idx="57">
                  <c:v>0.91360112522716286</c:v>
                </c:pt>
                <c:pt idx="58">
                  <c:v>0.91360112522716286</c:v>
                </c:pt>
                <c:pt idx="59">
                  <c:v>0.86453426929410926</c:v>
                </c:pt>
                <c:pt idx="60">
                  <c:v>0.8998965016430206</c:v>
                </c:pt>
                <c:pt idx="61">
                  <c:v>0.89998685767725373</c:v>
                </c:pt>
                <c:pt idx="62">
                  <c:v>0.89987035776157298</c:v>
                </c:pt>
                <c:pt idx="63">
                  <c:v>0.79963025534966692</c:v>
                </c:pt>
                <c:pt idx="64">
                  <c:v>0.84935496597160542</c:v>
                </c:pt>
                <c:pt idx="65">
                  <c:v>0.83420792590434467</c:v>
                </c:pt>
                <c:pt idx="66">
                  <c:v>0.88546928546811865</c:v>
                </c:pt>
                <c:pt idx="67">
                  <c:v>0.88532092394225137</c:v>
                </c:pt>
                <c:pt idx="68">
                  <c:v>0.88546928546811865</c:v>
                </c:pt>
                <c:pt idx="69">
                  <c:v>0.875279554781354</c:v>
                </c:pt>
                <c:pt idx="70">
                  <c:v>0.87534475648983412</c:v>
                </c:pt>
                <c:pt idx="71">
                  <c:v>0.91993589788714725</c:v>
                </c:pt>
                <c:pt idx="72">
                  <c:v>0.91989879371783623</c:v>
                </c:pt>
                <c:pt idx="73">
                  <c:v>0.92005776451854027</c:v>
                </c:pt>
                <c:pt idx="74">
                  <c:v>0.92441254418745433</c:v>
                </c:pt>
                <c:pt idx="75">
                  <c:v>0.90289735225778367</c:v>
                </c:pt>
                <c:pt idx="76">
                  <c:v>0.9244242433615838</c:v>
                </c:pt>
                <c:pt idx="77">
                  <c:v>0.9244242433615838</c:v>
                </c:pt>
                <c:pt idx="78">
                  <c:v>0.91386483587378442</c:v>
                </c:pt>
                <c:pt idx="79">
                  <c:v>0.94968585268042571</c:v>
                </c:pt>
                <c:pt idx="80">
                  <c:v>0.94974571127352658</c:v>
                </c:pt>
                <c:pt idx="81">
                  <c:v>0.95271926668027695</c:v>
                </c:pt>
                <c:pt idx="82">
                  <c:v>0.93570894150236794</c:v>
                </c:pt>
                <c:pt idx="83">
                  <c:v>0.9356798644507448</c:v>
                </c:pt>
                <c:pt idx="84">
                  <c:v>0.89511007451891311</c:v>
                </c:pt>
                <c:pt idx="85">
                  <c:v>0.89495866041217464</c:v>
                </c:pt>
                <c:pt idx="86">
                  <c:v>0.9356798644507448</c:v>
                </c:pt>
                <c:pt idx="87">
                  <c:v>0.921376249797624</c:v>
                </c:pt>
                <c:pt idx="88">
                  <c:v>0.9248916494900683</c:v>
                </c:pt>
                <c:pt idx="89">
                  <c:v>0.92514591669223734</c:v>
                </c:pt>
                <c:pt idx="90">
                  <c:v>0.96960771050923455</c:v>
                </c:pt>
                <c:pt idx="91">
                  <c:v>0.95173821154236116</c:v>
                </c:pt>
                <c:pt idx="92">
                  <c:v>0.9516214910186106</c:v>
                </c:pt>
                <c:pt idx="93">
                  <c:v>0.95171433528773408</c:v>
                </c:pt>
                <c:pt idx="94">
                  <c:v>0.95160314091355924</c:v>
                </c:pt>
                <c:pt idx="95">
                  <c:v>0.92867980817147811</c:v>
                </c:pt>
                <c:pt idx="96">
                  <c:v>0.92867016836240179</c:v>
                </c:pt>
                <c:pt idx="97">
                  <c:v>0.92880125520801771</c:v>
                </c:pt>
                <c:pt idx="98">
                  <c:v>0.95306397070735893</c:v>
                </c:pt>
                <c:pt idx="99">
                  <c:v>0.92879920649220771</c:v>
                </c:pt>
                <c:pt idx="100">
                  <c:v>0.91462867250042379</c:v>
                </c:pt>
                <c:pt idx="101">
                  <c:v>0.94167657117439885</c:v>
                </c:pt>
                <c:pt idx="102">
                  <c:v>0.91459695563417198</c:v>
                </c:pt>
                <c:pt idx="103">
                  <c:v>0.91462311468400781</c:v>
                </c:pt>
                <c:pt idx="104">
                  <c:v>0.89326181251225278</c:v>
                </c:pt>
                <c:pt idx="105">
                  <c:v>0.89311387348630478</c:v>
                </c:pt>
                <c:pt idx="106">
                  <c:v>0.89313594354940329</c:v>
                </c:pt>
                <c:pt idx="107">
                  <c:v>0.89309005512837913</c:v>
                </c:pt>
                <c:pt idx="108">
                  <c:v>0.8331952647990043</c:v>
                </c:pt>
                <c:pt idx="109">
                  <c:v>0.81023525759205761</c:v>
                </c:pt>
                <c:pt idx="110">
                  <c:v>0.81023525759205761</c:v>
                </c:pt>
                <c:pt idx="111">
                  <c:v>0.75933345466765345</c:v>
                </c:pt>
                <c:pt idx="112">
                  <c:v>0.81029528984572785</c:v>
                </c:pt>
                <c:pt idx="113">
                  <c:v>0.78624166702839782</c:v>
                </c:pt>
                <c:pt idx="114">
                  <c:v>0.73111655922691299</c:v>
                </c:pt>
                <c:pt idx="115">
                  <c:v>0.78232504101034894</c:v>
                </c:pt>
                <c:pt idx="116">
                  <c:v>0.73126322983221848</c:v>
                </c:pt>
                <c:pt idx="117">
                  <c:v>0.75888961446246717</c:v>
                </c:pt>
                <c:pt idx="118">
                  <c:v>0.76309932434523087</c:v>
                </c:pt>
                <c:pt idx="119">
                  <c:v>0.82449537522534488</c:v>
                </c:pt>
                <c:pt idx="120">
                  <c:v>0.82447540826292098</c:v>
                </c:pt>
                <c:pt idx="121">
                  <c:v>0.81093209114269571</c:v>
                </c:pt>
                <c:pt idx="122">
                  <c:v>0.81067760043559867</c:v>
                </c:pt>
                <c:pt idx="123">
                  <c:v>0.74620755103308722</c:v>
                </c:pt>
                <c:pt idx="124">
                  <c:v>0.68879869829190365</c:v>
                </c:pt>
                <c:pt idx="125">
                  <c:v>0.60503526915664596</c:v>
                </c:pt>
                <c:pt idx="126">
                  <c:v>0.58039665812793095</c:v>
                </c:pt>
                <c:pt idx="127">
                  <c:v>0.53516783439685534</c:v>
                </c:pt>
                <c:pt idx="128">
                  <c:v>0.5352370883375368</c:v>
                </c:pt>
                <c:pt idx="129">
                  <c:v>0.31802392696495574</c:v>
                </c:pt>
                <c:pt idx="130">
                  <c:v>0.44137433773261886</c:v>
                </c:pt>
                <c:pt idx="131">
                  <c:v>0.30323693087397197</c:v>
                </c:pt>
                <c:pt idx="132">
                  <c:v>0.38224036528758815</c:v>
                </c:pt>
                <c:pt idx="133">
                  <c:v>0.38235673657078234</c:v>
                </c:pt>
                <c:pt idx="134">
                  <c:v>0.366090471734486</c:v>
                </c:pt>
                <c:pt idx="135">
                  <c:v>0.36607182581429965</c:v>
                </c:pt>
                <c:pt idx="136">
                  <c:v>0.36607182581429965</c:v>
                </c:pt>
                <c:pt idx="137">
                  <c:v>0.25066720783636109</c:v>
                </c:pt>
                <c:pt idx="138">
                  <c:v>0.29050117748807303</c:v>
                </c:pt>
                <c:pt idx="139">
                  <c:v>0.27649551668926681</c:v>
                </c:pt>
                <c:pt idx="140">
                  <c:v>0.24165122804318193</c:v>
                </c:pt>
                <c:pt idx="141">
                  <c:v>0.28087782506985004</c:v>
                </c:pt>
                <c:pt idx="142">
                  <c:v>0.41495307542117416</c:v>
                </c:pt>
                <c:pt idx="143">
                  <c:v>0.40987337416034908</c:v>
                </c:pt>
                <c:pt idx="144">
                  <c:v>0.40982657529658695</c:v>
                </c:pt>
                <c:pt idx="145">
                  <c:v>0.40960480873930216</c:v>
                </c:pt>
                <c:pt idx="146">
                  <c:v>0.44702204362509623</c:v>
                </c:pt>
                <c:pt idx="147">
                  <c:v>0.44722315120204531</c:v>
                </c:pt>
                <c:pt idx="148">
                  <c:v>0.44656189112559813</c:v>
                </c:pt>
                <c:pt idx="149">
                  <c:v>0.34376188323838874</c:v>
                </c:pt>
                <c:pt idx="150">
                  <c:v>0.40633426574889947</c:v>
                </c:pt>
                <c:pt idx="151">
                  <c:v>0.40599486098742238</c:v>
                </c:pt>
                <c:pt idx="152">
                  <c:v>0.33663336734019467</c:v>
                </c:pt>
                <c:pt idx="153">
                  <c:v>0.33659925585033085</c:v>
                </c:pt>
                <c:pt idx="154">
                  <c:v>0.26251314123023178</c:v>
                </c:pt>
                <c:pt idx="155">
                  <c:v>0.2624253850951212</c:v>
                </c:pt>
                <c:pt idx="156">
                  <c:v>0.25542920246734474</c:v>
                </c:pt>
                <c:pt idx="157">
                  <c:v>0.25657721618559615</c:v>
                </c:pt>
                <c:pt idx="158">
                  <c:v>0.3304592378060357</c:v>
                </c:pt>
                <c:pt idx="159">
                  <c:v>0.33051418127812865</c:v>
                </c:pt>
                <c:pt idx="160">
                  <c:v>0.39423204709456816</c:v>
                </c:pt>
                <c:pt idx="161">
                  <c:v>0.39101792197108992</c:v>
                </c:pt>
                <c:pt idx="162">
                  <c:v>0.39068366290434636</c:v>
                </c:pt>
                <c:pt idx="163">
                  <c:v>0.32596209420558231</c:v>
                </c:pt>
                <c:pt idx="164">
                  <c:v>0.32584125763891397</c:v>
                </c:pt>
                <c:pt idx="165">
                  <c:v>0.3880906059489676</c:v>
                </c:pt>
                <c:pt idx="166">
                  <c:v>0.32243239988824457</c:v>
                </c:pt>
                <c:pt idx="167">
                  <c:v>0.38803155963126795</c:v>
                </c:pt>
                <c:pt idx="168">
                  <c:v>0.32225376577204623</c:v>
                </c:pt>
                <c:pt idx="169">
                  <c:v>0.31763867857518779</c:v>
                </c:pt>
                <c:pt idx="170">
                  <c:v>0.3179400498756681</c:v>
                </c:pt>
                <c:pt idx="171">
                  <c:v>0.38470598100767872</c:v>
                </c:pt>
                <c:pt idx="172">
                  <c:v>0.38440732841326453</c:v>
                </c:pt>
                <c:pt idx="173">
                  <c:v>0.38059841454921201</c:v>
                </c:pt>
                <c:pt idx="174">
                  <c:v>0.43450609291099734</c:v>
                </c:pt>
                <c:pt idx="175">
                  <c:v>0.43452030184865936</c:v>
                </c:pt>
                <c:pt idx="176">
                  <c:v>0.43535189728112444</c:v>
                </c:pt>
                <c:pt idx="177">
                  <c:v>0.43540610404364999</c:v>
                </c:pt>
                <c:pt idx="178">
                  <c:v>0.43456496283175705</c:v>
                </c:pt>
                <c:pt idx="179">
                  <c:v>0.43354196734760481</c:v>
                </c:pt>
                <c:pt idx="180">
                  <c:v>0.43404253553300182</c:v>
                </c:pt>
                <c:pt idx="181">
                  <c:v>0.43456496283175705</c:v>
                </c:pt>
                <c:pt idx="182">
                  <c:v>0.49845248288256383</c:v>
                </c:pt>
                <c:pt idx="183">
                  <c:v>0.43035217131462522</c:v>
                </c:pt>
                <c:pt idx="184">
                  <c:v>0.43087417454638577</c:v>
                </c:pt>
                <c:pt idx="185">
                  <c:v>0.43087417454638577</c:v>
                </c:pt>
                <c:pt idx="186">
                  <c:v>0.4308956555661862</c:v>
                </c:pt>
                <c:pt idx="187">
                  <c:v>0.42439769838835339</c:v>
                </c:pt>
                <c:pt idx="188">
                  <c:v>0.42491168993334688</c:v>
                </c:pt>
                <c:pt idx="189">
                  <c:v>0.49522669245285544</c:v>
                </c:pt>
                <c:pt idx="190">
                  <c:v>0.49522669245285544</c:v>
                </c:pt>
                <c:pt idx="191">
                  <c:v>0.49109889772075627</c:v>
                </c:pt>
                <c:pt idx="192">
                  <c:v>0.49012736819164349</c:v>
                </c:pt>
                <c:pt idx="193">
                  <c:v>0.41802491804441944</c:v>
                </c:pt>
                <c:pt idx="194">
                  <c:v>0.41850850640907544</c:v>
                </c:pt>
                <c:pt idx="195">
                  <c:v>0.41343470051083375</c:v>
                </c:pt>
                <c:pt idx="196">
                  <c:v>0.48620694744117765</c:v>
                </c:pt>
                <c:pt idx="197">
                  <c:v>0.55255700045884115</c:v>
                </c:pt>
                <c:pt idx="198">
                  <c:v>0.55308845562501008</c:v>
                </c:pt>
                <c:pt idx="199">
                  <c:v>0.55239173073087677</c:v>
                </c:pt>
                <c:pt idx="200">
                  <c:v>0.48321629589156551</c:v>
                </c:pt>
                <c:pt idx="201">
                  <c:v>0.4832857349268318</c:v>
                </c:pt>
                <c:pt idx="202">
                  <c:v>0.5490432943232525</c:v>
                </c:pt>
                <c:pt idx="203">
                  <c:v>0.54924529031688318</c:v>
                </c:pt>
                <c:pt idx="204">
                  <c:v>0.54634536257975941</c:v>
                </c:pt>
                <c:pt idx="205">
                  <c:v>0.54581015855265858</c:v>
                </c:pt>
                <c:pt idx="206">
                  <c:v>0.62551576683628252</c:v>
                </c:pt>
                <c:pt idx="207">
                  <c:v>0.62486343279989665</c:v>
                </c:pt>
                <c:pt idx="208">
                  <c:v>0.54632026447860305</c:v>
                </c:pt>
                <c:pt idx="209">
                  <c:v>0.62197683361271305</c:v>
                </c:pt>
                <c:pt idx="210">
                  <c:v>0.67978466942559534</c:v>
                </c:pt>
                <c:pt idx="211">
                  <c:v>0.67981359258153007</c:v>
                </c:pt>
                <c:pt idx="212">
                  <c:v>0.67978466942559534</c:v>
                </c:pt>
                <c:pt idx="213">
                  <c:v>0.67752750204659062</c:v>
                </c:pt>
                <c:pt idx="214">
                  <c:v>0.676983954566723</c:v>
                </c:pt>
                <c:pt idx="215">
                  <c:v>0.61566859790099082</c:v>
                </c:pt>
                <c:pt idx="216">
                  <c:v>0.6151593401991402</c:v>
                </c:pt>
                <c:pt idx="217">
                  <c:v>0.60677474487423166</c:v>
                </c:pt>
                <c:pt idx="218">
                  <c:v>0.52303888200369164</c:v>
                </c:pt>
                <c:pt idx="219">
                  <c:v>0.60648965415006506</c:v>
                </c:pt>
                <c:pt idx="220">
                  <c:v>0.66948681688726752</c:v>
                </c:pt>
                <c:pt idx="221">
                  <c:v>0.65757284583633613</c:v>
                </c:pt>
                <c:pt idx="222">
                  <c:v>0.65811343479434081</c:v>
                </c:pt>
                <c:pt idx="223">
                  <c:v>0.65789565295070052</c:v>
                </c:pt>
                <c:pt idx="224">
                  <c:v>0.65853359306754533</c:v>
                </c:pt>
              </c:numCache>
            </c:numRef>
          </c:val>
          <c:smooth val="0"/>
        </c:ser>
        <c:ser>
          <c:idx val="4"/>
          <c:order val="3"/>
          <c:tx>
            <c:strRef>
              <c:f>PoolRefinancible!$G$2</c:f>
              <c:strCache>
                <c:ptCount val="1"/>
                <c:pt idx="0">
                  <c:v>Loan with LLPA</c:v>
                </c:pt>
              </c:strCache>
            </c:strRef>
          </c:tx>
          <c:spPr>
            <a:ln w="19050">
              <a:solidFill>
                <a:srgbClr val="C00000"/>
              </a:solidFill>
            </a:ln>
          </c:spPr>
          <c:marker>
            <c:symbol val="none"/>
          </c:marker>
          <c:cat>
            <c:numRef>
              <c:f>PoolRefinancible!$B$3:$B$227</c:f>
              <c:numCache>
                <c:formatCode>m/d/yyyy</c:formatCode>
                <c:ptCount val="225"/>
                <c:pt idx="0">
                  <c:v>40549</c:v>
                </c:pt>
                <c:pt idx="1">
                  <c:v>40556</c:v>
                </c:pt>
                <c:pt idx="2">
                  <c:v>40563</c:v>
                </c:pt>
                <c:pt idx="3">
                  <c:v>40570</c:v>
                </c:pt>
                <c:pt idx="4">
                  <c:v>40577</c:v>
                </c:pt>
                <c:pt idx="5">
                  <c:v>40584</c:v>
                </c:pt>
                <c:pt idx="6">
                  <c:v>40591</c:v>
                </c:pt>
                <c:pt idx="7">
                  <c:v>40598</c:v>
                </c:pt>
                <c:pt idx="8">
                  <c:v>40605</c:v>
                </c:pt>
                <c:pt idx="9">
                  <c:v>40612</c:v>
                </c:pt>
                <c:pt idx="10">
                  <c:v>40619</c:v>
                </c:pt>
                <c:pt idx="11">
                  <c:v>40626</c:v>
                </c:pt>
                <c:pt idx="12">
                  <c:v>40633</c:v>
                </c:pt>
                <c:pt idx="13">
                  <c:v>40640</c:v>
                </c:pt>
                <c:pt idx="14">
                  <c:v>40647</c:v>
                </c:pt>
                <c:pt idx="15">
                  <c:v>40654</c:v>
                </c:pt>
                <c:pt idx="16">
                  <c:v>40661</c:v>
                </c:pt>
                <c:pt idx="17">
                  <c:v>40668</c:v>
                </c:pt>
                <c:pt idx="18">
                  <c:v>40675</c:v>
                </c:pt>
                <c:pt idx="19">
                  <c:v>40682</c:v>
                </c:pt>
                <c:pt idx="20">
                  <c:v>40689</c:v>
                </c:pt>
                <c:pt idx="21">
                  <c:v>40696</c:v>
                </c:pt>
                <c:pt idx="22">
                  <c:v>40703</c:v>
                </c:pt>
                <c:pt idx="23">
                  <c:v>40710</c:v>
                </c:pt>
                <c:pt idx="24">
                  <c:v>40717</c:v>
                </c:pt>
                <c:pt idx="25">
                  <c:v>40724</c:v>
                </c:pt>
                <c:pt idx="26">
                  <c:v>40731</c:v>
                </c:pt>
                <c:pt idx="27">
                  <c:v>40738</c:v>
                </c:pt>
                <c:pt idx="28">
                  <c:v>40745</c:v>
                </c:pt>
                <c:pt idx="29">
                  <c:v>40752</c:v>
                </c:pt>
                <c:pt idx="30">
                  <c:v>40759</c:v>
                </c:pt>
                <c:pt idx="31">
                  <c:v>40766</c:v>
                </c:pt>
                <c:pt idx="32">
                  <c:v>40773</c:v>
                </c:pt>
                <c:pt idx="33">
                  <c:v>40780</c:v>
                </c:pt>
                <c:pt idx="34">
                  <c:v>40787</c:v>
                </c:pt>
                <c:pt idx="35">
                  <c:v>40794</c:v>
                </c:pt>
                <c:pt idx="36">
                  <c:v>40801</c:v>
                </c:pt>
                <c:pt idx="37">
                  <c:v>40808</c:v>
                </c:pt>
                <c:pt idx="38">
                  <c:v>40815</c:v>
                </c:pt>
                <c:pt idx="39">
                  <c:v>40822</c:v>
                </c:pt>
                <c:pt idx="40">
                  <c:v>40829</c:v>
                </c:pt>
                <c:pt idx="41">
                  <c:v>40836</c:v>
                </c:pt>
                <c:pt idx="42">
                  <c:v>40843</c:v>
                </c:pt>
                <c:pt idx="43">
                  <c:v>40850</c:v>
                </c:pt>
                <c:pt idx="44">
                  <c:v>40857</c:v>
                </c:pt>
                <c:pt idx="45">
                  <c:v>40864</c:v>
                </c:pt>
                <c:pt idx="46">
                  <c:v>40870</c:v>
                </c:pt>
                <c:pt idx="47">
                  <c:v>40878</c:v>
                </c:pt>
                <c:pt idx="48">
                  <c:v>40885</c:v>
                </c:pt>
                <c:pt idx="49">
                  <c:v>40892</c:v>
                </c:pt>
                <c:pt idx="50">
                  <c:v>40899</c:v>
                </c:pt>
                <c:pt idx="51">
                  <c:v>40906</c:v>
                </c:pt>
                <c:pt idx="52">
                  <c:v>40913</c:v>
                </c:pt>
                <c:pt idx="53">
                  <c:v>40920</c:v>
                </c:pt>
                <c:pt idx="54">
                  <c:v>40927</c:v>
                </c:pt>
                <c:pt idx="55">
                  <c:v>40934</c:v>
                </c:pt>
                <c:pt idx="56">
                  <c:v>40941</c:v>
                </c:pt>
                <c:pt idx="57">
                  <c:v>40948</c:v>
                </c:pt>
                <c:pt idx="58">
                  <c:v>40955</c:v>
                </c:pt>
                <c:pt idx="59">
                  <c:v>40962</c:v>
                </c:pt>
                <c:pt idx="60">
                  <c:v>40969</c:v>
                </c:pt>
                <c:pt idx="61">
                  <c:v>40976</c:v>
                </c:pt>
                <c:pt idx="62">
                  <c:v>40983</c:v>
                </c:pt>
                <c:pt idx="63">
                  <c:v>40990</c:v>
                </c:pt>
                <c:pt idx="64">
                  <c:v>40997</c:v>
                </c:pt>
                <c:pt idx="65">
                  <c:v>41004</c:v>
                </c:pt>
                <c:pt idx="66">
                  <c:v>41011</c:v>
                </c:pt>
                <c:pt idx="67">
                  <c:v>41018</c:v>
                </c:pt>
                <c:pt idx="68">
                  <c:v>41025</c:v>
                </c:pt>
                <c:pt idx="69">
                  <c:v>41032</c:v>
                </c:pt>
                <c:pt idx="70">
                  <c:v>41039</c:v>
                </c:pt>
                <c:pt idx="71">
                  <c:v>41046</c:v>
                </c:pt>
                <c:pt idx="72">
                  <c:v>41053</c:v>
                </c:pt>
                <c:pt idx="73">
                  <c:v>41060</c:v>
                </c:pt>
                <c:pt idx="74">
                  <c:v>41067</c:v>
                </c:pt>
                <c:pt idx="75">
                  <c:v>41074</c:v>
                </c:pt>
                <c:pt idx="76">
                  <c:v>41081</c:v>
                </c:pt>
                <c:pt idx="77">
                  <c:v>41088</c:v>
                </c:pt>
                <c:pt idx="78">
                  <c:v>41095</c:v>
                </c:pt>
                <c:pt idx="79">
                  <c:v>41102</c:v>
                </c:pt>
                <c:pt idx="80">
                  <c:v>41109</c:v>
                </c:pt>
                <c:pt idx="81">
                  <c:v>41116</c:v>
                </c:pt>
                <c:pt idx="82">
                  <c:v>41123</c:v>
                </c:pt>
                <c:pt idx="83">
                  <c:v>41130</c:v>
                </c:pt>
                <c:pt idx="84">
                  <c:v>41137</c:v>
                </c:pt>
                <c:pt idx="85">
                  <c:v>41144</c:v>
                </c:pt>
                <c:pt idx="86">
                  <c:v>41151</c:v>
                </c:pt>
                <c:pt idx="87">
                  <c:v>41158</c:v>
                </c:pt>
                <c:pt idx="88">
                  <c:v>41165</c:v>
                </c:pt>
                <c:pt idx="89">
                  <c:v>41172</c:v>
                </c:pt>
                <c:pt idx="90">
                  <c:v>41179</c:v>
                </c:pt>
                <c:pt idx="91">
                  <c:v>41186</c:v>
                </c:pt>
                <c:pt idx="92">
                  <c:v>41193</c:v>
                </c:pt>
                <c:pt idx="93">
                  <c:v>41200</c:v>
                </c:pt>
                <c:pt idx="94">
                  <c:v>41207</c:v>
                </c:pt>
                <c:pt idx="95">
                  <c:v>41214</c:v>
                </c:pt>
                <c:pt idx="96">
                  <c:v>41221</c:v>
                </c:pt>
                <c:pt idx="97">
                  <c:v>41228</c:v>
                </c:pt>
                <c:pt idx="98">
                  <c:v>41234</c:v>
                </c:pt>
                <c:pt idx="99">
                  <c:v>41242</c:v>
                </c:pt>
                <c:pt idx="100">
                  <c:v>41249</c:v>
                </c:pt>
                <c:pt idx="101">
                  <c:v>41256</c:v>
                </c:pt>
                <c:pt idx="102">
                  <c:v>41263</c:v>
                </c:pt>
                <c:pt idx="103">
                  <c:v>41270</c:v>
                </c:pt>
                <c:pt idx="104">
                  <c:v>41277</c:v>
                </c:pt>
                <c:pt idx="105">
                  <c:v>41284</c:v>
                </c:pt>
                <c:pt idx="106">
                  <c:v>41291</c:v>
                </c:pt>
                <c:pt idx="107">
                  <c:v>41298</c:v>
                </c:pt>
                <c:pt idx="108">
                  <c:v>41305</c:v>
                </c:pt>
                <c:pt idx="109">
                  <c:v>41312</c:v>
                </c:pt>
                <c:pt idx="110">
                  <c:v>41319</c:v>
                </c:pt>
                <c:pt idx="111">
                  <c:v>41326</c:v>
                </c:pt>
                <c:pt idx="112">
                  <c:v>41333</c:v>
                </c:pt>
                <c:pt idx="113">
                  <c:v>41340</c:v>
                </c:pt>
                <c:pt idx="114">
                  <c:v>41347</c:v>
                </c:pt>
                <c:pt idx="115">
                  <c:v>41354</c:v>
                </c:pt>
                <c:pt idx="116">
                  <c:v>41361</c:v>
                </c:pt>
                <c:pt idx="117">
                  <c:v>41368</c:v>
                </c:pt>
                <c:pt idx="118">
                  <c:v>41375</c:v>
                </c:pt>
                <c:pt idx="119">
                  <c:v>41382</c:v>
                </c:pt>
                <c:pt idx="120">
                  <c:v>41389</c:v>
                </c:pt>
                <c:pt idx="121">
                  <c:v>41396</c:v>
                </c:pt>
                <c:pt idx="122">
                  <c:v>41403</c:v>
                </c:pt>
                <c:pt idx="123">
                  <c:v>41410</c:v>
                </c:pt>
                <c:pt idx="124">
                  <c:v>41417</c:v>
                </c:pt>
                <c:pt idx="125">
                  <c:v>41424</c:v>
                </c:pt>
                <c:pt idx="126">
                  <c:v>41431</c:v>
                </c:pt>
                <c:pt idx="127">
                  <c:v>41438</c:v>
                </c:pt>
                <c:pt idx="128">
                  <c:v>41445</c:v>
                </c:pt>
                <c:pt idx="129">
                  <c:v>41452</c:v>
                </c:pt>
                <c:pt idx="130">
                  <c:v>41458</c:v>
                </c:pt>
                <c:pt idx="131">
                  <c:v>41466</c:v>
                </c:pt>
                <c:pt idx="132">
                  <c:v>41473</c:v>
                </c:pt>
                <c:pt idx="133">
                  <c:v>41480</c:v>
                </c:pt>
                <c:pt idx="134">
                  <c:v>41487</c:v>
                </c:pt>
                <c:pt idx="135">
                  <c:v>41494</c:v>
                </c:pt>
                <c:pt idx="136">
                  <c:v>41501</c:v>
                </c:pt>
                <c:pt idx="137">
                  <c:v>41508</c:v>
                </c:pt>
                <c:pt idx="138">
                  <c:v>41515</c:v>
                </c:pt>
                <c:pt idx="139">
                  <c:v>41522</c:v>
                </c:pt>
                <c:pt idx="140">
                  <c:v>41529</c:v>
                </c:pt>
                <c:pt idx="141">
                  <c:v>41536</c:v>
                </c:pt>
                <c:pt idx="142">
                  <c:v>41543</c:v>
                </c:pt>
                <c:pt idx="143">
                  <c:v>41550</c:v>
                </c:pt>
                <c:pt idx="144">
                  <c:v>41557</c:v>
                </c:pt>
                <c:pt idx="145">
                  <c:v>41564</c:v>
                </c:pt>
                <c:pt idx="146">
                  <c:v>41571</c:v>
                </c:pt>
                <c:pt idx="147">
                  <c:v>41578</c:v>
                </c:pt>
                <c:pt idx="148">
                  <c:v>41585</c:v>
                </c:pt>
                <c:pt idx="149">
                  <c:v>41592</c:v>
                </c:pt>
                <c:pt idx="150">
                  <c:v>41599</c:v>
                </c:pt>
                <c:pt idx="151">
                  <c:v>41605</c:v>
                </c:pt>
                <c:pt idx="152">
                  <c:v>41613</c:v>
                </c:pt>
                <c:pt idx="153">
                  <c:v>41620</c:v>
                </c:pt>
                <c:pt idx="154">
                  <c:v>41627</c:v>
                </c:pt>
                <c:pt idx="155">
                  <c:v>41634</c:v>
                </c:pt>
                <c:pt idx="156">
                  <c:v>41641</c:v>
                </c:pt>
                <c:pt idx="157">
                  <c:v>41648</c:v>
                </c:pt>
                <c:pt idx="158">
                  <c:v>41655</c:v>
                </c:pt>
                <c:pt idx="159">
                  <c:v>41662</c:v>
                </c:pt>
                <c:pt idx="160">
                  <c:v>41669</c:v>
                </c:pt>
                <c:pt idx="161">
                  <c:v>41676</c:v>
                </c:pt>
                <c:pt idx="162">
                  <c:v>41683</c:v>
                </c:pt>
                <c:pt idx="163">
                  <c:v>41690</c:v>
                </c:pt>
                <c:pt idx="164">
                  <c:v>41697</c:v>
                </c:pt>
                <c:pt idx="165">
                  <c:v>41704</c:v>
                </c:pt>
                <c:pt idx="166">
                  <c:v>41711</c:v>
                </c:pt>
                <c:pt idx="167">
                  <c:v>41718</c:v>
                </c:pt>
                <c:pt idx="168">
                  <c:v>41725</c:v>
                </c:pt>
                <c:pt idx="169">
                  <c:v>41732</c:v>
                </c:pt>
                <c:pt idx="170">
                  <c:v>41739</c:v>
                </c:pt>
                <c:pt idx="171">
                  <c:v>41746</c:v>
                </c:pt>
                <c:pt idx="172">
                  <c:v>41753</c:v>
                </c:pt>
                <c:pt idx="173">
                  <c:v>41760</c:v>
                </c:pt>
                <c:pt idx="174">
                  <c:v>41767</c:v>
                </c:pt>
                <c:pt idx="175">
                  <c:v>41774</c:v>
                </c:pt>
                <c:pt idx="176">
                  <c:v>41781</c:v>
                </c:pt>
                <c:pt idx="177">
                  <c:v>41788</c:v>
                </c:pt>
                <c:pt idx="178">
                  <c:v>41795</c:v>
                </c:pt>
                <c:pt idx="179">
                  <c:v>41802</c:v>
                </c:pt>
                <c:pt idx="180">
                  <c:v>41809</c:v>
                </c:pt>
                <c:pt idx="181">
                  <c:v>41816</c:v>
                </c:pt>
                <c:pt idx="182">
                  <c:v>41823</c:v>
                </c:pt>
                <c:pt idx="183">
                  <c:v>41830</c:v>
                </c:pt>
                <c:pt idx="184">
                  <c:v>41837</c:v>
                </c:pt>
                <c:pt idx="185">
                  <c:v>41844</c:v>
                </c:pt>
                <c:pt idx="186">
                  <c:v>41851</c:v>
                </c:pt>
                <c:pt idx="187">
                  <c:v>41858</c:v>
                </c:pt>
                <c:pt idx="188">
                  <c:v>41865</c:v>
                </c:pt>
                <c:pt idx="189">
                  <c:v>41872</c:v>
                </c:pt>
                <c:pt idx="190">
                  <c:v>41879</c:v>
                </c:pt>
                <c:pt idx="191">
                  <c:v>41886</c:v>
                </c:pt>
                <c:pt idx="192">
                  <c:v>41893</c:v>
                </c:pt>
                <c:pt idx="193">
                  <c:v>41900</c:v>
                </c:pt>
                <c:pt idx="194">
                  <c:v>41907</c:v>
                </c:pt>
                <c:pt idx="195">
                  <c:v>41914</c:v>
                </c:pt>
                <c:pt idx="196">
                  <c:v>41921</c:v>
                </c:pt>
                <c:pt idx="197">
                  <c:v>41928</c:v>
                </c:pt>
                <c:pt idx="198">
                  <c:v>41935</c:v>
                </c:pt>
                <c:pt idx="199">
                  <c:v>41942</c:v>
                </c:pt>
                <c:pt idx="200">
                  <c:v>41949</c:v>
                </c:pt>
                <c:pt idx="201">
                  <c:v>41956</c:v>
                </c:pt>
                <c:pt idx="202">
                  <c:v>41963</c:v>
                </c:pt>
                <c:pt idx="203">
                  <c:v>41969</c:v>
                </c:pt>
                <c:pt idx="204">
                  <c:v>41977</c:v>
                </c:pt>
                <c:pt idx="205">
                  <c:v>41984</c:v>
                </c:pt>
                <c:pt idx="206">
                  <c:v>41991</c:v>
                </c:pt>
                <c:pt idx="207">
                  <c:v>41997</c:v>
                </c:pt>
                <c:pt idx="208">
                  <c:v>42004</c:v>
                </c:pt>
                <c:pt idx="209">
                  <c:v>42012</c:v>
                </c:pt>
                <c:pt idx="210">
                  <c:v>42019</c:v>
                </c:pt>
                <c:pt idx="211">
                  <c:v>42026</c:v>
                </c:pt>
                <c:pt idx="212">
                  <c:v>42033</c:v>
                </c:pt>
                <c:pt idx="213">
                  <c:v>42040</c:v>
                </c:pt>
                <c:pt idx="214">
                  <c:v>42047</c:v>
                </c:pt>
                <c:pt idx="215">
                  <c:v>42054</c:v>
                </c:pt>
                <c:pt idx="216">
                  <c:v>42061</c:v>
                </c:pt>
                <c:pt idx="217">
                  <c:v>42068</c:v>
                </c:pt>
                <c:pt idx="218">
                  <c:v>42075</c:v>
                </c:pt>
                <c:pt idx="219">
                  <c:v>42082</c:v>
                </c:pt>
                <c:pt idx="220">
                  <c:v>42089</c:v>
                </c:pt>
                <c:pt idx="221">
                  <c:v>42096</c:v>
                </c:pt>
                <c:pt idx="222">
                  <c:v>42103</c:v>
                </c:pt>
                <c:pt idx="223">
                  <c:v>42110</c:v>
                </c:pt>
                <c:pt idx="224">
                  <c:v>42117</c:v>
                </c:pt>
              </c:numCache>
            </c:numRef>
          </c:cat>
          <c:val>
            <c:numRef>
              <c:f>PoolRefinancible!$G$3:$G$227</c:f>
              <c:numCache>
                <c:formatCode>0%</c:formatCode>
                <c:ptCount val="225"/>
                <c:pt idx="0">
                  <c:v>0.28463940721984343</c:v>
                </c:pt>
                <c:pt idx="1">
                  <c:v>0.30326691494252433</c:v>
                </c:pt>
                <c:pt idx="2">
                  <c:v>0.28476877321432642</c:v>
                </c:pt>
                <c:pt idx="3">
                  <c:v>0.2846201863525834</c:v>
                </c:pt>
                <c:pt idx="4">
                  <c:v>0.24193364534957326</c:v>
                </c:pt>
                <c:pt idx="5">
                  <c:v>0.20177712502015799</c:v>
                </c:pt>
                <c:pt idx="6">
                  <c:v>0.21194639619399513</c:v>
                </c:pt>
                <c:pt idx="7">
                  <c:v>0.2296622233105281</c:v>
                </c:pt>
                <c:pt idx="8">
                  <c:v>0.22805396368099012</c:v>
                </c:pt>
                <c:pt idx="9">
                  <c:v>0.22800497750165782</c:v>
                </c:pt>
                <c:pt idx="10">
                  <c:v>0.26952651165647717</c:v>
                </c:pt>
                <c:pt idx="11">
                  <c:v>0.25273332689580402</c:v>
                </c:pt>
                <c:pt idx="12">
                  <c:v>0.22807581848396768</c:v>
                </c:pt>
                <c:pt idx="13">
                  <c:v>0.22629927187952814</c:v>
                </c:pt>
                <c:pt idx="14">
                  <c:v>0.22624072096473111</c:v>
                </c:pt>
                <c:pt idx="15">
                  <c:v>0.2512985264962686</c:v>
                </c:pt>
                <c:pt idx="16">
                  <c:v>0.25137722920486677</c:v>
                </c:pt>
                <c:pt idx="17">
                  <c:v>0.26857330186118961</c:v>
                </c:pt>
                <c:pt idx="18">
                  <c:v>0.32233793721061016</c:v>
                </c:pt>
                <c:pt idx="19">
                  <c:v>0.32249985215715632</c:v>
                </c:pt>
                <c:pt idx="20">
                  <c:v>0.32256622584809336</c:v>
                </c:pt>
                <c:pt idx="21">
                  <c:v>0.36014914447868307</c:v>
                </c:pt>
                <c:pt idx="22">
                  <c:v>0.38598811063501398</c:v>
                </c:pt>
                <c:pt idx="23">
                  <c:v>0.38593747737545009</c:v>
                </c:pt>
                <c:pt idx="24">
                  <c:v>0.36014914447868307</c:v>
                </c:pt>
                <c:pt idx="25">
                  <c:v>0.38497887844636058</c:v>
                </c:pt>
                <c:pt idx="26">
                  <c:v>0.32091685059597075</c:v>
                </c:pt>
                <c:pt idx="27">
                  <c:v>0.383025601933284</c:v>
                </c:pt>
                <c:pt idx="28">
                  <c:v>0.35799853895589562</c:v>
                </c:pt>
                <c:pt idx="29">
                  <c:v>0.35662695643050035</c:v>
                </c:pt>
                <c:pt idx="30">
                  <c:v>0.44152388004450221</c:v>
                </c:pt>
                <c:pt idx="31">
                  <c:v>0.56283322937311075</c:v>
                </c:pt>
                <c:pt idx="32">
                  <c:v>0.65725120433713646</c:v>
                </c:pt>
                <c:pt idx="33">
                  <c:v>0.60423363209899439</c:v>
                </c:pt>
                <c:pt idx="34">
                  <c:v>0.60140715225984098</c:v>
                </c:pt>
                <c:pt idx="35">
                  <c:v>0.67983551896838756</c:v>
                </c:pt>
                <c:pt idx="36">
                  <c:v>0.67993486944126125</c:v>
                </c:pt>
                <c:pt idx="37">
                  <c:v>0.67993486944126125</c:v>
                </c:pt>
                <c:pt idx="38">
                  <c:v>0.73138364057558247</c:v>
                </c:pt>
                <c:pt idx="39">
                  <c:v>0.71899866001218793</c:v>
                </c:pt>
                <c:pt idx="40">
                  <c:v>0.6410959583633683</c:v>
                </c:pt>
                <c:pt idx="41">
                  <c:v>0.66581224062715683</c:v>
                </c:pt>
                <c:pt idx="42">
                  <c:v>0.66595295657278242</c:v>
                </c:pt>
                <c:pt idx="43">
                  <c:v>0.70392552647182693</c:v>
                </c:pt>
                <c:pt idx="44">
                  <c:v>0.70394618436594358</c:v>
                </c:pt>
                <c:pt idx="45">
                  <c:v>0.70392552647182693</c:v>
                </c:pt>
                <c:pt idx="46">
                  <c:v>0.70396661640219049</c:v>
                </c:pt>
                <c:pt idx="47">
                  <c:v>0.69000379241839993</c:v>
                </c:pt>
                <c:pt idx="48">
                  <c:v>0.69002399417324023</c:v>
                </c:pt>
                <c:pt idx="49">
                  <c:v>0.69007408458163666</c:v>
                </c:pt>
                <c:pt idx="50">
                  <c:v>0.72186451896875248</c:v>
                </c:pt>
                <c:pt idx="51">
                  <c:v>0.72167534304727499</c:v>
                </c:pt>
                <c:pt idx="52">
                  <c:v>0.70942160362842166</c:v>
                </c:pt>
                <c:pt idx="53">
                  <c:v>0.71029190543434573</c:v>
                </c:pt>
                <c:pt idx="54">
                  <c:v>0.70950341028365815</c:v>
                </c:pt>
                <c:pt idx="55">
                  <c:v>0.6768466690798014</c:v>
                </c:pt>
                <c:pt idx="56">
                  <c:v>0.691794492463359</c:v>
                </c:pt>
                <c:pt idx="57">
                  <c:v>0.691794492463359</c:v>
                </c:pt>
                <c:pt idx="58">
                  <c:v>0.691794492463359</c:v>
                </c:pt>
                <c:pt idx="59">
                  <c:v>0.65880324187098283</c:v>
                </c:pt>
                <c:pt idx="60">
                  <c:v>0.6768042748029276</c:v>
                </c:pt>
                <c:pt idx="61">
                  <c:v>0.67687616474817947</c:v>
                </c:pt>
                <c:pt idx="62">
                  <c:v>0.67666690882866454</c:v>
                </c:pt>
                <c:pt idx="63">
                  <c:v>0.59032138856351324</c:v>
                </c:pt>
                <c:pt idx="64">
                  <c:v>0.64352631185007236</c:v>
                </c:pt>
                <c:pt idx="65">
                  <c:v>0.64723923967041441</c:v>
                </c:pt>
                <c:pt idx="66">
                  <c:v>0.70114627754493941</c:v>
                </c:pt>
                <c:pt idx="67">
                  <c:v>0.68067991850220211</c:v>
                </c:pt>
                <c:pt idx="68">
                  <c:v>0.70114627754493941</c:v>
                </c:pt>
                <c:pt idx="69">
                  <c:v>0.70888791690843067</c:v>
                </c:pt>
                <c:pt idx="70">
                  <c:v>0.70900581341869928</c:v>
                </c:pt>
                <c:pt idx="71">
                  <c:v>0.74206222053219018</c:v>
                </c:pt>
                <c:pt idx="72">
                  <c:v>0.74198992424051435</c:v>
                </c:pt>
                <c:pt idx="73">
                  <c:v>0.74214259096899848</c:v>
                </c:pt>
                <c:pt idx="74">
                  <c:v>0.78454877297076475</c:v>
                </c:pt>
                <c:pt idx="75">
                  <c:v>0.76165437928870827</c:v>
                </c:pt>
                <c:pt idx="76">
                  <c:v>0.78458904121756523</c:v>
                </c:pt>
                <c:pt idx="77">
                  <c:v>0.78458904121756523</c:v>
                </c:pt>
                <c:pt idx="78">
                  <c:v>0.7787052272593904</c:v>
                </c:pt>
                <c:pt idx="79">
                  <c:v>0.81145553697323414</c:v>
                </c:pt>
                <c:pt idx="80">
                  <c:v>0.81152752487539104</c:v>
                </c:pt>
                <c:pt idx="81">
                  <c:v>0.8279869924203217</c:v>
                </c:pt>
                <c:pt idx="82">
                  <c:v>0.79821644612468112</c:v>
                </c:pt>
                <c:pt idx="83">
                  <c:v>0.79815390760264004</c:v>
                </c:pt>
                <c:pt idx="84">
                  <c:v>0.77767208811206812</c:v>
                </c:pt>
                <c:pt idx="85">
                  <c:v>0.76370064895501943</c:v>
                </c:pt>
                <c:pt idx="86">
                  <c:v>0.79815390760264004</c:v>
                </c:pt>
                <c:pt idx="87">
                  <c:v>0.78544987095574126</c:v>
                </c:pt>
                <c:pt idx="88">
                  <c:v>0.78635808843680277</c:v>
                </c:pt>
                <c:pt idx="89">
                  <c:v>0.80445044367527219</c:v>
                </c:pt>
                <c:pt idx="90">
                  <c:v>0.85572735211332496</c:v>
                </c:pt>
                <c:pt idx="91">
                  <c:v>0.8367994340061099</c:v>
                </c:pt>
                <c:pt idx="92">
                  <c:v>0.81647343463882882</c:v>
                </c:pt>
                <c:pt idx="93">
                  <c:v>0.8364537448796312</c:v>
                </c:pt>
                <c:pt idx="94">
                  <c:v>0.8143557568992531</c:v>
                </c:pt>
                <c:pt idx="95">
                  <c:v>0.7903315811871281</c:v>
                </c:pt>
                <c:pt idx="96">
                  <c:v>0.78941596065900443</c:v>
                </c:pt>
                <c:pt idx="97">
                  <c:v>0.81158702805411931</c:v>
                </c:pt>
                <c:pt idx="98">
                  <c:v>0.83732764249868441</c:v>
                </c:pt>
                <c:pt idx="99">
                  <c:v>0.81158050245553093</c:v>
                </c:pt>
                <c:pt idx="100">
                  <c:v>0.79819422857128408</c:v>
                </c:pt>
                <c:pt idx="101">
                  <c:v>0.82430398544770933</c:v>
                </c:pt>
                <c:pt idx="102">
                  <c:v>0.79805276253561475</c:v>
                </c:pt>
                <c:pt idx="103">
                  <c:v>0.79817901661119839</c:v>
                </c:pt>
                <c:pt idx="104">
                  <c:v>0.77903280650246454</c:v>
                </c:pt>
                <c:pt idx="105">
                  <c:v>0.75573593713546339</c:v>
                </c:pt>
                <c:pt idx="106">
                  <c:v>0.7782961731296214</c:v>
                </c:pt>
                <c:pt idx="107">
                  <c:v>0.75445743013165401</c:v>
                </c:pt>
                <c:pt idx="108">
                  <c:v>0.70069200359610684</c:v>
                </c:pt>
                <c:pt idx="109">
                  <c:v>0.68066390920056685</c:v>
                </c:pt>
                <c:pt idx="110">
                  <c:v>0.68066390920056685</c:v>
                </c:pt>
                <c:pt idx="111">
                  <c:v>0.65848868988278741</c:v>
                </c:pt>
                <c:pt idx="112">
                  <c:v>0.68073059983518691</c:v>
                </c:pt>
                <c:pt idx="113">
                  <c:v>0.65724986454914325</c:v>
                </c:pt>
                <c:pt idx="114">
                  <c:v>0.62014045099909187</c:v>
                </c:pt>
                <c:pt idx="115">
                  <c:v>0.6562686953452237</c:v>
                </c:pt>
                <c:pt idx="116">
                  <c:v>0.63433556022178206</c:v>
                </c:pt>
                <c:pt idx="117">
                  <c:v>0.64025888760919014</c:v>
                </c:pt>
                <c:pt idx="118">
                  <c:v>0.6637730812462096</c:v>
                </c:pt>
                <c:pt idx="119">
                  <c:v>0.695622626584674</c:v>
                </c:pt>
                <c:pt idx="120">
                  <c:v>0.69553149400315528</c:v>
                </c:pt>
                <c:pt idx="121">
                  <c:v>0.71409535481591846</c:v>
                </c:pt>
                <c:pt idx="122">
                  <c:v>0.68515952942868741</c:v>
                </c:pt>
                <c:pt idx="123">
                  <c:v>0.6494790290250736</c:v>
                </c:pt>
                <c:pt idx="124">
                  <c:v>0.6051404208222666</c:v>
                </c:pt>
                <c:pt idx="125">
                  <c:v>0.52721345464386349</c:v>
                </c:pt>
                <c:pt idx="126">
                  <c:v>0.4891944540160782</c:v>
                </c:pt>
                <c:pt idx="127">
                  <c:v>0.46639665698988902</c:v>
                </c:pt>
                <c:pt idx="128">
                  <c:v>0.46645564331496181</c:v>
                </c:pt>
                <c:pt idx="129">
                  <c:v>0.24762221189085226</c:v>
                </c:pt>
                <c:pt idx="130">
                  <c:v>0.34116092459322267</c:v>
                </c:pt>
                <c:pt idx="131">
                  <c:v>0.21925196921871176</c:v>
                </c:pt>
                <c:pt idx="132">
                  <c:v>0.30618919991705607</c:v>
                </c:pt>
                <c:pt idx="133">
                  <c:v>0.30641559236172644</c:v>
                </c:pt>
                <c:pt idx="134">
                  <c:v>0.26247242102513602</c:v>
                </c:pt>
                <c:pt idx="135">
                  <c:v>0.26232322891763199</c:v>
                </c:pt>
                <c:pt idx="136">
                  <c:v>0.26232322891763199</c:v>
                </c:pt>
                <c:pt idx="137">
                  <c:v>0.1931798913236967</c:v>
                </c:pt>
                <c:pt idx="138">
                  <c:v>0.22914742259420434</c:v>
                </c:pt>
                <c:pt idx="139">
                  <c:v>0.20407660990880219</c:v>
                </c:pt>
                <c:pt idx="140">
                  <c:v>0.18764355995817586</c:v>
                </c:pt>
                <c:pt idx="141">
                  <c:v>0.2238872135619516</c:v>
                </c:pt>
                <c:pt idx="142">
                  <c:v>0.32122402612001461</c:v>
                </c:pt>
                <c:pt idx="143">
                  <c:v>0.34307700444970379</c:v>
                </c:pt>
                <c:pt idx="144">
                  <c:v>0.34303969168913079</c:v>
                </c:pt>
                <c:pt idx="145">
                  <c:v>0.31440034261436189</c:v>
                </c:pt>
                <c:pt idx="146">
                  <c:v>0.36543320460755224</c:v>
                </c:pt>
                <c:pt idx="147">
                  <c:v>0.38400936708573585</c:v>
                </c:pt>
                <c:pt idx="148">
                  <c:v>0.36033789770283325</c:v>
                </c:pt>
                <c:pt idx="149">
                  <c:v>0.27485742228516102</c:v>
                </c:pt>
                <c:pt idx="150">
                  <c:v>0.33691055631393624</c:v>
                </c:pt>
                <c:pt idx="151">
                  <c:v>0.30831604608005586</c:v>
                </c:pt>
                <c:pt idx="152">
                  <c:v>0.23676117392553889</c:v>
                </c:pt>
                <c:pt idx="153">
                  <c:v>0.23671874324760347</c:v>
                </c:pt>
                <c:pt idx="154">
                  <c:v>0.20585084911050922</c:v>
                </c:pt>
                <c:pt idx="155">
                  <c:v>0.20580376248650398</c:v>
                </c:pt>
                <c:pt idx="156">
                  <c:v>0.18277167291557561</c:v>
                </c:pt>
                <c:pt idx="157">
                  <c:v>0.1995598708648329</c:v>
                </c:pt>
                <c:pt idx="158">
                  <c:v>0.23136337362836862</c:v>
                </c:pt>
                <c:pt idx="159">
                  <c:v>0.23169665097660838</c:v>
                </c:pt>
                <c:pt idx="160">
                  <c:v>0.29474577349870773</c:v>
                </c:pt>
                <c:pt idx="161">
                  <c:v>0.31761815233915819</c:v>
                </c:pt>
                <c:pt idx="162">
                  <c:v>0.28995938501376983</c:v>
                </c:pt>
                <c:pt idx="163">
                  <c:v>0.25704564753531173</c:v>
                </c:pt>
                <c:pt idx="164">
                  <c:v>0.25682661220400127</c:v>
                </c:pt>
                <c:pt idx="165">
                  <c:v>0.2862432263746571</c:v>
                </c:pt>
                <c:pt idx="166">
                  <c:v>0.25311362033574425</c:v>
                </c:pt>
                <c:pt idx="167">
                  <c:v>0.28618346079129836</c:v>
                </c:pt>
                <c:pt idx="168">
                  <c:v>0.2529912660652664</c:v>
                </c:pt>
                <c:pt idx="169">
                  <c:v>0.22226173892798851</c:v>
                </c:pt>
                <c:pt idx="170">
                  <c:v>0.25193488777281597</c:v>
                </c:pt>
                <c:pt idx="171">
                  <c:v>0.28486963190417852</c:v>
                </c:pt>
                <c:pt idx="172">
                  <c:v>0.2847162826216843</c:v>
                </c:pt>
                <c:pt idx="173">
                  <c:v>0.28231972736522121</c:v>
                </c:pt>
                <c:pt idx="174">
                  <c:v>0.33562728951290161</c:v>
                </c:pt>
                <c:pt idx="175">
                  <c:v>0.33564994150270799</c:v>
                </c:pt>
                <c:pt idx="176">
                  <c:v>0.35800907395487891</c:v>
                </c:pt>
                <c:pt idx="177">
                  <c:v>0.35811856180138385</c:v>
                </c:pt>
                <c:pt idx="178">
                  <c:v>0.35629539343759348</c:v>
                </c:pt>
                <c:pt idx="179">
                  <c:v>0.33276240912323568</c:v>
                </c:pt>
                <c:pt idx="180">
                  <c:v>0.33298320890646194</c:v>
                </c:pt>
                <c:pt idx="181">
                  <c:v>0.35629539343759348</c:v>
                </c:pt>
                <c:pt idx="182">
                  <c:v>0.38510975967739758</c:v>
                </c:pt>
                <c:pt idx="183">
                  <c:v>0.32741444023701044</c:v>
                </c:pt>
                <c:pt idx="184">
                  <c:v>0.35110266556174058</c:v>
                </c:pt>
                <c:pt idx="185">
                  <c:v>0.35110266556174058</c:v>
                </c:pt>
                <c:pt idx="186">
                  <c:v>0.35114526360131104</c:v>
                </c:pt>
                <c:pt idx="187">
                  <c:v>0.3199331729306169</c:v>
                </c:pt>
                <c:pt idx="188">
                  <c:v>0.34372390880739873</c:v>
                </c:pt>
                <c:pt idx="189">
                  <c:v>0.37842109522047007</c:v>
                </c:pt>
                <c:pt idx="190">
                  <c:v>0.37842109522047007</c:v>
                </c:pt>
                <c:pt idx="191">
                  <c:v>0.37165910285507714</c:v>
                </c:pt>
                <c:pt idx="192">
                  <c:v>0.3711734763292962</c:v>
                </c:pt>
                <c:pt idx="193">
                  <c:v>0.31262849116425834</c:v>
                </c:pt>
                <c:pt idx="194">
                  <c:v>0.31284206209860954</c:v>
                </c:pt>
                <c:pt idx="195">
                  <c:v>0.32898554801574148</c:v>
                </c:pt>
                <c:pt idx="196">
                  <c:v>0.36357043577417181</c:v>
                </c:pt>
                <c:pt idx="197">
                  <c:v>0.43716239568675586</c:v>
                </c:pt>
                <c:pt idx="198">
                  <c:v>0.46855719956108682</c:v>
                </c:pt>
                <c:pt idx="199">
                  <c:v>0.43709492816271001</c:v>
                </c:pt>
                <c:pt idx="200">
                  <c:v>0.38755454680533724</c:v>
                </c:pt>
                <c:pt idx="201">
                  <c:v>0.3876856076600298</c:v>
                </c:pt>
                <c:pt idx="202">
                  <c:v>0.43020815046617</c:v>
                </c:pt>
                <c:pt idx="203">
                  <c:v>0.43039904065227119</c:v>
                </c:pt>
                <c:pt idx="204">
                  <c:v>0.45628100373039499</c:v>
                </c:pt>
                <c:pt idx="205">
                  <c:v>0.45567894153433269</c:v>
                </c:pt>
                <c:pt idx="206">
                  <c:v>0.49932545547497792</c:v>
                </c:pt>
                <c:pt idx="207">
                  <c:v>0.49889277729006254</c:v>
                </c:pt>
                <c:pt idx="208">
                  <c:v>0.45623015728134225</c:v>
                </c:pt>
                <c:pt idx="209">
                  <c:v>0.52521506611823021</c:v>
                </c:pt>
                <c:pt idx="210">
                  <c:v>0.59589441419972755</c:v>
                </c:pt>
                <c:pt idx="211">
                  <c:v>0.59596808480105368</c:v>
                </c:pt>
                <c:pt idx="212">
                  <c:v>0.59589441419972755</c:v>
                </c:pt>
                <c:pt idx="213">
                  <c:v>0.59044174111366599</c:v>
                </c:pt>
                <c:pt idx="214">
                  <c:v>0.56093530260459656</c:v>
                </c:pt>
                <c:pt idx="215">
                  <c:v>0.51672469270397592</c:v>
                </c:pt>
                <c:pt idx="216">
                  <c:v>0.48350846650958634</c:v>
                </c:pt>
                <c:pt idx="217">
                  <c:v>0.50718342258638915</c:v>
                </c:pt>
                <c:pt idx="218">
                  <c:v>0.43124435584172754</c:v>
                </c:pt>
                <c:pt idx="219">
                  <c:v>0.50666988212578556</c:v>
                </c:pt>
                <c:pt idx="220">
                  <c:v>0.55138762509375627</c:v>
                </c:pt>
                <c:pt idx="221">
                  <c:v>0.53682243639344718</c:v>
                </c:pt>
                <c:pt idx="222">
                  <c:v>0.56624534907007407</c:v>
                </c:pt>
                <c:pt idx="223">
                  <c:v>0.5369178318662613</c:v>
                </c:pt>
                <c:pt idx="224">
                  <c:v>0.56669393867683882</c:v>
                </c:pt>
              </c:numCache>
            </c:numRef>
          </c:val>
          <c:smooth val="0"/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211886848"/>
        <c:axId val="211888384"/>
      </c:lineChart>
      <c:lineChart>
        <c:grouping val="standard"/>
        <c:varyColors val="0"/>
        <c:ser>
          <c:idx val="2"/>
          <c:order val="1"/>
          <c:tx>
            <c:strRef>
              <c:f>PoolRefinancible!$E$2</c:f>
              <c:strCache>
                <c:ptCount val="1"/>
                <c:pt idx="0">
                  <c:v>Conv Refi Index</c:v>
                </c:pt>
              </c:strCache>
            </c:strRef>
          </c:tx>
          <c:spPr>
            <a:ln w="19050">
              <a:solidFill>
                <a:srgbClr val="C3EBD9"/>
              </a:solidFill>
            </a:ln>
          </c:spPr>
          <c:marker>
            <c:symbol val="none"/>
          </c:marker>
          <c:cat>
            <c:numRef>
              <c:f>PoolRefinancible!$B$3:$B$227</c:f>
              <c:numCache>
                <c:formatCode>m/d/yyyy</c:formatCode>
                <c:ptCount val="225"/>
                <c:pt idx="0">
                  <c:v>40549</c:v>
                </c:pt>
                <c:pt idx="1">
                  <c:v>40556</c:v>
                </c:pt>
                <c:pt idx="2">
                  <c:v>40563</c:v>
                </c:pt>
                <c:pt idx="3">
                  <c:v>40570</c:v>
                </c:pt>
                <c:pt idx="4">
                  <c:v>40577</c:v>
                </c:pt>
                <c:pt idx="5">
                  <c:v>40584</c:v>
                </c:pt>
                <c:pt idx="6">
                  <c:v>40591</c:v>
                </c:pt>
                <c:pt idx="7">
                  <c:v>40598</c:v>
                </c:pt>
                <c:pt idx="8">
                  <c:v>40605</c:v>
                </c:pt>
                <c:pt idx="9">
                  <c:v>40612</c:v>
                </c:pt>
                <c:pt idx="10">
                  <c:v>40619</c:v>
                </c:pt>
                <c:pt idx="11">
                  <c:v>40626</c:v>
                </c:pt>
                <c:pt idx="12">
                  <c:v>40633</c:v>
                </c:pt>
                <c:pt idx="13">
                  <c:v>40640</c:v>
                </c:pt>
                <c:pt idx="14">
                  <c:v>40647</c:v>
                </c:pt>
                <c:pt idx="15">
                  <c:v>40654</c:v>
                </c:pt>
                <c:pt idx="16">
                  <c:v>40661</c:v>
                </c:pt>
                <c:pt idx="17">
                  <c:v>40668</c:v>
                </c:pt>
                <c:pt idx="18">
                  <c:v>40675</c:v>
                </c:pt>
                <c:pt idx="19">
                  <c:v>40682</c:v>
                </c:pt>
                <c:pt idx="20">
                  <c:v>40689</c:v>
                </c:pt>
                <c:pt idx="21">
                  <c:v>40696</c:v>
                </c:pt>
                <c:pt idx="22">
                  <c:v>40703</c:v>
                </c:pt>
                <c:pt idx="23">
                  <c:v>40710</c:v>
                </c:pt>
                <c:pt idx="24">
                  <c:v>40717</c:v>
                </c:pt>
                <c:pt idx="25">
                  <c:v>40724</c:v>
                </c:pt>
                <c:pt idx="26">
                  <c:v>40731</c:v>
                </c:pt>
                <c:pt idx="27">
                  <c:v>40738</c:v>
                </c:pt>
                <c:pt idx="28">
                  <c:v>40745</c:v>
                </c:pt>
                <c:pt idx="29">
                  <c:v>40752</c:v>
                </c:pt>
                <c:pt idx="30">
                  <c:v>40759</c:v>
                </c:pt>
                <c:pt idx="31">
                  <c:v>40766</c:v>
                </c:pt>
                <c:pt idx="32">
                  <c:v>40773</c:v>
                </c:pt>
                <c:pt idx="33">
                  <c:v>40780</c:v>
                </c:pt>
                <c:pt idx="34">
                  <c:v>40787</c:v>
                </c:pt>
                <c:pt idx="35">
                  <c:v>40794</c:v>
                </c:pt>
                <c:pt idx="36">
                  <c:v>40801</c:v>
                </c:pt>
                <c:pt idx="37">
                  <c:v>40808</c:v>
                </c:pt>
                <c:pt idx="38">
                  <c:v>40815</c:v>
                </c:pt>
                <c:pt idx="39">
                  <c:v>40822</c:v>
                </c:pt>
                <c:pt idx="40">
                  <c:v>40829</c:v>
                </c:pt>
                <c:pt idx="41">
                  <c:v>40836</c:v>
                </c:pt>
                <c:pt idx="42">
                  <c:v>40843</c:v>
                </c:pt>
                <c:pt idx="43">
                  <c:v>40850</c:v>
                </c:pt>
                <c:pt idx="44">
                  <c:v>40857</c:v>
                </c:pt>
                <c:pt idx="45">
                  <c:v>40864</c:v>
                </c:pt>
                <c:pt idx="46">
                  <c:v>40870</c:v>
                </c:pt>
                <c:pt idx="47">
                  <c:v>40878</c:v>
                </c:pt>
                <c:pt idx="48">
                  <c:v>40885</c:v>
                </c:pt>
                <c:pt idx="49">
                  <c:v>40892</c:v>
                </c:pt>
                <c:pt idx="50">
                  <c:v>40899</c:v>
                </c:pt>
                <c:pt idx="51">
                  <c:v>40906</c:v>
                </c:pt>
                <c:pt idx="52">
                  <c:v>40913</c:v>
                </c:pt>
                <c:pt idx="53">
                  <c:v>40920</c:v>
                </c:pt>
                <c:pt idx="54">
                  <c:v>40927</c:v>
                </c:pt>
                <c:pt idx="55">
                  <c:v>40934</c:v>
                </c:pt>
                <c:pt idx="56">
                  <c:v>40941</c:v>
                </c:pt>
                <c:pt idx="57">
                  <c:v>40948</c:v>
                </c:pt>
                <c:pt idx="58">
                  <c:v>40955</c:v>
                </c:pt>
                <c:pt idx="59">
                  <c:v>40962</c:v>
                </c:pt>
                <c:pt idx="60">
                  <c:v>40969</c:v>
                </c:pt>
                <c:pt idx="61">
                  <c:v>40976</c:v>
                </c:pt>
                <c:pt idx="62">
                  <c:v>40983</c:v>
                </c:pt>
                <c:pt idx="63">
                  <c:v>40990</c:v>
                </c:pt>
                <c:pt idx="64">
                  <c:v>40997</c:v>
                </c:pt>
                <c:pt idx="65">
                  <c:v>41004</c:v>
                </c:pt>
                <c:pt idx="66">
                  <c:v>41011</c:v>
                </c:pt>
                <c:pt idx="67">
                  <c:v>41018</c:v>
                </c:pt>
                <c:pt idx="68">
                  <c:v>41025</c:v>
                </c:pt>
                <c:pt idx="69">
                  <c:v>41032</c:v>
                </c:pt>
                <c:pt idx="70">
                  <c:v>41039</c:v>
                </c:pt>
                <c:pt idx="71">
                  <c:v>41046</c:v>
                </c:pt>
                <c:pt idx="72">
                  <c:v>41053</c:v>
                </c:pt>
                <c:pt idx="73">
                  <c:v>41060</c:v>
                </c:pt>
                <c:pt idx="74">
                  <c:v>41067</c:v>
                </c:pt>
                <c:pt idx="75">
                  <c:v>41074</c:v>
                </c:pt>
                <c:pt idx="76">
                  <c:v>41081</c:v>
                </c:pt>
                <c:pt idx="77">
                  <c:v>41088</c:v>
                </c:pt>
                <c:pt idx="78">
                  <c:v>41095</c:v>
                </c:pt>
                <c:pt idx="79">
                  <c:v>41102</c:v>
                </c:pt>
                <c:pt idx="80">
                  <c:v>41109</c:v>
                </c:pt>
                <c:pt idx="81">
                  <c:v>41116</c:v>
                </c:pt>
                <c:pt idx="82">
                  <c:v>41123</c:v>
                </c:pt>
                <c:pt idx="83">
                  <c:v>41130</c:v>
                </c:pt>
                <c:pt idx="84">
                  <c:v>41137</c:v>
                </c:pt>
                <c:pt idx="85">
                  <c:v>41144</c:v>
                </c:pt>
                <c:pt idx="86">
                  <c:v>41151</c:v>
                </c:pt>
                <c:pt idx="87">
                  <c:v>41158</c:v>
                </c:pt>
                <c:pt idx="88">
                  <c:v>41165</c:v>
                </c:pt>
                <c:pt idx="89">
                  <c:v>41172</c:v>
                </c:pt>
                <c:pt idx="90">
                  <c:v>41179</c:v>
                </c:pt>
                <c:pt idx="91">
                  <c:v>41186</c:v>
                </c:pt>
                <c:pt idx="92">
                  <c:v>41193</c:v>
                </c:pt>
                <c:pt idx="93">
                  <c:v>41200</c:v>
                </c:pt>
                <c:pt idx="94">
                  <c:v>41207</c:v>
                </c:pt>
                <c:pt idx="95">
                  <c:v>41214</c:v>
                </c:pt>
                <c:pt idx="96">
                  <c:v>41221</c:v>
                </c:pt>
                <c:pt idx="97">
                  <c:v>41228</c:v>
                </c:pt>
                <c:pt idx="98">
                  <c:v>41234</c:v>
                </c:pt>
                <c:pt idx="99">
                  <c:v>41242</c:v>
                </c:pt>
                <c:pt idx="100">
                  <c:v>41249</c:v>
                </c:pt>
                <c:pt idx="101">
                  <c:v>41256</c:v>
                </c:pt>
                <c:pt idx="102">
                  <c:v>41263</c:v>
                </c:pt>
                <c:pt idx="103">
                  <c:v>41270</c:v>
                </c:pt>
                <c:pt idx="104">
                  <c:v>41277</c:v>
                </c:pt>
                <c:pt idx="105">
                  <c:v>41284</c:v>
                </c:pt>
                <c:pt idx="106">
                  <c:v>41291</c:v>
                </c:pt>
                <c:pt idx="107">
                  <c:v>41298</c:v>
                </c:pt>
                <c:pt idx="108">
                  <c:v>41305</c:v>
                </c:pt>
                <c:pt idx="109">
                  <c:v>41312</c:v>
                </c:pt>
                <c:pt idx="110">
                  <c:v>41319</c:v>
                </c:pt>
                <c:pt idx="111">
                  <c:v>41326</c:v>
                </c:pt>
                <c:pt idx="112">
                  <c:v>41333</c:v>
                </c:pt>
                <c:pt idx="113">
                  <c:v>41340</c:v>
                </c:pt>
                <c:pt idx="114">
                  <c:v>41347</c:v>
                </c:pt>
                <c:pt idx="115">
                  <c:v>41354</c:v>
                </c:pt>
                <c:pt idx="116">
                  <c:v>41361</c:v>
                </c:pt>
                <c:pt idx="117">
                  <c:v>41368</c:v>
                </c:pt>
                <c:pt idx="118">
                  <c:v>41375</c:v>
                </c:pt>
                <c:pt idx="119">
                  <c:v>41382</c:v>
                </c:pt>
                <c:pt idx="120">
                  <c:v>41389</c:v>
                </c:pt>
                <c:pt idx="121">
                  <c:v>41396</c:v>
                </c:pt>
                <c:pt idx="122">
                  <c:v>41403</c:v>
                </c:pt>
                <c:pt idx="123">
                  <c:v>41410</c:v>
                </c:pt>
                <c:pt idx="124">
                  <c:v>41417</c:v>
                </c:pt>
                <c:pt idx="125">
                  <c:v>41424</c:v>
                </c:pt>
                <c:pt idx="126">
                  <c:v>41431</c:v>
                </c:pt>
                <c:pt idx="127">
                  <c:v>41438</c:v>
                </c:pt>
                <c:pt idx="128">
                  <c:v>41445</c:v>
                </c:pt>
                <c:pt idx="129">
                  <c:v>41452</c:v>
                </c:pt>
                <c:pt idx="130">
                  <c:v>41458</c:v>
                </c:pt>
                <c:pt idx="131">
                  <c:v>41466</c:v>
                </c:pt>
                <c:pt idx="132">
                  <c:v>41473</c:v>
                </c:pt>
                <c:pt idx="133">
                  <c:v>41480</c:v>
                </c:pt>
                <c:pt idx="134">
                  <c:v>41487</c:v>
                </c:pt>
                <c:pt idx="135">
                  <c:v>41494</c:v>
                </c:pt>
                <c:pt idx="136">
                  <c:v>41501</c:v>
                </c:pt>
                <c:pt idx="137">
                  <c:v>41508</c:v>
                </c:pt>
                <c:pt idx="138">
                  <c:v>41515</c:v>
                </c:pt>
                <c:pt idx="139">
                  <c:v>41522</c:v>
                </c:pt>
                <c:pt idx="140">
                  <c:v>41529</c:v>
                </c:pt>
                <c:pt idx="141">
                  <c:v>41536</c:v>
                </c:pt>
                <c:pt idx="142">
                  <c:v>41543</c:v>
                </c:pt>
                <c:pt idx="143">
                  <c:v>41550</c:v>
                </c:pt>
                <c:pt idx="144">
                  <c:v>41557</c:v>
                </c:pt>
                <c:pt idx="145">
                  <c:v>41564</c:v>
                </c:pt>
                <c:pt idx="146">
                  <c:v>41571</c:v>
                </c:pt>
                <c:pt idx="147">
                  <c:v>41578</c:v>
                </c:pt>
                <c:pt idx="148">
                  <c:v>41585</c:v>
                </c:pt>
                <c:pt idx="149">
                  <c:v>41592</c:v>
                </c:pt>
                <c:pt idx="150">
                  <c:v>41599</c:v>
                </c:pt>
                <c:pt idx="151">
                  <c:v>41605</c:v>
                </c:pt>
                <c:pt idx="152">
                  <c:v>41613</c:v>
                </c:pt>
                <c:pt idx="153">
                  <c:v>41620</c:v>
                </c:pt>
                <c:pt idx="154">
                  <c:v>41627</c:v>
                </c:pt>
                <c:pt idx="155">
                  <c:v>41634</c:v>
                </c:pt>
                <c:pt idx="156">
                  <c:v>41641</c:v>
                </c:pt>
                <c:pt idx="157">
                  <c:v>41648</c:v>
                </c:pt>
                <c:pt idx="158">
                  <c:v>41655</c:v>
                </c:pt>
                <c:pt idx="159">
                  <c:v>41662</c:v>
                </c:pt>
                <c:pt idx="160">
                  <c:v>41669</c:v>
                </c:pt>
                <c:pt idx="161">
                  <c:v>41676</c:v>
                </c:pt>
                <c:pt idx="162">
                  <c:v>41683</c:v>
                </c:pt>
                <c:pt idx="163">
                  <c:v>41690</c:v>
                </c:pt>
                <c:pt idx="164">
                  <c:v>41697</c:v>
                </c:pt>
                <c:pt idx="165">
                  <c:v>41704</c:v>
                </c:pt>
                <c:pt idx="166">
                  <c:v>41711</c:v>
                </c:pt>
                <c:pt idx="167">
                  <c:v>41718</c:v>
                </c:pt>
                <c:pt idx="168">
                  <c:v>41725</c:v>
                </c:pt>
                <c:pt idx="169">
                  <c:v>41732</c:v>
                </c:pt>
                <c:pt idx="170">
                  <c:v>41739</c:v>
                </c:pt>
                <c:pt idx="171">
                  <c:v>41746</c:v>
                </c:pt>
                <c:pt idx="172">
                  <c:v>41753</c:v>
                </c:pt>
                <c:pt idx="173">
                  <c:v>41760</c:v>
                </c:pt>
                <c:pt idx="174">
                  <c:v>41767</c:v>
                </c:pt>
                <c:pt idx="175">
                  <c:v>41774</c:v>
                </c:pt>
                <c:pt idx="176">
                  <c:v>41781</c:v>
                </c:pt>
                <c:pt idx="177">
                  <c:v>41788</c:v>
                </c:pt>
                <c:pt idx="178">
                  <c:v>41795</c:v>
                </c:pt>
                <c:pt idx="179">
                  <c:v>41802</c:v>
                </c:pt>
                <c:pt idx="180">
                  <c:v>41809</c:v>
                </c:pt>
                <c:pt idx="181">
                  <c:v>41816</c:v>
                </c:pt>
                <c:pt idx="182">
                  <c:v>41823</c:v>
                </c:pt>
                <c:pt idx="183">
                  <c:v>41830</c:v>
                </c:pt>
                <c:pt idx="184">
                  <c:v>41837</c:v>
                </c:pt>
                <c:pt idx="185">
                  <c:v>41844</c:v>
                </c:pt>
                <c:pt idx="186">
                  <c:v>41851</c:v>
                </c:pt>
                <c:pt idx="187">
                  <c:v>41858</c:v>
                </c:pt>
                <c:pt idx="188">
                  <c:v>41865</c:v>
                </c:pt>
                <c:pt idx="189">
                  <c:v>41872</c:v>
                </c:pt>
                <c:pt idx="190">
                  <c:v>41879</c:v>
                </c:pt>
                <c:pt idx="191">
                  <c:v>41886</c:v>
                </c:pt>
                <c:pt idx="192">
                  <c:v>41893</c:v>
                </c:pt>
                <c:pt idx="193">
                  <c:v>41900</c:v>
                </c:pt>
                <c:pt idx="194">
                  <c:v>41907</c:v>
                </c:pt>
                <c:pt idx="195">
                  <c:v>41914</c:v>
                </c:pt>
                <c:pt idx="196">
                  <c:v>41921</c:v>
                </c:pt>
                <c:pt idx="197">
                  <c:v>41928</c:v>
                </c:pt>
                <c:pt idx="198">
                  <c:v>41935</c:v>
                </c:pt>
                <c:pt idx="199">
                  <c:v>41942</c:v>
                </c:pt>
                <c:pt idx="200">
                  <c:v>41949</c:v>
                </c:pt>
                <c:pt idx="201">
                  <c:v>41956</c:v>
                </c:pt>
                <c:pt idx="202">
                  <c:v>41963</c:v>
                </c:pt>
                <c:pt idx="203">
                  <c:v>41969</c:v>
                </c:pt>
                <c:pt idx="204">
                  <c:v>41977</c:v>
                </c:pt>
                <c:pt idx="205">
                  <c:v>41984</c:v>
                </c:pt>
                <c:pt idx="206">
                  <c:v>41991</c:v>
                </c:pt>
                <c:pt idx="207">
                  <c:v>41997</c:v>
                </c:pt>
                <c:pt idx="208">
                  <c:v>42004</c:v>
                </c:pt>
                <c:pt idx="209">
                  <c:v>42012</c:v>
                </c:pt>
                <c:pt idx="210">
                  <c:v>42019</c:v>
                </c:pt>
                <c:pt idx="211">
                  <c:v>42026</c:v>
                </c:pt>
                <c:pt idx="212">
                  <c:v>42033</c:v>
                </c:pt>
                <c:pt idx="213">
                  <c:v>42040</c:v>
                </c:pt>
                <c:pt idx="214">
                  <c:v>42047</c:v>
                </c:pt>
                <c:pt idx="215">
                  <c:v>42054</c:v>
                </c:pt>
                <c:pt idx="216">
                  <c:v>42061</c:v>
                </c:pt>
                <c:pt idx="217">
                  <c:v>42068</c:v>
                </c:pt>
                <c:pt idx="218">
                  <c:v>42075</c:v>
                </c:pt>
                <c:pt idx="219">
                  <c:v>42082</c:v>
                </c:pt>
                <c:pt idx="220">
                  <c:v>42089</c:v>
                </c:pt>
                <c:pt idx="221">
                  <c:v>42096</c:v>
                </c:pt>
                <c:pt idx="222">
                  <c:v>42103</c:v>
                </c:pt>
                <c:pt idx="223">
                  <c:v>42110</c:v>
                </c:pt>
                <c:pt idx="224">
                  <c:v>42117</c:v>
                </c:pt>
              </c:numCache>
            </c:numRef>
          </c:cat>
          <c:val>
            <c:numRef>
              <c:f>PoolRefinancible!$E$3:$E$227</c:f>
              <c:numCache>
                <c:formatCode>General</c:formatCode>
                <c:ptCount val="225"/>
                <c:pt idx="0">
                  <c:v>2344.3000000000002</c:v>
                </c:pt>
                <c:pt idx="1">
                  <c:v>2528.6999999999998</c:v>
                </c:pt>
                <c:pt idx="2">
                  <c:v>2129.6999999999998</c:v>
                </c:pt>
                <c:pt idx="3">
                  <c:v>2371.1</c:v>
                </c:pt>
                <c:pt idx="4">
                  <c:v>2190.4</c:v>
                </c:pt>
                <c:pt idx="5">
                  <c:v>1953.2</c:v>
                </c:pt>
                <c:pt idx="6">
                  <c:v>2325.3000000000002</c:v>
                </c:pt>
                <c:pt idx="7">
                  <c:v>2155.5</c:v>
                </c:pt>
                <c:pt idx="8">
                  <c:v>2539.4</c:v>
                </c:pt>
                <c:pt idx="9">
                  <c:v>2563.6</c:v>
                </c:pt>
                <c:pt idx="10">
                  <c:v>2620.8000000000002</c:v>
                </c:pt>
                <c:pt idx="11">
                  <c:v>2350.6999999999998</c:v>
                </c:pt>
                <c:pt idx="12">
                  <c:v>2194.4</c:v>
                </c:pt>
                <c:pt idx="13">
                  <c:v>2010.6</c:v>
                </c:pt>
                <c:pt idx="14">
                  <c:v>2065.3000000000002</c:v>
                </c:pt>
                <c:pt idx="15">
                  <c:v>2091.4</c:v>
                </c:pt>
                <c:pt idx="16">
                  <c:v>2220.1</c:v>
                </c:pt>
                <c:pt idx="17">
                  <c:v>2414.9</c:v>
                </c:pt>
                <c:pt idx="18">
                  <c:v>2742.2</c:v>
                </c:pt>
                <c:pt idx="19">
                  <c:v>2764.6</c:v>
                </c:pt>
                <c:pt idx="20">
                  <c:v>2619.6999999999998</c:v>
                </c:pt>
                <c:pt idx="21">
                  <c:v>2648</c:v>
                </c:pt>
                <c:pt idx="22">
                  <c:v>3101.7</c:v>
                </c:pt>
                <c:pt idx="23">
                  <c:v>2857.9</c:v>
                </c:pt>
                <c:pt idx="24">
                  <c:v>2809.5</c:v>
                </c:pt>
                <c:pt idx="25">
                  <c:v>2527.5</c:v>
                </c:pt>
                <c:pt idx="26">
                  <c:v>2362.6999999999998</c:v>
                </c:pt>
                <c:pt idx="27">
                  <c:v>2923.8</c:v>
                </c:pt>
                <c:pt idx="28">
                  <c:v>2769.6</c:v>
                </c:pt>
                <c:pt idx="29">
                  <c:v>2974.1</c:v>
                </c:pt>
                <c:pt idx="30">
                  <c:v>3880.9</c:v>
                </c:pt>
                <c:pt idx="31">
                  <c:v>4184.3999999999996</c:v>
                </c:pt>
                <c:pt idx="32">
                  <c:v>4110.8</c:v>
                </c:pt>
                <c:pt idx="33">
                  <c:v>3601.3</c:v>
                </c:pt>
                <c:pt idx="34">
                  <c:v>3372</c:v>
                </c:pt>
                <c:pt idx="35">
                  <c:v>3571.7</c:v>
                </c:pt>
                <c:pt idx="36">
                  <c:v>4033.8</c:v>
                </c:pt>
                <c:pt idx="37">
                  <c:v>4512.1000000000004</c:v>
                </c:pt>
                <c:pt idx="38">
                  <c:v>4241.8</c:v>
                </c:pt>
                <c:pt idx="39">
                  <c:v>4251.1000000000004</c:v>
                </c:pt>
                <c:pt idx="40">
                  <c:v>3553.2</c:v>
                </c:pt>
                <c:pt idx="41">
                  <c:v>3719.3</c:v>
                </c:pt>
                <c:pt idx="42">
                  <c:v>3695</c:v>
                </c:pt>
                <c:pt idx="43">
                  <c:v>4137.6000000000004</c:v>
                </c:pt>
                <c:pt idx="44">
                  <c:v>3664.5</c:v>
                </c:pt>
                <c:pt idx="45">
                  <c:v>3466.8</c:v>
                </c:pt>
                <c:pt idx="46">
                  <c:v>#N/A</c:v>
                </c:pt>
                <c:pt idx="47">
                  <c:v>3394.7</c:v>
                </c:pt>
                <c:pt idx="48">
                  <c:v>3708.6</c:v>
                </c:pt>
                <c:pt idx="49">
                  <c:v>3676.1</c:v>
                </c:pt>
                <c:pt idx="50">
                  <c:v>3684.5</c:v>
                </c:pt>
                <c:pt idx="51">
                  <c:v>3608.1</c:v>
                </c:pt>
                <c:pt idx="52">
                  <c:v>3668.3</c:v>
                </c:pt>
                <c:pt idx="53">
                  <c:v>4626.5</c:v>
                </c:pt>
                <c:pt idx="54">
                  <c:v>4326.3999999999996</c:v>
                </c:pt>
                <c:pt idx="55">
                  <c:v>4184.3</c:v>
                </c:pt>
                <c:pt idx="56">
                  <c:v>4617.1000000000004</c:v>
                </c:pt>
                <c:pt idx="57">
                  <c:v>4716.1000000000004</c:v>
                </c:pt>
                <c:pt idx="58">
                  <c:v>4466.8999999999996</c:v>
                </c:pt>
                <c:pt idx="59">
                  <c:v>4379.1000000000004</c:v>
                </c:pt>
                <c:pt idx="60">
                  <c:v>4277.6000000000004</c:v>
                </c:pt>
                <c:pt idx="61">
                  <c:v>4063.4</c:v>
                </c:pt>
                <c:pt idx="62">
                  <c:v>3715.2</c:v>
                </c:pt>
                <c:pt idx="63">
                  <c:v>3588.4</c:v>
                </c:pt>
                <c:pt idx="64">
                  <c:v>3699.5</c:v>
                </c:pt>
                <c:pt idx="65">
                  <c:v>3549.3</c:v>
                </c:pt>
                <c:pt idx="66">
                  <c:v>4144.3</c:v>
                </c:pt>
                <c:pt idx="67">
                  <c:v>3892.2</c:v>
                </c:pt>
                <c:pt idx="68">
                  <c:v>3856</c:v>
                </c:pt>
                <c:pt idx="69">
                  <c:v>3924.4</c:v>
                </c:pt>
                <c:pt idx="70">
                  <c:v>4482</c:v>
                </c:pt>
                <c:pt idx="71">
                  <c:v>4732</c:v>
                </c:pt>
                <c:pt idx="72">
                  <c:v>4675.8999999999996</c:v>
                </c:pt>
                <c:pt idx="73">
                  <c:v>4736</c:v>
                </c:pt>
                <c:pt idx="74">
                  <c:v>5590</c:v>
                </c:pt>
                <c:pt idx="75">
                  <c:v>4719.6000000000004</c:v>
                </c:pt>
                <c:pt idx="76">
                  <c:v>4585.8</c:v>
                </c:pt>
                <c:pt idx="77">
                  <c:v>4372.2</c:v>
                </c:pt>
                <c:pt idx="78">
                  <c:v>4267.8999999999996</c:v>
                </c:pt>
                <c:pt idx="79">
                  <c:v>5246.8</c:v>
                </c:pt>
                <c:pt idx="80">
                  <c:v>5383.1</c:v>
                </c:pt>
                <c:pt idx="81">
                  <c:v>5492.1</c:v>
                </c:pt>
                <c:pt idx="82">
                  <c:v>5444.3</c:v>
                </c:pt>
                <c:pt idx="83">
                  <c:v>5172.2</c:v>
                </c:pt>
                <c:pt idx="84">
                  <c:v>4671.1000000000004</c:v>
                </c:pt>
                <c:pt idx="85">
                  <c:v>4414.6000000000004</c:v>
                </c:pt>
                <c:pt idx="86">
                  <c:v>4274.8</c:v>
                </c:pt>
                <c:pt idx="87">
                  <c:v>4779.1000000000004</c:v>
                </c:pt>
                <c:pt idx="88">
                  <c:v>4823.3</c:v>
                </c:pt>
                <c:pt idx="89">
                  <c:v>4979</c:v>
                </c:pt>
                <c:pt idx="90">
                  <c:v>5965.5</c:v>
                </c:pt>
                <c:pt idx="91">
                  <c:v>5892.5</c:v>
                </c:pt>
                <c:pt idx="92">
                  <c:v>5572.2</c:v>
                </c:pt>
                <c:pt idx="93">
                  <c:v>4847.2</c:v>
                </c:pt>
                <c:pt idx="94">
                  <c:v>4550.7</c:v>
                </c:pt>
                <c:pt idx="95">
                  <c:v>4297.7</c:v>
                </c:pt>
                <c:pt idx="96">
                  <c:v>4856.1000000000004</c:v>
                </c:pt>
                <c:pt idx="97">
                  <c:v>4702.3999999999996</c:v>
                </c:pt>
                <c:pt idx="98">
                  <c:v>#N/A</c:v>
                </c:pt>
                <c:pt idx="99">
                  <c:v>4943</c:v>
                </c:pt>
                <c:pt idx="100">
                  <c:v>5368.1</c:v>
                </c:pt>
                <c:pt idx="101">
                  <c:v>4564.3999999999996</c:v>
                </c:pt>
                <c:pt idx="102">
                  <c:v>3983.2</c:v>
                </c:pt>
                <c:pt idx="103">
                  <c:v>3488.9</c:v>
                </c:pt>
                <c:pt idx="104">
                  <c:v>3896.4</c:v>
                </c:pt>
                <c:pt idx="105">
                  <c:v>4554.3999999999996</c:v>
                </c:pt>
                <c:pt idx="106">
                  <c:v>4937.3999999999996</c:v>
                </c:pt>
                <c:pt idx="107">
                  <c:v>4433.6000000000004</c:v>
                </c:pt>
                <c:pt idx="108">
                  <c:v>4579</c:v>
                </c:pt>
                <c:pt idx="109">
                  <c:v>4284.3</c:v>
                </c:pt>
                <c:pt idx="110">
                  <c:v>4261.8</c:v>
                </c:pt>
                <c:pt idx="111">
                  <c:v>4136.3</c:v>
                </c:pt>
                <c:pt idx="112">
                  <c:v>4724.8999999999996</c:v>
                </c:pt>
                <c:pt idx="113">
                  <c:v>4485.2</c:v>
                </c:pt>
                <c:pt idx="114">
                  <c:v>4111.3</c:v>
                </c:pt>
                <c:pt idx="115">
                  <c:v>4412.8999999999996</c:v>
                </c:pt>
                <c:pt idx="116">
                  <c:v>4119.2</c:v>
                </c:pt>
                <c:pt idx="117">
                  <c:v>4528.8999999999996</c:v>
                </c:pt>
                <c:pt idx="118">
                  <c:v>4726.8999999999996</c:v>
                </c:pt>
                <c:pt idx="119">
                  <c:v>4672.1000000000004</c:v>
                </c:pt>
                <c:pt idx="120">
                  <c:v>4854.1000000000004</c:v>
                </c:pt>
                <c:pt idx="121">
                  <c:v>5279.9</c:v>
                </c:pt>
                <c:pt idx="122">
                  <c:v>4797.2</c:v>
                </c:pt>
                <c:pt idx="123">
                  <c:v>4241.5</c:v>
                </c:pt>
                <c:pt idx="124">
                  <c:v>3709.4</c:v>
                </c:pt>
                <c:pt idx="125">
                  <c:v>3163.6</c:v>
                </c:pt>
                <c:pt idx="126">
                  <c:v>3339.8</c:v>
                </c:pt>
                <c:pt idx="127">
                  <c:v>3214.4</c:v>
                </c:pt>
                <c:pt idx="128">
                  <c:v>3040.1</c:v>
                </c:pt>
                <c:pt idx="129">
                  <c:v>2573.4</c:v>
                </c:pt>
                <c:pt idx="130">
                  <c:v>#N/A</c:v>
                </c:pt>
                <c:pt idx="131">
                  <c:v>2242.1999999999998</c:v>
                </c:pt>
                <c:pt idx="132">
                  <c:v>2288</c:v>
                </c:pt>
                <c:pt idx="133">
                  <c:v>2218.3000000000002</c:v>
                </c:pt>
                <c:pt idx="134">
                  <c:v>2228.9</c:v>
                </c:pt>
                <c:pt idx="135">
                  <c:v>2110.6</c:v>
                </c:pt>
                <c:pt idx="136">
                  <c:v>1935.1</c:v>
                </c:pt>
                <c:pt idx="137">
                  <c:v>1842.6</c:v>
                </c:pt>
                <c:pt idx="138">
                  <c:v>1909</c:v>
                </c:pt>
                <c:pt idx="139">
                  <c:v>1512.9</c:v>
                </c:pt>
                <c:pt idx="140">
                  <c:v>1814</c:v>
                </c:pt>
                <c:pt idx="141">
                  <c:v>1922.9</c:v>
                </c:pt>
                <c:pt idx="142">
                  <c:v>1956.6</c:v>
                </c:pt>
                <c:pt idx="143">
                  <c:v>2025.3</c:v>
                </c:pt>
                <c:pt idx="144">
                  <c:v>2102.6999999999998</c:v>
                </c:pt>
                <c:pt idx="145">
                  <c:v>2033.7</c:v>
                </c:pt>
                <c:pt idx="146">
                  <c:v>2211.8000000000002</c:v>
                </c:pt>
                <c:pt idx="147">
                  <c:v>2105.6</c:v>
                </c:pt>
                <c:pt idx="148">
                  <c:v>2056.9</c:v>
                </c:pt>
                <c:pt idx="149">
                  <c:v>1903.5</c:v>
                </c:pt>
                <c:pt idx="150">
                  <c:v>1917.2</c:v>
                </c:pt>
                <c:pt idx="151">
                  <c:v>#N/A</c:v>
                </c:pt>
                <c:pt idx="152">
                  <c:v>1599.4</c:v>
                </c:pt>
                <c:pt idx="153">
                  <c:v>1529.8</c:v>
                </c:pt>
                <c:pt idx="154">
                  <c:v>1426.7</c:v>
                </c:pt>
                <c:pt idx="155">
                  <c:v>1277.8</c:v>
                </c:pt>
                <c:pt idx="156">
                  <c:v>1352.7</c:v>
                </c:pt>
                <c:pt idx="157">
                  <c:v>1507</c:v>
                </c:pt>
                <c:pt idx="158">
                  <c:v>1675.8</c:v>
                </c:pt>
                <c:pt idx="159">
                  <c:v>1601.2</c:v>
                </c:pt>
                <c:pt idx="160">
                  <c:v>1667.5</c:v>
                </c:pt>
                <c:pt idx="161">
                  <c:v>1674.2</c:v>
                </c:pt>
                <c:pt idx="162">
                  <c:v>1650.6</c:v>
                </c:pt>
                <c:pt idx="163">
                  <c:v>1442.3</c:v>
                </c:pt>
                <c:pt idx="164">
                  <c:v>1600.6</c:v>
                </c:pt>
                <c:pt idx="165">
                  <c:v>1528</c:v>
                </c:pt>
                <c:pt idx="166">
                  <c:v>1552.1</c:v>
                </c:pt>
                <c:pt idx="167">
                  <c:v>1426.3</c:v>
                </c:pt>
                <c:pt idx="168">
                  <c:v>1383.5</c:v>
                </c:pt>
                <c:pt idx="169">
                  <c:v>1324.7</c:v>
                </c:pt>
                <c:pt idx="170">
                  <c:v>1429.9</c:v>
                </c:pt>
                <c:pt idx="171">
                  <c:v>1370.9</c:v>
                </c:pt>
                <c:pt idx="172">
                  <c:v>1298.0999999999999</c:v>
                </c:pt>
                <c:pt idx="173">
                  <c:v>1323.9</c:v>
                </c:pt>
                <c:pt idx="174">
                  <c:v>1400.9</c:v>
                </c:pt>
                <c:pt idx="175">
                  <c:v>1460.6</c:v>
                </c:pt>
                <c:pt idx="176">
                  <c:v>1453.4</c:v>
                </c:pt>
                <c:pt idx="177">
                  <c:v>1382.6</c:v>
                </c:pt>
                <c:pt idx="178">
                  <c:v>1516.9</c:v>
                </c:pt>
                <c:pt idx="179">
                  <c:v>1321.3</c:v>
                </c:pt>
                <c:pt idx="180">
                  <c:v>1333.5</c:v>
                </c:pt>
                <c:pt idx="181">
                  <c:v>1341.8</c:v>
                </c:pt>
                <c:pt idx="182">
                  <c:v>1346.8</c:v>
                </c:pt>
                <c:pt idx="183">
                  <c:v>1329.7</c:v>
                </c:pt>
                <c:pt idx="184">
                  <c:v>1400.7</c:v>
                </c:pt>
                <c:pt idx="185">
                  <c:v>1327.5</c:v>
                </c:pt>
                <c:pt idx="186">
                  <c:v>1373.9</c:v>
                </c:pt>
                <c:pt idx="187">
                  <c:v>1342.6</c:v>
                </c:pt>
                <c:pt idx="188">
                  <c:v>1404.9</c:v>
                </c:pt>
                <c:pt idx="189">
                  <c:v>1439.4</c:v>
                </c:pt>
                <c:pt idx="190">
                  <c:v>1436</c:v>
                </c:pt>
                <c:pt idx="191">
                  <c:v>1275.8</c:v>
                </c:pt>
                <c:pt idx="192">
                  <c:v>1398.4</c:v>
                </c:pt>
                <c:pt idx="193">
                  <c:v>1335.1</c:v>
                </c:pt>
                <c:pt idx="194">
                  <c:v>1326.2</c:v>
                </c:pt>
                <c:pt idx="195">
                  <c:v>1387.1</c:v>
                </c:pt>
                <c:pt idx="196">
                  <c:v>1560.6</c:v>
                </c:pt>
                <c:pt idx="197">
                  <c:v>1898.2</c:v>
                </c:pt>
                <c:pt idx="198">
                  <c:v>1713.6</c:v>
                </c:pt>
                <c:pt idx="199">
                  <c:v>1604.8</c:v>
                </c:pt>
                <c:pt idx="200">
                  <c:v>1565.3</c:v>
                </c:pt>
                <c:pt idx="201">
                  <c:v>1563.2</c:v>
                </c:pt>
                <c:pt idx="202">
                  <c:v>1547.9</c:v>
                </c:pt>
                <c:pt idx="203">
                  <c:v>#N/A</c:v>
                </c:pt>
                <c:pt idx="204">
                  <c:v>1548.6</c:v>
                </c:pt>
                <c:pt idx="205">
                  <c:v>1518.8</c:v>
                </c:pt>
                <c:pt idx="206">
                  <c:v>1538.7</c:v>
                </c:pt>
                <c:pt idx="207">
                  <c:v>#N/A</c:v>
                </c:pt>
                <c:pt idx="208">
                  <c:v>#N/A</c:v>
                </c:pt>
                <c:pt idx="209">
                  <c:v>2271.5</c:v>
                </c:pt>
                <c:pt idx="210">
                  <c:v>2799.3</c:v>
                </c:pt>
                <c:pt idx="211">
                  <c:v>2572.3000000000002</c:v>
                </c:pt>
                <c:pt idx="212">
                  <c:v>2584.8000000000002</c:v>
                </c:pt>
                <c:pt idx="213">
                  <c:v>2291.3000000000002</c:v>
                </c:pt>
                <c:pt idx="214">
                  <c:v>1904.2</c:v>
                </c:pt>
                <c:pt idx="215">
                  <c:v>1703.1</c:v>
                </c:pt>
                <c:pt idx="216">
                  <c:v>1740.3</c:v>
                </c:pt>
                <c:pt idx="217">
                  <c:v>1685.7</c:v>
                </c:pt>
                <c:pt idx="218">
                  <c:v>1623.6</c:v>
                </c:pt>
                <c:pt idx="219">
                  <c:v>1860.8</c:v>
                </c:pt>
                <c:pt idx="220">
                  <c:v>1941.6</c:v>
                </c:pt>
                <c:pt idx="221">
                  <c:v>1854.7</c:v>
                </c:pt>
                <c:pt idx="222">
                  <c:v>1804.6</c:v>
                </c:pt>
                <c:pt idx="223">
                  <c:v>1817</c:v>
                </c:pt>
                <c:pt idx="224">
                  <c:v>#N/A</c:v>
                </c:pt>
              </c:numCache>
            </c:numRef>
          </c:val>
          <c:smooth val="0"/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211896576"/>
        <c:axId val="211894656"/>
      </c:lineChart>
      <c:dateAx>
        <c:axId val="211886848"/>
        <c:scaling>
          <c:orientation val="minMax"/>
        </c:scaling>
        <c:delete val="0"/>
        <c:axPos val="b"/>
        <c:numFmt formatCode="m/d/yyyy" sourceLinked="1"/>
        <c:majorTickMark val="out"/>
        <c:minorTickMark val="none"/>
        <c:tickLblPos val="nextTo"/>
        <c:crossAx val="211888384"/>
        <c:crosses val="autoZero"/>
        <c:auto val="1"/>
        <c:lblOffset val="100"/>
        <c:baseTimeUnit val="days"/>
        <c:majorUnit val="6"/>
        <c:majorTimeUnit val="months"/>
      </c:dateAx>
      <c:valAx>
        <c:axId val="211888384"/>
        <c:scaling>
          <c:orientation val="minMax"/>
          <c:max val="1"/>
        </c:scaling>
        <c:delete val="0"/>
        <c:axPos val="l"/>
        <c:majorGridlines/>
        <c:title>
          <c:tx>
            <c:rich>
              <a:bodyPr rot="-5400000" vert="horz"/>
              <a:lstStyle/>
              <a:p>
                <a:pPr>
                  <a:defRPr/>
                </a:pPr>
                <a:r>
                  <a:rPr lang="en-US"/>
                  <a:t>Refinancible Percentage</a:t>
                </a:r>
              </a:p>
            </c:rich>
          </c:tx>
          <c:layout/>
          <c:overlay val="0"/>
        </c:title>
        <c:numFmt formatCode="0%" sourceLinked="1"/>
        <c:majorTickMark val="out"/>
        <c:minorTickMark val="none"/>
        <c:tickLblPos val="nextTo"/>
        <c:crossAx val="211886848"/>
        <c:crosses val="autoZero"/>
        <c:crossBetween val="between"/>
        <c:majorUnit val="0.2"/>
      </c:valAx>
      <c:valAx>
        <c:axId val="211894656"/>
        <c:scaling>
          <c:orientation val="minMax"/>
        </c:scaling>
        <c:delete val="0"/>
        <c:axPos val="r"/>
        <c:title>
          <c:tx>
            <c:rich>
              <a:bodyPr rot="-5400000" vert="horz"/>
              <a:lstStyle/>
              <a:p>
                <a:pPr>
                  <a:defRPr/>
                </a:pPr>
                <a:r>
                  <a:rPr lang="en-US"/>
                  <a:t>Refi Index</a:t>
                </a:r>
              </a:p>
            </c:rich>
          </c:tx>
          <c:layout/>
          <c:overlay val="0"/>
        </c:title>
        <c:numFmt formatCode="General" sourceLinked="1"/>
        <c:majorTickMark val="out"/>
        <c:minorTickMark val="none"/>
        <c:tickLblPos val="nextTo"/>
        <c:crossAx val="211896576"/>
        <c:crosses val="max"/>
        <c:crossBetween val="between"/>
      </c:valAx>
      <c:dateAx>
        <c:axId val="211896576"/>
        <c:scaling>
          <c:orientation val="minMax"/>
        </c:scaling>
        <c:delete val="1"/>
        <c:axPos val="b"/>
        <c:numFmt formatCode="m/d/yyyy" sourceLinked="1"/>
        <c:majorTickMark val="out"/>
        <c:minorTickMark val="none"/>
        <c:tickLblPos val="nextTo"/>
        <c:crossAx val="211894656"/>
        <c:crosses val="autoZero"/>
        <c:auto val="1"/>
        <c:lblOffset val="100"/>
        <c:baseTimeUnit val="days"/>
      </c:dateAx>
    </c:plotArea>
    <c:legend>
      <c:legendPos val="b"/>
      <c:layout/>
      <c:overlay val="0"/>
    </c:legend>
    <c:plotVisOnly val="1"/>
    <c:dispBlanksAs val="gap"/>
    <c:showDLblsOverMax val="0"/>
  </c:chart>
  <c:spPr>
    <a:solidFill>
      <a:schemeClr val="bg1"/>
    </a:solidFill>
  </c:spPr>
  <c:externalData r:id="rId1">
    <c:autoUpdate val="0"/>
  </c:externalData>
</c:chartSpace>
</file>

<file path=ppt/charts/chart1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0"/>
    <c:plotArea>
      <c:layout/>
      <c:lineChart>
        <c:grouping val="standard"/>
        <c:varyColors val="0"/>
        <c:ser>
          <c:idx val="0"/>
          <c:order val="0"/>
          <c:tx>
            <c:strRef>
              <c:f>PoolRefinancible!$C$2</c:f>
              <c:strCache>
                <c:ptCount val="1"/>
                <c:pt idx="0">
                  <c:v>Pool Level</c:v>
                </c:pt>
              </c:strCache>
            </c:strRef>
          </c:tx>
          <c:spPr>
            <a:ln w="19050">
              <a:solidFill>
                <a:srgbClr val="CDD1EF"/>
              </a:solidFill>
            </a:ln>
          </c:spPr>
          <c:marker>
            <c:symbol val="none"/>
          </c:marker>
          <c:cat>
            <c:numRef>
              <c:f>PoolRefinancible!$B$3:$B$227</c:f>
              <c:numCache>
                <c:formatCode>m/d/yyyy</c:formatCode>
                <c:ptCount val="225"/>
                <c:pt idx="0">
                  <c:v>40549</c:v>
                </c:pt>
                <c:pt idx="1">
                  <c:v>40556</c:v>
                </c:pt>
                <c:pt idx="2">
                  <c:v>40563</c:v>
                </c:pt>
                <c:pt idx="3">
                  <c:v>40570</c:v>
                </c:pt>
                <c:pt idx="4">
                  <c:v>40577</c:v>
                </c:pt>
                <c:pt idx="5">
                  <c:v>40584</c:v>
                </c:pt>
                <c:pt idx="6">
                  <c:v>40591</c:v>
                </c:pt>
                <c:pt idx="7">
                  <c:v>40598</c:v>
                </c:pt>
                <c:pt idx="8">
                  <c:v>40605</c:v>
                </c:pt>
                <c:pt idx="9">
                  <c:v>40612</c:v>
                </c:pt>
                <c:pt idx="10">
                  <c:v>40619</c:v>
                </c:pt>
                <c:pt idx="11">
                  <c:v>40626</c:v>
                </c:pt>
                <c:pt idx="12">
                  <c:v>40633</c:v>
                </c:pt>
                <c:pt idx="13">
                  <c:v>40640</c:v>
                </c:pt>
                <c:pt idx="14">
                  <c:v>40647</c:v>
                </c:pt>
                <c:pt idx="15">
                  <c:v>40654</c:v>
                </c:pt>
                <c:pt idx="16">
                  <c:v>40661</c:v>
                </c:pt>
                <c:pt idx="17">
                  <c:v>40668</c:v>
                </c:pt>
                <c:pt idx="18">
                  <c:v>40675</c:v>
                </c:pt>
                <c:pt idx="19">
                  <c:v>40682</c:v>
                </c:pt>
                <c:pt idx="20">
                  <c:v>40689</c:v>
                </c:pt>
                <c:pt idx="21">
                  <c:v>40696</c:v>
                </c:pt>
                <c:pt idx="22">
                  <c:v>40703</c:v>
                </c:pt>
                <c:pt idx="23">
                  <c:v>40710</c:v>
                </c:pt>
                <c:pt idx="24">
                  <c:v>40717</c:v>
                </c:pt>
                <c:pt idx="25">
                  <c:v>40724</c:v>
                </c:pt>
                <c:pt idx="26">
                  <c:v>40731</c:v>
                </c:pt>
                <c:pt idx="27">
                  <c:v>40738</c:v>
                </c:pt>
                <c:pt idx="28">
                  <c:v>40745</c:v>
                </c:pt>
                <c:pt idx="29">
                  <c:v>40752</c:v>
                </c:pt>
                <c:pt idx="30">
                  <c:v>40759</c:v>
                </c:pt>
                <c:pt idx="31">
                  <c:v>40766</c:v>
                </c:pt>
                <c:pt idx="32">
                  <c:v>40773</c:v>
                </c:pt>
                <c:pt idx="33">
                  <c:v>40780</c:v>
                </c:pt>
                <c:pt idx="34">
                  <c:v>40787</c:v>
                </c:pt>
                <c:pt idx="35">
                  <c:v>40794</c:v>
                </c:pt>
                <c:pt idx="36">
                  <c:v>40801</c:v>
                </c:pt>
                <c:pt idx="37">
                  <c:v>40808</c:v>
                </c:pt>
                <c:pt idx="38">
                  <c:v>40815</c:v>
                </c:pt>
                <c:pt idx="39">
                  <c:v>40822</c:v>
                </c:pt>
                <c:pt idx="40">
                  <c:v>40829</c:v>
                </c:pt>
                <c:pt idx="41">
                  <c:v>40836</c:v>
                </c:pt>
                <c:pt idx="42">
                  <c:v>40843</c:v>
                </c:pt>
                <c:pt idx="43">
                  <c:v>40850</c:v>
                </c:pt>
                <c:pt idx="44">
                  <c:v>40857</c:v>
                </c:pt>
                <c:pt idx="45">
                  <c:v>40864</c:v>
                </c:pt>
                <c:pt idx="46">
                  <c:v>40870</c:v>
                </c:pt>
                <c:pt idx="47">
                  <c:v>40878</c:v>
                </c:pt>
                <c:pt idx="48">
                  <c:v>40885</c:v>
                </c:pt>
                <c:pt idx="49">
                  <c:v>40892</c:v>
                </c:pt>
                <c:pt idx="50">
                  <c:v>40899</c:v>
                </c:pt>
                <c:pt idx="51">
                  <c:v>40906</c:v>
                </c:pt>
                <c:pt idx="52">
                  <c:v>40913</c:v>
                </c:pt>
                <c:pt idx="53">
                  <c:v>40920</c:v>
                </c:pt>
                <c:pt idx="54">
                  <c:v>40927</c:v>
                </c:pt>
                <c:pt idx="55">
                  <c:v>40934</c:v>
                </c:pt>
                <c:pt idx="56">
                  <c:v>40941</c:v>
                </c:pt>
                <c:pt idx="57">
                  <c:v>40948</c:v>
                </c:pt>
                <c:pt idx="58">
                  <c:v>40955</c:v>
                </c:pt>
                <c:pt idx="59">
                  <c:v>40962</c:v>
                </c:pt>
                <c:pt idx="60">
                  <c:v>40969</c:v>
                </c:pt>
                <c:pt idx="61">
                  <c:v>40976</c:v>
                </c:pt>
                <c:pt idx="62">
                  <c:v>40983</c:v>
                </c:pt>
                <c:pt idx="63">
                  <c:v>40990</c:v>
                </c:pt>
                <c:pt idx="64">
                  <c:v>40997</c:v>
                </c:pt>
                <c:pt idx="65">
                  <c:v>41004</c:v>
                </c:pt>
                <c:pt idx="66">
                  <c:v>41011</c:v>
                </c:pt>
                <c:pt idx="67">
                  <c:v>41018</c:v>
                </c:pt>
                <c:pt idx="68">
                  <c:v>41025</c:v>
                </c:pt>
                <c:pt idx="69">
                  <c:v>41032</c:v>
                </c:pt>
                <c:pt idx="70">
                  <c:v>41039</c:v>
                </c:pt>
                <c:pt idx="71">
                  <c:v>41046</c:v>
                </c:pt>
                <c:pt idx="72">
                  <c:v>41053</c:v>
                </c:pt>
                <c:pt idx="73">
                  <c:v>41060</c:v>
                </c:pt>
                <c:pt idx="74">
                  <c:v>41067</c:v>
                </c:pt>
                <c:pt idx="75">
                  <c:v>41074</c:v>
                </c:pt>
                <c:pt idx="76">
                  <c:v>41081</c:v>
                </c:pt>
                <c:pt idx="77">
                  <c:v>41088</c:v>
                </c:pt>
                <c:pt idx="78">
                  <c:v>41095</c:v>
                </c:pt>
                <c:pt idx="79">
                  <c:v>41102</c:v>
                </c:pt>
                <c:pt idx="80">
                  <c:v>41109</c:v>
                </c:pt>
                <c:pt idx="81">
                  <c:v>41116</c:v>
                </c:pt>
                <c:pt idx="82">
                  <c:v>41123</c:v>
                </c:pt>
                <c:pt idx="83">
                  <c:v>41130</c:v>
                </c:pt>
                <c:pt idx="84">
                  <c:v>41137</c:v>
                </c:pt>
                <c:pt idx="85">
                  <c:v>41144</c:v>
                </c:pt>
                <c:pt idx="86">
                  <c:v>41151</c:v>
                </c:pt>
                <c:pt idx="87">
                  <c:v>41158</c:v>
                </c:pt>
                <c:pt idx="88">
                  <c:v>41165</c:v>
                </c:pt>
                <c:pt idx="89">
                  <c:v>41172</c:v>
                </c:pt>
                <c:pt idx="90">
                  <c:v>41179</c:v>
                </c:pt>
                <c:pt idx="91">
                  <c:v>41186</c:v>
                </c:pt>
                <c:pt idx="92">
                  <c:v>41193</c:v>
                </c:pt>
                <c:pt idx="93">
                  <c:v>41200</c:v>
                </c:pt>
                <c:pt idx="94">
                  <c:v>41207</c:v>
                </c:pt>
                <c:pt idx="95">
                  <c:v>41214</c:v>
                </c:pt>
                <c:pt idx="96">
                  <c:v>41221</c:v>
                </c:pt>
                <c:pt idx="97">
                  <c:v>41228</c:v>
                </c:pt>
                <c:pt idx="98">
                  <c:v>41234</c:v>
                </c:pt>
                <c:pt idx="99">
                  <c:v>41242</c:v>
                </c:pt>
                <c:pt idx="100">
                  <c:v>41249</c:v>
                </c:pt>
                <c:pt idx="101">
                  <c:v>41256</c:v>
                </c:pt>
                <c:pt idx="102">
                  <c:v>41263</c:v>
                </c:pt>
                <c:pt idx="103">
                  <c:v>41270</c:v>
                </c:pt>
                <c:pt idx="104">
                  <c:v>41277</c:v>
                </c:pt>
                <c:pt idx="105">
                  <c:v>41284</c:v>
                </c:pt>
                <c:pt idx="106">
                  <c:v>41291</c:v>
                </c:pt>
                <c:pt idx="107">
                  <c:v>41298</c:v>
                </c:pt>
                <c:pt idx="108">
                  <c:v>41305</c:v>
                </c:pt>
                <c:pt idx="109">
                  <c:v>41312</c:v>
                </c:pt>
                <c:pt idx="110">
                  <c:v>41319</c:v>
                </c:pt>
                <c:pt idx="111">
                  <c:v>41326</c:v>
                </c:pt>
                <c:pt idx="112">
                  <c:v>41333</c:v>
                </c:pt>
                <c:pt idx="113">
                  <c:v>41340</c:v>
                </c:pt>
                <c:pt idx="114">
                  <c:v>41347</c:v>
                </c:pt>
                <c:pt idx="115">
                  <c:v>41354</c:v>
                </c:pt>
                <c:pt idx="116">
                  <c:v>41361</c:v>
                </c:pt>
                <c:pt idx="117">
                  <c:v>41368</c:v>
                </c:pt>
                <c:pt idx="118">
                  <c:v>41375</c:v>
                </c:pt>
                <c:pt idx="119">
                  <c:v>41382</c:v>
                </c:pt>
                <c:pt idx="120">
                  <c:v>41389</c:v>
                </c:pt>
                <c:pt idx="121">
                  <c:v>41396</c:v>
                </c:pt>
                <c:pt idx="122">
                  <c:v>41403</c:v>
                </c:pt>
                <c:pt idx="123">
                  <c:v>41410</c:v>
                </c:pt>
                <c:pt idx="124">
                  <c:v>41417</c:v>
                </c:pt>
                <c:pt idx="125">
                  <c:v>41424</c:v>
                </c:pt>
                <c:pt idx="126">
                  <c:v>41431</c:v>
                </c:pt>
                <c:pt idx="127">
                  <c:v>41438</c:v>
                </c:pt>
                <c:pt idx="128">
                  <c:v>41445</c:v>
                </c:pt>
                <c:pt idx="129">
                  <c:v>41452</c:v>
                </c:pt>
                <c:pt idx="130">
                  <c:v>41458</c:v>
                </c:pt>
                <c:pt idx="131">
                  <c:v>41466</c:v>
                </c:pt>
                <c:pt idx="132">
                  <c:v>41473</c:v>
                </c:pt>
                <c:pt idx="133">
                  <c:v>41480</c:v>
                </c:pt>
                <c:pt idx="134">
                  <c:v>41487</c:v>
                </c:pt>
                <c:pt idx="135">
                  <c:v>41494</c:v>
                </c:pt>
                <c:pt idx="136">
                  <c:v>41501</c:v>
                </c:pt>
                <c:pt idx="137">
                  <c:v>41508</c:v>
                </c:pt>
                <c:pt idx="138">
                  <c:v>41515</c:v>
                </c:pt>
                <c:pt idx="139">
                  <c:v>41522</c:v>
                </c:pt>
                <c:pt idx="140">
                  <c:v>41529</c:v>
                </c:pt>
                <c:pt idx="141">
                  <c:v>41536</c:v>
                </c:pt>
                <c:pt idx="142">
                  <c:v>41543</c:v>
                </c:pt>
                <c:pt idx="143">
                  <c:v>41550</c:v>
                </c:pt>
                <c:pt idx="144">
                  <c:v>41557</c:v>
                </c:pt>
                <c:pt idx="145">
                  <c:v>41564</c:v>
                </c:pt>
                <c:pt idx="146">
                  <c:v>41571</c:v>
                </c:pt>
                <c:pt idx="147">
                  <c:v>41578</c:v>
                </c:pt>
                <c:pt idx="148">
                  <c:v>41585</c:v>
                </c:pt>
                <c:pt idx="149">
                  <c:v>41592</c:v>
                </c:pt>
                <c:pt idx="150">
                  <c:v>41599</c:v>
                </c:pt>
                <c:pt idx="151">
                  <c:v>41605</c:v>
                </c:pt>
                <c:pt idx="152">
                  <c:v>41613</c:v>
                </c:pt>
                <c:pt idx="153">
                  <c:v>41620</c:v>
                </c:pt>
                <c:pt idx="154">
                  <c:v>41627</c:v>
                </c:pt>
                <c:pt idx="155">
                  <c:v>41634</c:v>
                </c:pt>
                <c:pt idx="156">
                  <c:v>41641</c:v>
                </c:pt>
                <c:pt idx="157">
                  <c:v>41648</c:v>
                </c:pt>
                <c:pt idx="158">
                  <c:v>41655</c:v>
                </c:pt>
                <c:pt idx="159">
                  <c:v>41662</c:v>
                </c:pt>
                <c:pt idx="160">
                  <c:v>41669</c:v>
                </c:pt>
                <c:pt idx="161">
                  <c:v>41676</c:v>
                </c:pt>
                <c:pt idx="162">
                  <c:v>41683</c:v>
                </c:pt>
                <c:pt idx="163">
                  <c:v>41690</c:v>
                </c:pt>
                <c:pt idx="164">
                  <c:v>41697</c:v>
                </c:pt>
                <c:pt idx="165">
                  <c:v>41704</c:v>
                </c:pt>
                <c:pt idx="166">
                  <c:v>41711</c:v>
                </c:pt>
                <c:pt idx="167">
                  <c:v>41718</c:v>
                </c:pt>
                <c:pt idx="168">
                  <c:v>41725</c:v>
                </c:pt>
                <c:pt idx="169">
                  <c:v>41732</c:v>
                </c:pt>
                <c:pt idx="170">
                  <c:v>41739</c:v>
                </c:pt>
                <c:pt idx="171">
                  <c:v>41746</c:v>
                </c:pt>
                <c:pt idx="172">
                  <c:v>41753</c:v>
                </c:pt>
                <c:pt idx="173">
                  <c:v>41760</c:v>
                </c:pt>
                <c:pt idx="174">
                  <c:v>41767</c:v>
                </c:pt>
                <c:pt idx="175">
                  <c:v>41774</c:v>
                </c:pt>
                <c:pt idx="176">
                  <c:v>41781</c:v>
                </c:pt>
                <c:pt idx="177">
                  <c:v>41788</c:v>
                </c:pt>
                <c:pt idx="178">
                  <c:v>41795</c:v>
                </c:pt>
                <c:pt idx="179">
                  <c:v>41802</c:v>
                </c:pt>
                <c:pt idx="180">
                  <c:v>41809</c:v>
                </c:pt>
                <c:pt idx="181">
                  <c:v>41816</c:v>
                </c:pt>
                <c:pt idx="182">
                  <c:v>41823</c:v>
                </c:pt>
                <c:pt idx="183">
                  <c:v>41830</c:v>
                </c:pt>
                <c:pt idx="184">
                  <c:v>41837</c:v>
                </c:pt>
                <c:pt idx="185">
                  <c:v>41844</c:v>
                </c:pt>
                <c:pt idx="186">
                  <c:v>41851</c:v>
                </c:pt>
                <c:pt idx="187">
                  <c:v>41858</c:v>
                </c:pt>
                <c:pt idx="188">
                  <c:v>41865</c:v>
                </c:pt>
                <c:pt idx="189">
                  <c:v>41872</c:v>
                </c:pt>
                <c:pt idx="190">
                  <c:v>41879</c:v>
                </c:pt>
                <c:pt idx="191">
                  <c:v>41886</c:v>
                </c:pt>
                <c:pt idx="192">
                  <c:v>41893</c:v>
                </c:pt>
                <c:pt idx="193">
                  <c:v>41900</c:v>
                </c:pt>
                <c:pt idx="194">
                  <c:v>41907</c:v>
                </c:pt>
                <c:pt idx="195">
                  <c:v>41914</c:v>
                </c:pt>
                <c:pt idx="196">
                  <c:v>41921</c:v>
                </c:pt>
                <c:pt idx="197">
                  <c:v>41928</c:v>
                </c:pt>
                <c:pt idx="198">
                  <c:v>41935</c:v>
                </c:pt>
                <c:pt idx="199">
                  <c:v>41942</c:v>
                </c:pt>
                <c:pt idx="200">
                  <c:v>41949</c:v>
                </c:pt>
                <c:pt idx="201">
                  <c:v>41956</c:v>
                </c:pt>
                <c:pt idx="202">
                  <c:v>41963</c:v>
                </c:pt>
                <c:pt idx="203">
                  <c:v>41969</c:v>
                </c:pt>
                <c:pt idx="204">
                  <c:v>41977</c:v>
                </c:pt>
                <c:pt idx="205">
                  <c:v>41984</c:v>
                </c:pt>
                <c:pt idx="206">
                  <c:v>41991</c:v>
                </c:pt>
                <c:pt idx="207">
                  <c:v>41997</c:v>
                </c:pt>
                <c:pt idx="208">
                  <c:v>42004</c:v>
                </c:pt>
                <c:pt idx="209">
                  <c:v>42012</c:v>
                </c:pt>
                <c:pt idx="210">
                  <c:v>42019</c:v>
                </c:pt>
                <c:pt idx="211">
                  <c:v>42026</c:v>
                </c:pt>
                <c:pt idx="212">
                  <c:v>42033</c:v>
                </c:pt>
                <c:pt idx="213">
                  <c:v>42040</c:v>
                </c:pt>
                <c:pt idx="214">
                  <c:v>42047</c:v>
                </c:pt>
                <c:pt idx="215">
                  <c:v>42054</c:v>
                </c:pt>
                <c:pt idx="216">
                  <c:v>42061</c:v>
                </c:pt>
                <c:pt idx="217">
                  <c:v>42068</c:v>
                </c:pt>
                <c:pt idx="218">
                  <c:v>42075</c:v>
                </c:pt>
                <c:pt idx="219">
                  <c:v>42082</c:v>
                </c:pt>
                <c:pt idx="220">
                  <c:v>42089</c:v>
                </c:pt>
                <c:pt idx="221">
                  <c:v>42096</c:v>
                </c:pt>
                <c:pt idx="222">
                  <c:v>42103</c:v>
                </c:pt>
                <c:pt idx="223">
                  <c:v>42110</c:v>
                </c:pt>
                <c:pt idx="224">
                  <c:v>42117</c:v>
                </c:pt>
              </c:numCache>
            </c:numRef>
          </c:cat>
          <c:val>
            <c:numRef>
              <c:f>PoolRefinancible!$C$3:$C$227</c:f>
              <c:numCache>
                <c:formatCode>0%</c:formatCode>
                <c:ptCount val="225"/>
                <c:pt idx="0">
                  <c:v>0.62402170072443153</c:v>
                </c:pt>
                <c:pt idx="1">
                  <c:v>0.62817294477626939</c:v>
                </c:pt>
                <c:pt idx="2">
                  <c:v>0.62597730951219899</c:v>
                </c:pt>
                <c:pt idx="3">
                  <c:v>0.62392159162868732</c:v>
                </c:pt>
                <c:pt idx="4">
                  <c:v>0.60653142223595213</c:v>
                </c:pt>
                <c:pt idx="5">
                  <c:v>0.50868797673712363</c:v>
                </c:pt>
                <c:pt idx="6">
                  <c:v>0.52965901814335548</c:v>
                </c:pt>
                <c:pt idx="7">
                  <c:v>0.57709503787578109</c:v>
                </c:pt>
                <c:pt idx="8">
                  <c:v>0.59224775585706535</c:v>
                </c:pt>
                <c:pt idx="9">
                  <c:v>0.59090570789662444</c:v>
                </c:pt>
                <c:pt idx="10">
                  <c:v>0.60261779474869925</c:v>
                </c:pt>
                <c:pt idx="11">
                  <c:v>0.59950595681897523</c:v>
                </c:pt>
                <c:pt idx="12">
                  <c:v>0.593225708201635</c:v>
                </c:pt>
                <c:pt idx="13">
                  <c:v>0.58542144661011908</c:v>
                </c:pt>
                <c:pt idx="14">
                  <c:v>0.58155199492979581</c:v>
                </c:pt>
                <c:pt idx="15">
                  <c:v>0.59356262313394537</c:v>
                </c:pt>
                <c:pt idx="16">
                  <c:v>0.59445921362542997</c:v>
                </c:pt>
                <c:pt idx="17">
                  <c:v>0.59391131067456038</c:v>
                </c:pt>
                <c:pt idx="18">
                  <c:v>0.60662155942020002</c:v>
                </c:pt>
                <c:pt idx="19">
                  <c:v>0.61264076908113763</c:v>
                </c:pt>
                <c:pt idx="20">
                  <c:v>0.61599363608099678</c:v>
                </c:pt>
                <c:pt idx="21">
                  <c:v>0.66311590107349083</c:v>
                </c:pt>
                <c:pt idx="22">
                  <c:v>0.74517189360077984</c:v>
                </c:pt>
                <c:pt idx="23">
                  <c:v>0.72397022872334449</c:v>
                </c:pt>
                <c:pt idx="24">
                  <c:v>0.66311590107349083</c:v>
                </c:pt>
                <c:pt idx="25">
                  <c:v>0.69050447134038251</c:v>
                </c:pt>
                <c:pt idx="26">
                  <c:v>0.60410549631050647</c:v>
                </c:pt>
                <c:pt idx="27">
                  <c:v>0.684475421712615</c:v>
                </c:pt>
                <c:pt idx="28">
                  <c:v>0.66675683999516944</c:v>
                </c:pt>
                <c:pt idx="29">
                  <c:v>0.61660059317974736</c:v>
                </c:pt>
                <c:pt idx="30">
                  <c:v>0.81803711941746404</c:v>
                </c:pt>
                <c:pt idx="31">
                  <c:v>0.83404184296119399</c:v>
                </c:pt>
                <c:pt idx="32">
                  <c:v>0.86117434904403212</c:v>
                </c:pt>
                <c:pt idx="33">
                  <c:v>0.84714025108084823</c:v>
                </c:pt>
                <c:pt idx="34">
                  <c:v>0.84129278814437181</c:v>
                </c:pt>
                <c:pt idx="35">
                  <c:v>0.87859103936280614</c:v>
                </c:pt>
                <c:pt idx="36">
                  <c:v>0.90242289630359074</c:v>
                </c:pt>
                <c:pt idx="37">
                  <c:v>0.90242289630359074</c:v>
                </c:pt>
                <c:pt idx="38">
                  <c:v>0.94644262124543443</c:v>
                </c:pt>
                <c:pt idx="39">
                  <c:v>0.96725200604215567</c:v>
                </c:pt>
                <c:pt idx="40">
                  <c:v>0.84917694017596268</c:v>
                </c:pt>
                <c:pt idx="41">
                  <c:v>0.85635864773186432</c:v>
                </c:pt>
                <c:pt idx="42">
                  <c:v>0.86512672485653175</c:v>
                </c:pt>
                <c:pt idx="43">
                  <c:v>0.93485323798856346</c:v>
                </c:pt>
                <c:pt idx="44">
                  <c:v>0.94404770550683115</c:v>
                </c:pt>
                <c:pt idx="45">
                  <c:v>0.93485323798856346</c:v>
                </c:pt>
                <c:pt idx="46">
                  <c:v>0.94997170807452469</c:v>
                </c:pt>
                <c:pt idx="47">
                  <c:v>0.91542628506626045</c:v>
                </c:pt>
                <c:pt idx="48">
                  <c:v>0.9248746068169833</c:v>
                </c:pt>
                <c:pt idx="49">
                  <c:v>0.93969161247928745</c:v>
                </c:pt>
                <c:pt idx="50">
                  <c:v>0.9601958662364245</c:v>
                </c:pt>
                <c:pt idx="51">
                  <c:v>0.94762260030460288</c:v>
                </c:pt>
                <c:pt idx="52">
                  <c:v>0.94481773750585774</c:v>
                </c:pt>
                <c:pt idx="53">
                  <c:v>0.95320351892281485</c:v>
                </c:pt>
                <c:pt idx="54">
                  <c:v>0.95182771809710431</c:v>
                </c:pt>
                <c:pt idx="55">
                  <c:v>0.91861521434498927</c:v>
                </c:pt>
                <c:pt idx="56">
                  <c:v>0.94107838104995334</c:v>
                </c:pt>
                <c:pt idx="57">
                  <c:v>0.94107838104995334</c:v>
                </c:pt>
                <c:pt idx="58">
                  <c:v>0.94107838104995334</c:v>
                </c:pt>
                <c:pt idx="59">
                  <c:v>0.90921329115869776</c:v>
                </c:pt>
                <c:pt idx="60">
                  <c:v>0.91584710240533518</c:v>
                </c:pt>
                <c:pt idx="61">
                  <c:v>0.91902765125865959</c:v>
                </c:pt>
                <c:pt idx="62">
                  <c:v>0.90514599034862198</c:v>
                </c:pt>
                <c:pt idx="63">
                  <c:v>0.78959380464288376</c:v>
                </c:pt>
                <c:pt idx="64">
                  <c:v>0.87490910290764468</c:v>
                </c:pt>
                <c:pt idx="65">
                  <c:v>0.86928745494692716</c:v>
                </c:pt>
                <c:pt idx="66">
                  <c:v>0.90849340717481886</c:v>
                </c:pt>
                <c:pt idx="67">
                  <c:v>0.9034983903169389</c:v>
                </c:pt>
                <c:pt idx="68">
                  <c:v>0.90849340717481886</c:v>
                </c:pt>
                <c:pt idx="69">
                  <c:v>0.89225108632442729</c:v>
                </c:pt>
                <c:pt idx="70">
                  <c:v>0.89337268606647302</c:v>
                </c:pt>
                <c:pt idx="71">
                  <c:v>0.8948997967143093</c:v>
                </c:pt>
                <c:pt idx="72">
                  <c:v>0.89443957907281746</c:v>
                </c:pt>
                <c:pt idx="73">
                  <c:v>0.89512122084695944</c:v>
                </c:pt>
                <c:pt idx="74">
                  <c:v>0.8920195449585564</c:v>
                </c:pt>
                <c:pt idx="75">
                  <c:v>0.88667449797815956</c:v>
                </c:pt>
                <c:pt idx="76">
                  <c:v>0.89407594990163874</c:v>
                </c:pt>
                <c:pt idx="77">
                  <c:v>0.89407594990163874</c:v>
                </c:pt>
                <c:pt idx="78">
                  <c:v>0.8819114104860859</c:v>
                </c:pt>
                <c:pt idx="79">
                  <c:v>0.94551237246929465</c:v>
                </c:pt>
                <c:pt idx="80">
                  <c:v>0.97186924857158052</c:v>
                </c:pt>
                <c:pt idx="81">
                  <c:v>0.98451993370244106</c:v>
                </c:pt>
                <c:pt idx="82">
                  <c:v>0.9385222539497815</c:v>
                </c:pt>
                <c:pt idx="83">
                  <c:v>0.92408794393225557</c:v>
                </c:pt>
                <c:pt idx="84">
                  <c:v>0.88445471641937157</c:v>
                </c:pt>
                <c:pt idx="85">
                  <c:v>0.85694996797233836</c:v>
                </c:pt>
                <c:pt idx="86">
                  <c:v>0.92408794393225557</c:v>
                </c:pt>
                <c:pt idx="87">
                  <c:v>0.91761037893987563</c:v>
                </c:pt>
                <c:pt idx="88">
                  <c:v>0.94047646256577366</c:v>
                </c:pt>
                <c:pt idx="89">
                  <c:v>0.95891425076544745</c:v>
                </c:pt>
                <c:pt idx="90">
                  <c:v>0.96459917415866681</c:v>
                </c:pt>
                <c:pt idx="91">
                  <c:v>0.95362908529618629</c:v>
                </c:pt>
                <c:pt idx="92">
                  <c:v>0.95159604304738465</c:v>
                </c:pt>
                <c:pt idx="93">
                  <c:v>0.95277295236812309</c:v>
                </c:pt>
                <c:pt idx="94">
                  <c:v>0.95079229345734595</c:v>
                </c:pt>
                <c:pt idx="95">
                  <c:v>0.92571311512973709</c:v>
                </c:pt>
                <c:pt idx="96">
                  <c:v>0.9252942527060104</c:v>
                </c:pt>
                <c:pt idx="97">
                  <c:v>0.92772026190850965</c:v>
                </c:pt>
                <c:pt idx="98">
                  <c:v>0.9299301195282087</c:v>
                </c:pt>
                <c:pt idx="99">
                  <c:v>0.92756020040727527</c:v>
                </c:pt>
                <c:pt idx="100">
                  <c:v>0.9105479087849232</c:v>
                </c:pt>
                <c:pt idx="101">
                  <c:v>0.9126136851792267</c:v>
                </c:pt>
                <c:pt idx="102">
                  <c:v>0.90965157918840345</c:v>
                </c:pt>
                <c:pt idx="103">
                  <c:v>0.91018597538933266</c:v>
                </c:pt>
                <c:pt idx="104">
                  <c:v>0.88829814088555981</c:v>
                </c:pt>
                <c:pt idx="105">
                  <c:v>0.88507237465236011</c:v>
                </c:pt>
                <c:pt idx="106">
                  <c:v>0.88631407683414742</c:v>
                </c:pt>
                <c:pt idx="107">
                  <c:v>0.88379536104531342</c:v>
                </c:pt>
                <c:pt idx="108">
                  <c:v>0.84748759806752005</c:v>
                </c:pt>
                <c:pt idx="109">
                  <c:v>0.79744674672768578</c:v>
                </c:pt>
                <c:pt idx="110">
                  <c:v>0.79744674672768578</c:v>
                </c:pt>
                <c:pt idx="111">
                  <c:v>0.75767121274967097</c:v>
                </c:pt>
                <c:pt idx="112">
                  <c:v>0.81599621049204552</c:v>
                </c:pt>
                <c:pt idx="113">
                  <c:v>0.81254588826988361</c:v>
                </c:pt>
                <c:pt idx="114">
                  <c:v>0.70260073761186825</c:v>
                </c:pt>
                <c:pt idx="115">
                  <c:v>0.76832708554350626</c:v>
                </c:pt>
                <c:pt idx="116">
                  <c:v>0.73085022058809757</c:v>
                </c:pt>
                <c:pt idx="117">
                  <c:v>0.74812714109915845</c:v>
                </c:pt>
                <c:pt idx="118">
                  <c:v>0.81951890925716175</c:v>
                </c:pt>
                <c:pt idx="119">
                  <c:v>0.8263799320049966</c:v>
                </c:pt>
                <c:pt idx="120">
                  <c:v>0.82478602429419701</c:v>
                </c:pt>
                <c:pt idx="121">
                  <c:v>0.81686282095814366</c:v>
                </c:pt>
                <c:pt idx="122">
                  <c:v>0.80807149473903783</c:v>
                </c:pt>
                <c:pt idx="123">
                  <c:v>0.77783403735744605</c:v>
                </c:pt>
                <c:pt idx="124">
                  <c:v>0.69528028144531095</c:v>
                </c:pt>
                <c:pt idx="125">
                  <c:v>0.63267241864898449</c:v>
                </c:pt>
                <c:pt idx="126">
                  <c:v>0.60569175356282723</c:v>
                </c:pt>
                <c:pt idx="127">
                  <c:v>0.57343184072471942</c:v>
                </c:pt>
                <c:pt idx="128">
                  <c:v>0.58795254732817659</c:v>
                </c:pt>
                <c:pt idx="129">
                  <c:v>0.39082116641682313</c:v>
                </c:pt>
                <c:pt idx="130">
                  <c:v>0.4330864642120939</c:v>
                </c:pt>
                <c:pt idx="131">
                  <c:v>0.31856955774356621</c:v>
                </c:pt>
                <c:pt idx="132">
                  <c:v>0.42624975952077765</c:v>
                </c:pt>
                <c:pt idx="133">
                  <c:v>0.42922629610906576</c:v>
                </c:pt>
                <c:pt idx="134">
                  <c:v>0.40917398895537016</c:v>
                </c:pt>
                <c:pt idx="135">
                  <c:v>0.40797811985401045</c:v>
                </c:pt>
                <c:pt idx="136">
                  <c:v>0.40797811985401045</c:v>
                </c:pt>
                <c:pt idx="137">
                  <c:v>0.28211495793674252</c:v>
                </c:pt>
                <c:pt idx="138">
                  <c:v>0.32707732602530493</c:v>
                </c:pt>
                <c:pt idx="139">
                  <c:v>0.2818649256036454</c:v>
                </c:pt>
                <c:pt idx="140">
                  <c:v>0.27463010199382165</c:v>
                </c:pt>
                <c:pt idx="141">
                  <c:v>0.33277831045649614</c:v>
                </c:pt>
                <c:pt idx="142">
                  <c:v>0.40445747526612724</c:v>
                </c:pt>
                <c:pt idx="143">
                  <c:v>0.41528178559290679</c:v>
                </c:pt>
                <c:pt idx="144">
                  <c:v>0.41314719259777027</c:v>
                </c:pt>
                <c:pt idx="145">
                  <c:v>0.40232481590336117</c:v>
                </c:pt>
                <c:pt idx="146">
                  <c:v>0.43156912924668556</c:v>
                </c:pt>
                <c:pt idx="147">
                  <c:v>0.4605405147219428</c:v>
                </c:pt>
                <c:pt idx="148">
                  <c:v>0.42159370418067171</c:v>
                </c:pt>
                <c:pt idx="149">
                  <c:v>0.38756459325455095</c:v>
                </c:pt>
                <c:pt idx="150">
                  <c:v>0.41410653536495057</c:v>
                </c:pt>
                <c:pt idx="151">
                  <c:v>0.3969981593322805</c:v>
                </c:pt>
                <c:pt idx="152">
                  <c:v>0.37338021104571051</c:v>
                </c:pt>
                <c:pt idx="153">
                  <c:v>0.3707206267478419</c:v>
                </c:pt>
                <c:pt idx="154">
                  <c:v>0.33974567777608206</c:v>
                </c:pt>
                <c:pt idx="155">
                  <c:v>0.33029809597210952</c:v>
                </c:pt>
                <c:pt idx="156">
                  <c:v>0.26212623729092371</c:v>
                </c:pt>
                <c:pt idx="157">
                  <c:v>0.2902260049252946</c:v>
                </c:pt>
                <c:pt idx="158">
                  <c:v>0.36774882579493112</c:v>
                </c:pt>
                <c:pt idx="159">
                  <c:v>0.37084428304329614</c:v>
                </c:pt>
                <c:pt idx="160">
                  <c:v>0.38160196936392621</c:v>
                </c:pt>
                <c:pt idx="161">
                  <c:v>0.40068103493110224</c:v>
                </c:pt>
                <c:pt idx="162">
                  <c:v>0.38532630107916044</c:v>
                </c:pt>
                <c:pt idx="163">
                  <c:v>0.3755719775185945</c:v>
                </c:pt>
                <c:pt idx="164">
                  <c:v>0.36967404481869215</c:v>
                </c:pt>
                <c:pt idx="165">
                  <c:v>0.38316963725836589</c:v>
                </c:pt>
                <c:pt idx="166">
                  <c:v>0.36933430427665681</c:v>
                </c:pt>
                <c:pt idx="167">
                  <c:v>0.38030249532079374</c:v>
                </c:pt>
                <c:pt idx="168">
                  <c:v>0.36565400061256043</c:v>
                </c:pt>
                <c:pt idx="169">
                  <c:v>0.35521926568999218</c:v>
                </c:pt>
                <c:pt idx="170">
                  <c:v>0.36683376695248865</c:v>
                </c:pt>
                <c:pt idx="171">
                  <c:v>0.38166972699665563</c:v>
                </c:pt>
                <c:pt idx="172">
                  <c:v>0.37393962817107157</c:v>
                </c:pt>
                <c:pt idx="173">
                  <c:v>0.37360583835556432</c:v>
                </c:pt>
                <c:pt idx="174">
                  <c:v>0.40975674753773905</c:v>
                </c:pt>
                <c:pt idx="175">
                  <c:v>0.4132153406951769</c:v>
                </c:pt>
                <c:pt idx="176">
                  <c:v>0.44799454346559853</c:v>
                </c:pt>
                <c:pt idx="177">
                  <c:v>0.46362020494951672</c:v>
                </c:pt>
                <c:pt idx="178">
                  <c:v>0.46847875373528863</c:v>
                </c:pt>
                <c:pt idx="179">
                  <c:v>0.41096738430920449</c:v>
                </c:pt>
                <c:pt idx="180">
                  <c:v>0.42635938692148717</c:v>
                </c:pt>
                <c:pt idx="181">
                  <c:v>0.46847875373528863</c:v>
                </c:pt>
                <c:pt idx="182">
                  <c:v>0.48178321750260522</c:v>
                </c:pt>
                <c:pt idx="183">
                  <c:v>0.42147742037560049</c:v>
                </c:pt>
                <c:pt idx="184">
                  <c:v>0.45155296827836544</c:v>
                </c:pt>
                <c:pt idx="185">
                  <c:v>0.45155296827836544</c:v>
                </c:pt>
                <c:pt idx="186">
                  <c:v>0.45923072088835232</c:v>
                </c:pt>
                <c:pt idx="187">
                  <c:v>0.42413376349642812</c:v>
                </c:pt>
                <c:pt idx="188">
                  <c:v>0.45575254137027688</c:v>
                </c:pt>
                <c:pt idx="189">
                  <c:v>0.49084413664233395</c:v>
                </c:pt>
                <c:pt idx="190">
                  <c:v>0.49084413664233395</c:v>
                </c:pt>
                <c:pt idx="191">
                  <c:v>0.4873264191007175</c:v>
                </c:pt>
                <c:pt idx="192">
                  <c:v>0.4741591952243816</c:v>
                </c:pt>
                <c:pt idx="193">
                  <c:v>0.3981672862675662</c:v>
                </c:pt>
                <c:pt idx="194">
                  <c:v>0.41373230170663788</c:v>
                </c:pt>
                <c:pt idx="195">
                  <c:v>0.43232059685066798</c:v>
                </c:pt>
                <c:pt idx="196">
                  <c:v>0.47165449273347226</c:v>
                </c:pt>
                <c:pt idx="197">
                  <c:v>0.57517284737260799</c:v>
                </c:pt>
                <c:pt idx="198">
                  <c:v>0.58745733896979668</c:v>
                </c:pt>
                <c:pt idx="199">
                  <c:v>0.57181297396619646</c:v>
                </c:pt>
                <c:pt idx="200">
                  <c:v>0.54857982917990311</c:v>
                </c:pt>
                <c:pt idx="201">
                  <c:v>0.55497671209744126</c:v>
                </c:pt>
                <c:pt idx="202">
                  <c:v>0.56606721089043732</c:v>
                </c:pt>
                <c:pt idx="203">
                  <c:v>0.57290983086857539</c:v>
                </c:pt>
                <c:pt idx="204">
                  <c:v>0.59279776197128353</c:v>
                </c:pt>
                <c:pt idx="205">
                  <c:v>0.5786710507683992</c:v>
                </c:pt>
                <c:pt idx="206">
                  <c:v>0.6155496963810797</c:v>
                </c:pt>
                <c:pt idx="207">
                  <c:v>0.60574636223541978</c:v>
                </c:pt>
                <c:pt idx="208">
                  <c:v>0.59072795930158906</c:v>
                </c:pt>
                <c:pt idx="209">
                  <c:v>0.63580141506138355</c:v>
                </c:pt>
                <c:pt idx="210">
                  <c:v>0.66264885680249008</c:v>
                </c:pt>
                <c:pt idx="211">
                  <c:v>0.66474126748702123</c:v>
                </c:pt>
                <c:pt idx="212">
                  <c:v>0.66264885680249008</c:v>
                </c:pt>
                <c:pt idx="213">
                  <c:v>0.68438167594716182</c:v>
                </c:pt>
                <c:pt idx="214">
                  <c:v>0.64890841265420796</c:v>
                </c:pt>
                <c:pt idx="215">
                  <c:v>0.62651628119673453</c:v>
                </c:pt>
                <c:pt idx="216">
                  <c:v>0.61098575112407738</c:v>
                </c:pt>
                <c:pt idx="217">
                  <c:v>0.61966926616186646</c:v>
                </c:pt>
                <c:pt idx="218">
                  <c:v>0.57559445438514367</c:v>
                </c:pt>
                <c:pt idx="219">
                  <c:v>0.60937196228640689</c:v>
                </c:pt>
                <c:pt idx="220">
                  <c:v>0.64195316325793905</c:v>
                </c:pt>
                <c:pt idx="221">
                  <c:v>0.62778439660000751</c:v>
                </c:pt>
                <c:pt idx="222">
                  <c:v>0.64459292642165245</c:v>
                </c:pt>
                <c:pt idx="223">
                  <c:v>0.63055503904182508</c:v>
                </c:pt>
                <c:pt idx="224">
                  <c:v>0.64951370522505292</c:v>
                </c:pt>
              </c:numCache>
            </c:numRef>
          </c:val>
          <c:smooth val="0"/>
        </c:ser>
        <c:ser>
          <c:idx val="3"/>
          <c:order val="2"/>
          <c:tx>
            <c:strRef>
              <c:f>PoolRefinancible!$F$2</c:f>
              <c:strCache>
                <c:ptCount val="1"/>
                <c:pt idx="0">
                  <c:v>Loan Level</c:v>
                </c:pt>
              </c:strCache>
            </c:strRef>
          </c:tx>
          <c:spPr>
            <a:ln w="19050">
              <a:solidFill>
                <a:srgbClr val="F6D6E3"/>
              </a:solidFill>
            </a:ln>
          </c:spPr>
          <c:marker>
            <c:symbol val="none"/>
          </c:marker>
          <c:cat>
            <c:numRef>
              <c:f>PoolRefinancible!$B$3:$B$227</c:f>
              <c:numCache>
                <c:formatCode>m/d/yyyy</c:formatCode>
                <c:ptCount val="225"/>
                <c:pt idx="0">
                  <c:v>40549</c:v>
                </c:pt>
                <c:pt idx="1">
                  <c:v>40556</c:v>
                </c:pt>
                <c:pt idx="2">
                  <c:v>40563</c:v>
                </c:pt>
                <c:pt idx="3">
                  <c:v>40570</c:v>
                </c:pt>
                <c:pt idx="4">
                  <c:v>40577</c:v>
                </c:pt>
                <c:pt idx="5">
                  <c:v>40584</c:v>
                </c:pt>
                <c:pt idx="6">
                  <c:v>40591</c:v>
                </c:pt>
                <c:pt idx="7">
                  <c:v>40598</c:v>
                </c:pt>
                <c:pt idx="8">
                  <c:v>40605</c:v>
                </c:pt>
                <c:pt idx="9">
                  <c:v>40612</c:v>
                </c:pt>
                <c:pt idx="10">
                  <c:v>40619</c:v>
                </c:pt>
                <c:pt idx="11">
                  <c:v>40626</c:v>
                </c:pt>
                <c:pt idx="12">
                  <c:v>40633</c:v>
                </c:pt>
                <c:pt idx="13">
                  <c:v>40640</c:v>
                </c:pt>
                <c:pt idx="14">
                  <c:v>40647</c:v>
                </c:pt>
                <c:pt idx="15">
                  <c:v>40654</c:v>
                </c:pt>
                <c:pt idx="16">
                  <c:v>40661</c:v>
                </c:pt>
                <c:pt idx="17">
                  <c:v>40668</c:v>
                </c:pt>
                <c:pt idx="18">
                  <c:v>40675</c:v>
                </c:pt>
                <c:pt idx="19">
                  <c:v>40682</c:v>
                </c:pt>
                <c:pt idx="20">
                  <c:v>40689</c:v>
                </c:pt>
                <c:pt idx="21">
                  <c:v>40696</c:v>
                </c:pt>
                <c:pt idx="22">
                  <c:v>40703</c:v>
                </c:pt>
                <c:pt idx="23">
                  <c:v>40710</c:v>
                </c:pt>
                <c:pt idx="24">
                  <c:v>40717</c:v>
                </c:pt>
                <c:pt idx="25">
                  <c:v>40724</c:v>
                </c:pt>
                <c:pt idx="26">
                  <c:v>40731</c:v>
                </c:pt>
                <c:pt idx="27">
                  <c:v>40738</c:v>
                </c:pt>
                <c:pt idx="28">
                  <c:v>40745</c:v>
                </c:pt>
                <c:pt idx="29">
                  <c:v>40752</c:v>
                </c:pt>
                <c:pt idx="30">
                  <c:v>40759</c:v>
                </c:pt>
                <c:pt idx="31">
                  <c:v>40766</c:v>
                </c:pt>
                <c:pt idx="32">
                  <c:v>40773</c:v>
                </c:pt>
                <c:pt idx="33">
                  <c:v>40780</c:v>
                </c:pt>
                <c:pt idx="34">
                  <c:v>40787</c:v>
                </c:pt>
                <c:pt idx="35">
                  <c:v>40794</c:v>
                </c:pt>
                <c:pt idx="36">
                  <c:v>40801</c:v>
                </c:pt>
                <c:pt idx="37">
                  <c:v>40808</c:v>
                </c:pt>
                <c:pt idx="38">
                  <c:v>40815</c:v>
                </c:pt>
                <c:pt idx="39">
                  <c:v>40822</c:v>
                </c:pt>
                <c:pt idx="40">
                  <c:v>40829</c:v>
                </c:pt>
                <c:pt idx="41">
                  <c:v>40836</c:v>
                </c:pt>
                <c:pt idx="42">
                  <c:v>40843</c:v>
                </c:pt>
                <c:pt idx="43">
                  <c:v>40850</c:v>
                </c:pt>
                <c:pt idx="44">
                  <c:v>40857</c:v>
                </c:pt>
                <c:pt idx="45">
                  <c:v>40864</c:v>
                </c:pt>
                <c:pt idx="46">
                  <c:v>40870</c:v>
                </c:pt>
                <c:pt idx="47">
                  <c:v>40878</c:v>
                </c:pt>
                <c:pt idx="48">
                  <c:v>40885</c:v>
                </c:pt>
                <c:pt idx="49">
                  <c:v>40892</c:v>
                </c:pt>
                <c:pt idx="50">
                  <c:v>40899</c:v>
                </c:pt>
                <c:pt idx="51">
                  <c:v>40906</c:v>
                </c:pt>
                <c:pt idx="52">
                  <c:v>40913</c:v>
                </c:pt>
                <c:pt idx="53">
                  <c:v>40920</c:v>
                </c:pt>
                <c:pt idx="54">
                  <c:v>40927</c:v>
                </c:pt>
                <c:pt idx="55">
                  <c:v>40934</c:v>
                </c:pt>
                <c:pt idx="56">
                  <c:v>40941</c:v>
                </c:pt>
                <c:pt idx="57">
                  <c:v>40948</c:v>
                </c:pt>
                <c:pt idx="58">
                  <c:v>40955</c:v>
                </c:pt>
                <c:pt idx="59">
                  <c:v>40962</c:v>
                </c:pt>
                <c:pt idx="60">
                  <c:v>40969</c:v>
                </c:pt>
                <c:pt idx="61">
                  <c:v>40976</c:v>
                </c:pt>
                <c:pt idx="62">
                  <c:v>40983</c:v>
                </c:pt>
                <c:pt idx="63">
                  <c:v>40990</c:v>
                </c:pt>
                <c:pt idx="64">
                  <c:v>40997</c:v>
                </c:pt>
                <c:pt idx="65">
                  <c:v>41004</c:v>
                </c:pt>
                <c:pt idx="66">
                  <c:v>41011</c:v>
                </c:pt>
                <c:pt idx="67">
                  <c:v>41018</c:v>
                </c:pt>
                <c:pt idx="68">
                  <c:v>41025</c:v>
                </c:pt>
                <c:pt idx="69">
                  <c:v>41032</c:v>
                </c:pt>
                <c:pt idx="70">
                  <c:v>41039</c:v>
                </c:pt>
                <c:pt idx="71">
                  <c:v>41046</c:v>
                </c:pt>
                <c:pt idx="72">
                  <c:v>41053</c:v>
                </c:pt>
                <c:pt idx="73">
                  <c:v>41060</c:v>
                </c:pt>
                <c:pt idx="74">
                  <c:v>41067</c:v>
                </c:pt>
                <c:pt idx="75">
                  <c:v>41074</c:v>
                </c:pt>
                <c:pt idx="76">
                  <c:v>41081</c:v>
                </c:pt>
                <c:pt idx="77">
                  <c:v>41088</c:v>
                </c:pt>
                <c:pt idx="78">
                  <c:v>41095</c:v>
                </c:pt>
                <c:pt idx="79">
                  <c:v>41102</c:v>
                </c:pt>
                <c:pt idx="80">
                  <c:v>41109</c:v>
                </c:pt>
                <c:pt idx="81">
                  <c:v>41116</c:v>
                </c:pt>
                <c:pt idx="82">
                  <c:v>41123</c:v>
                </c:pt>
                <c:pt idx="83">
                  <c:v>41130</c:v>
                </c:pt>
                <c:pt idx="84">
                  <c:v>41137</c:v>
                </c:pt>
                <c:pt idx="85">
                  <c:v>41144</c:v>
                </c:pt>
                <c:pt idx="86">
                  <c:v>41151</c:v>
                </c:pt>
                <c:pt idx="87">
                  <c:v>41158</c:v>
                </c:pt>
                <c:pt idx="88">
                  <c:v>41165</c:v>
                </c:pt>
                <c:pt idx="89">
                  <c:v>41172</c:v>
                </c:pt>
                <c:pt idx="90">
                  <c:v>41179</c:v>
                </c:pt>
                <c:pt idx="91">
                  <c:v>41186</c:v>
                </c:pt>
                <c:pt idx="92">
                  <c:v>41193</c:v>
                </c:pt>
                <c:pt idx="93">
                  <c:v>41200</c:v>
                </c:pt>
                <c:pt idx="94">
                  <c:v>41207</c:v>
                </c:pt>
                <c:pt idx="95">
                  <c:v>41214</c:v>
                </c:pt>
                <c:pt idx="96">
                  <c:v>41221</c:v>
                </c:pt>
                <c:pt idx="97">
                  <c:v>41228</c:v>
                </c:pt>
                <c:pt idx="98">
                  <c:v>41234</c:v>
                </c:pt>
                <c:pt idx="99">
                  <c:v>41242</c:v>
                </c:pt>
                <c:pt idx="100">
                  <c:v>41249</c:v>
                </c:pt>
                <c:pt idx="101">
                  <c:v>41256</c:v>
                </c:pt>
                <c:pt idx="102">
                  <c:v>41263</c:v>
                </c:pt>
                <c:pt idx="103">
                  <c:v>41270</c:v>
                </c:pt>
                <c:pt idx="104">
                  <c:v>41277</c:v>
                </c:pt>
                <c:pt idx="105">
                  <c:v>41284</c:v>
                </c:pt>
                <c:pt idx="106">
                  <c:v>41291</c:v>
                </c:pt>
                <c:pt idx="107">
                  <c:v>41298</c:v>
                </c:pt>
                <c:pt idx="108">
                  <c:v>41305</c:v>
                </c:pt>
                <c:pt idx="109">
                  <c:v>41312</c:v>
                </c:pt>
                <c:pt idx="110">
                  <c:v>41319</c:v>
                </c:pt>
                <c:pt idx="111">
                  <c:v>41326</c:v>
                </c:pt>
                <c:pt idx="112">
                  <c:v>41333</c:v>
                </c:pt>
                <c:pt idx="113">
                  <c:v>41340</c:v>
                </c:pt>
                <c:pt idx="114">
                  <c:v>41347</c:v>
                </c:pt>
                <c:pt idx="115">
                  <c:v>41354</c:v>
                </c:pt>
                <c:pt idx="116">
                  <c:v>41361</c:v>
                </c:pt>
                <c:pt idx="117">
                  <c:v>41368</c:v>
                </c:pt>
                <c:pt idx="118">
                  <c:v>41375</c:v>
                </c:pt>
                <c:pt idx="119">
                  <c:v>41382</c:v>
                </c:pt>
                <c:pt idx="120">
                  <c:v>41389</c:v>
                </c:pt>
                <c:pt idx="121">
                  <c:v>41396</c:v>
                </c:pt>
                <c:pt idx="122">
                  <c:v>41403</c:v>
                </c:pt>
                <c:pt idx="123">
                  <c:v>41410</c:v>
                </c:pt>
                <c:pt idx="124">
                  <c:v>41417</c:v>
                </c:pt>
                <c:pt idx="125">
                  <c:v>41424</c:v>
                </c:pt>
                <c:pt idx="126">
                  <c:v>41431</c:v>
                </c:pt>
                <c:pt idx="127">
                  <c:v>41438</c:v>
                </c:pt>
                <c:pt idx="128">
                  <c:v>41445</c:v>
                </c:pt>
                <c:pt idx="129">
                  <c:v>41452</c:v>
                </c:pt>
                <c:pt idx="130">
                  <c:v>41458</c:v>
                </c:pt>
                <c:pt idx="131">
                  <c:v>41466</c:v>
                </c:pt>
                <c:pt idx="132">
                  <c:v>41473</c:v>
                </c:pt>
                <c:pt idx="133">
                  <c:v>41480</c:v>
                </c:pt>
                <c:pt idx="134">
                  <c:v>41487</c:v>
                </c:pt>
                <c:pt idx="135">
                  <c:v>41494</c:v>
                </c:pt>
                <c:pt idx="136">
                  <c:v>41501</c:v>
                </c:pt>
                <c:pt idx="137">
                  <c:v>41508</c:v>
                </c:pt>
                <c:pt idx="138">
                  <c:v>41515</c:v>
                </c:pt>
                <c:pt idx="139">
                  <c:v>41522</c:v>
                </c:pt>
                <c:pt idx="140">
                  <c:v>41529</c:v>
                </c:pt>
                <c:pt idx="141">
                  <c:v>41536</c:v>
                </c:pt>
                <c:pt idx="142">
                  <c:v>41543</c:v>
                </c:pt>
                <c:pt idx="143">
                  <c:v>41550</c:v>
                </c:pt>
                <c:pt idx="144">
                  <c:v>41557</c:v>
                </c:pt>
                <c:pt idx="145">
                  <c:v>41564</c:v>
                </c:pt>
                <c:pt idx="146">
                  <c:v>41571</c:v>
                </c:pt>
                <c:pt idx="147">
                  <c:v>41578</c:v>
                </c:pt>
                <c:pt idx="148">
                  <c:v>41585</c:v>
                </c:pt>
                <c:pt idx="149">
                  <c:v>41592</c:v>
                </c:pt>
                <c:pt idx="150">
                  <c:v>41599</c:v>
                </c:pt>
                <c:pt idx="151">
                  <c:v>41605</c:v>
                </c:pt>
                <c:pt idx="152">
                  <c:v>41613</c:v>
                </c:pt>
                <c:pt idx="153">
                  <c:v>41620</c:v>
                </c:pt>
                <c:pt idx="154">
                  <c:v>41627</c:v>
                </c:pt>
                <c:pt idx="155">
                  <c:v>41634</c:v>
                </c:pt>
                <c:pt idx="156">
                  <c:v>41641</c:v>
                </c:pt>
                <c:pt idx="157">
                  <c:v>41648</c:v>
                </c:pt>
                <c:pt idx="158">
                  <c:v>41655</c:v>
                </c:pt>
                <c:pt idx="159">
                  <c:v>41662</c:v>
                </c:pt>
                <c:pt idx="160">
                  <c:v>41669</c:v>
                </c:pt>
                <c:pt idx="161">
                  <c:v>41676</c:v>
                </c:pt>
                <c:pt idx="162">
                  <c:v>41683</c:v>
                </c:pt>
                <c:pt idx="163">
                  <c:v>41690</c:v>
                </c:pt>
                <c:pt idx="164">
                  <c:v>41697</c:v>
                </c:pt>
                <c:pt idx="165">
                  <c:v>41704</c:v>
                </c:pt>
                <c:pt idx="166">
                  <c:v>41711</c:v>
                </c:pt>
                <c:pt idx="167">
                  <c:v>41718</c:v>
                </c:pt>
                <c:pt idx="168">
                  <c:v>41725</c:v>
                </c:pt>
                <c:pt idx="169">
                  <c:v>41732</c:v>
                </c:pt>
                <c:pt idx="170">
                  <c:v>41739</c:v>
                </c:pt>
                <c:pt idx="171">
                  <c:v>41746</c:v>
                </c:pt>
                <c:pt idx="172">
                  <c:v>41753</c:v>
                </c:pt>
                <c:pt idx="173">
                  <c:v>41760</c:v>
                </c:pt>
                <c:pt idx="174">
                  <c:v>41767</c:v>
                </c:pt>
                <c:pt idx="175">
                  <c:v>41774</c:v>
                </c:pt>
                <c:pt idx="176">
                  <c:v>41781</c:v>
                </c:pt>
                <c:pt idx="177">
                  <c:v>41788</c:v>
                </c:pt>
                <c:pt idx="178">
                  <c:v>41795</c:v>
                </c:pt>
                <c:pt idx="179">
                  <c:v>41802</c:v>
                </c:pt>
                <c:pt idx="180">
                  <c:v>41809</c:v>
                </c:pt>
                <c:pt idx="181">
                  <c:v>41816</c:v>
                </c:pt>
                <c:pt idx="182">
                  <c:v>41823</c:v>
                </c:pt>
                <c:pt idx="183">
                  <c:v>41830</c:v>
                </c:pt>
                <c:pt idx="184">
                  <c:v>41837</c:v>
                </c:pt>
                <c:pt idx="185">
                  <c:v>41844</c:v>
                </c:pt>
                <c:pt idx="186">
                  <c:v>41851</c:v>
                </c:pt>
                <c:pt idx="187">
                  <c:v>41858</c:v>
                </c:pt>
                <c:pt idx="188">
                  <c:v>41865</c:v>
                </c:pt>
                <c:pt idx="189">
                  <c:v>41872</c:v>
                </c:pt>
                <c:pt idx="190">
                  <c:v>41879</c:v>
                </c:pt>
                <c:pt idx="191">
                  <c:v>41886</c:v>
                </c:pt>
                <c:pt idx="192">
                  <c:v>41893</c:v>
                </c:pt>
                <c:pt idx="193">
                  <c:v>41900</c:v>
                </c:pt>
                <c:pt idx="194">
                  <c:v>41907</c:v>
                </c:pt>
                <c:pt idx="195">
                  <c:v>41914</c:v>
                </c:pt>
                <c:pt idx="196">
                  <c:v>41921</c:v>
                </c:pt>
                <c:pt idx="197">
                  <c:v>41928</c:v>
                </c:pt>
                <c:pt idx="198">
                  <c:v>41935</c:v>
                </c:pt>
                <c:pt idx="199">
                  <c:v>41942</c:v>
                </c:pt>
                <c:pt idx="200">
                  <c:v>41949</c:v>
                </c:pt>
                <c:pt idx="201">
                  <c:v>41956</c:v>
                </c:pt>
                <c:pt idx="202">
                  <c:v>41963</c:v>
                </c:pt>
                <c:pt idx="203">
                  <c:v>41969</c:v>
                </c:pt>
                <c:pt idx="204">
                  <c:v>41977</c:v>
                </c:pt>
                <c:pt idx="205">
                  <c:v>41984</c:v>
                </c:pt>
                <c:pt idx="206">
                  <c:v>41991</c:v>
                </c:pt>
                <c:pt idx="207">
                  <c:v>41997</c:v>
                </c:pt>
                <c:pt idx="208">
                  <c:v>42004</c:v>
                </c:pt>
                <c:pt idx="209">
                  <c:v>42012</c:v>
                </c:pt>
                <c:pt idx="210">
                  <c:v>42019</c:v>
                </c:pt>
                <c:pt idx="211">
                  <c:v>42026</c:v>
                </c:pt>
                <c:pt idx="212">
                  <c:v>42033</c:v>
                </c:pt>
                <c:pt idx="213">
                  <c:v>42040</c:v>
                </c:pt>
                <c:pt idx="214">
                  <c:v>42047</c:v>
                </c:pt>
                <c:pt idx="215">
                  <c:v>42054</c:v>
                </c:pt>
                <c:pt idx="216">
                  <c:v>42061</c:v>
                </c:pt>
                <c:pt idx="217">
                  <c:v>42068</c:v>
                </c:pt>
                <c:pt idx="218">
                  <c:v>42075</c:v>
                </c:pt>
                <c:pt idx="219">
                  <c:v>42082</c:v>
                </c:pt>
                <c:pt idx="220">
                  <c:v>42089</c:v>
                </c:pt>
                <c:pt idx="221">
                  <c:v>42096</c:v>
                </c:pt>
                <c:pt idx="222">
                  <c:v>42103</c:v>
                </c:pt>
                <c:pt idx="223">
                  <c:v>42110</c:v>
                </c:pt>
                <c:pt idx="224">
                  <c:v>42117</c:v>
                </c:pt>
              </c:numCache>
            </c:numRef>
          </c:cat>
          <c:val>
            <c:numRef>
              <c:f>PoolRefinancible!$F$3:$F$227</c:f>
              <c:numCache>
                <c:formatCode>0%</c:formatCode>
                <c:ptCount val="225"/>
                <c:pt idx="0">
                  <c:v>0.53095286512326811</c:v>
                </c:pt>
                <c:pt idx="1">
                  <c:v>0.53151414802717445</c:v>
                </c:pt>
                <c:pt idx="2">
                  <c:v>0.53128369296391043</c:v>
                </c:pt>
                <c:pt idx="3">
                  <c:v>0.53088486817209324</c:v>
                </c:pt>
                <c:pt idx="4">
                  <c:v>0.45470305131111477</c:v>
                </c:pt>
                <c:pt idx="5">
                  <c:v>0.40745494442377123</c:v>
                </c:pt>
                <c:pt idx="6">
                  <c:v>0.40754568633496746</c:v>
                </c:pt>
                <c:pt idx="7">
                  <c:v>0.45432862067371088</c:v>
                </c:pt>
                <c:pt idx="8">
                  <c:v>0.44537925133640238</c:v>
                </c:pt>
                <c:pt idx="9">
                  <c:v>0.44531343502837423</c:v>
                </c:pt>
                <c:pt idx="10">
                  <c:v>0.50756853544493263</c:v>
                </c:pt>
                <c:pt idx="11">
                  <c:v>0.50709598627705932</c:v>
                </c:pt>
                <c:pt idx="12">
                  <c:v>0.44540607652299313</c:v>
                </c:pt>
                <c:pt idx="13">
                  <c:v>0.43752802947744701</c:v>
                </c:pt>
                <c:pt idx="14">
                  <c:v>0.43743055763305833</c:v>
                </c:pt>
                <c:pt idx="15">
                  <c:v>0.50071367537414391</c:v>
                </c:pt>
                <c:pt idx="16">
                  <c:v>0.50084038538064524</c:v>
                </c:pt>
                <c:pt idx="17">
                  <c:v>0.49619981605913671</c:v>
                </c:pt>
                <c:pt idx="18">
                  <c:v>0.54734510927234215</c:v>
                </c:pt>
                <c:pt idx="19">
                  <c:v>0.54747259610785104</c:v>
                </c:pt>
                <c:pt idx="20">
                  <c:v>0.54749050352200102</c:v>
                </c:pt>
                <c:pt idx="21">
                  <c:v>0.61801719649367404</c:v>
                </c:pt>
                <c:pt idx="22">
                  <c:v>0.61814735042604474</c:v>
                </c:pt>
                <c:pt idx="23">
                  <c:v>0.61809095300776584</c:v>
                </c:pt>
                <c:pt idx="24">
                  <c:v>0.61801719649367404</c:v>
                </c:pt>
                <c:pt idx="25">
                  <c:v>0.61807450623887938</c:v>
                </c:pt>
                <c:pt idx="26">
                  <c:v>0.5369732812748057</c:v>
                </c:pt>
                <c:pt idx="27">
                  <c:v>0.61264472977114681</c:v>
                </c:pt>
                <c:pt idx="28">
                  <c:v>0.61259676686406817</c:v>
                </c:pt>
                <c:pt idx="29">
                  <c:v>0.60542736860140534</c:v>
                </c:pt>
                <c:pt idx="30">
                  <c:v>0.74150202177436741</c:v>
                </c:pt>
                <c:pt idx="31">
                  <c:v>0.84590073793359044</c:v>
                </c:pt>
                <c:pt idx="32">
                  <c:v>0.88586751140233078</c:v>
                </c:pt>
                <c:pt idx="33">
                  <c:v>0.8463192849236576</c:v>
                </c:pt>
                <c:pt idx="34">
                  <c:v>0.84045690434216458</c:v>
                </c:pt>
                <c:pt idx="35">
                  <c:v>0.88186934327029209</c:v>
                </c:pt>
                <c:pt idx="36">
                  <c:v>0.88191978475653932</c:v>
                </c:pt>
                <c:pt idx="37">
                  <c:v>0.88191978475653932</c:v>
                </c:pt>
                <c:pt idx="38">
                  <c:v>0.92481236623397145</c:v>
                </c:pt>
                <c:pt idx="39">
                  <c:v>0.91682101113682013</c:v>
                </c:pt>
                <c:pt idx="40">
                  <c:v>0.87184341688215217</c:v>
                </c:pt>
                <c:pt idx="41">
                  <c:v>0.87184733410546966</c:v>
                </c:pt>
                <c:pt idx="42">
                  <c:v>0.87190767917521173</c:v>
                </c:pt>
                <c:pt idx="43">
                  <c:v>0.90632973266278982</c:v>
                </c:pt>
                <c:pt idx="44">
                  <c:v>0.9063475730739603</c:v>
                </c:pt>
                <c:pt idx="45">
                  <c:v>0.90632973266278982</c:v>
                </c:pt>
                <c:pt idx="46">
                  <c:v>0.90635487345396593</c:v>
                </c:pt>
                <c:pt idx="47">
                  <c:v>0.89703139526962428</c:v>
                </c:pt>
                <c:pt idx="48">
                  <c:v>0.89704903447944062</c:v>
                </c:pt>
                <c:pt idx="49">
                  <c:v>0.89709375429273885</c:v>
                </c:pt>
                <c:pt idx="50">
                  <c:v>0.94137030351529016</c:v>
                </c:pt>
                <c:pt idx="51">
                  <c:v>0.94128842871061857</c:v>
                </c:pt>
                <c:pt idx="52">
                  <c:v>0.93080329806075279</c:v>
                </c:pt>
                <c:pt idx="53">
                  <c:v>0.93090646498108043</c:v>
                </c:pt>
                <c:pt idx="54">
                  <c:v>0.93088678298606131</c:v>
                </c:pt>
                <c:pt idx="55">
                  <c:v>0.88426645621178879</c:v>
                </c:pt>
                <c:pt idx="56">
                  <c:v>0.91360112522716286</c:v>
                </c:pt>
                <c:pt idx="57">
                  <c:v>0.91360112522716286</c:v>
                </c:pt>
                <c:pt idx="58">
                  <c:v>0.91360112522716286</c:v>
                </c:pt>
                <c:pt idx="59">
                  <c:v>0.86453426929410926</c:v>
                </c:pt>
                <c:pt idx="60">
                  <c:v>0.8998965016430206</c:v>
                </c:pt>
                <c:pt idx="61">
                  <c:v>0.89998685767725373</c:v>
                </c:pt>
                <c:pt idx="62">
                  <c:v>0.89987035776157298</c:v>
                </c:pt>
                <c:pt idx="63">
                  <c:v>0.79963025534966692</c:v>
                </c:pt>
                <c:pt idx="64">
                  <c:v>0.84935496597160542</c:v>
                </c:pt>
                <c:pt idx="65">
                  <c:v>0.83420792590434467</c:v>
                </c:pt>
                <c:pt idx="66">
                  <c:v>0.88546928546811865</c:v>
                </c:pt>
                <c:pt idx="67">
                  <c:v>0.88532092394225137</c:v>
                </c:pt>
                <c:pt idx="68">
                  <c:v>0.88546928546811865</c:v>
                </c:pt>
                <c:pt idx="69">
                  <c:v>0.875279554781354</c:v>
                </c:pt>
                <c:pt idx="70">
                  <c:v>0.87534475648983412</c:v>
                </c:pt>
                <c:pt idx="71">
                  <c:v>0.91993589788714725</c:v>
                </c:pt>
                <c:pt idx="72">
                  <c:v>0.91989879371783623</c:v>
                </c:pt>
                <c:pt idx="73">
                  <c:v>0.92005776451854027</c:v>
                </c:pt>
                <c:pt idx="74">
                  <c:v>0.92441254418745433</c:v>
                </c:pt>
                <c:pt idx="75">
                  <c:v>0.90289735225778367</c:v>
                </c:pt>
                <c:pt idx="76">
                  <c:v>0.9244242433615838</c:v>
                </c:pt>
                <c:pt idx="77">
                  <c:v>0.9244242433615838</c:v>
                </c:pt>
                <c:pt idx="78">
                  <c:v>0.91386483587378442</c:v>
                </c:pt>
                <c:pt idx="79">
                  <c:v>0.94968585268042571</c:v>
                </c:pt>
                <c:pt idx="80">
                  <c:v>0.94974571127352658</c:v>
                </c:pt>
                <c:pt idx="81">
                  <c:v>0.95271926668027695</c:v>
                </c:pt>
                <c:pt idx="82">
                  <c:v>0.93570894150236794</c:v>
                </c:pt>
                <c:pt idx="83">
                  <c:v>0.9356798644507448</c:v>
                </c:pt>
                <c:pt idx="84">
                  <c:v>0.89511007451891311</c:v>
                </c:pt>
                <c:pt idx="85">
                  <c:v>0.89495866041217464</c:v>
                </c:pt>
                <c:pt idx="86">
                  <c:v>0.9356798644507448</c:v>
                </c:pt>
                <c:pt idx="87">
                  <c:v>0.921376249797624</c:v>
                </c:pt>
                <c:pt idx="88">
                  <c:v>0.9248916494900683</c:v>
                </c:pt>
                <c:pt idx="89">
                  <c:v>0.92514591669223734</c:v>
                </c:pt>
                <c:pt idx="90">
                  <c:v>0.96960771050923455</c:v>
                </c:pt>
                <c:pt idx="91">
                  <c:v>0.95173821154236116</c:v>
                </c:pt>
                <c:pt idx="92">
                  <c:v>0.9516214910186106</c:v>
                </c:pt>
                <c:pt idx="93">
                  <c:v>0.95171433528773408</c:v>
                </c:pt>
                <c:pt idx="94">
                  <c:v>0.95160314091355924</c:v>
                </c:pt>
                <c:pt idx="95">
                  <c:v>0.92867980817147811</c:v>
                </c:pt>
                <c:pt idx="96">
                  <c:v>0.92867016836240179</c:v>
                </c:pt>
                <c:pt idx="97">
                  <c:v>0.92880125520801771</c:v>
                </c:pt>
                <c:pt idx="98">
                  <c:v>0.95306397070735893</c:v>
                </c:pt>
                <c:pt idx="99">
                  <c:v>0.92879920649220771</c:v>
                </c:pt>
                <c:pt idx="100">
                  <c:v>0.91462867250042379</c:v>
                </c:pt>
                <c:pt idx="101">
                  <c:v>0.94167657117439885</c:v>
                </c:pt>
                <c:pt idx="102">
                  <c:v>0.91459695563417198</c:v>
                </c:pt>
                <c:pt idx="103">
                  <c:v>0.91462311468400781</c:v>
                </c:pt>
                <c:pt idx="104">
                  <c:v>0.89326181251225278</c:v>
                </c:pt>
                <c:pt idx="105">
                  <c:v>0.89311387348630478</c:v>
                </c:pt>
                <c:pt idx="106">
                  <c:v>0.89313594354940329</c:v>
                </c:pt>
                <c:pt idx="107">
                  <c:v>0.89309005512837913</c:v>
                </c:pt>
                <c:pt idx="108">
                  <c:v>0.8331952647990043</c:v>
                </c:pt>
                <c:pt idx="109">
                  <c:v>0.81023525759205761</c:v>
                </c:pt>
                <c:pt idx="110">
                  <c:v>0.81023525759205761</c:v>
                </c:pt>
                <c:pt idx="111">
                  <c:v>0.75933345466765345</c:v>
                </c:pt>
                <c:pt idx="112">
                  <c:v>0.81029528984572785</c:v>
                </c:pt>
                <c:pt idx="113">
                  <c:v>0.78624166702839782</c:v>
                </c:pt>
                <c:pt idx="114">
                  <c:v>0.73111655922691299</c:v>
                </c:pt>
                <c:pt idx="115">
                  <c:v>0.78232504101034894</c:v>
                </c:pt>
                <c:pt idx="116">
                  <c:v>0.73126322983221848</c:v>
                </c:pt>
                <c:pt idx="117">
                  <c:v>0.75888961446246717</c:v>
                </c:pt>
                <c:pt idx="118">
                  <c:v>0.76309932434523087</c:v>
                </c:pt>
                <c:pt idx="119">
                  <c:v>0.82449537522534488</c:v>
                </c:pt>
                <c:pt idx="120">
                  <c:v>0.82447540826292098</c:v>
                </c:pt>
                <c:pt idx="121">
                  <c:v>0.81093209114269571</c:v>
                </c:pt>
                <c:pt idx="122">
                  <c:v>0.81067760043559867</c:v>
                </c:pt>
                <c:pt idx="123">
                  <c:v>0.74620755103308722</c:v>
                </c:pt>
                <c:pt idx="124">
                  <c:v>0.68879869829190365</c:v>
                </c:pt>
                <c:pt idx="125">
                  <c:v>0.60503526915664596</c:v>
                </c:pt>
                <c:pt idx="126">
                  <c:v>0.58039665812793095</c:v>
                </c:pt>
                <c:pt idx="127">
                  <c:v>0.53516783439685534</c:v>
                </c:pt>
                <c:pt idx="128">
                  <c:v>0.5352370883375368</c:v>
                </c:pt>
                <c:pt idx="129">
                  <c:v>0.31802392696495574</c:v>
                </c:pt>
                <c:pt idx="130">
                  <c:v>0.44137433773261886</c:v>
                </c:pt>
                <c:pt idx="131">
                  <c:v>0.30323693087397197</c:v>
                </c:pt>
                <c:pt idx="132">
                  <c:v>0.38224036528758815</c:v>
                </c:pt>
                <c:pt idx="133">
                  <c:v>0.38235673657078234</c:v>
                </c:pt>
                <c:pt idx="134">
                  <c:v>0.366090471734486</c:v>
                </c:pt>
                <c:pt idx="135">
                  <c:v>0.36607182581429965</c:v>
                </c:pt>
                <c:pt idx="136">
                  <c:v>0.36607182581429965</c:v>
                </c:pt>
                <c:pt idx="137">
                  <c:v>0.25066720783636109</c:v>
                </c:pt>
                <c:pt idx="138">
                  <c:v>0.29050117748807303</c:v>
                </c:pt>
                <c:pt idx="139">
                  <c:v>0.27649551668926681</c:v>
                </c:pt>
                <c:pt idx="140">
                  <c:v>0.24165122804318193</c:v>
                </c:pt>
                <c:pt idx="141">
                  <c:v>0.28087782506985004</c:v>
                </c:pt>
                <c:pt idx="142">
                  <c:v>0.41495307542117416</c:v>
                </c:pt>
                <c:pt idx="143">
                  <c:v>0.40987337416034908</c:v>
                </c:pt>
                <c:pt idx="144">
                  <c:v>0.40982657529658695</c:v>
                </c:pt>
                <c:pt idx="145">
                  <c:v>0.40960480873930216</c:v>
                </c:pt>
                <c:pt idx="146">
                  <c:v>0.44702204362509623</c:v>
                </c:pt>
                <c:pt idx="147">
                  <c:v>0.44722315120204531</c:v>
                </c:pt>
                <c:pt idx="148">
                  <c:v>0.44656189112559813</c:v>
                </c:pt>
                <c:pt idx="149">
                  <c:v>0.34376188323838874</c:v>
                </c:pt>
                <c:pt idx="150">
                  <c:v>0.40633426574889947</c:v>
                </c:pt>
                <c:pt idx="151">
                  <c:v>0.40599486098742238</c:v>
                </c:pt>
                <c:pt idx="152">
                  <c:v>0.33663336734019467</c:v>
                </c:pt>
                <c:pt idx="153">
                  <c:v>0.33659925585033085</c:v>
                </c:pt>
                <c:pt idx="154">
                  <c:v>0.26251314123023178</c:v>
                </c:pt>
                <c:pt idx="155">
                  <c:v>0.2624253850951212</c:v>
                </c:pt>
                <c:pt idx="156">
                  <c:v>0.25542920246734474</c:v>
                </c:pt>
                <c:pt idx="157">
                  <c:v>0.25657721618559615</c:v>
                </c:pt>
                <c:pt idx="158">
                  <c:v>0.3304592378060357</c:v>
                </c:pt>
                <c:pt idx="159">
                  <c:v>0.33051418127812865</c:v>
                </c:pt>
                <c:pt idx="160">
                  <c:v>0.39423204709456816</c:v>
                </c:pt>
                <c:pt idx="161">
                  <c:v>0.39101792197108992</c:v>
                </c:pt>
                <c:pt idx="162">
                  <c:v>0.39068366290434636</c:v>
                </c:pt>
                <c:pt idx="163">
                  <c:v>0.32596209420558231</c:v>
                </c:pt>
                <c:pt idx="164">
                  <c:v>0.32584125763891397</c:v>
                </c:pt>
                <c:pt idx="165">
                  <c:v>0.3880906059489676</c:v>
                </c:pt>
                <c:pt idx="166">
                  <c:v>0.32243239988824457</c:v>
                </c:pt>
                <c:pt idx="167">
                  <c:v>0.38803155963126795</c:v>
                </c:pt>
                <c:pt idx="168">
                  <c:v>0.32225376577204623</c:v>
                </c:pt>
                <c:pt idx="169">
                  <c:v>0.31763867857518779</c:v>
                </c:pt>
                <c:pt idx="170">
                  <c:v>0.3179400498756681</c:v>
                </c:pt>
                <c:pt idx="171">
                  <c:v>0.38470598100767872</c:v>
                </c:pt>
                <c:pt idx="172">
                  <c:v>0.38440732841326453</c:v>
                </c:pt>
                <c:pt idx="173">
                  <c:v>0.38059841454921201</c:v>
                </c:pt>
                <c:pt idx="174">
                  <c:v>0.43450609291099734</c:v>
                </c:pt>
                <c:pt idx="175">
                  <c:v>0.43452030184865936</c:v>
                </c:pt>
                <c:pt idx="176">
                  <c:v>0.43535189728112444</c:v>
                </c:pt>
                <c:pt idx="177">
                  <c:v>0.43540610404364999</c:v>
                </c:pt>
                <c:pt idx="178">
                  <c:v>0.43456496283175705</c:v>
                </c:pt>
                <c:pt idx="179">
                  <c:v>0.43354196734760481</c:v>
                </c:pt>
                <c:pt idx="180">
                  <c:v>0.43404253553300182</c:v>
                </c:pt>
                <c:pt idx="181">
                  <c:v>0.43456496283175705</c:v>
                </c:pt>
                <c:pt idx="182">
                  <c:v>0.49845248288256383</c:v>
                </c:pt>
                <c:pt idx="183">
                  <c:v>0.43035217131462522</c:v>
                </c:pt>
                <c:pt idx="184">
                  <c:v>0.43087417454638577</c:v>
                </c:pt>
                <c:pt idx="185">
                  <c:v>0.43087417454638577</c:v>
                </c:pt>
                <c:pt idx="186">
                  <c:v>0.4308956555661862</c:v>
                </c:pt>
                <c:pt idx="187">
                  <c:v>0.42439769838835339</c:v>
                </c:pt>
                <c:pt idx="188">
                  <c:v>0.42491168993334688</c:v>
                </c:pt>
                <c:pt idx="189">
                  <c:v>0.49522669245285544</c:v>
                </c:pt>
                <c:pt idx="190">
                  <c:v>0.49522669245285544</c:v>
                </c:pt>
                <c:pt idx="191">
                  <c:v>0.49109889772075627</c:v>
                </c:pt>
                <c:pt idx="192">
                  <c:v>0.49012736819164349</c:v>
                </c:pt>
                <c:pt idx="193">
                  <c:v>0.41802491804441944</c:v>
                </c:pt>
                <c:pt idx="194">
                  <c:v>0.41850850640907544</c:v>
                </c:pt>
                <c:pt idx="195">
                  <c:v>0.41343470051083375</c:v>
                </c:pt>
                <c:pt idx="196">
                  <c:v>0.48620694744117765</c:v>
                </c:pt>
                <c:pt idx="197">
                  <c:v>0.55255700045884115</c:v>
                </c:pt>
                <c:pt idx="198">
                  <c:v>0.55308845562501008</c:v>
                </c:pt>
                <c:pt idx="199">
                  <c:v>0.55239173073087677</c:v>
                </c:pt>
                <c:pt idx="200">
                  <c:v>0.48321629589156551</c:v>
                </c:pt>
                <c:pt idx="201">
                  <c:v>0.4832857349268318</c:v>
                </c:pt>
                <c:pt idx="202">
                  <c:v>0.5490432943232525</c:v>
                </c:pt>
                <c:pt idx="203">
                  <c:v>0.54924529031688318</c:v>
                </c:pt>
                <c:pt idx="204">
                  <c:v>0.54634536257975941</c:v>
                </c:pt>
                <c:pt idx="205">
                  <c:v>0.54581015855265858</c:v>
                </c:pt>
                <c:pt idx="206">
                  <c:v>0.62551576683628252</c:v>
                </c:pt>
                <c:pt idx="207">
                  <c:v>0.62486343279989665</c:v>
                </c:pt>
                <c:pt idx="208">
                  <c:v>0.54632026447860305</c:v>
                </c:pt>
                <c:pt idx="209">
                  <c:v>0.62197683361271305</c:v>
                </c:pt>
                <c:pt idx="210">
                  <c:v>0.67978466942559534</c:v>
                </c:pt>
                <c:pt idx="211">
                  <c:v>0.67981359258153007</c:v>
                </c:pt>
                <c:pt idx="212">
                  <c:v>0.67978466942559534</c:v>
                </c:pt>
                <c:pt idx="213">
                  <c:v>0.67752750204659062</c:v>
                </c:pt>
                <c:pt idx="214">
                  <c:v>0.676983954566723</c:v>
                </c:pt>
                <c:pt idx="215">
                  <c:v>0.61566859790099082</c:v>
                </c:pt>
                <c:pt idx="216">
                  <c:v>0.6151593401991402</c:v>
                </c:pt>
                <c:pt idx="217">
                  <c:v>0.60677474487423166</c:v>
                </c:pt>
                <c:pt idx="218">
                  <c:v>0.52303888200369164</c:v>
                </c:pt>
                <c:pt idx="219">
                  <c:v>0.60648965415006506</c:v>
                </c:pt>
                <c:pt idx="220">
                  <c:v>0.66948681688726752</c:v>
                </c:pt>
                <c:pt idx="221">
                  <c:v>0.65757284583633613</c:v>
                </c:pt>
                <c:pt idx="222">
                  <c:v>0.65811343479434081</c:v>
                </c:pt>
                <c:pt idx="223">
                  <c:v>0.65789565295070052</c:v>
                </c:pt>
                <c:pt idx="224">
                  <c:v>0.65853359306754533</c:v>
                </c:pt>
              </c:numCache>
            </c:numRef>
          </c:val>
          <c:smooth val="0"/>
        </c:ser>
        <c:ser>
          <c:idx val="4"/>
          <c:order val="3"/>
          <c:tx>
            <c:strRef>
              <c:f>PoolRefinancible!$G$2</c:f>
              <c:strCache>
                <c:ptCount val="1"/>
                <c:pt idx="0">
                  <c:v>Loan with LLPA</c:v>
                </c:pt>
              </c:strCache>
            </c:strRef>
          </c:tx>
          <c:spPr>
            <a:ln w="19050">
              <a:solidFill>
                <a:srgbClr val="F6D6E3"/>
              </a:solidFill>
            </a:ln>
          </c:spPr>
          <c:marker>
            <c:symbol val="none"/>
          </c:marker>
          <c:cat>
            <c:numRef>
              <c:f>PoolRefinancible!$B$3:$B$227</c:f>
              <c:numCache>
                <c:formatCode>m/d/yyyy</c:formatCode>
                <c:ptCount val="225"/>
                <c:pt idx="0">
                  <c:v>40549</c:v>
                </c:pt>
                <c:pt idx="1">
                  <c:v>40556</c:v>
                </c:pt>
                <c:pt idx="2">
                  <c:v>40563</c:v>
                </c:pt>
                <c:pt idx="3">
                  <c:v>40570</c:v>
                </c:pt>
                <c:pt idx="4">
                  <c:v>40577</c:v>
                </c:pt>
                <c:pt idx="5">
                  <c:v>40584</c:v>
                </c:pt>
                <c:pt idx="6">
                  <c:v>40591</c:v>
                </c:pt>
                <c:pt idx="7">
                  <c:v>40598</c:v>
                </c:pt>
                <c:pt idx="8">
                  <c:v>40605</c:v>
                </c:pt>
                <c:pt idx="9">
                  <c:v>40612</c:v>
                </c:pt>
                <c:pt idx="10">
                  <c:v>40619</c:v>
                </c:pt>
                <c:pt idx="11">
                  <c:v>40626</c:v>
                </c:pt>
                <c:pt idx="12">
                  <c:v>40633</c:v>
                </c:pt>
                <c:pt idx="13">
                  <c:v>40640</c:v>
                </c:pt>
                <c:pt idx="14">
                  <c:v>40647</c:v>
                </c:pt>
                <c:pt idx="15">
                  <c:v>40654</c:v>
                </c:pt>
                <c:pt idx="16">
                  <c:v>40661</c:v>
                </c:pt>
                <c:pt idx="17">
                  <c:v>40668</c:v>
                </c:pt>
                <c:pt idx="18">
                  <c:v>40675</c:v>
                </c:pt>
                <c:pt idx="19">
                  <c:v>40682</c:v>
                </c:pt>
                <c:pt idx="20">
                  <c:v>40689</c:v>
                </c:pt>
                <c:pt idx="21">
                  <c:v>40696</c:v>
                </c:pt>
                <c:pt idx="22">
                  <c:v>40703</c:v>
                </c:pt>
                <c:pt idx="23">
                  <c:v>40710</c:v>
                </c:pt>
                <c:pt idx="24">
                  <c:v>40717</c:v>
                </c:pt>
                <c:pt idx="25">
                  <c:v>40724</c:v>
                </c:pt>
                <c:pt idx="26">
                  <c:v>40731</c:v>
                </c:pt>
                <c:pt idx="27">
                  <c:v>40738</c:v>
                </c:pt>
                <c:pt idx="28">
                  <c:v>40745</c:v>
                </c:pt>
                <c:pt idx="29">
                  <c:v>40752</c:v>
                </c:pt>
                <c:pt idx="30">
                  <c:v>40759</c:v>
                </c:pt>
                <c:pt idx="31">
                  <c:v>40766</c:v>
                </c:pt>
                <c:pt idx="32">
                  <c:v>40773</c:v>
                </c:pt>
                <c:pt idx="33">
                  <c:v>40780</c:v>
                </c:pt>
                <c:pt idx="34">
                  <c:v>40787</c:v>
                </c:pt>
                <c:pt idx="35">
                  <c:v>40794</c:v>
                </c:pt>
                <c:pt idx="36">
                  <c:v>40801</c:v>
                </c:pt>
                <c:pt idx="37">
                  <c:v>40808</c:v>
                </c:pt>
                <c:pt idx="38">
                  <c:v>40815</c:v>
                </c:pt>
                <c:pt idx="39">
                  <c:v>40822</c:v>
                </c:pt>
                <c:pt idx="40">
                  <c:v>40829</c:v>
                </c:pt>
                <c:pt idx="41">
                  <c:v>40836</c:v>
                </c:pt>
                <c:pt idx="42">
                  <c:v>40843</c:v>
                </c:pt>
                <c:pt idx="43">
                  <c:v>40850</c:v>
                </c:pt>
                <c:pt idx="44">
                  <c:v>40857</c:v>
                </c:pt>
                <c:pt idx="45">
                  <c:v>40864</c:v>
                </c:pt>
                <c:pt idx="46">
                  <c:v>40870</c:v>
                </c:pt>
                <c:pt idx="47">
                  <c:v>40878</c:v>
                </c:pt>
                <c:pt idx="48">
                  <c:v>40885</c:v>
                </c:pt>
                <c:pt idx="49">
                  <c:v>40892</c:v>
                </c:pt>
                <c:pt idx="50">
                  <c:v>40899</c:v>
                </c:pt>
                <c:pt idx="51">
                  <c:v>40906</c:v>
                </c:pt>
                <c:pt idx="52">
                  <c:v>40913</c:v>
                </c:pt>
                <c:pt idx="53">
                  <c:v>40920</c:v>
                </c:pt>
                <c:pt idx="54">
                  <c:v>40927</c:v>
                </c:pt>
                <c:pt idx="55">
                  <c:v>40934</c:v>
                </c:pt>
                <c:pt idx="56">
                  <c:v>40941</c:v>
                </c:pt>
                <c:pt idx="57">
                  <c:v>40948</c:v>
                </c:pt>
                <c:pt idx="58">
                  <c:v>40955</c:v>
                </c:pt>
                <c:pt idx="59">
                  <c:v>40962</c:v>
                </c:pt>
                <c:pt idx="60">
                  <c:v>40969</c:v>
                </c:pt>
                <c:pt idx="61">
                  <c:v>40976</c:v>
                </c:pt>
                <c:pt idx="62">
                  <c:v>40983</c:v>
                </c:pt>
                <c:pt idx="63">
                  <c:v>40990</c:v>
                </c:pt>
                <c:pt idx="64">
                  <c:v>40997</c:v>
                </c:pt>
                <c:pt idx="65">
                  <c:v>41004</c:v>
                </c:pt>
                <c:pt idx="66">
                  <c:v>41011</c:v>
                </c:pt>
                <c:pt idx="67">
                  <c:v>41018</c:v>
                </c:pt>
                <c:pt idx="68">
                  <c:v>41025</c:v>
                </c:pt>
                <c:pt idx="69">
                  <c:v>41032</c:v>
                </c:pt>
                <c:pt idx="70">
                  <c:v>41039</c:v>
                </c:pt>
                <c:pt idx="71">
                  <c:v>41046</c:v>
                </c:pt>
                <c:pt idx="72">
                  <c:v>41053</c:v>
                </c:pt>
                <c:pt idx="73">
                  <c:v>41060</c:v>
                </c:pt>
                <c:pt idx="74">
                  <c:v>41067</c:v>
                </c:pt>
                <c:pt idx="75">
                  <c:v>41074</c:v>
                </c:pt>
                <c:pt idx="76">
                  <c:v>41081</c:v>
                </c:pt>
                <c:pt idx="77">
                  <c:v>41088</c:v>
                </c:pt>
                <c:pt idx="78">
                  <c:v>41095</c:v>
                </c:pt>
                <c:pt idx="79">
                  <c:v>41102</c:v>
                </c:pt>
                <c:pt idx="80">
                  <c:v>41109</c:v>
                </c:pt>
                <c:pt idx="81">
                  <c:v>41116</c:v>
                </c:pt>
                <c:pt idx="82">
                  <c:v>41123</c:v>
                </c:pt>
                <c:pt idx="83">
                  <c:v>41130</c:v>
                </c:pt>
                <c:pt idx="84">
                  <c:v>41137</c:v>
                </c:pt>
                <c:pt idx="85">
                  <c:v>41144</c:v>
                </c:pt>
                <c:pt idx="86">
                  <c:v>41151</c:v>
                </c:pt>
                <c:pt idx="87">
                  <c:v>41158</c:v>
                </c:pt>
                <c:pt idx="88">
                  <c:v>41165</c:v>
                </c:pt>
                <c:pt idx="89">
                  <c:v>41172</c:v>
                </c:pt>
                <c:pt idx="90">
                  <c:v>41179</c:v>
                </c:pt>
                <c:pt idx="91">
                  <c:v>41186</c:v>
                </c:pt>
                <c:pt idx="92">
                  <c:v>41193</c:v>
                </c:pt>
                <c:pt idx="93">
                  <c:v>41200</c:v>
                </c:pt>
                <c:pt idx="94">
                  <c:v>41207</c:v>
                </c:pt>
                <c:pt idx="95">
                  <c:v>41214</c:v>
                </c:pt>
                <c:pt idx="96">
                  <c:v>41221</c:v>
                </c:pt>
                <c:pt idx="97">
                  <c:v>41228</c:v>
                </c:pt>
                <c:pt idx="98">
                  <c:v>41234</c:v>
                </c:pt>
                <c:pt idx="99">
                  <c:v>41242</c:v>
                </c:pt>
                <c:pt idx="100">
                  <c:v>41249</c:v>
                </c:pt>
                <c:pt idx="101">
                  <c:v>41256</c:v>
                </c:pt>
                <c:pt idx="102">
                  <c:v>41263</c:v>
                </c:pt>
                <c:pt idx="103">
                  <c:v>41270</c:v>
                </c:pt>
                <c:pt idx="104">
                  <c:v>41277</c:v>
                </c:pt>
                <c:pt idx="105">
                  <c:v>41284</c:v>
                </c:pt>
                <c:pt idx="106">
                  <c:v>41291</c:v>
                </c:pt>
                <c:pt idx="107">
                  <c:v>41298</c:v>
                </c:pt>
                <c:pt idx="108">
                  <c:v>41305</c:v>
                </c:pt>
                <c:pt idx="109">
                  <c:v>41312</c:v>
                </c:pt>
                <c:pt idx="110">
                  <c:v>41319</c:v>
                </c:pt>
                <c:pt idx="111">
                  <c:v>41326</c:v>
                </c:pt>
                <c:pt idx="112">
                  <c:v>41333</c:v>
                </c:pt>
                <c:pt idx="113">
                  <c:v>41340</c:v>
                </c:pt>
                <c:pt idx="114">
                  <c:v>41347</c:v>
                </c:pt>
                <c:pt idx="115">
                  <c:v>41354</c:v>
                </c:pt>
                <c:pt idx="116">
                  <c:v>41361</c:v>
                </c:pt>
                <c:pt idx="117">
                  <c:v>41368</c:v>
                </c:pt>
                <c:pt idx="118">
                  <c:v>41375</c:v>
                </c:pt>
                <c:pt idx="119">
                  <c:v>41382</c:v>
                </c:pt>
                <c:pt idx="120">
                  <c:v>41389</c:v>
                </c:pt>
                <c:pt idx="121">
                  <c:v>41396</c:v>
                </c:pt>
                <c:pt idx="122">
                  <c:v>41403</c:v>
                </c:pt>
                <c:pt idx="123">
                  <c:v>41410</c:v>
                </c:pt>
                <c:pt idx="124">
                  <c:v>41417</c:v>
                </c:pt>
                <c:pt idx="125">
                  <c:v>41424</c:v>
                </c:pt>
                <c:pt idx="126">
                  <c:v>41431</c:v>
                </c:pt>
                <c:pt idx="127">
                  <c:v>41438</c:v>
                </c:pt>
                <c:pt idx="128">
                  <c:v>41445</c:v>
                </c:pt>
                <c:pt idx="129">
                  <c:v>41452</c:v>
                </c:pt>
                <c:pt idx="130">
                  <c:v>41458</c:v>
                </c:pt>
                <c:pt idx="131">
                  <c:v>41466</c:v>
                </c:pt>
                <c:pt idx="132">
                  <c:v>41473</c:v>
                </c:pt>
                <c:pt idx="133">
                  <c:v>41480</c:v>
                </c:pt>
                <c:pt idx="134">
                  <c:v>41487</c:v>
                </c:pt>
                <c:pt idx="135">
                  <c:v>41494</c:v>
                </c:pt>
                <c:pt idx="136">
                  <c:v>41501</c:v>
                </c:pt>
                <c:pt idx="137">
                  <c:v>41508</c:v>
                </c:pt>
                <c:pt idx="138">
                  <c:v>41515</c:v>
                </c:pt>
                <c:pt idx="139">
                  <c:v>41522</c:v>
                </c:pt>
                <c:pt idx="140">
                  <c:v>41529</c:v>
                </c:pt>
                <c:pt idx="141">
                  <c:v>41536</c:v>
                </c:pt>
                <c:pt idx="142">
                  <c:v>41543</c:v>
                </c:pt>
                <c:pt idx="143">
                  <c:v>41550</c:v>
                </c:pt>
                <c:pt idx="144">
                  <c:v>41557</c:v>
                </c:pt>
                <c:pt idx="145">
                  <c:v>41564</c:v>
                </c:pt>
                <c:pt idx="146">
                  <c:v>41571</c:v>
                </c:pt>
                <c:pt idx="147">
                  <c:v>41578</c:v>
                </c:pt>
                <c:pt idx="148">
                  <c:v>41585</c:v>
                </c:pt>
                <c:pt idx="149">
                  <c:v>41592</c:v>
                </c:pt>
                <c:pt idx="150">
                  <c:v>41599</c:v>
                </c:pt>
                <c:pt idx="151">
                  <c:v>41605</c:v>
                </c:pt>
                <c:pt idx="152">
                  <c:v>41613</c:v>
                </c:pt>
                <c:pt idx="153">
                  <c:v>41620</c:v>
                </c:pt>
                <c:pt idx="154">
                  <c:v>41627</c:v>
                </c:pt>
                <c:pt idx="155">
                  <c:v>41634</c:v>
                </c:pt>
                <c:pt idx="156">
                  <c:v>41641</c:v>
                </c:pt>
                <c:pt idx="157">
                  <c:v>41648</c:v>
                </c:pt>
                <c:pt idx="158">
                  <c:v>41655</c:v>
                </c:pt>
                <c:pt idx="159">
                  <c:v>41662</c:v>
                </c:pt>
                <c:pt idx="160">
                  <c:v>41669</c:v>
                </c:pt>
                <c:pt idx="161">
                  <c:v>41676</c:v>
                </c:pt>
                <c:pt idx="162">
                  <c:v>41683</c:v>
                </c:pt>
                <c:pt idx="163">
                  <c:v>41690</c:v>
                </c:pt>
                <c:pt idx="164">
                  <c:v>41697</c:v>
                </c:pt>
                <c:pt idx="165">
                  <c:v>41704</c:v>
                </c:pt>
                <c:pt idx="166">
                  <c:v>41711</c:v>
                </c:pt>
                <c:pt idx="167">
                  <c:v>41718</c:v>
                </c:pt>
                <c:pt idx="168">
                  <c:v>41725</c:v>
                </c:pt>
                <c:pt idx="169">
                  <c:v>41732</c:v>
                </c:pt>
                <c:pt idx="170">
                  <c:v>41739</c:v>
                </c:pt>
                <c:pt idx="171">
                  <c:v>41746</c:v>
                </c:pt>
                <c:pt idx="172">
                  <c:v>41753</c:v>
                </c:pt>
                <c:pt idx="173">
                  <c:v>41760</c:v>
                </c:pt>
                <c:pt idx="174">
                  <c:v>41767</c:v>
                </c:pt>
                <c:pt idx="175">
                  <c:v>41774</c:v>
                </c:pt>
                <c:pt idx="176">
                  <c:v>41781</c:v>
                </c:pt>
                <c:pt idx="177">
                  <c:v>41788</c:v>
                </c:pt>
                <c:pt idx="178">
                  <c:v>41795</c:v>
                </c:pt>
                <c:pt idx="179">
                  <c:v>41802</c:v>
                </c:pt>
                <c:pt idx="180">
                  <c:v>41809</c:v>
                </c:pt>
                <c:pt idx="181">
                  <c:v>41816</c:v>
                </c:pt>
                <c:pt idx="182">
                  <c:v>41823</c:v>
                </c:pt>
                <c:pt idx="183">
                  <c:v>41830</c:v>
                </c:pt>
                <c:pt idx="184">
                  <c:v>41837</c:v>
                </c:pt>
                <c:pt idx="185">
                  <c:v>41844</c:v>
                </c:pt>
                <c:pt idx="186">
                  <c:v>41851</c:v>
                </c:pt>
                <c:pt idx="187">
                  <c:v>41858</c:v>
                </c:pt>
                <c:pt idx="188">
                  <c:v>41865</c:v>
                </c:pt>
                <c:pt idx="189">
                  <c:v>41872</c:v>
                </c:pt>
                <c:pt idx="190">
                  <c:v>41879</c:v>
                </c:pt>
                <c:pt idx="191">
                  <c:v>41886</c:v>
                </c:pt>
                <c:pt idx="192">
                  <c:v>41893</c:v>
                </c:pt>
                <c:pt idx="193">
                  <c:v>41900</c:v>
                </c:pt>
                <c:pt idx="194">
                  <c:v>41907</c:v>
                </c:pt>
                <c:pt idx="195">
                  <c:v>41914</c:v>
                </c:pt>
                <c:pt idx="196">
                  <c:v>41921</c:v>
                </c:pt>
                <c:pt idx="197">
                  <c:v>41928</c:v>
                </c:pt>
                <c:pt idx="198">
                  <c:v>41935</c:v>
                </c:pt>
                <c:pt idx="199">
                  <c:v>41942</c:v>
                </c:pt>
                <c:pt idx="200">
                  <c:v>41949</c:v>
                </c:pt>
                <c:pt idx="201">
                  <c:v>41956</c:v>
                </c:pt>
                <c:pt idx="202">
                  <c:v>41963</c:v>
                </c:pt>
                <c:pt idx="203">
                  <c:v>41969</c:v>
                </c:pt>
                <c:pt idx="204">
                  <c:v>41977</c:v>
                </c:pt>
                <c:pt idx="205">
                  <c:v>41984</c:v>
                </c:pt>
                <c:pt idx="206">
                  <c:v>41991</c:v>
                </c:pt>
                <c:pt idx="207">
                  <c:v>41997</c:v>
                </c:pt>
                <c:pt idx="208">
                  <c:v>42004</c:v>
                </c:pt>
                <c:pt idx="209">
                  <c:v>42012</c:v>
                </c:pt>
                <c:pt idx="210">
                  <c:v>42019</c:v>
                </c:pt>
                <c:pt idx="211">
                  <c:v>42026</c:v>
                </c:pt>
                <c:pt idx="212">
                  <c:v>42033</c:v>
                </c:pt>
                <c:pt idx="213">
                  <c:v>42040</c:v>
                </c:pt>
                <c:pt idx="214">
                  <c:v>42047</c:v>
                </c:pt>
                <c:pt idx="215">
                  <c:v>42054</c:v>
                </c:pt>
                <c:pt idx="216">
                  <c:v>42061</c:v>
                </c:pt>
                <c:pt idx="217">
                  <c:v>42068</c:v>
                </c:pt>
                <c:pt idx="218">
                  <c:v>42075</c:v>
                </c:pt>
                <c:pt idx="219">
                  <c:v>42082</c:v>
                </c:pt>
                <c:pt idx="220">
                  <c:v>42089</c:v>
                </c:pt>
                <c:pt idx="221">
                  <c:v>42096</c:v>
                </c:pt>
                <c:pt idx="222">
                  <c:v>42103</c:v>
                </c:pt>
                <c:pt idx="223">
                  <c:v>42110</c:v>
                </c:pt>
                <c:pt idx="224">
                  <c:v>42117</c:v>
                </c:pt>
              </c:numCache>
            </c:numRef>
          </c:cat>
          <c:val>
            <c:numRef>
              <c:f>PoolRefinancible!$G$3:$G$227</c:f>
              <c:numCache>
                <c:formatCode>0%</c:formatCode>
                <c:ptCount val="225"/>
                <c:pt idx="0">
                  <c:v>0.28463940721984343</c:v>
                </c:pt>
                <c:pt idx="1">
                  <c:v>0.30326691494252433</c:v>
                </c:pt>
                <c:pt idx="2">
                  <c:v>0.28476877321432642</c:v>
                </c:pt>
                <c:pt idx="3">
                  <c:v>0.2846201863525834</c:v>
                </c:pt>
                <c:pt idx="4">
                  <c:v>0.24193364534957326</c:v>
                </c:pt>
                <c:pt idx="5">
                  <c:v>0.20177712502015799</c:v>
                </c:pt>
                <c:pt idx="6">
                  <c:v>0.21194639619399513</c:v>
                </c:pt>
                <c:pt idx="7">
                  <c:v>0.2296622233105281</c:v>
                </c:pt>
                <c:pt idx="8">
                  <c:v>0.22805396368099012</c:v>
                </c:pt>
                <c:pt idx="9">
                  <c:v>0.22800497750165782</c:v>
                </c:pt>
                <c:pt idx="10">
                  <c:v>0.26952651165647717</c:v>
                </c:pt>
                <c:pt idx="11">
                  <c:v>0.25273332689580402</c:v>
                </c:pt>
                <c:pt idx="12">
                  <c:v>0.22807581848396768</c:v>
                </c:pt>
                <c:pt idx="13">
                  <c:v>0.22629927187952814</c:v>
                </c:pt>
                <c:pt idx="14">
                  <c:v>0.22624072096473111</c:v>
                </c:pt>
                <c:pt idx="15">
                  <c:v>0.2512985264962686</c:v>
                </c:pt>
                <c:pt idx="16">
                  <c:v>0.25137722920486677</c:v>
                </c:pt>
                <c:pt idx="17">
                  <c:v>0.26857330186118961</c:v>
                </c:pt>
                <c:pt idx="18">
                  <c:v>0.32233793721061016</c:v>
                </c:pt>
                <c:pt idx="19">
                  <c:v>0.32249985215715632</c:v>
                </c:pt>
                <c:pt idx="20">
                  <c:v>0.32256622584809336</c:v>
                </c:pt>
                <c:pt idx="21">
                  <c:v>0.36014914447868307</c:v>
                </c:pt>
                <c:pt idx="22">
                  <c:v>0.38598811063501398</c:v>
                </c:pt>
                <c:pt idx="23">
                  <c:v>0.38593747737545009</c:v>
                </c:pt>
                <c:pt idx="24">
                  <c:v>0.36014914447868307</c:v>
                </c:pt>
                <c:pt idx="25">
                  <c:v>0.38497887844636058</c:v>
                </c:pt>
                <c:pt idx="26">
                  <c:v>0.32091685059597075</c:v>
                </c:pt>
                <c:pt idx="27">
                  <c:v>0.383025601933284</c:v>
                </c:pt>
                <c:pt idx="28">
                  <c:v>0.35799853895589562</c:v>
                </c:pt>
                <c:pt idx="29">
                  <c:v>0.35662695643050035</c:v>
                </c:pt>
                <c:pt idx="30">
                  <c:v>0.44152388004450221</c:v>
                </c:pt>
                <c:pt idx="31">
                  <c:v>0.56283322937311075</c:v>
                </c:pt>
                <c:pt idx="32">
                  <c:v>0.65725120433713646</c:v>
                </c:pt>
                <c:pt idx="33">
                  <c:v>0.60423363209899439</c:v>
                </c:pt>
                <c:pt idx="34">
                  <c:v>0.60140715225984098</c:v>
                </c:pt>
                <c:pt idx="35">
                  <c:v>0.67983551896838756</c:v>
                </c:pt>
                <c:pt idx="36">
                  <c:v>0.67993486944126125</c:v>
                </c:pt>
                <c:pt idx="37">
                  <c:v>0.67993486944126125</c:v>
                </c:pt>
                <c:pt idx="38">
                  <c:v>0.73138364057558247</c:v>
                </c:pt>
                <c:pt idx="39">
                  <c:v>0.71899866001218793</c:v>
                </c:pt>
                <c:pt idx="40">
                  <c:v>0.6410959583633683</c:v>
                </c:pt>
                <c:pt idx="41">
                  <c:v>0.66581224062715683</c:v>
                </c:pt>
                <c:pt idx="42">
                  <c:v>0.66595295657278242</c:v>
                </c:pt>
                <c:pt idx="43">
                  <c:v>0.70392552647182693</c:v>
                </c:pt>
                <c:pt idx="44">
                  <c:v>0.70394618436594358</c:v>
                </c:pt>
                <c:pt idx="45">
                  <c:v>0.70392552647182693</c:v>
                </c:pt>
                <c:pt idx="46">
                  <c:v>0.70396661640219049</c:v>
                </c:pt>
                <c:pt idx="47">
                  <c:v>0.69000379241839993</c:v>
                </c:pt>
                <c:pt idx="48">
                  <c:v>0.69002399417324023</c:v>
                </c:pt>
                <c:pt idx="49">
                  <c:v>0.69007408458163666</c:v>
                </c:pt>
                <c:pt idx="50">
                  <c:v>0.72186451896875248</c:v>
                </c:pt>
                <c:pt idx="51">
                  <c:v>0.72167534304727499</c:v>
                </c:pt>
                <c:pt idx="52">
                  <c:v>0.70942160362842166</c:v>
                </c:pt>
                <c:pt idx="53">
                  <c:v>0.71029190543434573</c:v>
                </c:pt>
                <c:pt idx="54">
                  <c:v>0.70950341028365815</c:v>
                </c:pt>
                <c:pt idx="55">
                  <c:v>0.6768466690798014</c:v>
                </c:pt>
                <c:pt idx="56">
                  <c:v>0.691794492463359</c:v>
                </c:pt>
                <c:pt idx="57">
                  <c:v>0.691794492463359</c:v>
                </c:pt>
                <c:pt idx="58">
                  <c:v>0.691794492463359</c:v>
                </c:pt>
                <c:pt idx="59">
                  <c:v>0.65880324187098283</c:v>
                </c:pt>
                <c:pt idx="60">
                  <c:v>0.6768042748029276</c:v>
                </c:pt>
                <c:pt idx="61">
                  <c:v>0.67687616474817947</c:v>
                </c:pt>
                <c:pt idx="62">
                  <c:v>0.67666690882866454</c:v>
                </c:pt>
                <c:pt idx="63">
                  <c:v>0.59032138856351324</c:v>
                </c:pt>
                <c:pt idx="64">
                  <c:v>0.64352631185007236</c:v>
                </c:pt>
                <c:pt idx="65">
                  <c:v>0.64723923967041441</c:v>
                </c:pt>
                <c:pt idx="66">
                  <c:v>0.70114627754493941</c:v>
                </c:pt>
                <c:pt idx="67">
                  <c:v>0.68067991850220211</c:v>
                </c:pt>
                <c:pt idx="68">
                  <c:v>0.70114627754493941</c:v>
                </c:pt>
                <c:pt idx="69">
                  <c:v>0.70888791690843067</c:v>
                </c:pt>
                <c:pt idx="70">
                  <c:v>0.70900581341869928</c:v>
                </c:pt>
                <c:pt idx="71">
                  <c:v>0.74206222053219018</c:v>
                </c:pt>
                <c:pt idx="72">
                  <c:v>0.74198992424051435</c:v>
                </c:pt>
                <c:pt idx="73">
                  <c:v>0.74214259096899848</c:v>
                </c:pt>
                <c:pt idx="74">
                  <c:v>0.78454877297076475</c:v>
                </c:pt>
                <c:pt idx="75">
                  <c:v>0.76165437928870827</c:v>
                </c:pt>
                <c:pt idx="76">
                  <c:v>0.78458904121756523</c:v>
                </c:pt>
                <c:pt idx="77">
                  <c:v>0.78458904121756523</c:v>
                </c:pt>
                <c:pt idx="78">
                  <c:v>0.7787052272593904</c:v>
                </c:pt>
                <c:pt idx="79">
                  <c:v>0.81145553697323414</c:v>
                </c:pt>
                <c:pt idx="80">
                  <c:v>0.81152752487539104</c:v>
                </c:pt>
                <c:pt idx="81">
                  <c:v>0.8279869924203217</c:v>
                </c:pt>
                <c:pt idx="82">
                  <c:v>0.79821644612468112</c:v>
                </c:pt>
                <c:pt idx="83">
                  <c:v>0.79815390760264004</c:v>
                </c:pt>
                <c:pt idx="84">
                  <c:v>0.77767208811206812</c:v>
                </c:pt>
                <c:pt idx="85">
                  <c:v>0.76370064895501943</c:v>
                </c:pt>
                <c:pt idx="86">
                  <c:v>0.79815390760264004</c:v>
                </c:pt>
                <c:pt idx="87">
                  <c:v>0.78544987095574126</c:v>
                </c:pt>
                <c:pt idx="88">
                  <c:v>0.78635808843680277</c:v>
                </c:pt>
                <c:pt idx="89">
                  <c:v>0.80445044367527219</c:v>
                </c:pt>
                <c:pt idx="90">
                  <c:v>0.85572735211332496</c:v>
                </c:pt>
                <c:pt idx="91">
                  <c:v>0.8367994340061099</c:v>
                </c:pt>
                <c:pt idx="92">
                  <c:v>0.81647343463882882</c:v>
                </c:pt>
                <c:pt idx="93">
                  <c:v>0.8364537448796312</c:v>
                </c:pt>
                <c:pt idx="94">
                  <c:v>0.8143557568992531</c:v>
                </c:pt>
                <c:pt idx="95">
                  <c:v>0.7903315811871281</c:v>
                </c:pt>
                <c:pt idx="96">
                  <c:v>0.78941596065900443</c:v>
                </c:pt>
                <c:pt idx="97">
                  <c:v>0.81158702805411931</c:v>
                </c:pt>
                <c:pt idx="98">
                  <c:v>0.83732764249868441</c:v>
                </c:pt>
                <c:pt idx="99">
                  <c:v>0.81158050245553093</c:v>
                </c:pt>
                <c:pt idx="100">
                  <c:v>0.79819422857128408</c:v>
                </c:pt>
                <c:pt idx="101">
                  <c:v>0.82430398544770933</c:v>
                </c:pt>
                <c:pt idx="102">
                  <c:v>0.79805276253561475</c:v>
                </c:pt>
                <c:pt idx="103">
                  <c:v>0.79817901661119839</c:v>
                </c:pt>
                <c:pt idx="104">
                  <c:v>0.77903280650246454</c:v>
                </c:pt>
                <c:pt idx="105">
                  <c:v>0.75573593713546339</c:v>
                </c:pt>
                <c:pt idx="106">
                  <c:v>0.7782961731296214</c:v>
                </c:pt>
                <c:pt idx="107">
                  <c:v>0.75445743013165401</c:v>
                </c:pt>
                <c:pt idx="108">
                  <c:v>0.70069200359610684</c:v>
                </c:pt>
                <c:pt idx="109">
                  <c:v>0.68066390920056685</c:v>
                </c:pt>
                <c:pt idx="110">
                  <c:v>0.68066390920056685</c:v>
                </c:pt>
                <c:pt idx="111">
                  <c:v>0.65848868988278741</c:v>
                </c:pt>
                <c:pt idx="112">
                  <c:v>0.68073059983518691</c:v>
                </c:pt>
                <c:pt idx="113">
                  <c:v>0.65724986454914325</c:v>
                </c:pt>
                <c:pt idx="114">
                  <c:v>0.62014045099909187</c:v>
                </c:pt>
                <c:pt idx="115">
                  <c:v>0.6562686953452237</c:v>
                </c:pt>
                <c:pt idx="116">
                  <c:v>0.63433556022178206</c:v>
                </c:pt>
                <c:pt idx="117">
                  <c:v>0.64025888760919014</c:v>
                </c:pt>
                <c:pt idx="118">
                  <c:v>0.6637730812462096</c:v>
                </c:pt>
                <c:pt idx="119">
                  <c:v>0.695622626584674</c:v>
                </c:pt>
                <c:pt idx="120">
                  <c:v>0.69553149400315528</c:v>
                </c:pt>
                <c:pt idx="121">
                  <c:v>0.71409535481591846</c:v>
                </c:pt>
                <c:pt idx="122">
                  <c:v>0.68515952942868741</c:v>
                </c:pt>
                <c:pt idx="123">
                  <c:v>0.6494790290250736</c:v>
                </c:pt>
                <c:pt idx="124">
                  <c:v>0.6051404208222666</c:v>
                </c:pt>
                <c:pt idx="125">
                  <c:v>0.52721345464386349</c:v>
                </c:pt>
                <c:pt idx="126">
                  <c:v>0.4891944540160782</c:v>
                </c:pt>
                <c:pt idx="127">
                  <c:v>0.46639665698988902</c:v>
                </c:pt>
                <c:pt idx="128">
                  <c:v>0.46645564331496181</c:v>
                </c:pt>
                <c:pt idx="129">
                  <c:v>0.24762221189085226</c:v>
                </c:pt>
                <c:pt idx="130">
                  <c:v>0.34116092459322267</c:v>
                </c:pt>
                <c:pt idx="131">
                  <c:v>0.21925196921871176</c:v>
                </c:pt>
                <c:pt idx="132">
                  <c:v>0.30618919991705607</c:v>
                </c:pt>
                <c:pt idx="133">
                  <c:v>0.30641559236172644</c:v>
                </c:pt>
                <c:pt idx="134">
                  <c:v>0.26247242102513602</c:v>
                </c:pt>
                <c:pt idx="135">
                  <c:v>0.26232322891763199</c:v>
                </c:pt>
                <c:pt idx="136">
                  <c:v>0.26232322891763199</c:v>
                </c:pt>
                <c:pt idx="137">
                  <c:v>0.1931798913236967</c:v>
                </c:pt>
                <c:pt idx="138">
                  <c:v>0.22914742259420434</c:v>
                </c:pt>
                <c:pt idx="139">
                  <c:v>0.20407660990880219</c:v>
                </c:pt>
                <c:pt idx="140">
                  <c:v>0.18764355995817586</c:v>
                </c:pt>
                <c:pt idx="141">
                  <c:v>0.2238872135619516</c:v>
                </c:pt>
                <c:pt idx="142">
                  <c:v>0.32122402612001461</c:v>
                </c:pt>
                <c:pt idx="143">
                  <c:v>0.34307700444970379</c:v>
                </c:pt>
                <c:pt idx="144">
                  <c:v>0.34303969168913079</c:v>
                </c:pt>
                <c:pt idx="145">
                  <c:v>0.31440034261436189</c:v>
                </c:pt>
                <c:pt idx="146">
                  <c:v>0.36543320460755224</c:v>
                </c:pt>
                <c:pt idx="147">
                  <c:v>0.38400936708573585</c:v>
                </c:pt>
                <c:pt idx="148">
                  <c:v>0.36033789770283325</c:v>
                </c:pt>
                <c:pt idx="149">
                  <c:v>0.27485742228516102</c:v>
                </c:pt>
                <c:pt idx="150">
                  <c:v>0.33691055631393624</c:v>
                </c:pt>
                <c:pt idx="151">
                  <c:v>0.30831604608005586</c:v>
                </c:pt>
                <c:pt idx="152">
                  <c:v>0.23676117392553889</c:v>
                </c:pt>
                <c:pt idx="153">
                  <c:v>0.23671874324760347</c:v>
                </c:pt>
                <c:pt idx="154">
                  <c:v>0.20585084911050922</c:v>
                </c:pt>
                <c:pt idx="155">
                  <c:v>0.20580376248650398</c:v>
                </c:pt>
                <c:pt idx="156">
                  <c:v>0.18277167291557561</c:v>
                </c:pt>
                <c:pt idx="157">
                  <c:v>0.1995598708648329</c:v>
                </c:pt>
                <c:pt idx="158">
                  <c:v>0.23136337362836862</c:v>
                </c:pt>
                <c:pt idx="159">
                  <c:v>0.23169665097660838</c:v>
                </c:pt>
                <c:pt idx="160">
                  <c:v>0.29474577349870773</c:v>
                </c:pt>
                <c:pt idx="161">
                  <c:v>0.31761815233915819</c:v>
                </c:pt>
                <c:pt idx="162">
                  <c:v>0.28995938501376983</c:v>
                </c:pt>
                <c:pt idx="163">
                  <c:v>0.25704564753531173</c:v>
                </c:pt>
                <c:pt idx="164">
                  <c:v>0.25682661220400127</c:v>
                </c:pt>
                <c:pt idx="165">
                  <c:v>0.2862432263746571</c:v>
                </c:pt>
                <c:pt idx="166">
                  <c:v>0.25311362033574425</c:v>
                </c:pt>
                <c:pt idx="167">
                  <c:v>0.28618346079129836</c:v>
                </c:pt>
                <c:pt idx="168">
                  <c:v>0.2529912660652664</c:v>
                </c:pt>
                <c:pt idx="169">
                  <c:v>0.22226173892798851</c:v>
                </c:pt>
                <c:pt idx="170">
                  <c:v>0.25193488777281597</c:v>
                </c:pt>
                <c:pt idx="171">
                  <c:v>0.28486963190417852</c:v>
                </c:pt>
                <c:pt idx="172">
                  <c:v>0.2847162826216843</c:v>
                </c:pt>
                <c:pt idx="173">
                  <c:v>0.28231972736522121</c:v>
                </c:pt>
                <c:pt idx="174">
                  <c:v>0.33562728951290161</c:v>
                </c:pt>
                <c:pt idx="175">
                  <c:v>0.33564994150270799</c:v>
                </c:pt>
                <c:pt idx="176">
                  <c:v>0.35800907395487891</c:v>
                </c:pt>
                <c:pt idx="177">
                  <c:v>0.35811856180138385</c:v>
                </c:pt>
                <c:pt idx="178">
                  <c:v>0.35629539343759348</c:v>
                </c:pt>
                <c:pt idx="179">
                  <c:v>0.33276240912323568</c:v>
                </c:pt>
                <c:pt idx="180">
                  <c:v>0.33298320890646194</c:v>
                </c:pt>
                <c:pt idx="181">
                  <c:v>0.35629539343759348</c:v>
                </c:pt>
                <c:pt idx="182">
                  <c:v>0.38510975967739758</c:v>
                </c:pt>
                <c:pt idx="183">
                  <c:v>0.32741444023701044</c:v>
                </c:pt>
                <c:pt idx="184">
                  <c:v>0.35110266556174058</c:v>
                </c:pt>
                <c:pt idx="185">
                  <c:v>0.35110266556174058</c:v>
                </c:pt>
                <c:pt idx="186">
                  <c:v>0.35114526360131104</c:v>
                </c:pt>
                <c:pt idx="187">
                  <c:v>0.3199331729306169</c:v>
                </c:pt>
                <c:pt idx="188">
                  <c:v>0.34372390880739873</c:v>
                </c:pt>
                <c:pt idx="189">
                  <c:v>0.37842109522047007</c:v>
                </c:pt>
                <c:pt idx="190">
                  <c:v>0.37842109522047007</c:v>
                </c:pt>
                <c:pt idx="191">
                  <c:v>0.37165910285507714</c:v>
                </c:pt>
                <c:pt idx="192">
                  <c:v>0.3711734763292962</c:v>
                </c:pt>
                <c:pt idx="193">
                  <c:v>0.31262849116425834</c:v>
                </c:pt>
                <c:pt idx="194">
                  <c:v>0.31284206209860954</c:v>
                </c:pt>
                <c:pt idx="195">
                  <c:v>0.32898554801574148</c:v>
                </c:pt>
                <c:pt idx="196">
                  <c:v>0.36357043577417181</c:v>
                </c:pt>
                <c:pt idx="197">
                  <c:v>0.43716239568675586</c:v>
                </c:pt>
                <c:pt idx="198">
                  <c:v>0.46855719956108682</c:v>
                </c:pt>
                <c:pt idx="199">
                  <c:v>0.43709492816271001</c:v>
                </c:pt>
                <c:pt idx="200">
                  <c:v>0.38755454680533724</c:v>
                </c:pt>
                <c:pt idx="201">
                  <c:v>0.3876856076600298</c:v>
                </c:pt>
                <c:pt idx="202">
                  <c:v>0.43020815046617</c:v>
                </c:pt>
                <c:pt idx="203">
                  <c:v>0.43039904065227119</c:v>
                </c:pt>
                <c:pt idx="204">
                  <c:v>0.45628100373039499</c:v>
                </c:pt>
                <c:pt idx="205">
                  <c:v>0.45567894153433269</c:v>
                </c:pt>
                <c:pt idx="206">
                  <c:v>0.49932545547497792</c:v>
                </c:pt>
                <c:pt idx="207">
                  <c:v>0.49889277729006254</c:v>
                </c:pt>
                <c:pt idx="208">
                  <c:v>0.45623015728134225</c:v>
                </c:pt>
                <c:pt idx="209">
                  <c:v>0.52521506611823021</c:v>
                </c:pt>
                <c:pt idx="210">
                  <c:v>0.59589441419972755</c:v>
                </c:pt>
                <c:pt idx="211">
                  <c:v>0.59596808480105368</c:v>
                </c:pt>
                <c:pt idx="212">
                  <c:v>0.59589441419972755</c:v>
                </c:pt>
                <c:pt idx="213">
                  <c:v>0.59044174111366599</c:v>
                </c:pt>
                <c:pt idx="214">
                  <c:v>0.56093530260459656</c:v>
                </c:pt>
                <c:pt idx="215">
                  <c:v>0.51672469270397592</c:v>
                </c:pt>
                <c:pt idx="216">
                  <c:v>0.48350846650958634</c:v>
                </c:pt>
                <c:pt idx="217">
                  <c:v>0.50718342258638915</c:v>
                </c:pt>
                <c:pt idx="218">
                  <c:v>0.43124435584172754</c:v>
                </c:pt>
                <c:pt idx="219">
                  <c:v>0.50666988212578556</c:v>
                </c:pt>
                <c:pt idx="220">
                  <c:v>0.55138762509375627</c:v>
                </c:pt>
                <c:pt idx="221">
                  <c:v>0.53682243639344718</c:v>
                </c:pt>
                <c:pt idx="222">
                  <c:v>0.56624534907007407</c:v>
                </c:pt>
                <c:pt idx="223">
                  <c:v>0.5369178318662613</c:v>
                </c:pt>
                <c:pt idx="224">
                  <c:v>0.56669393867683882</c:v>
                </c:pt>
              </c:numCache>
            </c:numRef>
          </c:val>
          <c:smooth val="0"/>
        </c:ser>
        <c:ser>
          <c:idx val="5"/>
          <c:order val="4"/>
          <c:tx>
            <c:strRef>
              <c:f>PoolRefinancible!$H$2</c:f>
              <c:strCache>
                <c:ptCount val="1"/>
                <c:pt idx="0">
                  <c:v>Time-Dependent LLPA</c:v>
                </c:pt>
              </c:strCache>
            </c:strRef>
          </c:tx>
          <c:spPr>
            <a:ln w="19050">
              <a:solidFill>
                <a:srgbClr val="AD275C"/>
              </a:solidFill>
            </a:ln>
          </c:spPr>
          <c:marker>
            <c:symbol val="none"/>
          </c:marker>
          <c:cat>
            <c:numRef>
              <c:f>PoolRefinancible!$B$3:$B$227</c:f>
              <c:numCache>
                <c:formatCode>m/d/yyyy</c:formatCode>
                <c:ptCount val="225"/>
                <c:pt idx="0">
                  <c:v>40549</c:v>
                </c:pt>
                <c:pt idx="1">
                  <c:v>40556</c:v>
                </c:pt>
                <c:pt idx="2">
                  <c:v>40563</c:v>
                </c:pt>
                <c:pt idx="3">
                  <c:v>40570</c:v>
                </c:pt>
                <c:pt idx="4">
                  <c:v>40577</c:v>
                </c:pt>
                <c:pt idx="5">
                  <c:v>40584</c:v>
                </c:pt>
                <c:pt idx="6">
                  <c:v>40591</c:v>
                </c:pt>
                <c:pt idx="7">
                  <c:v>40598</c:v>
                </c:pt>
                <c:pt idx="8">
                  <c:v>40605</c:v>
                </c:pt>
                <c:pt idx="9">
                  <c:v>40612</c:v>
                </c:pt>
                <c:pt idx="10">
                  <c:v>40619</c:v>
                </c:pt>
                <c:pt idx="11">
                  <c:v>40626</c:v>
                </c:pt>
                <c:pt idx="12">
                  <c:v>40633</c:v>
                </c:pt>
                <c:pt idx="13">
                  <c:v>40640</c:v>
                </c:pt>
                <c:pt idx="14">
                  <c:v>40647</c:v>
                </c:pt>
                <c:pt idx="15">
                  <c:v>40654</c:v>
                </c:pt>
                <c:pt idx="16">
                  <c:v>40661</c:v>
                </c:pt>
                <c:pt idx="17">
                  <c:v>40668</c:v>
                </c:pt>
                <c:pt idx="18">
                  <c:v>40675</c:v>
                </c:pt>
                <c:pt idx="19">
                  <c:v>40682</c:v>
                </c:pt>
                <c:pt idx="20">
                  <c:v>40689</c:v>
                </c:pt>
                <c:pt idx="21">
                  <c:v>40696</c:v>
                </c:pt>
                <c:pt idx="22">
                  <c:v>40703</c:v>
                </c:pt>
                <c:pt idx="23">
                  <c:v>40710</c:v>
                </c:pt>
                <c:pt idx="24">
                  <c:v>40717</c:v>
                </c:pt>
                <c:pt idx="25">
                  <c:v>40724</c:v>
                </c:pt>
                <c:pt idx="26">
                  <c:v>40731</c:v>
                </c:pt>
                <c:pt idx="27">
                  <c:v>40738</c:v>
                </c:pt>
                <c:pt idx="28">
                  <c:v>40745</c:v>
                </c:pt>
                <c:pt idx="29">
                  <c:v>40752</c:v>
                </c:pt>
                <c:pt idx="30">
                  <c:v>40759</c:v>
                </c:pt>
                <c:pt idx="31">
                  <c:v>40766</c:v>
                </c:pt>
                <c:pt idx="32">
                  <c:v>40773</c:v>
                </c:pt>
                <c:pt idx="33">
                  <c:v>40780</c:v>
                </c:pt>
                <c:pt idx="34">
                  <c:v>40787</c:v>
                </c:pt>
                <c:pt idx="35">
                  <c:v>40794</c:v>
                </c:pt>
                <c:pt idx="36">
                  <c:v>40801</c:v>
                </c:pt>
                <c:pt idx="37">
                  <c:v>40808</c:v>
                </c:pt>
                <c:pt idx="38">
                  <c:v>40815</c:v>
                </c:pt>
                <c:pt idx="39">
                  <c:v>40822</c:v>
                </c:pt>
                <c:pt idx="40">
                  <c:v>40829</c:v>
                </c:pt>
                <c:pt idx="41">
                  <c:v>40836</c:v>
                </c:pt>
                <c:pt idx="42">
                  <c:v>40843</c:v>
                </c:pt>
                <c:pt idx="43">
                  <c:v>40850</c:v>
                </c:pt>
                <c:pt idx="44">
                  <c:v>40857</c:v>
                </c:pt>
                <c:pt idx="45">
                  <c:v>40864</c:v>
                </c:pt>
                <c:pt idx="46">
                  <c:v>40870</c:v>
                </c:pt>
                <c:pt idx="47">
                  <c:v>40878</c:v>
                </c:pt>
                <c:pt idx="48">
                  <c:v>40885</c:v>
                </c:pt>
                <c:pt idx="49">
                  <c:v>40892</c:v>
                </c:pt>
                <c:pt idx="50">
                  <c:v>40899</c:v>
                </c:pt>
                <c:pt idx="51">
                  <c:v>40906</c:v>
                </c:pt>
                <c:pt idx="52">
                  <c:v>40913</c:v>
                </c:pt>
                <c:pt idx="53">
                  <c:v>40920</c:v>
                </c:pt>
                <c:pt idx="54">
                  <c:v>40927</c:v>
                </c:pt>
                <c:pt idx="55">
                  <c:v>40934</c:v>
                </c:pt>
                <c:pt idx="56">
                  <c:v>40941</c:v>
                </c:pt>
                <c:pt idx="57">
                  <c:v>40948</c:v>
                </c:pt>
                <c:pt idx="58">
                  <c:v>40955</c:v>
                </c:pt>
                <c:pt idx="59">
                  <c:v>40962</c:v>
                </c:pt>
                <c:pt idx="60">
                  <c:v>40969</c:v>
                </c:pt>
                <c:pt idx="61">
                  <c:v>40976</c:v>
                </c:pt>
                <c:pt idx="62">
                  <c:v>40983</c:v>
                </c:pt>
                <c:pt idx="63">
                  <c:v>40990</c:v>
                </c:pt>
                <c:pt idx="64">
                  <c:v>40997</c:v>
                </c:pt>
                <c:pt idx="65">
                  <c:v>41004</c:v>
                </c:pt>
                <c:pt idx="66">
                  <c:v>41011</c:v>
                </c:pt>
                <c:pt idx="67">
                  <c:v>41018</c:v>
                </c:pt>
                <c:pt idx="68">
                  <c:v>41025</c:v>
                </c:pt>
                <c:pt idx="69">
                  <c:v>41032</c:v>
                </c:pt>
                <c:pt idx="70">
                  <c:v>41039</c:v>
                </c:pt>
                <c:pt idx="71">
                  <c:v>41046</c:v>
                </c:pt>
                <c:pt idx="72">
                  <c:v>41053</c:v>
                </c:pt>
                <c:pt idx="73">
                  <c:v>41060</c:v>
                </c:pt>
                <c:pt idx="74">
                  <c:v>41067</c:v>
                </c:pt>
                <c:pt idx="75">
                  <c:v>41074</c:v>
                </c:pt>
                <c:pt idx="76">
                  <c:v>41081</c:v>
                </c:pt>
                <c:pt idx="77">
                  <c:v>41088</c:v>
                </c:pt>
                <c:pt idx="78">
                  <c:v>41095</c:v>
                </c:pt>
                <c:pt idx="79">
                  <c:v>41102</c:v>
                </c:pt>
                <c:pt idx="80">
                  <c:v>41109</c:v>
                </c:pt>
                <c:pt idx="81">
                  <c:v>41116</c:v>
                </c:pt>
                <c:pt idx="82">
                  <c:v>41123</c:v>
                </c:pt>
                <c:pt idx="83">
                  <c:v>41130</c:v>
                </c:pt>
                <c:pt idx="84">
                  <c:v>41137</c:v>
                </c:pt>
                <c:pt idx="85">
                  <c:v>41144</c:v>
                </c:pt>
                <c:pt idx="86">
                  <c:v>41151</c:v>
                </c:pt>
                <c:pt idx="87">
                  <c:v>41158</c:v>
                </c:pt>
                <c:pt idx="88">
                  <c:v>41165</c:v>
                </c:pt>
                <c:pt idx="89">
                  <c:v>41172</c:v>
                </c:pt>
                <c:pt idx="90">
                  <c:v>41179</c:v>
                </c:pt>
                <c:pt idx="91">
                  <c:v>41186</c:v>
                </c:pt>
                <c:pt idx="92">
                  <c:v>41193</c:v>
                </c:pt>
                <c:pt idx="93">
                  <c:v>41200</c:v>
                </c:pt>
                <c:pt idx="94">
                  <c:v>41207</c:v>
                </c:pt>
                <c:pt idx="95">
                  <c:v>41214</c:v>
                </c:pt>
                <c:pt idx="96">
                  <c:v>41221</c:v>
                </c:pt>
                <c:pt idx="97">
                  <c:v>41228</c:v>
                </c:pt>
                <c:pt idx="98">
                  <c:v>41234</c:v>
                </c:pt>
                <c:pt idx="99">
                  <c:v>41242</c:v>
                </c:pt>
                <c:pt idx="100">
                  <c:v>41249</c:v>
                </c:pt>
                <c:pt idx="101">
                  <c:v>41256</c:v>
                </c:pt>
                <c:pt idx="102">
                  <c:v>41263</c:v>
                </c:pt>
                <c:pt idx="103">
                  <c:v>41270</c:v>
                </c:pt>
                <c:pt idx="104">
                  <c:v>41277</c:v>
                </c:pt>
                <c:pt idx="105">
                  <c:v>41284</c:v>
                </c:pt>
                <c:pt idx="106">
                  <c:v>41291</c:v>
                </c:pt>
                <c:pt idx="107">
                  <c:v>41298</c:v>
                </c:pt>
                <c:pt idx="108">
                  <c:v>41305</c:v>
                </c:pt>
                <c:pt idx="109">
                  <c:v>41312</c:v>
                </c:pt>
                <c:pt idx="110">
                  <c:v>41319</c:v>
                </c:pt>
                <c:pt idx="111">
                  <c:v>41326</c:v>
                </c:pt>
                <c:pt idx="112">
                  <c:v>41333</c:v>
                </c:pt>
                <c:pt idx="113">
                  <c:v>41340</c:v>
                </c:pt>
                <c:pt idx="114">
                  <c:v>41347</c:v>
                </c:pt>
                <c:pt idx="115">
                  <c:v>41354</c:v>
                </c:pt>
                <c:pt idx="116">
                  <c:v>41361</c:v>
                </c:pt>
                <c:pt idx="117">
                  <c:v>41368</c:v>
                </c:pt>
                <c:pt idx="118">
                  <c:v>41375</c:v>
                </c:pt>
                <c:pt idx="119">
                  <c:v>41382</c:v>
                </c:pt>
                <c:pt idx="120">
                  <c:v>41389</c:v>
                </c:pt>
                <c:pt idx="121">
                  <c:v>41396</c:v>
                </c:pt>
                <c:pt idx="122">
                  <c:v>41403</c:v>
                </c:pt>
                <c:pt idx="123">
                  <c:v>41410</c:v>
                </c:pt>
                <c:pt idx="124">
                  <c:v>41417</c:v>
                </c:pt>
                <c:pt idx="125">
                  <c:v>41424</c:v>
                </c:pt>
                <c:pt idx="126">
                  <c:v>41431</c:v>
                </c:pt>
                <c:pt idx="127">
                  <c:v>41438</c:v>
                </c:pt>
                <c:pt idx="128">
                  <c:v>41445</c:v>
                </c:pt>
                <c:pt idx="129">
                  <c:v>41452</c:v>
                </c:pt>
                <c:pt idx="130">
                  <c:v>41458</c:v>
                </c:pt>
                <c:pt idx="131">
                  <c:v>41466</c:v>
                </c:pt>
                <c:pt idx="132">
                  <c:v>41473</c:v>
                </c:pt>
                <c:pt idx="133">
                  <c:v>41480</c:v>
                </c:pt>
                <c:pt idx="134">
                  <c:v>41487</c:v>
                </c:pt>
                <c:pt idx="135">
                  <c:v>41494</c:v>
                </c:pt>
                <c:pt idx="136">
                  <c:v>41501</c:v>
                </c:pt>
                <c:pt idx="137">
                  <c:v>41508</c:v>
                </c:pt>
                <c:pt idx="138">
                  <c:v>41515</c:v>
                </c:pt>
                <c:pt idx="139">
                  <c:v>41522</c:v>
                </c:pt>
                <c:pt idx="140">
                  <c:v>41529</c:v>
                </c:pt>
                <c:pt idx="141">
                  <c:v>41536</c:v>
                </c:pt>
                <c:pt idx="142">
                  <c:v>41543</c:v>
                </c:pt>
                <c:pt idx="143">
                  <c:v>41550</c:v>
                </c:pt>
                <c:pt idx="144">
                  <c:v>41557</c:v>
                </c:pt>
                <c:pt idx="145">
                  <c:v>41564</c:v>
                </c:pt>
                <c:pt idx="146">
                  <c:v>41571</c:v>
                </c:pt>
                <c:pt idx="147">
                  <c:v>41578</c:v>
                </c:pt>
                <c:pt idx="148">
                  <c:v>41585</c:v>
                </c:pt>
                <c:pt idx="149">
                  <c:v>41592</c:v>
                </c:pt>
                <c:pt idx="150">
                  <c:v>41599</c:v>
                </c:pt>
                <c:pt idx="151">
                  <c:v>41605</c:v>
                </c:pt>
                <c:pt idx="152">
                  <c:v>41613</c:v>
                </c:pt>
                <c:pt idx="153">
                  <c:v>41620</c:v>
                </c:pt>
                <c:pt idx="154">
                  <c:v>41627</c:v>
                </c:pt>
                <c:pt idx="155">
                  <c:v>41634</c:v>
                </c:pt>
                <c:pt idx="156">
                  <c:v>41641</c:v>
                </c:pt>
                <c:pt idx="157">
                  <c:v>41648</c:v>
                </c:pt>
                <c:pt idx="158">
                  <c:v>41655</c:v>
                </c:pt>
                <c:pt idx="159">
                  <c:v>41662</c:v>
                </c:pt>
                <c:pt idx="160">
                  <c:v>41669</c:v>
                </c:pt>
                <c:pt idx="161">
                  <c:v>41676</c:v>
                </c:pt>
                <c:pt idx="162">
                  <c:v>41683</c:v>
                </c:pt>
                <c:pt idx="163">
                  <c:v>41690</c:v>
                </c:pt>
                <c:pt idx="164">
                  <c:v>41697</c:v>
                </c:pt>
                <c:pt idx="165">
                  <c:v>41704</c:v>
                </c:pt>
                <c:pt idx="166">
                  <c:v>41711</c:v>
                </c:pt>
                <c:pt idx="167">
                  <c:v>41718</c:v>
                </c:pt>
                <c:pt idx="168">
                  <c:v>41725</c:v>
                </c:pt>
                <c:pt idx="169">
                  <c:v>41732</c:v>
                </c:pt>
                <c:pt idx="170">
                  <c:v>41739</c:v>
                </c:pt>
                <c:pt idx="171">
                  <c:v>41746</c:v>
                </c:pt>
                <c:pt idx="172">
                  <c:v>41753</c:v>
                </c:pt>
                <c:pt idx="173">
                  <c:v>41760</c:v>
                </c:pt>
                <c:pt idx="174">
                  <c:v>41767</c:v>
                </c:pt>
                <c:pt idx="175">
                  <c:v>41774</c:v>
                </c:pt>
                <c:pt idx="176">
                  <c:v>41781</c:v>
                </c:pt>
                <c:pt idx="177">
                  <c:v>41788</c:v>
                </c:pt>
                <c:pt idx="178">
                  <c:v>41795</c:v>
                </c:pt>
                <c:pt idx="179">
                  <c:v>41802</c:v>
                </c:pt>
                <c:pt idx="180">
                  <c:v>41809</c:v>
                </c:pt>
                <c:pt idx="181">
                  <c:v>41816</c:v>
                </c:pt>
                <c:pt idx="182">
                  <c:v>41823</c:v>
                </c:pt>
                <c:pt idx="183">
                  <c:v>41830</c:v>
                </c:pt>
                <c:pt idx="184">
                  <c:v>41837</c:v>
                </c:pt>
                <c:pt idx="185">
                  <c:v>41844</c:v>
                </c:pt>
                <c:pt idx="186">
                  <c:v>41851</c:v>
                </c:pt>
                <c:pt idx="187">
                  <c:v>41858</c:v>
                </c:pt>
                <c:pt idx="188">
                  <c:v>41865</c:v>
                </c:pt>
                <c:pt idx="189">
                  <c:v>41872</c:v>
                </c:pt>
                <c:pt idx="190">
                  <c:v>41879</c:v>
                </c:pt>
                <c:pt idx="191">
                  <c:v>41886</c:v>
                </c:pt>
                <c:pt idx="192">
                  <c:v>41893</c:v>
                </c:pt>
                <c:pt idx="193">
                  <c:v>41900</c:v>
                </c:pt>
                <c:pt idx="194">
                  <c:v>41907</c:v>
                </c:pt>
                <c:pt idx="195">
                  <c:v>41914</c:v>
                </c:pt>
                <c:pt idx="196">
                  <c:v>41921</c:v>
                </c:pt>
                <c:pt idx="197">
                  <c:v>41928</c:v>
                </c:pt>
                <c:pt idx="198">
                  <c:v>41935</c:v>
                </c:pt>
                <c:pt idx="199">
                  <c:v>41942</c:v>
                </c:pt>
                <c:pt idx="200">
                  <c:v>41949</c:v>
                </c:pt>
                <c:pt idx="201">
                  <c:v>41956</c:v>
                </c:pt>
                <c:pt idx="202">
                  <c:v>41963</c:v>
                </c:pt>
                <c:pt idx="203">
                  <c:v>41969</c:v>
                </c:pt>
                <c:pt idx="204">
                  <c:v>41977</c:v>
                </c:pt>
                <c:pt idx="205">
                  <c:v>41984</c:v>
                </c:pt>
                <c:pt idx="206">
                  <c:v>41991</c:v>
                </c:pt>
                <c:pt idx="207">
                  <c:v>41997</c:v>
                </c:pt>
                <c:pt idx="208">
                  <c:v>42004</c:v>
                </c:pt>
                <c:pt idx="209">
                  <c:v>42012</c:v>
                </c:pt>
                <c:pt idx="210">
                  <c:v>42019</c:v>
                </c:pt>
                <c:pt idx="211">
                  <c:v>42026</c:v>
                </c:pt>
                <c:pt idx="212">
                  <c:v>42033</c:v>
                </c:pt>
                <c:pt idx="213">
                  <c:v>42040</c:v>
                </c:pt>
                <c:pt idx="214">
                  <c:v>42047</c:v>
                </c:pt>
                <c:pt idx="215">
                  <c:v>42054</c:v>
                </c:pt>
                <c:pt idx="216">
                  <c:v>42061</c:v>
                </c:pt>
                <c:pt idx="217">
                  <c:v>42068</c:v>
                </c:pt>
                <c:pt idx="218">
                  <c:v>42075</c:v>
                </c:pt>
                <c:pt idx="219">
                  <c:v>42082</c:v>
                </c:pt>
                <c:pt idx="220">
                  <c:v>42089</c:v>
                </c:pt>
                <c:pt idx="221">
                  <c:v>42096</c:v>
                </c:pt>
                <c:pt idx="222">
                  <c:v>42103</c:v>
                </c:pt>
                <c:pt idx="223">
                  <c:v>42110</c:v>
                </c:pt>
                <c:pt idx="224">
                  <c:v>42117</c:v>
                </c:pt>
              </c:numCache>
            </c:numRef>
          </c:cat>
          <c:val>
            <c:numRef>
              <c:f>PoolRefinancible!$H$3:$H$227</c:f>
              <c:numCache>
                <c:formatCode>0%</c:formatCode>
                <c:ptCount val="225"/>
                <c:pt idx="0">
                  <c:v>0.29339129549199244</c:v>
                </c:pt>
                <c:pt idx="1">
                  <c:v>0.31216038149568309</c:v>
                </c:pt>
                <c:pt idx="2">
                  <c:v>0.29352345631455612</c:v>
                </c:pt>
                <c:pt idx="3">
                  <c:v>0.29337181673036272</c:v>
                </c:pt>
                <c:pt idx="4">
                  <c:v>0.25001180569005516</c:v>
                </c:pt>
                <c:pt idx="5">
                  <c:v>0.20884941022700101</c:v>
                </c:pt>
                <c:pt idx="6">
                  <c:v>0.21937474831597803</c:v>
                </c:pt>
                <c:pt idx="7">
                  <c:v>0.23756924071282229</c:v>
                </c:pt>
                <c:pt idx="8">
                  <c:v>0.23580697378092402</c:v>
                </c:pt>
                <c:pt idx="9">
                  <c:v>0.23575738208426369</c:v>
                </c:pt>
                <c:pt idx="10">
                  <c:v>0.27772990136821168</c:v>
                </c:pt>
                <c:pt idx="11">
                  <c:v>0.26081219543552103</c:v>
                </c:pt>
                <c:pt idx="12">
                  <c:v>0.23582915359045858</c:v>
                </c:pt>
                <c:pt idx="13">
                  <c:v>0.23398840657953646</c:v>
                </c:pt>
                <c:pt idx="14">
                  <c:v>0.23392925226898756</c:v>
                </c:pt>
                <c:pt idx="15">
                  <c:v>0.25931046586102646</c:v>
                </c:pt>
                <c:pt idx="16">
                  <c:v>0.25939108420754325</c:v>
                </c:pt>
                <c:pt idx="17">
                  <c:v>0.2767705840929231</c:v>
                </c:pt>
                <c:pt idx="18">
                  <c:v>0.33101736528723608</c:v>
                </c:pt>
                <c:pt idx="19">
                  <c:v>0.33118276104512157</c:v>
                </c:pt>
                <c:pt idx="20">
                  <c:v>0.33125092721379307</c:v>
                </c:pt>
                <c:pt idx="21">
                  <c:v>0.3691835869311077</c:v>
                </c:pt>
                <c:pt idx="22">
                  <c:v>0.39508524505835663</c:v>
                </c:pt>
                <c:pt idx="23">
                  <c:v>0.39503378326956207</c:v>
                </c:pt>
                <c:pt idx="24">
                  <c:v>0.3691835869311077</c:v>
                </c:pt>
                <c:pt idx="25">
                  <c:v>0.39407405863936062</c:v>
                </c:pt>
                <c:pt idx="26">
                  <c:v>0.32953309642129813</c:v>
                </c:pt>
                <c:pt idx="27">
                  <c:v>0.39198068984469925</c:v>
                </c:pt>
                <c:pt idx="28">
                  <c:v>0.36688328154710265</c:v>
                </c:pt>
                <c:pt idx="29">
                  <c:v>0.36550585923079215</c:v>
                </c:pt>
                <c:pt idx="30">
                  <c:v>0.45050394711351643</c:v>
                </c:pt>
                <c:pt idx="31">
                  <c:v>0.57202234451964995</c:v>
                </c:pt>
                <c:pt idx="32">
                  <c:v>0.66665601955240716</c:v>
                </c:pt>
                <c:pt idx="33">
                  <c:v>0.61340669597098385</c:v>
                </c:pt>
                <c:pt idx="34">
                  <c:v>0.61043584134215234</c:v>
                </c:pt>
                <c:pt idx="35">
                  <c:v>0.68911896233120773</c:v>
                </c:pt>
                <c:pt idx="36">
                  <c:v>0.68921930805544263</c:v>
                </c:pt>
                <c:pt idx="37">
                  <c:v>0.68921930805544263</c:v>
                </c:pt>
                <c:pt idx="38">
                  <c:v>0.74085165408919718</c:v>
                </c:pt>
                <c:pt idx="39">
                  <c:v>0.7283352335565505</c:v>
                </c:pt>
                <c:pt idx="40">
                  <c:v>0.65022815919416987</c:v>
                </c:pt>
                <c:pt idx="41">
                  <c:v>0.67496554048719415</c:v>
                </c:pt>
                <c:pt idx="42">
                  <c:v>0.67510900125173667</c:v>
                </c:pt>
                <c:pt idx="43">
                  <c:v>0.71321272785210488</c:v>
                </c:pt>
                <c:pt idx="44">
                  <c:v>0.71323324235131957</c:v>
                </c:pt>
                <c:pt idx="45">
                  <c:v>0.71321272785210488</c:v>
                </c:pt>
                <c:pt idx="46">
                  <c:v>0.71325364250112233</c:v>
                </c:pt>
                <c:pt idx="47">
                  <c:v>0.69921469866784125</c:v>
                </c:pt>
                <c:pt idx="48">
                  <c:v>0.69923497192416595</c:v>
                </c:pt>
                <c:pt idx="49">
                  <c:v>0.69928350198009037</c:v>
                </c:pt>
                <c:pt idx="50">
                  <c:v>0.73130536310420036</c:v>
                </c:pt>
                <c:pt idx="51">
                  <c:v>0.7311164441815301</c:v>
                </c:pt>
                <c:pt idx="52">
                  <c:v>0.71872246623497638</c:v>
                </c:pt>
                <c:pt idx="53">
                  <c:v>0.71892720085282324</c:v>
                </c:pt>
                <c:pt idx="54">
                  <c:v>0.71880362926806407</c:v>
                </c:pt>
                <c:pt idx="55">
                  <c:v>0.68591641414675153</c:v>
                </c:pt>
                <c:pt idx="56">
                  <c:v>0.70090674609623727</c:v>
                </c:pt>
                <c:pt idx="57">
                  <c:v>0.70090674609623727</c:v>
                </c:pt>
                <c:pt idx="58">
                  <c:v>0.70090674609623727</c:v>
                </c:pt>
                <c:pt idx="59">
                  <c:v>0.66768685957234042</c:v>
                </c:pt>
                <c:pt idx="60">
                  <c:v>0.68578772853860537</c:v>
                </c:pt>
                <c:pt idx="61">
                  <c:v>0.68585905113025258</c:v>
                </c:pt>
                <c:pt idx="62">
                  <c:v>0.68564931358979331</c:v>
                </c:pt>
                <c:pt idx="63">
                  <c:v>0.59885812506806924</c:v>
                </c:pt>
                <c:pt idx="64">
                  <c:v>0.65228379705075934</c:v>
                </c:pt>
                <c:pt idx="65">
                  <c:v>0.65610516867504221</c:v>
                </c:pt>
                <c:pt idx="66">
                  <c:v>0.70976914085945686</c:v>
                </c:pt>
                <c:pt idx="67">
                  <c:v>0.68977407029497229</c:v>
                </c:pt>
                <c:pt idx="68">
                  <c:v>0.70976914085945686</c:v>
                </c:pt>
                <c:pt idx="69">
                  <c:v>0.71778894613505184</c:v>
                </c:pt>
                <c:pt idx="70">
                  <c:v>0.71790603687606236</c:v>
                </c:pt>
                <c:pt idx="71">
                  <c:v>0.7511226293764568</c:v>
                </c:pt>
                <c:pt idx="72">
                  <c:v>0.75105035429874611</c:v>
                </c:pt>
                <c:pt idx="73">
                  <c:v>0.7512041517176814</c:v>
                </c:pt>
                <c:pt idx="74">
                  <c:v>0.79329641551681107</c:v>
                </c:pt>
                <c:pt idx="75">
                  <c:v>0.77022399573729294</c:v>
                </c:pt>
                <c:pt idx="76">
                  <c:v>0.79333577564121049</c:v>
                </c:pt>
                <c:pt idx="77">
                  <c:v>0.79333577564121049</c:v>
                </c:pt>
                <c:pt idx="78">
                  <c:v>0.78742350246505088</c:v>
                </c:pt>
                <c:pt idx="79">
                  <c:v>0.81997698463178614</c:v>
                </c:pt>
                <c:pt idx="80">
                  <c:v>0.82005106161314656</c:v>
                </c:pt>
                <c:pt idx="81">
                  <c:v>0.83574642345813432</c:v>
                </c:pt>
                <c:pt idx="82">
                  <c:v>0.80667448116643814</c:v>
                </c:pt>
                <c:pt idx="83">
                  <c:v>0.80661010872786376</c:v>
                </c:pt>
                <c:pt idx="84">
                  <c:v>0.7859411996742075</c:v>
                </c:pt>
                <c:pt idx="85">
                  <c:v>0.77233085778339827</c:v>
                </c:pt>
                <c:pt idx="86">
                  <c:v>0.80661010872786376</c:v>
                </c:pt>
                <c:pt idx="87">
                  <c:v>0.79385522628191763</c:v>
                </c:pt>
                <c:pt idx="88">
                  <c:v>0.79476488314048044</c:v>
                </c:pt>
                <c:pt idx="89">
                  <c:v>0.81215273598629645</c:v>
                </c:pt>
                <c:pt idx="90">
                  <c:v>0.86283075587771796</c:v>
                </c:pt>
                <c:pt idx="91">
                  <c:v>0.84379634926171598</c:v>
                </c:pt>
                <c:pt idx="92">
                  <c:v>0.82335914163118795</c:v>
                </c:pt>
                <c:pt idx="93">
                  <c:v>0.84345556360039442</c:v>
                </c:pt>
                <c:pt idx="94">
                  <c:v>0.82205123015040049</c:v>
                </c:pt>
                <c:pt idx="95">
                  <c:v>0.79712077418900507</c:v>
                </c:pt>
                <c:pt idx="96">
                  <c:v>0.79698536593342428</c:v>
                </c:pt>
                <c:pt idx="97">
                  <c:v>0.81850077597759319</c:v>
                </c:pt>
                <c:pt idx="98">
                  <c:v>0.84439089185574212</c:v>
                </c:pt>
                <c:pt idx="99">
                  <c:v>0.81849486720040165</c:v>
                </c:pt>
                <c:pt idx="100">
                  <c:v>0.80509322996926413</c:v>
                </c:pt>
                <c:pt idx="101">
                  <c:v>0.83135770301903678</c:v>
                </c:pt>
                <c:pt idx="102">
                  <c:v>0.80495713977092143</c:v>
                </c:pt>
                <c:pt idx="103">
                  <c:v>0.80507982737116601</c:v>
                </c:pt>
                <c:pt idx="104">
                  <c:v>0.78587704060014518</c:v>
                </c:pt>
                <c:pt idx="105">
                  <c:v>0.76318717011624149</c:v>
                </c:pt>
                <c:pt idx="106">
                  <c:v>0.785144217858876</c:v>
                </c:pt>
                <c:pt idx="107">
                  <c:v>0.76190943399436351</c:v>
                </c:pt>
                <c:pt idx="108">
                  <c:v>0.70861609938717229</c:v>
                </c:pt>
                <c:pt idx="109">
                  <c:v>0.6884953726397457</c:v>
                </c:pt>
                <c:pt idx="110">
                  <c:v>0.6884953726397457</c:v>
                </c:pt>
                <c:pt idx="111">
                  <c:v>0.66613472475485569</c:v>
                </c:pt>
                <c:pt idx="112">
                  <c:v>0.68856460743428471</c:v>
                </c:pt>
                <c:pt idx="113">
                  <c:v>0.66492754235269635</c:v>
                </c:pt>
                <c:pt idx="114">
                  <c:v>0.62785527997640145</c:v>
                </c:pt>
                <c:pt idx="115">
                  <c:v>0.66394223169170952</c:v>
                </c:pt>
                <c:pt idx="116">
                  <c:v>0.64182776636199401</c:v>
                </c:pt>
                <c:pt idx="117">
                  <c:v>0.64790815234902699</c:v>
                </c:pt>
                <c:pt idx="118">
                  <c:v>0.67093986203227984</c:v>
                </c:pt>
                <c:pt idx="119">
                  <c:v>0.70290697718981421</c:v>
                </c:pt>
                <c:pt idx="120">
                  <c:v>0.70281611264171606</c:v>
                </c:pt>
                <c:pt idx="121">
                  <c:v>0.72094528388633183</c:v>
                </c:pt>
                <c:pt idx="122">
                  <c:v>0.69246979917415841</c:v>
                </c:pt>
                <c:pt idx="123">
                  <c:v>0.65667808288144003</c:v>
                </c:pt>
                <c:pt idx="124">
                  <c:v>0.61265051606608523</c:v>
                </c:pt>
                <c:pt idx="125">
                  <c:v>0.53483965838657976</c:v>
                </c:pt>
                <c:pt idx="126">
                  <c:v>0.49694449948610975</c:v>
                </c:pt>
                <c:pt idx="127">
                  <c:v>0.47397924667640279</c:v>
                </c:pt>
                <c:pt idx="128">
                  <c:v>0.47403756846371675</c:v>
                </c:pt>
                <c:pt idx="129">
                  <c:v>0.25403206756592833</c:v>
                </c:pt>
                <c:pt idx="130">
                  <c:v>0.34777149804179863</c:v>
                </c:pt>
                <c:pt idx="131">
                  <c:v>0.22534397246731291</c:v>
                </c:pt>
                <c:pt idx="132">
                  <c:v>0.31268318581252624</c:v>
                </c:pt>
                <c:pt idx="133">
                  <c:v>0.312913492244701</c:v>
                </c:pt>
                <c:pt idx="134">
                  <c:v>0.26851632698808114</c:v>
                </c:pt>
                <c:pt idx="135">
                  <c:v>0.26848961945490407</c:v>
                </c:pt>
                <c:pt idx="136">
                  <c:v>0.26848961945490407</c:v>
                </c:pt>
                <c:pt idx="137">
                  <c:v>0.19897551419907808</c:v>
                </c:pt>
                <c:pt idx="138">
                  <c:v>0.2352153173287943</c:v>
                </c:pt>
                <c:pt idx="139">
                  <c:v>0.20985102278531986</c:v>
                </c:pt>
                <c:pt idx="140">
                  <c:v>0.1933013159773479</c:v>
                </c:pt>
                <c:pt idx="141">
                  <c:v>0.22981537322953327</c:v>
                </c:pt>
                <c:pt idx="142">
                  <c:v>0.32752583432106064</c:v>
                </c:pt>
                <c:pt idx="143">
                  <c:v>0.34934694100582447</c:v>
                </c:pt>
                <c:pt idx="144">
                  <c:v>0.34930953319751107</c:v>
                </c:pt>
                <c:pt idx="145">
                  <c:v>0.32051900820894169</c:v>
                </c:pt>
                <c:pt idx="146">
                  <c:v>0.37185328450087929</c:v>
                </c:pt>
                <c:pt idx="147">
                  <c:v>0.39063551189178952</c:v>
                </c:pt>
                <c:pt idx="148">
                  <c:v>0.36662430427029247</c:v>
                </c:pt>
                <c:pt idx="149">
                  <c:v>0.28071881128362103</c:v>
                </c:pt>
                <c:pt idx="150">
                  <c:v>0.34304694481314357</c:v>
                </c:pt>
                <c:pt idx="151">
                  <c:v>0.31428622705242126</c:v>
                </c:pt>
                <c:pt idx="152">
                  <c:v>0.24226678471994609</c:v>
                </c:pt>
                <c:pt idx="153">
                  <c:v>0.24222415354324153</c:v>
                </c:pt>
                <c:pt idx="154">
                  <c:v>0.20141162346005181</c:v>
                </c:pt>
                <c:pt idx="155">
                  <c:v>0.2013640996379655</c:v>
                </c:pt>
                <c:pt idx="156">
                  <c:v>0.17802959709068786</c:v>
                </c:pt>
                <c:pt idx="157">
                  <c:v>0.19750176495775237</c:v>
                </c:pt>
                <c:pt idx="158">
                  <c:v>0.22917295307652799</c:v>
                </c:pt>
                <c:pt idx="159">
                  <c:v>0.22951003472904788</c:v>
                </c:pt>
                <c:pt idx="160">
                  <c:v>0.29231353005395816</c:v>
                </c:pt>
                <c:pt idx="161">
                  <c:v>0.31520979957393219</c:v>
                </c:pt>
                <c:pt idx="162">
                  <c:v>0.28764958142832198</c:v>
                </c:pt>
                <c:pt idx="163">
                  <c:v>0.25489738506230836</c:v>
                </c:pt>
                <c:pt idx="164">
                  <c:v>0.25467923398674452</c:v>
                </c:pt>
                <c:pt idx="165">
                  <c:v>0.28397099180873842</c:v>
                </c:pt>
                <c:pt idx="166">
                  <c:v>0.25100221815672541</c:v>
                </c:pt>
                <c:pt idx="167">
                  <c:v>0.28391182536273768</c:v>
                </c:pt>
                <c:pt idx="168">
                  <c:v>0.25088103362043407</c:v>
                </c:pt>
                <c:pt idx="169">
                  <c:v>0.22052709973522447</c:v>
                </c:pt>
                <c:pt idx="170">
                  <c:v>0.25015107339443698</c:v>
                </c:pt>
                <c:pt idx="171">
                  <c:v>0.28299748708911909</c:v>
                </c:pt>
                <c:pt idx="172">
                  <c:v>0.28284593551814341</c:v>
                </c:pt>
                <c:pt idx="173">
                  <c:v>0.28069096324496473</c:v>
                </c:pt>
                <c:pt idx="174">
                  <c:v>0.33387849823041243</c:v>
                </c:pt>
                <c:pt idx="175">
                  <c:v>0.33390062435369622</c:v>
                </c:pt>
                <c:pt idx="176">
                  <c:v>0.35622497076114035</c:v>
                </c:pt>
                <c:pt idx="177">
                  <c:v>0.35633423706395456</c:v>
                </c:pt>
                <c:pt idx="178">
                  <c:v>0.35489250561464825</c:v>
                </c:pt>
                <c:pt idx="179">
                  <c:v>0.33139268056260768</c:v>
                </c:pt>
                <c:pt idx="180">
                  <c:v>0.33161272059622571</c:v>
                </c:pt>
                <c:pt idx="181">
                  <c:v>0.35489250561464825</c:v>
                </c:pt>
                <c:pt idx="182">
                  <c:v>0.38369257635845216</c:v>
                </c:pt>
                <c:pt idx="183">
                  <c:v>0.32616027597080055</c:v>
                </c:pt>
                <c:pt idx="184">
                  <c:v>0.34980501428845279</c:v>
                </c:pt>
                <c:pt idx="185">
                  <c:v>0.34980501428845279</c:v>
                </c:pt>
                <c:pt idx="186">
                  <c:v>0.34984761232802325</c:v>
                </c:pt>
                <c:pt idx="187">
                  <c:v>0.31880210030046374</c:v>
                </c:pt>
                <c:pt idx="188">
                  <c:v>0.34253304807104173</c:v>
                </c:pt>
                <c:pt idx="189">
                  <c:v>0.37707642116327283</c:v>
                </c:pt>
                <c:pt idx="190">
                  <c:v>0.37707642116327283</c:v>
                </c:pt>
                <c:pt idx="191">
                  <c:v>0.37038222757969602</c:v>
                </c:pt>
                <c:pt idx="192">
                  <c:v>0.36989684152089741</c:v>
                </c:pt>
                <c:pt idx="193">
                  <c:v>0.31156063649874671</c:v>
                </c:pt>
                <c:pt idx="194">
                  <c:v>0.31177385303472149</c:v>
                </c:pt>
                <c:pt idx="195">
                  <c:v>0.32780574578763855</c:v>
                </c:pt>
                <c:pt idx="196">
                  <c:v>0.36218729223083185</c:v>
                </c:pt>
                <c:pt idx="197">
                  <c:v>0.4353898175636014</c:v>
                </c:pt>
                <c:pt idx="198">
                  <c:v>0.46664485443170889</c:v>
                </c:pt>
                <c:pt idx="199">
                  <c:v>0.43532256207051467</c:v>
                </c:pt>
                <c:pt idx="200">
                  <c:v>0.38587687479746474</c:v>
                </c:pt>
                <c:pt idx="201">
                  <c:v>0.38600681959673633</c:v>
                </c:pt>
                <c:pt idx="202">
                  <c:v>0.42814045267369355</c:v>
                </c:pt>
                <c:pt idx="203">
                  <c:v>0.42832938632971174</c:v>
                </c:pt>
                <c:pt idx="204">
                  <c:v>0.45366657462074822</c:v>
                </c:pt>
                <c:pt idx="205">
                  <c:v>0.45307285506276335</c:v>
                </c:pt>
                <c:pt idx="206">
                  <c:v>0.49619277574154708</c:v>
                </c:pt>
                <c:pt idx="207">
                  <c:v>0.49576374351331026</c:v>
                </c:pt>
                <c:pt idx="208">
                  <c:v>0.45361652490457088</c:v>
                </c:pt>
                <c:pt idx="209">
                  <c:v>0.52521506611823021</c:v>
                </c:pt>
                <c:pt idx="210">
                  <c:v>0.59589441419972755</c:v>
                </c:pt>
                <c:pt idx="211">
                  <c:v>0.59596808480105368</c:v>
                </c:pt>
                <c:pt idx="212">
                  <c:v>0.59589441419972755</c:v>
                </c:pt>
                <c:pt idx="213">
                  <c:v>0.59044174111366599</c:v>
                </c:pt>
                <c:pt idx="214">
                  <c:v>0.56093530260459656</c:v>
                </c:pt>
                <c:pt idx="215">
                  <c:v>0.51672469270397592</c:v>
                </c:pt>
                <c:pt idx="216">
                  <c:v>0.48350846650958634</c:v>
                </c:pt>
                <c:pt idx="217">
                  <c:v>0.50718342258638915</c:v>
                </c:pt>
                <c:pt idx="218">
                  <c:v>0.43124435584172754</c:v>
                </c:pt>
                <c:pt idx="219">
                  <c:v>0.50666988212578556</c:v>
                </c:pt>
                <c:pt idx="220">
                  <c:v>0.55138762509375627</c:v>
                </c:pt>
                <c:pt idx="221">
                  <c:v>0.53682243639344718</c:v>
                </c:pt>
                <c:pt idx="222">
                  <c:v>0.56624534907007407</c:v>
                </c:pt>
                <c:pt idx="223">
                  <c:v>0.5369178318662613</c:v>
                </c:pt>
                <c:pt idx="224">
                  <c:v>0.56669393867683882</c:v>
                </c:pt>
              </c:numCache>
            </c:numRef>
          </c:val>
          <c:smooth val="0"/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212044032"/>
        <c:axId val="212066304"/>
      </c:lineChart>
      <c:lineChart>
        <c:grouping val="standard"/>
        <c:varyColors val="0"/>
        <c:ser>
          <c:idx val="2"/>
          <c:order val="1"/>
          <c:tx>
            <c:strRef>
              <c:f>PoolRefinancible!$E$2</c:f>
              <c:strCache>
                <c:ptCount val="1"/>
                <c:pt idx="0">
                  <c:v>Conv Refi Index</c:v>
                </c:pt>
              </c:strCache>
            </c:strRef>
          </c:tx>
          <c:spPr>
            <a:ln w="19050">
              <a:solidFill>
                <a:srgbClr val="C3EBD9"/>
              </a:solidFill>
            </a:ln>
          </c:spPr>
          <c:marker>
            <c:symbol val="none"/>
          </c:marker>
          <c:cat>
            <c:numRef>
              <c:f>PoolRefinancible!$B$3:$B$227</c:f>
              <c:numCache>
                <c:formatCode>m/d/yyyy</c:formatCode>
                <c:ptCount val="225"/>
                <c:pt idx="0">
                  <c:v>40549</c:v>
                </c:pt>
                <c:pt idx="1">
                  <c:v>40556</c:v>
                </c:pt>
                <c:pt idx="2">
                  <c:v>40563</c:v>
                </c:pt>
                <c:pt idx="3">
                  <c:v>40570</c:v>
                </c:pt>
                <c:pt idx="4">
                  <c:v>40577</c:v>
                </c:pt>
                <c:pt idx="5">
                  <c:v>40584</c:v>
                </c:pt>
                <c:pt idx="6">
                  <c:v>40591</c:v>
                </c:pt>
                <c:pt idx="7">
                  <c:v>40598</c:v>
                </c:pt>
                <c:pt idx="8">
                  <c:v>40605</c:v>
                </c:pt>
                <c:pt idx="9">
                  <c:v>40612</c:v>
                </c:pt>
                <c:pt idx="10">
                  <c:v>40619</c:v>
                </c:pt>
                <c:pt idx="11">
                  <c:v>40626</c:v>
                </c:pt>
                <c:pt idx="12">
                  <c:v>40633</c:v>
                </c:pt>
                <c:pt idx="13">
                  <c:v>40640</c:v>
                </c:pt>
                <c:pt idx="14">
                  <c:v>40647</c:v>
                </c:pt>
                <c:pt idx="15">
                  <c:v>40654</c:v>
                </c:pt>
                <c:pt idx="16">
                  <c:v>40661</c:v>
                </c:pt>
                <c:pt idx="17">
                  <c:v>40668</c:v>
                </c:pt>
                <c:pt idx="18">
                  <c:v>40675</c:v>
                </c:pt>
                <c:pt idx="19">
                  <c:v>40682</c:v>
                </c:pt>
                <c:pt idx="20">
                  <c:v>40689</c:v>
                </c:pt>
                <c:pt idx="21">
                  <c:v>40696</c:v>
                </c:pt>
                <c:pt idx="22">
                  <c:v>40703</c:v>
                </c:pt>
                <c:pt idx="23">
                  <c:v>40710</c:v>
                </c:pt>
                <c:pt idx="24">
                  <c:v>40717</c:v>
                </c:pt>
                <c:pt idx="25">
                  <c:v>40724</c:v>
                </c:pt>
                <c:pt idx="26">
                  <c:v>40731</c:v>
                </c:pt>
                <c:pt idx="27">
                  <c:v>40738</c:v>
                </c:pt>
                <c:pt idx="28">
                  <c:v>40745</c:v>
                </c:pt>
                <c:pt idx="29">
                  <c:v>40752</c:v>
                </c:pt>
                <c:pt idx="30">
                  <c:v>40759</c:v>
                </c:pt>
                <c:pt idx="31">
                  <c:v>40766</c:v>
                </c:pt>
                <c:pt idx="32">
                  <c:v>40773</c:v>
                </c:pt>
                <c:pt idx="33">
                  <c:v>40780</c:v>
                </c:pt>
                <c:pt idx="34">
                  <c:v>40787</c:v>
                </c:pt>
                <c:pt idx="35">
                  <c:v>40794</c:v>
                </c:pt>
                <c:pt idx="36">
                  <c:v>40801</c:v>
                </c:pt>
                <c:pt idx="37">
                  <c:v>40808</c:v>
                </c:pt>
                <c:pt idx="38">
                  <c:v>40815</c:v>
                </c:pt>
                <c:pt idx="39">
                  <c:v>40822</c:v>
                </c:pt>
                <c:pt idx="40">
                  <c:v>40829</c:v>
                </c:pt>
                <c:pt idx="41">
                  <c:v>40836</c:v>
                </c:pt>
                <c:pt idx="42">
                  <c:v>40843</c:v>
                </c:pt>
                <c:pt idx="43">
                  <c:v>40850</c:v>
                </c:pt>
                <c:pt idx="44">
                  <c:v>40857</c:v>
                </c:pt>
                <c:pt idx="45">
                  <c:v>40864</c:v>
                </c:pt>
                <c:pt idx="46">
                  <c:v>40870</c:v>
                </c:pt>
                <c:pt idx="47">
                  <c:v>40878</c:v>
                </c:pt>
                <c:pt idx="48">
                  <c:v>40885</c:v>
                </c:pt>
                <c:pt idx="49">
                  <c:v>40892</c:v>
                </c:pt>
                <c:pt idx="50">
                  <c:v>40899</c:v>
                </c:pt>
                <c:pt idx="51">
                  <c:v>40906</c:v>
                </c:pt>
                <c:pt idx="52">
                  <c:v>40913</c:v>
                </c:pt>
                <c:pt idx="53">
                  <c:v>40920</c:v>
                </c:pt>
                <c:pt idx="54">
                  <c:v>40927</c:v>
                </c:pt>
                <c:pt idx="55">
                  <c:v>40934</c:v>
                </c:pt>
                <c:pt idx="56">
                  <c:v>40941</c:v>
                </c:pt>
                <c:pt idx="57">
                  <c:v>40948</c:v>
                </c:pt>
                <c:pt idx="58">
                  <c:v>40955</c:v>
                </c:pt>
                <c:pt idx="59">
                  <c:v>40962</c:v>
                </c:pt>
                <c:pt idx="60">
                  <c:v>40969</c:v>
                </c:pt>
                <c:pt idx="61">
                  <c:v>40976</c:v>
                </c:pt>
                <c:pt idx="62">
                  <c:v>40983</c:v>
                </c:pt>
                <c:pt idx="63">
                  <c:v>40990</c:v>
                </c:pt>
                <c:pt idx="64">
                  <c:v>40997</c:v>
                </c:pt>
                <c:pt idx="65">
                  <c:v>41004</c:v>
                </c:pt>
                <c:pt idx="66">
                  <c:v>41011</c:v>
                </c:pt>
                <c:pt idx="67">
                  <c:v>41018</c:v>
                </c:pt>
                <c:pt idx="68">
                  <c:v>41025</c:v>
                </c:pt>
                <c:pt idx="69">
                  <c:v>41032</c:v>
                </c:pt>
                <c:pt idx="70">
                  <c:v>41039</c:v>
                </c:pt>
                <c:pt idx="71">
                  <c:v>41046</c:v>
                </c:pt>
                <c:pt idx="72">
                  <c:v>41053</c:v>
                </c:pt>
                <c:pt idx="73">
                  <c:v>41060</c:v>
                </c:pt>
                <c:pt idx="74">
                  <c:v>41067</c:v>
                </c:pt>
                <c:pt idx="75">
                  <c:v>41074</c:v>
                </c:pt>
                <c:pt idx="76">
                  <c:v>41081</c:v>
                </c:pt>
                <c:pt idx="77">
                  <c:v>41088</c:v>
                </c:pt>
                <c:pt idx="78">
                  <c:v>41095</c:v>
                </c:pt>
                <c:pt idx="79">
                  <c:v>41102</c:v>
                </c:pt>
                <c:pt idx="80">
                  <c:v>41109</c:v>
                </c:pt>
                <c:pt idx="81">
                  <c:v>41116</c:v>
                </c:pt>
                <c:pt idx="82">
                  <c:v>41123</c:v>
                </c:pt>
                <c:pt idx="83">
                  <c:v>41130</c:v>
                </c:pt>
                <c:pt idx="84">
                  <c:v>41137</c:v>
                </c:pt>
                <c:pt idx="85">
                  <c:v>41144</c:v>
                </c:pt>
                <c:pt idx="86">
                  <c:v>41151</c:v>
                </c:pt>
                <c:pt idx="87">
                  <c:v>41158</c:v>
                </c:pt>
                <c:pt idx="88">
                  <c:v>41165</c:v>
                </c:pt>
                <c:pt idx="89">
                  <c:v>41172</c:v>
                </c:pt>
                <c:pt idx="90">
                  <c:v>41179</c:v>
                </c:pt>
                <c:pt idx="91">
                  <c:v>41186</c:v>
                </c:pt>
                <c:pt idx="92">
                  <c:v>41193</c:v>
                </c:pt>
                <c:pt idx="93">
                  <c:v>41200</c:v>
                </c:pt>
                <c:pt idx="94">
                  <c:v>41207</c:v>
                </c:pt>
                <c:pt idx="95">
                  <c:v>41214</c:v>
                </c:pt>
                <c:pt idx="96">
                  <c:v>41221</c:v>
                </c:pt>
                <c:pt idx="97">
                  <c:v>41228</c:v>
                </c:pt>
                <c:pt idx="98">
                  <c:v>41234</c:v>
                </c:pt>
                <c:pt idx="99">
                  <c:v>41242</c:v>
                </c:pt>
                <c:pt idx="100">
                  <c:v>41249</c:v>
                </c:pt>
                <c:pt idx="101">
                  <c:v>41256</c:v>
                </c:pt>
                <c:pt idx="102">
                  <c:v>41263</c:v>
                </c:pt>
                <c:pt idx="103">
                  <c:v>41270</c:v>
                </c:pt>
                <c:pt idx="104">
                  <c:v>41277</c:v>
                </c:pt>
                <c:pt idx="105">
                  <c:v>41284</c:v>
                </c:pt>
                <c:pt idx="106">
                  <c:v>41291</c:v>
                </c:pt>
                <c:pt idx="107">
                  <c:v>41298</c:v>
                </c:pt>
                <c:pt idx="108">
                  <c:v>41305</c:v>
                </c:pt>
                <c:pt idx="109">
                  <c:v>41312</c:v>
                </c:pt>
                <c:pt idx="110">
                  <c:v>41319</c:v>
                </c:pt>
                <c:pt idx="111">
                  <c:v>41326</c:v>
                </c:pt>
                <c:pt idx="112">
                  <c:v>41333</c:v>
                </c:pt>
                <c:pt idx="113">
                  <c:v>41340</c:v>
                </c:pt>
                <c:pt idx="114">
                  <c:v>41347</c:v>
                </c:pt>
                <c:pt idx="115">
                  <c:v>41354</c:v>
                </c:pt>
                <c:pt idx="116">
                  <c:v>41361</c:v>
                </c:pt>
                <c:pt idx="117">
                  <c:v>41368</c:v>
                </c:pt>
                <c:pt idx="118">
                  <c:v>41375</c:v>
                </c:pt>
                <c:pt idx="119">
                  <c:v>41382</c:v>
                </c:pt>
                <c:pt idx="120">
                  <c:v>41389</c:v>
                </c:pt>
                <c:pt idx="121">
                  <c:v>41396</c:v>
                </c:pt>
                <c:pt idx="122">
                  <c:v>41403</c:v>
                </c:pt>
                <c:pt idx="123">
                  <c:v>41410</c:v>
                </c:pt>
                <c:pt idx="124">
                  <c:v>41417</c:v>
                </c:pt>
                <c:pt idx="125">
                  <c:v>41424</c:v>
                </c:pt>
                <c:pt idx="126">
                  <c:v>41431</c:v>
                </c:pt>
                <c:pt idx="127">
                  <c:v>41438</c:v>
                </c:pt>
                <c:pt idx="128">
                  <c:v>41445</c:v>
                </c:pt>
                <c:pt idx="129">
                  <c:v>41452</c:v>
                </c:pt>
                <c:pt idx="130">
                  <c:v>41458</c:v>
                </c:pt>
                <c:pt idx="131">
                  <c:v>41466</c:v>
                </c:pt>
                <c:pt idx="132">
                  <c:v>41473</c:v>
                </c:pt>
                <c:pt idx="133">
                  <c:v>41480</c:v>
                </c:pt>
                <c:pt idx="134">
                  <c:v>41487</c:v>
                </c:pt>
                <c:pt idx="135">
                  <c:v>41494</c:v>
                </c:pt>
                <c:pt idx="136">
                  <c:v>41501</c:v>
                </c:pt>
                <c:pt idx="137">
                  <c:v>41508</c:v>
                </c:pt>
                <c:pt idx="138">
                  <c:v>41515</c:v>
                </c:pt>
                <c:pt idx="139">
                  <c:v>41522</c:v>
                </c:pt>
                <c:pt idx="140">
                  <c:v>41529</c:v>
                </c:pt>
                <c:pt idx="141">
                  <c:v>41536</c:v>
                </c:pt>
                <c:pt idx="142">
                  <c:v>41543</c:v>
                </c:pt>
                <c:pt idx="143">
                  <c:v>41550</c:v>
                </c:pt>
                <c:pt idx="144">
                  <c:v>41557</c:v>
                </c:pt>
                <c:pt idx="145">
                  <c:v>41564</c:v>
                </c:pt>
                <c:pt idx="146">
                  <c:v>41571</c:v>
                </c:pt>
                <c:pt idx="147">
                  <c:v>41578</c:v>
                </c:pt>
                <c:pt idx="148">
                  <c:v>41585</c:v>
                </c:pt>
                <c:pt idx="149">
                  <c:v>41592</c:v>
                </c:pt>
                <c:pt idx="150">
                  <c:v>41599</c:v>
                </c:pt>
                <c:pt idx="151">
                  <c:v>41605</c:v>
                </c:pt>
                <c:pt idx="152">
                  <c:v>41613</c:v>
                </c:pt>
                <c:pt idx="153">
                  <c:v>41620</c:v>
                </c:pt>
                <c:pt idx="154">
                  <c:v>41627</c:v>
                </c:pt>
                <c:pt idx="155">
                  <c:v>41634</c:v>
                </c:pt>
                <c:pt idx="156">
                  <c:v>41641</c:v>
                </c:pt>
                <c:pt idx="157">
                  <c:v>41648</c:v>
                </c:pt>
                <c:pt idx="158">
                  <c:v>41655</c:v>
                </c:pt>
                <c:pt idx="159">
                  <c:v>41662</c:v>
                </c:pt>
                <c:pt idx="160">
                  <c:v>41669</c:v>
                </c:pt>
                <c:pt idx="161">
                  <c:v>41676</c:v>
                </c:pt>
                <c:pt idx="162">
                  <c:v>41683</c:v>
                </c:pt>
                <c:pt idx="163">
                  <c:v>41690</c:v>
                </c:pt>
                <c:pt idx="164">
                  <c:v>41697</c:v>
                </c:pt>
                <c:pt idx="165">
                  <c:v>41704</c:v>
                </c:pt>
                <c:pt idx="166">
                  <c:v>41711</c:v>
                </c:pt>
                <c:pt idx="167">
                  <c:v>41718</c:v>
                </c:pt>
                <c:pt idx="168">
                  <c:v>41725</c:v>
                </c:pt>
                <c:pt idx="169">
                  <c:v>41732</c:v>
                </c:pt>
                <c:pt idx="170">
                  <c:v>41739</c:v>
                </c:pt>
                <c:pt idx="171">
                  <c:v>41746</c:v>
                </c:pt>
                <c:pt idx="172">
                  <c:v>41753</c:v>
                </c:pt>
                <c:pt idx="173">
                  <c:v>41760</c:v>
                </c:pt>
                <c:pt idx="174">
                  <c:v>41767</c:v>
                </c:pt>
                <c:pt idx="175">
                  <c:v>41774</c:v>
                </c:pt>
                <c:pt idx="176">
                  <c:v>41781</c:v>
                </c:pt>
                <c:pt idx="177">
                  <c:v>41788</c:v>
                </c:pt>
                <c:pt idx="178">
                  <c:v>41795</c:v>
                </c:pt>
                <c:pt idx="179">
                  <c:v>41802</c:v>
                </c:pt>
                <c:pt idx="180">
                  <c:v>41809</c:v>
                </c:pt>
                <c:pt idx="181">
                  <c:v>41816</c:v>
                </c:pt>
                <c:pt idx="182">
                  <c:v>41823</c:v>
                </c:pt>
                <c:pt idx="183">
                  <c:v>41830</c:v>
                </c:pt>
                <c:pt idx="184">
                  <c:v>41837</c:v>
                </c:pt>
                <c:pt idx="185">
                  <c:v>41844</c:v>
                </c:pt>
                <c:pt idx="186">
                  <c:v>41851</c:v>
                </c:pt>
                <c:pt idx="187">
                  <c:v>41858</c:v>
                </c:pt>
                <c:pt idx="188">
                  <c:v>41865</c:v>
                </c:pt>
                <c:pt idx="189">
                  <c:v>41872</c:v>
                </c:pt>
                <c:pt idx="190">
                  <c:v>41879</c:v>
                </c:pt>
                <c:pt idx="191">
                  <c:v>41886</c:v>
                </c:pt>
                <c:pt idx="192">
                  <c:v>41893</c:v>
                </c:pt>
                <c:pt idx="193">
                  <c:v>41900</c:v>
                </c:pt>
                <c:pt idx="194">
                  <c:v>41907</c:v>
                </c:pt>
                <c:pt idx="195">
                  <c:v>41914</c:v>
                </c:pt>
                <c:pt idx="196">
                  <c:v>41921</c:v>
                </c:pt>
                <c:pt idx="197">
                  <c:v>41928</c:v>
                </c:pt>
                <c:pt idx="198">
                  <c:v>41935</c:v>
                </c:pt>
                <c:pt idx="199">
                  <c:v>41942</c:v>
                </c:pt>
                <c:pt idx="200">
                  <c:v>41949</c:v>
                </c:pt>
                <c:pt idx="201">
                  <c:v>41956</c:v>
                </c:pt>
                <c:pt idx="202">
                  <c:v>41963</c:v>
                </c:pt>
                <c:pt idx="203">
                  <c:v>41969</c:v>
                </c:pt>
                <c:pt idx="204">
                  <c:v>41977</c:v>
                </c:pt>
                <c:pt idx="205">
                  <c:v>41984</c:v>
                </c:pt>
                <c:pt idx="206">
                  <c:v>41991</c:v>
                </c:pt>
                <c:pt idx="207">
                  <c:v>41997</c:v>
                </c:pt>
                <c:pt idx="208">
                  <c:v>42004</c:v>
                </c:pt>
                <c:pt idx="209">
                  <c:v>42012</c:v>
                </c:pt>
                <c:pt idx="210">
                  <c:v>42019</c:v>
                </c:pt>
                <c:pt idx="211">
                  <c:v>42026</c:v>
                </c:pt>
                <c:pt idx="212">
                  <c:v>42033</c:v>
                </c:pt>
                <c:pt idx="213">
                  <c:v>42040</c:v>
                </c:pt>
                <c:pt idx="214">
                  <c:v>42047</c:v>
                </c:pt>
                <c:pt idx="215">
                  <c:v>42054</c:v>
                </c:pt>
                <c:pt idx="216">
                  <c:v>42061</c:v>
                </c:pt>
                <c:pt idx="217">
                  <c:v>42068</c:v>
                </c:pt>
                <c:pt idx="218">
                  <c:v>42075</c:v>
                </c:pt>
                <c:pt idx="219">
                  <c:v>42082</c:v>
                </c:pt>
                <c:pt idx="220">
                  <c:v>42089</c:v>
                </c:pt>
                <c:pt idx="221">
                  <c:v>42096</c:v>
                </c:pt>
                <c:pt idx="222">
                  <c:v>42103</c:v>
                </c:pt>
                <c:pt idx="223">
                  <c:v>42110</c:v>
                </c:pt>
                <c:pt idx="224">
                  <c:v>42117</c:v>
                </c:pt>
              </c:numCache>
            </c:numRef>
          </c:cat>
          <c:val>
            <c:numRef>
              <c:f>PoolRefinancible!$E$3:$E$227</c:f>
              <c:numCache>
                <c:formatCode>General</c:formatCode>
                <c:ptCount val="225"/>
                <c:pt idx="0">
                  <c:v>2344.3000000000002</c:v>
                </c:pt>
                <c:pt idx="1">
                  <c:v>2528.6999999999998</c:v>
                </c:pt>
                <c:pt idx="2">
                  <c:v>2129.6999999999998</c:v>
                </c:pt>
                <c:pt idx="3">
                  <c:v>2371.1</c:v>
                </c:pt>
                <c:pt idx="4">
                  <c:v>2190.4</c:v>
                </c:pt>
                <c:pt idx="5">
                  <c:v>1953.2</c:v>
                </c:pt>
                <c:pt idx="6">
                  <c:v>2325.3000000000002</c:v>
                </c:pt>
                <c:pt idx="7">
                  <c:v>2155.5</c:v>
                </c:pt>
                <c:pt idx="8">
                  <c:v>2539.4</c:v>
                </c:pt>
                <c:pt idx="9">
                  <c:v>2563.6</c:v>
                </c:pt>
                <c:pt idx="10">
                  <c:v>2620.8000000000002</c:v>
                </c:pt>
                <c:pt idx="11">
                  <c:v>2350.6999999999998</c:v>
                </c:pt>
                <c:pt idx="12">
                  <c:v>2194.4</c:v>
                </c:pt>
                <c:pt idx="13">
                  <c:v>2010.6</c:v>
                </c:pt>
                <c:pt idx="14">
                  <c:v>2065.3000000000002</c:v>
                </c:pt>
                <c:pt idx="15">
                  <c:v>2091.4</c:v>
                </c:pt>
                <c:pt idx="16">
                  <c:v>2220.1</c:v>
                </c:pt>
                <c:pt idx="17">
                  <c:v>2414.9</c:v>
                </c:pt>
                <c:pt idx="18">
                  <c:v>2742.2</c:v>
                </c:pt>
                <c:pt idx="19">
                  <c:v>2764.6</c:v>
                </c:pt>
                <c:pt idx="20">
                  <c:v>2619.6999999999998</c:v>
                </c:pt>
                <c:pt idx="21">
                  <c:v>2648</c:v>
                </c:pt>
                <c:pt idx="22">
                  <c:v>3101.7</c:v>
                </c:pt>
                <c:pt idx="23">
                  <c:v>2857.9</c:v>
                </c:pt>
                <c:pt idx="24">
                  <c:v>2809.5</c:v>
                </c:pt>
                <c:pt idx="25">
                  <c:v>2527.5</c:v>
                </c:pt>
                <c:pt idx="26">
                  <c:v>2362.6999999999998</c:v>
                </c:pt>
                <c:pt idx="27">
                  <c:v>2923.8</c:v>
                </c:pt>
                <c:pt idx="28">
                  <c:v>2769.6</c:v>
                </c:pt>
                <c:pt idx="29">
                  <c:v>2974.1</c:v>
                </c:pt>
                <c:pt idx="30">
                  <c:v>3880.9</c:v>
                </c:pt>
                <c:pt idx="31">
                  <c:v>4184.3999999999996</c:v>
                </c:pt>
                <c:pt idx="32">
                  <c:v>4110.8</c:v>
                </c:pt>
                <c:pt idx="33">
                  <c:v>3601.3</c:v>
                </c:pt>
                <c:pt idx="34">
                  <c:v>3372</c:v>
                </c:pt>
                <c:pt idx="35">
                  <c:v>3571.7</c:v>
                </c:pt>
                <c:pt idx="36">
                  <c:v>4033.8</c:v>
                </c:pt>
                <c:pt idx="37">
                  <c:v>4512.1000000000004</c:v>
                </c:pt>
                <c:pt idx="38">
                  <c:v>4241.8</c:v>
                </c:pt>
                <c:pt idx="39">
                  <c:v>4251.1000000000004</c:v>
                </c:pt>
                <c:pt idx="40">
                  <c:v>3553.2</c:v>
                </c:pt>
                <c:pt idx="41">
                  <c:v>3719.3</c:v>
                </c:pt>
                <c:pt idx="42">
                  <c:v>3695</c:v>
                </c:pt>
                <c:pt idx="43">
                  <c:v>4137.6000000000004</c:v>
                </c:pt>
                <c:pt idx="44">
                  <c:v>3664.5</c:v>
                </c:pt>
                <c:pt idx="45">
                  <c:v>3466.8</c:v>
                </c:pt>
                <c:pt idx="46">
                  <c:v>#N/A</c:v>
                </c:pt>
                <c:pt idx="47">
                  <c:v>3394.7</c:v>
                </c:pt>
                <c:pt idx="48">
                  <c:v>3708.6</c:v>
                </c:pt>
                <c:pt idx="49">
                  <c:v>3676.1</c:v>
                </c:pt>
                <c:pt idx="50">
                  <c:v>3684.5</c:v>
                </c:pt>
                <c:pt idx="51">
                  <c:v>3608.1</c:v>
                </c:pt>
                <c:pt idx="52">
                  <c:v>3668.3</c:v>
                </c:pt>
                <c:pt idx="53">
                  <c:v>4626.5</c:v>
                </c:pt>
                <c:pt idx="54">
                  <c:v>4326.3999999999996</c:v>
                </c:pt>
                <c:pt idx="55">
                  <c:v>4184.3</c:v>
                </c:pt>
                <c:pt idx="56">
                  <c:v>4617.1000000000004</c:v>
                </c:pt>
                <c:pt idx="57">
                  <c:v>4716.1000000000004</c:v>
                </c:pt>
                <c:pt idx="58">
                  <c:v>4466.8999999999996</c:v>
                </c:pt>
                <c:pt idx="59">
                  <c:v>4379.1000000000004</c:v>
                </c:pt>
                <c:pt idx="60">
                  <c:v>4277.6000000000004</c:v>
                </c:pt>
                <c:pt idx="61">
                  <c:v>4063.4</c:v>
                </c:pt>
                <c:pt idx="62">
                  <c:v>3715.2</c:v>
                </c:pt>
                <c:pt idx="63">
                  <c:v>3588.4</c:v>
                </c:pt>
                <c:pt idx="64">
                  <c:v>3699.5</c:v>
                </c:pt>
                <c:pt idx="65">
                  <c:v>3549.3</c:v>
                </c:pt>
                <c:pt idx="66">
                  <c:v>4144.3</c:v>
                </c:pt>
                <c:pt idx="67">
                  <c:v>3892.2</c:v>
                </c:pt>
                <c:pt idx="68">
                  <c:v>3856</c:v>
                </c:pt>
                <c:pt idx="69">
                  <c:v>3924.4</c:v>
                </c:pt>
                <c:pt idx="70">
                  <c:v>4482</c:v>
                </c:pt>
                <c:pt idx="71">
                  <c:v>4732</c:v>
                </c:pt>
                <c:pt idx="72">
                  <c:v>4675.8999999999996</c:v>
                </c:pt>
                <c:pt idx="73">
                  <c:v>4736</c:v>
                </c:pt>
                <c:pt idx="74">
                  <c:v>5590</c:v>
                </c:pt>
                <c:pt idx="75">
                  <c:v>4719.6000000000004</c:v>
                </c:pt>
                <c:pt idx="76">
                  <c:v>4585.8</c:v>
                </c:pt>
                <c:pt idx="77">
                  <c:v>4372.2</c:v>
                </c:pt>
                <c:pt idx="78">
                  <c:v>4267.8999999999996</c:v>
                </c:pt>
                <c:pt idx="79">
                  <c:v>5246.8</c:v>
                </c:pt>
                <c:pt idx="80">
                  <c:v>5383.1</c:v>
                </c:pt>
                <c:pt idx="81">
                  <c:v>5492.1</c:v>
                </c:pt>
                <c:pt idx="82">
                  <c:v>5444.3</c:v>
                </c:pt>
                <c:pt idx="83">
                  <c:v>5172.2</c:v>
                </c:pt>
                <c:pt idx="84">
                  <c:v>4671.1000000000004</c:v>
                </c:pt>
                <c:pt idx="85">
                  <c:v>4414.6000000000004</c:v>
                </c:pt>
                <c:pt idx="86">
                  <c:v>4274.8</c:v>
                </c:pt>
                <c:pt idx="87">
                  <c:v>4779.1000000000004</c:v>
                </c:pt>
                <c:pt idx="88">
                  <c:v>4823.3</c:v>
                </c:pt>
                <c:pt idx="89">
                  <c:v>4979</c:v>
                </c:pt>
                <c:pt idx="90">
                  <c:v>5965.5</c:v>
                </c:pt>
                <c:pt idx="91">
                  <c:v>5892.5</c:v>
                </c:pt>
                <c:pt idx="92">
                  <c:v>5572.2</c:v>
                </c:pt>
                <c:pt idx="93">
                  <c:v>4847.2</c:v>
                </c:pt>
                <c:pt idx="94">
                  <c:v>4550.7</c:v>
                </c:pt>
                <c:pt idx="95">
                  <c:v>4297.7</c:v>
                </c:pt>
                <c:pt idx="96">
                  <c:v>4856.1000000000004</c:v>
                </c:pt>
                <c:pt idx="97">
                  <c:v>4702.3999999999996</c:v>
                </c:pt>
                <c:pt idx="98">
                  <c:v>#N/A</c:v>
                </c:pt>
                <c:pt idx="99">
                  <c:v>4943</c:v>
                </c:pt>
                <c:pt idx="100">
                  <c:v>5368.1</c:v>
                </c:pt>
                <c:pt idx="101">
                  <c:v>4564.3999999999996</c:v>
                </c:pt>
                <c:pt idx="102">
                  <c:v>3983.2</c:v>
                </c:pt>
                <c:pt idx="103">
                  <c:v>3488.9</c:v>
                </c:pt>
                <c:pt idx="104">
                  <c:v>3896.4</c:v>
                </c:pt>
                <c:pt idx="105">
                  <c:v>4554.3999999999996</c:v>
                </c:pt>
                <c:pt idx="106">
                  <c:v>4937.3999999999996</c:v>
                </c:pt>
                <c:pt idx="107">
                  <c:v>4433.6000000000004</c:v>
                </c:pt>
                <c:pt idx="108">
                  <c:v>4579</c:v>
                </c:pt>
                <c:pt idx="109">
                  <c:v>4284.3</c:v>
                </c:pt>
                <c:pt idx="110">
                  <c:v>4261.8</c:v>
                </c:pt>
                <c:pt idx="111">
                  <c:v>4136.3</c:v>
                </c:pt>
                <c:pt idx="112">
                  <c:v>4724.8999999999996</c:v>
                </c:pt>
                <c:pt idx="113">
                  <c:v>4485.2</c:v>
                </c:pt>
                <c:pt idx="114">
                  <c:v>4111.3</c:v>
                </c:pt>
                <c:pt idx="115">
                  <c:v>4412.8999999999996</c:v>
                </c:pt>
                <c:pt idx="116">
                  <c:v>4119.2</c:v>
                </c:pt>
                <c:pt idx="117">
                  <c:v>4528.8999999999996</c:v>
                </c:pt>
                <c:pt idx="118">
                  <c:v>4726.8999999999996</c:v>
                </c:pt>
                <c:pt idx="119">
                  <c:v>4672.1000000000004</c:v>
                </c:pt>
                <c:pt idx="120">
                  <c:v>4854.1000000000004</c:v>
                </c:pt>
                <c:pt idx="121">
                  <c:v>5279.9</c:v>
                </c:pt>
                <c:pt idx="122">
                  <c:v>4797.2</c:v>
                </c:pt>
                <c:pt idx="123">
                  <c:v>4241.5</c:v>
                </c:pt>
                <c:pt idx="124">
                  <c:v>3709.4</c:v>
                </c:pt>
                <c:pt idx="125">
                  <c:v>3163.6</c:v>
                </c:pt>
                <c:pt idx="126">
                  <c:v>3339.8</c:v>
                </c:pt>
                <c:pt idx="127">
                  <c:v>3214.4</c:v>
                </c:pt>
                <c:pt idx="128">
                  <c:v>3040.1</c:v>
                </c:pt>
                <c:pt idx="129">
                  <c:v>2573.4</c:v>
                </c:pt>
                <c:pt idx="130">
                  <c:v>#N/A</c:v>
                </c:pt>
                <c:pt idx="131">
                  <c:v>2242.1999999999998</c:v>
                </c:pt>
                <c:pt idx="132">
                  <c:v>2288</c:v>
                </c:pt>
                <c:pt idx="133">
                  <c:v>2218.3000000000002</c:v>
                </c:pt>
                <c:pt idx="134">
                  <c:v>2228.9</c:v>
                </c:pt>
                <c:pt idx="135">
                  <c:v>2110.6</c:v>
                </c:pt>
                <c:pt idx="136">
                  <c:v>1935.1</c:v>
                </c:pt>
                <c:pt idx="137">
                  <c:v>1842.6</c:v>
                </c:pt>
                <c:pt idx="138">
                  <c:v>1909</c:v>
                </c:pt>
                <c:pt idx="139">
                  <c:v>1512.9</c:v>
                </c:pt>
                <c:pt idx="140">
                  <c:v>1814</c:v>
                </c:pt>
                <c:pt idx="141">
                  <c:v>1922.9</c:v>
                </c:pt>
                <c:pt idx="142">
                  <c:v>1956.6</c:v>
                </c:pt>
                <c:pt idx="143">
                  <c:v>2025.3</c:v>
                </c:pt>
                <c:pt idx="144">
                  <c:v>2102.6999999999998</c:v>
                </c:pt>
                <c:pt idx="145">
                  <c:v>2033.7</c:v>
                </c:pt>
                <c:pt idx="146">
                  <c:v>2211.8000000000002</c:v>
                </c:pt>
                <c:pt idx="147">
                  <c:v>2105.6</c:v>
                </c:pt>
                <c:pt idx="148">
                  <c:v>2056.9</c:v>
                </c:pt>
                <c:pt idx="149">
                  <c:v>1903.5</c:v>
                </c:pt>
                <c:pt idx="150">
                  <c:v>1917.2</c:v>
                </c:pt>
                <c:pt idx="151">
                  <c:v>#N/A</c:v>
                </c:pt>
                <c:pt idx="152">
                  <c:v>1599.4</c:v>
                </c:pt>
                <c:pt idx="153">
                  <c:v>1529.8</c:v>
                </c:pt>
                <c:pt idx="154">
                  <c:v>1426.7</c:v>
                </c:pt>
                <c:pt idx="155">
                  <c:v>1277.8</c:v>
                </c:pt>
                <c:pt idx="156">
                  <c:v>1352.7</c:v>
                </c:pt>
                <c:pt idx="157">
                  <c:v>1507</c:v>
                </c:pt>
                <c:pt idx="158">
                  <c:v>1675.8</c:v>
                </c:pt>
                <c:pt idx="159">
                  <c:v>1601.2</c:v>
                </c:pt>
                <c:pt idx="160">
                  <c:v>1667.5</c:v>
                </c:pt>
                <c:pt idx="161">
                  <c:v>1674.2</c:v>
                </c:pt>
                <c:pt idx="162">
                  <c:v>1650.6</c:v>
                </c:pt>
                <c:pt idx="163">
                  <c:v>1442.3</c:v>
                </c:pt>
                <c:pt idx="164">
                  <c:v>1600.6</c:v>
                </c:pt>
                <c:pt idx="165">
                  <c:v>1528</c:v>
                </c:pt>
                <c:pt idx="166">
                  <c:v>1552.1</c:v>
                </c:pt>
                <c:pt idx="167">
                  <c:v>1426.3</c:v>
                </c:pt>
                <c:pt idx="168">
                  <c:v>1383.5</c:v>
                </c:pt>
                <c:pt idx="169">
                  <c:v>1324.7</c:v>
                </c:pt>
                <c:pt idx="170">
                  <c:v>1429.9</c:v>
                </c:pt>
                <c:pt idx="171">
                  <c:v>1370.9</c:v>
                </c:pt>
                <c:pt idx="172">
                  <c:v>1298.0999999999999</c:v>
                </c:pt>
                <c:pt idx="173">
                  <c:v>1323.9</c:v>
                </c:pt>
                <c:pt idx="174">
                  <c:v>1400.9</c:v>
                </c:pt>
                <c:pt idx="175">
                  <c:v>1460.6</c:v>
                </c:pt>
                <c:pt idx="176">
                  <c:v>1453.4</c:v>
                </c:pt>
                <c:pt idx="177">
                  <c:v>1382.6</c:v>
                </c:pt>
                <c:pt idx="178">
                  <c:v>1516.9</c:v>
                </c:pt>
                <c:pt idx="179">
                  <c:v>1321.3</c:v>
                </c:pt>
                <c:pt idx="180">
                  <c:v>1333.5</c:v>
                </c:pt>
                <c:pt idx="181">
                  <c:v>1341.8</c:v>
                </c:pt>
                <c:pt idx="182">
                  <c:v>1346.8</c:v>
                </c:pt>
                <c:pt idx="183">
                  <c:v>1329.7</c:v>
                </c:pt>
                <c:pt idx="184">
                  <c:v>1400.7</c:v>
                </c:pt>
                <c:pt idx="185">
                  <c:v>1327.5</c:v>
                </c:pt>
                <c:pt idx="186">
                  <c:v>1373.9</c:v>
                </c:pt>
                <c:pt idx="187">
                  <c:v>1342.6</c:v>
                </c:pt>
                <c:pt idx="188">
                  <c:v>1404.9</c:v>
                </c:pt>
                <c:pt idx="189">
                  <c:v>1439.4</c:v>
                </c:pt>
                <c:pt idx="190">
                  <c:v>1436</c:v>
                </c:pt>
                <c:pt idx="191">
                  <c:v>1275.8</c:v>
                </c:pt>
                <c:pt idx="192">
                  <c:v>1398.4</c:v>
                </c:pt>
                <c:pt idx="193">
                  <c:v>1335.1</c:v>
                </c:pt>
                <c:pt idx="194">
                  <c:v>1326.2</c:v>
                </c:pt>
                <c:pt idx="195">
                  <c:v>1387.1</c:v>
                </c:pt>
                <c:pt idx="196">
                  <c:v>1560.6</c:v>
                </c:pt>
                <c:pt idx="197">
                  <c:v>1898.2</c:v>
                </c:pt>
                <c:pt idx="198">
                  <c:v>1713.6</c:v>
                </c:pt>
                <c:pt idx="199">
                  <c:v>1604.8</c:v>
                </c:pt>
                <c:pt idx="200">
                  <c:v>1565.3</c:v>
                </c:pt>
                <c:pt idx="201">
                  <c:v>1563.2</c:v>
                </c:pt>
                <c:pt idx="202">
                  <c:v>1547.9</c:v>
                </c:pt>
                <c:pt idx="203">
                  <c:v>#N/A</c:v>
                </c:pt>
                <c:pt idx="204">
                  <c:v>1548.6</c:v>
                </c:pt>
                <c:pt idx="205">
                  <c:v>1518.8</c:v>
                </c:pt>
                <c:pt idx="206">
                  <c:v>1538.7</c:v>
                </c:pt>
                <c:pt idx="207">
                  <c:v>#N/A</c:v>
                </c:pt>
                <c:pt idx="208">
                  <c:v>#N/A</c:v>
                </c:pt>
                <c:pt idx="209">
                  <c:v>2271.5</c:v>
                </c:pt>
                <c:pt idx="210">
                  <c:v>2799.3</c:v>
                </c:pt>
                <c:pt idx="211">
                  <c:v>2572.3000000000002</c:v>
                </c:pt>
                <c:pt idx="212">
                  <c:v>2584.8000000000002</c:v>
                </c:pt>
                <c:pt idx="213">
                  <c:v>2291.3000000000002</c:v>
                </c:pt>
                <c:pt idx="214">
                  <c:v>1904.2</c:v>
                </c:pt>
                <c:pt idx="215">
                  <c:v>1703.1</c:v>
                </c:pt>
                <c:pt idx="216">
                  <c:v>1740.3</c:v>
                </c:pt>
                <c:pt idx="217">
                  <c:v>1685.7</c:v>
                </c:pt>
                <c:pt idx="218">
                  <c:v>1623.6</c:v>
                </c:pt>
                <c:pt idx="219">
                  <c:v>1860.8</c:v>
                </c:pt>
                <c:pt idx="220">
                  <c:v>1941.6</c:v>
                </c:pt>
                <c:pt idx="221">
                  <c:v>1854.7</c:v>
                </c:pt>
                <c:pt idx="222">
                  <c:v>1804.6</c:v>
                </c:pt>
                <c:pt idx="223">
                  <c:v>1817</c:v>
                </c:pt>
                <c:pt idx="224">
                  <c:v>#N/A</c:v>
                </c:pt>
              </c:numCache>
            </c:numRef>
          </c:val>
          <c:smooth val="0"/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211554304"/>
        <c:axId val="212068224"/>
      </c:lineChart>
      <c:dateAx>
        <c:axId val="212044032"/>
        <c:scaling>
          <c:orientation val="minMax"/>
        </c:scaling>
        <c:delete val="0"/>
        <c:axPos val="b"/>
        <c:numFmt formatCode="m/d/yyyy" sourceLinked="1"/>
        <c:majorTickMark val="out"/>
        <c:minorTickMark val="none"/>
        <c:tickLblPos val="nextTo"/>
        <c:crossAx val="212066304"/>
        <c:crosses val="autoZero"/>
        <c:auto val="1"/>
        <c:lblOffset val="100"/>
        <c:baseTimeUnit val="days"/>
        <c:majorUnit val="6"/>
        <c:majorTimeUnit val="months"/>
      </c:dateAx>
      <c:valAx>
        <c:axId val="212066304"/>
        <c:scaling>
          <c:orientation val="minMax"/>
          <c:max val="1"/>
        </c:scaling>
        <c:delete val="0"/>
        <c:axPos val="l"/>
        <c:majorGridlines/>
        <c:title>
          <c:tx>
            <c:rich>
              <a:bodyPr rot="-5400000" vert="horz"/>
              <a:lstStyle/>
              <a:p>
                <a:pPr>
                  <a:defRPr/>
                </a:pPr>
                <a:r>
                  <a:rPr lang="en-US"/>
                  <a:t>Refinancible Percentage</a:t>
                </a:r>
              </a:p>
            </c:rich>
          </c:tx>
          <c:layout/>
          <c:overlay val="0"/>
        </c:title>
        <c:numFmt formatCode="0%" sourceLinked="1"/>
        <c:majorTickMark val="out"/>
        <c:minorTickMark val="none"/>
        <c:tickLblPos val="nextTo"/>
        <c:crossAx val="212044032"/>
        <c:crosses val="autoZero"/>
        <c:crossBetween val="between"/>
        <c:majorUnit val="0.2"/>
      </c:valAx>
      <c:valAx>
        <c:axId val="212068224"/>
        <c:scaling>
          <c:orientation val="minMax"/>
        </c:scaling>
        <c:delete val="0"/>
        <c:axPos val="r"/>
        <c:title>
          <c:tx>
            <c:rich>
              <a:bodyPr rot="-5400000" vert="horz"/>
              <a:lstStyle/>
              <a:p>
                <a:pPr>
                  <a:defRPr/>
                </a:pPr>
                <a:r>
                  <a:rPr lang="en-US"/>
                  <a:t>Refi Index</a:t>
                </a:r>
              </a:p>
            </c:rich>
          </c:tx>
          <c:layout/>
          <c:overlay val="0"/>
        </c:title>
        <c:numFmt formatCode="General" sourceLinked="1"/>
        <c:majorTickMark val="out"/>
        <c:minorTickMark val="none"/>
        <c:tickLblPos val="nextTo"/>
        <c:crossAx val="211554304"/>
        <c:crosses val="max"/>
        <c:crossBetween val="between"/>
      </c:valAx>
      <c:dateAx>
        <c:axId val="211554304"/>
        <c:scaling>
          <c:orientation val="minMax"/>
        </c:scaling>
        <c:delete val="1"/>
        <c:axPos val="b"/>
        <c:numFmt formatCode="m/d/yyyy" sourceLinked="1"/>
        <c:majorTickMark val="out"/>
        <c:minorTickMark val="none"/>
        <c:tickLblPos val="nextTo"/>
        <c:crossAx val="212068224"/>
        <c:crosses val="autoZero"/>
        <c:auto val="1"/>
        <c:lblOffset val="100"/>
        <c:baseTimeUnit val="days"/>
      </c:dateAx>
    </c:plotArea>
    <c:legend>
      <c:legendPos val="b"/>
      <c:legendEntry>
        <c:idx val="1"/>
        <c:delete val="1"/>
      </c:legendEntry>
      <c:legendEntry>
        <c:idx val="2"/>
        <c:delete val="1"/>
      </c:legendEntry>
      <c:layout/>
      <c:overlay val="0"/>
    </c:legend>
    <c:plotVisOnly val="1"/>
    <c:dispBlanksAs val="gap"/>
    <c:showDLblsOverMax val="0"/>
  </c:chart>
  <c:spPr>
    <a:solidFill>
      <a:schemeClr val="bg1"/>
    </a:solidFill>
  </c:spPr>
  <c:externalData r:id="rId1">
    <c:autoUpdate val="0"/>
  </c:externalData>
</c:chartSpace>
</file>

<file path=ppt/charts/chart17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0"/>
    <c:plotArea>
      <c:layout/>
      <c:lineChart>
        <c:grouping val="standard"/>
        <c:varyColors val="0"/>
        <c:ser>
          <c:idx val="0"/>
          <c:order val="0"/>
          <c:tx>
            <c:strRef>
              <c:f>PoolRefinancible!$C$2</c:f>
              <c:strCache>
                <c:ptCount val="1"/>
                <c:pt idx="0">
                  <c:v>Pool Level</c:v>
                </c:pt>
              </c:strCache>
            </c:strRef>
          </c:tx>
          <c:spPr>
            <a:ln w="19050">
              <a:solidFill>
                <a:srgbClr val="CDD1EF"/>
              </a:solidFill>
            </a:ln>
          </c:spPr>
          <c:marker>
            <c:symbol val="none"/>
          </c:marker>
          <c:cat>
            <c:numRef>
              <c:f>PoolRefinancible!$B$3:$B$227</c:f>
              <c:numCache>
                <c:formatCode>m/d/yyyy</c:formatCode>
                <c:ptCount val="225"/>
                <c:pt idx="0">
                  <c:v>40549</c:v>
                </c:pt>
                <c:pt idx="1">
                  <c:v>40556</c:v>
                </c:pt>
                <c:pt idx="2">
                  <c:v>40563</c:v>
                </c:pt>
                <c:pt idx="3">
                  <c:v>40570</c:v>
                </c:pt>
                <c:pt idx="4">
                  <c:v>40577</c:v>
                </c:pt>
                <c:pt idx="5">
                  <c:v>40584</c:v>
                </c:pt>
                <c:pt idx="6">
                  <c:v>40591</c:v>
                </c:pt>
                <c:pt idx="7">
                  <c:v>40598</c:v>
                </c:pt>
                <c:pt idx="8">
                  <c:v>40605</c:v>
                </c:pt>
                <c:pt idx="9">
                  <c:v>40612</c:v>
                </c:pt>
                <c:pt idx="10">
                  <c:v>40619</c:v>
                </c:pt>
                <c:pt idx="11">
                  <c:v>40626</c:v>
                </c:pt>
                <c:pt idx="12">
                  <c:v>40633</c:v>
                </c:pt>
                <c:pt idx="13">
                  <c:v>40640</c:v>
                </c:pt>
                <c:pt idx="14">
                  <c:v>40647</c:v>
                </c:pt>
                <c:pt idx="15">
                  <c:v>40654</c:v>
                </c:pt>
                <c:pt idx="16">
                  <c:v>40661</c:v>
                </c:pt>
                <c:pt idx="17">
                  <c:v>40668</c:v>
                </c:pt>
                <c:pt idx="18">
                  <c:v>40675</c:v>
                </c:pt>
                <c:pt idx="19">
                  <c:v>40682</c:v>
                </c:pt>
                <c:pt idx="20">
                  <c:v>40689</c:v>
                </c:pt>
                <c:pt idx="21">
                  <c:v>40696</c:v>
                </c:pt>
                <c:pt idx="22">
                  <c:v>40703</c:v>
                </c:pt>
                <c:pt idx="23">
                  <c:v>40710</c:v>
                </c:pt>
                <c:pt idx="24">
                  <c:v>40717</c:v>
                </c:pt>
                <c:pt idx="25">
                  <c:v>40724</c:v>
                </c:pt>
                <c:pt idx="26">
                  <c:v>40731</c:v>
                </c:pt>
                <c:pt idx="27">
                  <c:v>40738</c:v>
                </c:pt>
                <c:pt idx="28">
                  <c:v>40745</c:v>
                </c:pt>
                <c:pt idx="29">
                  <c:v>40752</c:v>
                </c:pt>
                <c:pt idx="30">
                  <c:v>40759</c:v>
                </c:pt>
                <c:pt idx="31">
                  <c:v>40766</c:v>
                </c:pt>
                <c:pt idx="32">
                  <c:v>40773</c:v>
                </c:pt>
                <c:pt idx="33">
                  <c:v>40780</c:v>
                </c:pt>
                <c:pt idx="34">
                  <c:v>40787</c:v>
                </c:pt>
                <c:pt idx="35">
                  <c:v>40794</c:v>
                </c:pt>
                <c:pt idx="36">
                  <c:v>40801</c:v>
                </c:pt>
                <c:pt idx="37">
                  <c:v>40808</c:v>
                </c:pt>
                <c:pt idx="38">
                  <c:v>40815</c:v>
                </c:pt>
                <c:pt idx="39">
                  <c:v>40822</c:v>
                </c:pt>
                <c:pt idx="40">
                  <c:v>40829</c:v>
                </c:pt>
                <c:pt idx="41">
                  <c:v>40836</c:v>
                </c:pt>
                <c:pt idx="42">
                  <c:v>40843</c:v>
                </c:pt>
                <c:pt idx="43">
                  <c:v>40850</c:v>
                </c:pt>
                <c:pt idx="44">
                  <c:v>40857</c:v>
                </c:pt>
                <c:pt idx="45">
                  <c:v>40864</c:v>
                </c:pt>
                <c:pt idx="46">
                  <c:v>40870</c:v>
                </c:pt>
                <c:pt idx="47">
                  <c:v>40878</c:v>
                </c:pt>
                <c:pt idx="48">
                  <c:v>40885</c:v>
                </c:pt>
                <c:pt idx="49">
                  <c:v>40892</c:v>
                </c:pt>
                <c:pt idx="50">
                  <c:v>40899</c:v>
                </c:pt>
                <c:pt idx="51">
                  <c:v>40906</c:v>
                </c:pt>
                <c:pt idx="52">
                  <c:v>40913</c:v>
                </c:pt>
                <c:pt idx="53">
                  <c:v>40920</c:v>
                </c:pt>
                <c:pt idx="54">
                  <c:v>40927</c:v>
                </c:pt>
                <c:pt idx="55">
                  <c:v>40934</c:v>
                </c:pt>
                <c:pt idx="56">
                  <c:v>40941</c:v>
                </c:pt>
                <c:pt idx="57">
                  <c:v>40948</c:v>
                </c:pt>
                <c:pt idx="58">
                  <c:v>40955</c:v>
                </c:pt>
                <c:pt idx="59">
                  <c:v>40962</c:v>
                </c:pt>
                <c:pt idx="60">
                  <c:v>40969</c:v>
                </c:pt>
                <c:pt idx="61">
                  <c:v>40976</c:v>
                </c:pt>
                <c:pt idx="62">
                  <c:v>40983</c:v>
                </c:pt>
                <c:pt idx="63">
                  <c:v>40990</c:v>
                </c:pt>
                <c:pt idx="64">
                  <c:v>40997</c:v>
                </c:pt>
                <c:pt idx="65">
                  <c:v>41004</c:v>
                </c:pt>
                <c:pt idx="66">
                  <c:v>41011</c:v>
                </c:pt>
                <c:pt idx="67">
                  <c:v>41018</c:v>
                </c:pt>
                <c:pt idx="68">
                  <c:v>41025</c:v>
                </c:pt>
                <c:pt idx="69">
                  <c:v>41032</c:v>
                </c:pt>
                <c:pt idx="70">
                  <c:v>41039</c:v>
                </c:pt>
                <c:pt idx="71">
                  <c:v>41046</c:v>
                </c:pt>
                <c:pt idx="72">
                  <c:v>41053</c:v>
                </c:pt>
                <c:pt idx="73">
                  <c:v>41060</c:v>
                </c:pt>
                <c:pt idx="74">
                  <c:v>41067</c:v>
                </c:pt>
                <c:pt idx="75">
                  <c:v>41074</c:v>
                </c:pt>
                <c:pt idx="76">
                  <c:v>41081</c:v>
                </c:pt>
                <c:pt idx="77">
                  <c:v>41088</c:v>
                </c:pt>
                <c:pt idx="78">
                  <c:v>41095</c:v>
                </c:pt>
                <c:pt idx="79">
                  <c:v>41102</c:v>
                </c:pt>
                <c:pt idx="80">
                  <c:v>41109</c:v>
                </c:pt>
                <c:pt idx="81">
                  <c:v>41116</c:v>
                </c:pt>
                <c:pt idx="82">
                  <c:v>41123</c:v>
                </c:pt>
                <c:pt idx="83">
                  <c:v>41130</c:v>
                </c:pt>
                <c:pt idx="84">
                  <c:v>41137</c:v>
                </c:pt>
                <c:pt idx="85">
                  <c:v>41144</c:v>
                </c:pt>
                <c:pt idx="86">
                  <c:v>41151</c:v>
                </c:pt>
                <c:pt idx="87">
                  <c:v>41158</c:v>
                </c:pt>
                <c:pt idx="88">
                  <c:v>41165</c:v>
                </c:pt>
                <c:pt idx="89">
                  <c:v>41172</c:v>
                </c:pt>
                <c:pt idx="90">
                  <c:v>41179</c:v>
                </c:pt>
                <c:pt idx="91">
                  <c:v>41186</c:v>
                </c:pt>
                <c:pt idx="92">
                  <c:v>41193</c:v>
                </c:pt>
                <c:pt idx="93">
                  <c:v>41200</c:v>
                </c:pt>
                <c:pt idx="94">
                  <c:v>41207</c:v>
                </c:pt>
                <c:pt idx="95">
                  <c:v>41214</c:v>
                </c:pt>
                <c:pt idx="96">
                  <c:v>41221</c:v>
                </c:pt>
                <c:pt idx="97">
                  <c:v>41228</c:v>
                </c:pt>
                <c:pt idx="98">
                  <c:v>41234</c:v>
                </c:pt>
                <c:pt idx="99">
                  <c:v>41242</c:v>
                </c:pt>
                <c:pt idx="100">
                  <c:v>41249</c:v>
                </c:pt>
                <c:pt idx="101">
                  <c:v>41256</c:v>
                </c:pt>
                <c:pt idx="102">
                  <c:v>41263</c:v>
                </c:pt>
                <c:pt idx="103">
                  <c:v>41270</c:v>
                </c:pt>
                <c:pt idx="104">
                  <c:v>41277</c:v>
                </c:pt>
                <c:pt idx="105">
                  <c:v>41284</c:v>
                </c:pt>
                <c:pt idx="106">
                  <c:v>41291</c:v>
                </c:pt>
                <c:pt idx="107">
                  <c:v>41298</c:v>
                </c:pt>
                <c:pt idx="108">
                  <c:v>41305</c:v>
                </c:pt>
                <c:pt idx="109">
                  <c:v>41312</c:v>
                </c:pt>
                <c:pt idx="110">
                  <c:v>41319</c:v>
                </c:pt>
                <c:pt idx="111">
                  <c:v>41326</c:v>
                </c:pt>
                <c:pt idx="112">
                  <c:v>41333</c:v>
                </c:pt>
                <c:pt idx="113">
                  <c:v>41340</c:v>
                </c:pt>
                <c:pt idx="114">
                  <c:v>41347</c:v>
                </c:pt>
                <c:pt idx="115">
                  <c:v>41354</c:v>
                </c:pt>
                <c:pt idx="116">
                  <c:v>41361</c:v>
                </c:pt>
                <c:pt idx="117">
                  <c:v>41368</c:v>
                </c:pt>
                <c:pt idx="118">
                  <c:v>41375</c:v>
                </c:pt>
                <c:pt idx="119">
                  <c:v>41382</c:v>
                </c:pt>
                <c:pt idx="120">
                  <c:v>41389</c:v>
                </c:pt>
                <c:pt idx="121">
                  <c:v>41396</c:v>
                </c:pt>
                <c:pt idx="122">
                  <c:v>41403</c:v>
                </c:pt>
                <c:pt idx="123">
                  <c:v>41410</c:v>
                </c:pt>
                <c:pt idx="124">
                  <c:v>41417</c:v>
                </c:pt>
                <c:pt idx="125">
                  <c:v>41424</c:v>
                </c:pt>
                <c:pt idx="126">
                  <c:v>41431</c:v>
                </c:pt>
                <c:pt idx="127">
                  <c:v>41438</c:v>
                </c:pt>
                <c:pt idx="128">
                  <c:v>41445</c:v>
                </c:pt>
                <c:pt idx="129">
                  <c:v>41452</c:v>
                </c:pt>
                <c:pt idx="130">
                  <c:v>41458</c:v>
                </c:pt>
                <c:pt idx="131">
                  <c:v>41466</c:v>
                </c:pt>
                <c:pt idx="132">
                  <c:v>41473</c:v>
                </c:pt>
                <c:pt idx="133">
                  <c:v>41480</c:v>
                </c:pt>
                <c:pt idx="134">
                  <c:v>41487</c:v>
                </c:pt>
                <c:pt idx="135">
                  <c:v>41494</c:v>
                </c:pt>
                <c:pt idx="136">
                  <c:v>41501</c:v>
                </c:pt>
                <c:pt idx="137">
                  <c:v>41508</c:v>
                </c:pt>
                <c:pt idx="138">
                  <c:v>41515</c:v>
                </c:pt>
                <c:pt idx="139">
                  <c:v>41522</c:v>
                </c:pt>
                <c:pt idx="140">
                  <c:v>41529</c:v>
                </c:pt>
                <c:pt idx="141">
                  <c:v>41536</c:v>
                </c:pt>
                <c:pt idx="142">
                  <c:v>41543</c:v>
                </c:pt>
                <c:pt idx="143">
                  <c:v>41550</c:v>
                </c:pt>
                <c:pt idx="144">
                  <c:v>41557</c:v>
                </c:pt>
                <c:pt idx="145">
                  <c:v>41564</c:v>
                </c:pt>
                <c:pt idx="146">
                  <c:v>41571</c:v>
                </c:pt>
                <c:pt idx="147">
                  <c:v>41578</c:v>
                </c:pt>
                <c:pt idx="148">
                  <c:v>41585</c:v>
                </c:pt>
                <c:pt idx="149">
                  <c:v>41592</c:v>
                </c:pt>
                <c:pt idx="150">
                  <c:v>41599</c:v>
                </c:pt>
                <c:pt idx="151">
                  <c:v>41605</c:v>
                </c:pt>
                <c:pt idx="152">
                  <c:v>41613</c:v>
                </c:pt>
                <c:pt idx="153">
                  <c:v>41620</c:v>
                </c:pt>
                <c:pt idx="154">
                  <c:v>41627</c:v>
                </c:pt>
                <c:pt idx="155">
                  <c:v>41634</c:v>
                </c:pt>
                <c:pt idx="156">
                  <c:v>41641</c:v>
                </c:pt>
                <c:pt idx="157">
                  <c:v>41648</c:v>
                </c:pt>
                <c:pt idx="158">
                  <c:v>41655</c:v>
                </c:pt>
                <c:pt idx="159">
                  <c:v>41662</c:v>
                </c:pt>
                <c:pt idx="160">
                  <c:v>41669</c:v>
                </c:pt>
                <c:pt idx="161">
                  <c:v>41676</c:v>
                </c:pt>
                <c:pt idx="162">
                  <c:v>41683</c:v>
                </c:pt>
                <c:pt idx="163">
                  <c:v>41690</c:v>
                </c:pt>
                <c:pt idx="164">
                  <c:v>41697</c:v>
                </c:pt>
                <c:pt idx="165">
                  <c:v>41704</c:v>
                </c:pt>
                <c:pt idx="166">
                  <c:v>41711</c:v>
                </c:pt>
                <c:pt idx="167">
                  <c:v>41718</c:v>
                </c:pt>
                <c:pt idx="168">
                  <c:v>41725</c:v>
                </c:pt>
                <c:pt idx="169">
                  <c:v>41732</c:v>
                </c:pt>
                <c:pt idx="170">
                  <c:v>41739</c:v>
                </c:pt>
                <c:pt idx="171">
                  <c:v>41746</c:v>
                </c:pt>
                <c:pt idx="172">
                  <c:v>41753</c:v>
                </c:pt>
                <c:pt idx="173">
                  <c:v>41760</c:v>
                </c:pt>
                <c:pt idx="174">
                  <c:v>41767</c:v>
                </c:pt>
                <c:pt idx="175">
                  <c:v>41774</c:v>
                </c:pt>
                <c:pt idx="176">
                  <c:v>41781</c:v>
                </c:pt>
                <c:pt idx="177">
                  <c:v>41788</c:v>
                </c:pt>
                <c:pt idx="178">
                  <c:v>41795</c:v>
                </c:pt>
                <c:pt idx="179">
                  <c:v>41802</c:v>
                </c:pt>
                <c:pt idx="180">
                  <c:v>41809</c:v>
                </c:pt>
                <c:pt idx="181">
                  <c:v>41816</c:v>
                </c:pt>
                <c:pt idx="182">
                  <c:v>41823</c:v>
                </c:pt>
                <c:pt idx="183">
                  <c:v>41830</c:v>
                </c:pt>
                <c:pt idx="184">
                  <c:v>41837</c:v>
                </c:pt>
                <c:pt idx="185">
                  <c:v>41844</c:v>
                </c:pt>
                <c:pt idx="186">
                  <c:v>41851</c:v>
                </c:pt>
                <c:pt idx="187">
                  <c:v>41858</c:v>
                </c:pt>
                <c:pt idx="188">
                  <c:v>41865</c:v>
                </c:pt>
                <c:pt idx="189">
                  <c:v>41872</c:v>
                </c:pt>
                <c:pt idx="190">
                  <c:v>41879</c:v>
                </c:pt>
                <c:pt idx="191">
                  <c:v>41886</c:v>
                </c:pt>
                <c:pt idx="192">
                  <c:v>41893</c:v>
                </c:pt>
                <c:pt idx="193">
                  <c:v>41900</c:v>
                </c:pt>
                <c:pt idx="194">
                  <c:v>41907</c:v>
                </c:pt>
                <c:pt idx="195">
                  <c:v>41914</c:v>
                </c:pt>
                <c:pt idx="196">
                  <c:v>41921</c:v>
                </c:pt>
                <c:pt idx="197">
                  <c:v>41928</c:v>
                </c:pt>
                <c:pt idx="198">
                  <c:v>41935</c:v>
                </c:pt>
                <c:pt idx="199">
                  <c:v>41942</c:v>
                </c:pt>
                <c:pt idx="200">
                  <c:v>41949</c:v>
                </c:pt>
                <c:pt idx="201">
                  <c:v>41956</c:v>
                </c:pt>
                <c:pt idx="202">
                  <c:v>41963</c:v>
                </c:pt>
                <c:pt idx="203">
                  <c:v>41969</c:v>
                </c:pt>
                <c:pt idx="204">
                  <c:v>41977</c:v>
                </c:pt>
                <c:pt idx="205">
                  <c:v>41984</c:v>
                </c:pt>
                <c:pt idx="206">
                  <c:v>41991</c:v>
                </c:pt>
                <c:pt idx="207">
                  <c:v>41997</c:v>
                </c:pt>
                <c:pt idx="208">
                  <c:v>42004</c:v>
                </c:pt>
                <c:pt idx="209">
                  <c:v>42012</c:v>
                </c:pt>
                <c:pt idx="210">
                  <c:v>42019</c:v>
                </c:pt>
                <c:pt idx="211">
                  <c:v>42026</c:v>
                </c:pt>
                <c:pt idx="212">
                  <c:v>42033</c:v>
                </c:pt>
                <c:pt idx="213">
                  <c:v>42040</c:v>
                </c:pt>
                <c:pt idx="214">
                  <c:v>42047</c:v>
                </c:pt>
                <c:pt idx="215">
                  <c:v>42054</c:v>
                </c:pt>
                <c:pt idx="216">
                  <c:v>42061</c:v>
                </c:pt>
                <c:pt idx="217">
                  <c:v>42068</c:v>
                </c:pt>
                <c:pt idx="218">
                  <c:v>42075</c:v>
                </c:pt>
                <c:pt idx="219">
                  <c:v>42082</c:v>
                </c:pt>
                <c:pt idx="220">
                  <c:v>42089</c:v>
                </c:pt>
                <c:pt idx="221">
                  <c:v>42096</c:v>
                </c:pt>
                <c:pt idx="222">
                  <c:v>42103</c:v>
                </c:pt>
                <c:pt idx="223">
                  <c:v>42110</c:v>
                </c:pt>
                <c:pt idx="224">
                  <c:v>42117</c:v>
                </c:pt>
              </c:numCache>
            </c:numRef>
          </c:cat>
          <c:val>
            <c:numRef>
              <c:f>PoolRefinancible!$C$3:$C$227</c:f>
              <c:numCache>
                <c:formatCode>0%</c:formatCode>
                <c:ptCount val="225"/>
                <c:pt idx="0">
                  <c:v>0.62402170072443153</c:v>
                </c:pt>
                <c:pt idx="1">
                  <c:v>0.62817294477626939</c:v>
                </c:pt>
                <c:pt idx="2">
                  <c:v>0.62597730951219899</c:v>
                </c:pt>
                <c:pt idx="3">
                  <c:v>0.62392159162868732</c:v>
                </c:pt>
                <c:pt idx="4">
                  <c:v>0.60653142223595213</c:v>
                </c:pt>
                <c:pt idx="5">
                  <c:v>0.50868797673712363</c:v>
                </c:pt>
                <c:pt idx="6">
                  <c:v>0.52965901814335548</c:v>
                </c:pt>
                <c:pt idx="7">
                  <c:v>0.57709503787578109</c:v>
                </c:pt>
                <c:pt idx="8">
                  <c:v>0.59224775585706535</c:v>
                </c:pt>
                <c:pt idx="9">
                  <c:v>0.59090570789662444</c:v>
                </c:pt>
                <c:pt idx="10">
                  <c:v>0.60261779474869925</c:v>
                </c:pt>
                <c:pt idx="11">
                  <c:v>0.59950595681897523</c:v>
                </c:pt>
                <c:pt idx="12">
                  <c:v>0.593225708201635</c:v>
                </c:pt>
                <c:pt idx="13">
                  <c:v>0.58542144661011908</c:v>
                </c:pt>
                <c:pt idx="14">
                  <c:v>0.58155199492979581</c:v>
                </c:pt>
                <c:pt idx="15">
                  <c:v>0.59356262313394537</c:v>
                </c:pt>
                <c:pt idx="16">
                  <c:v>0.59445921362542997</c:v>
                </c:pt>
                <c:pt idx="17">
                  <c:v>0.59391131067456038</c:v>
                </c:pt>
                <c:pt idx="18">
                  <c:v>0.60662155942020002</c:v>
                </c:pt>
                <c:pt idx="19">
                  <c:v>0.61264076908113763</c:v>
                </c:pt>
                <c:pt idx="20">
                  <c:v>0.61599363608099678</c:v>
                </c:pt>
                <c:pt idx="21">
                  <c:v>0.66311590107349083</c:v>
                </c:pt>
                <c:pt idx="22">
                  <c:v>0.74517189360077984</c:v>
                </c:pt>
                <c:pt idx="23">
                  <c:v>0.72397022872334449</c:v>
                </c:pt>
                <c:pt idx="24">
                  <c:v>0.66311590107349083</c:v>
                </c:pt>
                <c:pt idx="25">
                  <c:v>0.69050447134038251</c:v>
                </c:pt>
                <c:pt idx="26">
                  <c:v>0.60410549631050647</c:v>
                </c:pt>
                <c:pt idx="27">
                  <c:v>0.684475421712615</c:v>
                </c:pt>
                <c:pt idx="28">
                  <c:v>0.66675683999516944</c:v>
                </c:pt>
                <c:pt idx="29">
                  <c:v>0.61660059317974736</c:v>
                </c:pt>
                <c:pt idx="30">
                  <c:v>0.81803711941746404</c:v>
                </c:pt>
                <c:pt idx="31">
                  <c:v>0.83404184296119399</c:v>
                </c:pt>
                <c:pt idx="32">
                  <c:v>0.86117434904403212</c:v>
                </c:pt>
                <c:pt idx="33">
                  <c:v>0.84714025108084823</c:v>
                </c:pt>
                <c:pt idx="34">
                  <c:v>0.84129278814437181</c:v>
                </c:pt>
                <c:pt idx="35">
                  <c:v>0.87859103936280614</c:v>
                </c:pt>
                <c:pt idx="36">
                  <c:v>0.90242289630359074</c:v>
                </c:pt>
                <c:pt idx="37">
                  <c:v>0.90242289630359074</c:v>
                </c:pt>
                <c:pt idx="38">
                  <c:v>0.94644262124543443</c:v>
                </c:pt>
                <c:pt idx="39">
                  <c:v>0.96725200604215567</c:v>
                </c:pt>
                <c:pt idx="40">
                  <c:v>0.84917694017596268</c:v>
                </c:pt>
                <c:pt idx="41">
                  <c:v>0.85635864773186432</c:v>
                </c:pt>
                <c:pt idx="42">
                  <c:v>0.86512672485653175</c:v>
                </c:pt>
                <c:pt idx="43">
                  <c:v>0.93485323798856346</c:v>
                </c:pt>
                <c:pt idx="44">
                  <c:v>0.94404770550683115</c:v>
                </c:pt>
                <c:pt idx="45">
                  <c:v>0.93485323798856346</c:v>
                </c:pt>
                <c:pt idx="46">
                  <c:v>0.94997170807452469</c:v>
                </c:pt>
                <c:pt idx="47">
                  <c:v>0.91542628506626045</c:v>
                </c:pt>
                <c:pt idx="48">
                  <c:v>0.9248746068169833</c:v>
                </c:pt>
                <c:pt idx="49">
                  <c:v>0.93969161247928745</c:v>
                </c:pt>
                <c:pt idx="50">
                  <c:v>0.9601958662364245</c:v>
                </c:pt>
                <c:pt idx="51">
                  <c:v>0.94762260030460288</c:v>
                </c:pt>
                <c:pt idx="52">
                  <c:v>0.94481773750585774</c:v>
                </c:pt>
                <c:pt idx="53">
                  <c:v>0.95320351892281485</c:v>
                </c:pt>
                <c:pt idx="54">
                  <c:v>0.95182771809710431</c:v>
                </c:pt>
                <c:pt idx="55">
                  <c:v>0.91861521434498927</c:v>
                </c:pt>
                <c:pt idx="56">
                  <c:v>0.94107838104995334</c:v>
                </c:pt>
                <c:pt idx="57">
                  <c:v>0.94107838104995334</c:v>
                </c:pt>
                <c:pt idx="58">
                  <c:v>0.94107838104995334</c:v>
                </c:pt>
                <c:pt idx="59">
                  <c:v>0.90921329115869776</c:v>
                </c:pt>
                <c:pt idx="60">
                  <c:v>0.91584710240533518</c:v>
                </c:pt>
                <c:pt idx="61">
                  <c:v>0.91902765125865959</c:v>
                </c:pt>
                <c:pt idx="62">
                  <c:v>0.90514599034862198</c:v>
                </c:pt>
                <c:pt idx="63">
                  <c:v>0.78959380464288376</c:v>
                </c:pt>
                <c:pt idx="64">
                  <c:v>0.87490910290764468</c:v>
                </c:pt>
                <c:pt idx="65">
                  <c:v>0.86928745494692716</c:v>
                </c:pt>
                <c:pt idx="66">
                  <c:v>0.90849340717481886</c:v>
                </c:pt>
                <c:pt idx="67">
                  <c:v>0.9034983903169389</c:v>
                </c:pt>
                <c:pt idx="68">
                  <c:v>0.90849340717481886</c:v>
                </c:pt>
                <c:pt idx="69">
                  <c:v>0.89225108632442729</c:v>
                </c:pt>
                <c:pt idx="70">
                  <c:v>0.89337268606647302</c:v>
                </c:pt>
                <c:pt idx="71">
                  <c:v>0.8948997967143093</c:v>
                </c:pt>
                <c:pt idx="72">
                  <c:v>0.89443957907281746</c:v>
                </c:pt>
                <c:pt idx="73">
                  <c:v>0.89512122084695944</c:v>
                </c:pt>
                <c:pt idx="74">
                  <c:v>0.8920195449585564</c:v>
                </c:pt>
                <c:pt idx="75">
                  <c:v>0.88667449797815956</c:v>
                </c:pt>
                <c:pt idx="76">
                  <c:v>0.89407594990163874</c:v>
                </c:pt>
                <c:pt idx="77">
                  <c:v>0.89407594990163874</c:v>
                </c:pt>
                <c:pt idx="78">
                  <c:v>0.8819114104860859</c:v>
                </c:pt>
                <c:pt idx="79">
                  <c:v>0.94551237246929465</c:v>
                </c:pt>
                <c:pt idx="80">
                  <c:v>0.97186924857158052</c:v>
                </c:pt>
                <c:pt idx="81">
                  <c:v>0.98451993370244106</c:v>
                </c:pt>
                <c:pt idx="82">
                  <c:v>0.9385222539497815</c:v>
                </c:pt>
                <c:pt idx="83">
                  <c:v>0.92408794393225557</c:v>
                </c:pt>
                <c:pt idx="84">
                  <c:v>0.88445471641937157</c:v>
                </c:pt>
                <c:pt idx="85">
                  <c:v>0.85694996797233836</c:v>
                </c:pt>
                <c:pt idx="86">
                  <c:v>0.92408794393225557</c:v>
                </c:pt>
                <c:pt idx="87">
                  <c:v>0.91761037893987563</c:v>
                </c:pt>
                <c:pt idx="88">
                  <c:v>0.94047646256577366</c:v>
                </c:pt>
                <c:pt idx="89">
                  <c:v>0.95891425076544745</c:v>
                </c:pt>
                <c:pt idx="90">
                  <c:v>0.96459917415866681</c:v>
                </c:pt>
                <c:pt idx="91">
                  <c:v>0.95362908529618629</c:v>
                </c:pt>
                <c:pt idx="92">
                  <c:v>0.95159604304738465</c:v>
                </c:pt>
                <c:pt idx="93">
                  <c:v>0.95277295236812309</c:v>
                </c:pt>
                <c:pt idx="94">
                  <c:v>0.95079229345734595</c:v>
                </c:pt>
                <c:pt idx="95">
                  <c:v>0.92571311512973709</c:v>
                </c:pt>
                <c:pt idx="96">
                  <c:v>0.9252942527060104</c:v>
                </c:pt>
                <c:pt idx="97">
                  <c:v>0.92772026190850965</c:v>
                </c:pt>
                <c:pt idx="98">
                  <c:v>0.9299301195282087</c:v>
                </c:pt>
                <c:pt idx="99">
                  <c:v>0.92756020040727527</c:v>
                </c:pt>
                <c:pt idx="100">
                  <c:v>0.9105479087849232</c:v>
                </c:pt>
                <c:pt idx="101">
                  <c:v>0.9126136851792267</c:v>
                </c:pt>
                <c:pt idx="102">
                  <c:v>0.90965157918840345</c:v>
                </c:pt>
                <c:pt idx="103">
                  <c:v>0.91018597538933266</c:v>
                </c:pt>
                <c:pt idx="104">
                  <c:v>0.88829814088555981</c:v>
                </c:pt>
                <c:pt idx="105">
                  <c:v>0.88507237465236011</c:v>
                </c:pt>
                <c:pt idx="106">
                  <c:v>0.88631407683414742</c:v>
                </c:pt>
                <c:pt idx="107">
                  <c:v>0.88379536104531342</c:v>
                </c:pt>
                <c:pt idx="108">
                  <c:v>0.84748759806752005</c:v>
                </c:pt>
                <c:pt idx="109">
                  <c:v>0.79744674672768578</c:v>
                </c:pt>
                <c:pt idx="110">
                  <c:v>0.79744674672768578</c:v>
                </c:pt>
                <c:pt idx="111">
                  <c:v>0.75767121274967097</c:v>
                </c:pt>
                <c:pt idx="112">
                  <c:v>0.81599621049204552</c:v>
                </c:pt>
                <c:pt idx="113">
                  <c:v>0.81254588826988361</c:v>
                </c:pt>
                <c:pt idx="114">
                  <c:v>0.70260073761186825</c:v>
                </c:pt>
                <c:pt idx="115">
                  <c:v>0.76832708554350626</c:v>
                </c:pt>
                <c:pt idx="116">
                  <c:v>0.73085022058809757</c:v>
                </c:pt>
                <c:pt idx="117">
                  <c:v>0.74812714109915845</c:v>
                </c:pt>
                <c:pt idx="118">
                  <c:v>0.81951890925716175</c:v>
                </c:pt>
                <c:pt idx="119">
                  <c:v>0.8263799320049966</c:v>
                </c:pt>
                <c:pt idx="120">
                  <c:v>0.82478602429419701</c:v>
                </c:pt>
                <c:pt idx="121">
                  <c:v>0.81686282095814366</c:v>
                </c:pt>
                <c:pt idx="122">
                  <c:v>0.80807149473903783</c:v>
                </c:pt>
                <c:pt idx="123">
                  <c:v>0.77783403735744605</c:v>
                </c:pt>
                <c:pt idx="124">
                  <c:v>0.69528028144531095</c:v>
                </c:pt>
                <c:pt idx="125">
                  <c:v>0.63267241864898449</c:v>
                </c:pt>
                <c:pt idx="126">
                  <c:v>0.60569175356282723</c:v>
                </c:pt>
                <c:pt idx="127">
                  <c:v>0.57343184072471942</c:v>
                </c:pt>
                <c:pt idx="128">
                  <c:v>0.58795254732817659</c:v>
                </c:pt>
                <c:pt idx="129">
                  <c:v>0.39082116641682313</c:v>
                </c:pt>
                <c:pt idx="130">
                  <c:v>0.4330864642120939</c:v>
                </c:pt>
                <c:pt idx="131">
                  <c:v>0.31856955774356621</c:v>
                </c:pt>
                <c:pt idx="132">
                  <c:v>0.42624975952077765</c:v>
                </c:pt>
                <c:pt idx="133">
                  <c:v>0.42922629610906576</c:v>
                </c:pt>
                <c:pt idx="134">
                  <c:v>0.40917398895537016</c:v>
                </c:pt>
                <c:pt idx="135">
                  <c:v>0.40797811985401045</c:v>
                </c:pt>
                <c:pt idx="136">
                  <c:v>0.40797811985401045</c:v>
                </c:pt>
                <c:pt idx="137">
                  <c:v>0.28211495793674252</c:v>
                </c:pt>
                <c:pt idx="138">
                  <c:v>0.32707732602530493</c:v>
                </c:pt>
                <c:pt idx="139">
                  <c:v>0.2818649256036454</c:v>
                </c:pt>
                <c:pt idx="140">
                  <c:v>0.27463010199382165</c:v>
                </c:pt>
                <c:pt idx="141">
                  <c:v>0.33277831045649614</c:v>
                </c:pt>
                <c:pt idx="142">
                  <c:v>0.40445747526612724</c:v>
                </c:pt>
                <c:pt idx="143">
                  <c:v>0.41528178559290679</c:v>
                </c:pt>
                <c:pt idx="144">
                  <c:v>0.41314719259777027</c:v>
                </c:pt>
                <c:pt idx="145">
                  <c:v>0.40232481590336117</c:v>
                </c:pt>
                <c:pt idx="146">
                  <c:v>0.43156912924668556</c:v>
                </c:pt>
                <c:pt idx="147">
                  <c:v>0.4605405147219428</c:v>
                </c:pt>
                <c:pt idx="148">
                  <c:v>0.42159370418067171</c:v>
                </c:pt>
                <c:pt idx="149">
                  <c:v>0.38756459325455095</c:v>
                </c:pt>
                <c:pt idx="150">
                  <c:v>0.41410653536495057</c:v>
                </c:pt>
                <c:pt idx="151">
                  <c:v>0.3969981593322805</c:v>
                </c:pt>
                <c:pt idx="152">
                  <c:v>0.37338021104571051</c:v>
                </c:pt>
                <c:pt idx="153">
                  <c:v>0.3707206267478419</c:v>
                </c:pt>
                <c:pt idx="154">
                  <c:v>0.33974567777608206</c:v>
                </c:pt>
                <c:pt idx="155">
                  <c:v>0.33029809597210952</c:v>
                </c:pt>
                <c:pt idx="156">
                  <c:v>0.26212623729092371</c:v>
                </c:pt>
                <c:pt idx="157">
                  <c:v>0.2902260049252946</c:v>
                </c:pt>
                <c:pt idx="158">
                  <c:v>0.36774882579493112</c:v>
                </c:pt>
                <c:pt idx="159">
                  <c:v>0.37084428304329614</c:v>
                </c:pt>
                <c:pt idx="160">
                  <c:v>0.38160196936392621</c:v>
                </c:pt>
                <c:pt idx="161">
                  <c:v>0.40068103493110224</c:v>
                </c:pt>
                <c:pt idx="162">
                  <c:v>0.38532630107916044</c:v>
                </c:pt>
                <c:pt idx="163">
                  <c:v>0.3755719775185945</c:v>
                </c:pt>
                <c:pt idx="164">
                  <c:v>0.36967404481869215</c:v>
                </c:pt>
                <c:pt idx="165">
                  <c:v>0.38316963725836589</c:v>
                </c:pt>
                <c:pt idx="166">
                  <c:v>0.36933430427665681</c:v>
                </c:pt>
                <c:pt idx="167">
                  <c:v>0.38030249532079374</c:v>
                </c:pt>
                <c:pt idx="168">
                  <c:v>0.36565400061256043</c:v>
                </c:pt>
                <c:pt idx="169">
                  <c:v>0.35521926568999218</c:v>
                </c:pt>
                <c:pt idx="170">
                  <c:v>0.36683376695248865</c:v>
                </c:pt>
                <c:pt idx="171">
                  <c:v>0.38166972699665563</c:v>
                </c:pt>
                <c:pt idx="172">
                  <c:v>0.37393962817107157</c:v>
                </c:pt>
                <c:pt idx="173">
                  <c:v>0.37360583835556432</c:v>
                </c:pt>
                <c:pt idx="174">
                  <c:v>0.40975674753773905</c:v>
                </c:pt>
                <c:pt idx="175">
                  <c:v>0.4132153406951769</c:v>
                </c:pt>
                <c:pt idx="176">
                  <c:v>0.44799454346559853</c:v>
                </c:pt>
                <c:pt idx="177">
                  <c:v>0.46362020494951672</c:v>
                </c:pt>
                <c:pt idx="178">
                  <c:v>0.46847875373528863</c:v>
                </c:pt>
                <c:pt idx="179">
                  <c:v>0.41096738430920449</c:v>
                </c:pt>
                <c:pt idx="180">
                  <c:v>0.42635938692148717</c:v>
                </c:pt>
                <c:pt idx="181">
                  <c:v>0.46847875373528863</c:v>
                </c:pt>
                <c:pt idx="182">
                  <c:v>0.48178321750260522</c:v>
                </c:pt>
                <c:pt idx="183">
                  <c:v>0.42147742037560049</c:v>
                </c:pt>
                <c:pt idx="184">
                  <c:v>0.45155296827836544</c:v>
                </c:pt>
                <c:pt idx="185">
                  <c:v>0.45155296827836544</c:v>
                </c:pt>
                <c:pt idx="186">
                  <c:v>0.45923072088835232</c:v>
                </c:pt>
                <c:pt idx="187">
                  <c:v>0.42413376349642812</c:v>
                </c:pt>
                <c:pt idx="188">
                  <c:v>0.45575254137027688</c:v>
                </c:pt>
                <c:pt idx="189">
                  <c:v>0.49084413664233395</c:v>
                </c:pt>
                <c:pt idx="190">
                  <c:v>0.49084413664233395</c:v>
                </c:pt>
                <c:pt idx="191">
                  <c:v>0.4873264191007175</c:v>
                </c:pt>
                <c:pt idx="192">
                  <c:v>0.4741591952243816</c:v>
                </c:pt>
                <c:pt idx="193">
                  <c:v>0.3981672862675662</c:v>
                </c:pt>
                <c:pt idx="194">
                  <c:v>0.41373230170663788</c:v>
                </c:pt>
                <c:pt idx="195">
                  <c:v>0.43232059685066798</c:v>
                </c:pt>
                <c:pt idx="196">
                  <c:v>0.47165449273347226</c:v>
                </c:pt>
                <c:pt idx="197">
                  <c:v>0.57517284737260799</c:v>
                </c:pt>
                <c:pt idx="198">
                  <c:v>0.58745733896979668</c:v>
                </c:pt>
                <c:pt idx="199">
                  <c:v>0.57181297396619646</c:v>
                </c:pt>
                <c:pt idx="200">
                  <c:v>0.54857982917990311</c:v>
                </c:pt>
                <c:pt idx="201">
                  <c:v>0.55497671209744126</c:v>
                </c:pt>
                <c:pt idx="202">
                  <c:v>0.56606721089043732</c:v>
                </c:pt>
                <c:pt idx="203">
                  <c:v>0.57290983086857539</c:v>
                </c:pt>
                <c:pt idx="204">
                  <c:v>0.59279776197128353</c:v>
                </c:pt>
                <c:pt idx="205">
                  <c:v>0.5786710507683992</c:v>
                </c:pt>
                <c:pt idx="206">
                  <c:v>0.6155496963810797</c:v>
                </c:pt>
                <c:pt idx="207">
                  <c:v>0.60574636223541978</c:v>
                </c:pt>
                <c:pt idx="208">
                  <c:v>0.59072795930158906</c:v>
                </c:pt>
                <c:pt idx="209">
                  <c:v>0.63580141506138355</c:v>
                </c:pt>
                <c:pt idx="210">
                  <c:v>0.66264885680249008</c:v>
                </c:pt>
                <c:pt idx="211">
                  <c:v>0.66474126748702123</c:v>
                </c:pt>
                <c:pt idx="212">
                  <c:v>0.66264885680249008</c:v>
                </c:pt>
                <c:pt idx="213">
                  <c:v>0.68438167594716182</c:v>
                </c:pt>
                <c:pt idx="214">
                  <c:v>0.64890841265420796</c:v>
                </c:pt>
                <c:pt idx="215">
                  <c:v>0.62651628119673453</c:v>
                </c:pt>
                <c:pt idx="216">
                  <c:v>0.61098575112407738</c:v>
                </c:pt>
                <c:pt idx="217">
                  <c:v>0.61966926616186646</c:v>
                </c:pt>
                <c:pt idx="218">
                  <c:v>0.57559445438514367</c:v>
                </c:pt>
                <c:pt idx="219">
                  <c:v>0.60937196228640689</c:v>
                </c:pt>
                <c:pt idx="220">
                  <c:v>0.64195316325793905</c:v>
                </c:pt>
                <c:pt idx="221">
                  <c:v>0.62778439660000751</c:v>
                </c:pt>
                <c:pt idx="222">
                  <c:v>0.64459292642165245</c:v>
                </c:pt>
                <c:pt idx="223">
                  <c:v>0.63055503904182508</c:v>
                </c:pt>
                <c:pt idx="224">
                  <c:v>0.64951370522505292</c:v>
                </c:pt>
              </c:numCache>
            </c:numRef>
          </c:val>
          <c:smooth val="0"/>
        </c:ser>
        <c:ser>
          <c:idx val="3"/>
          <c:order val="2"/>
          <c:tx>
            <c:strRef>
              <c:f>PoolRefinancible!$F$2</c:f>
              <c:strCache>
                <c:ptCount val="1"/>
                <c:pt idx="0">
                  <c:v>Loan Level</c:v>
                </c:pt>
              </c:strCache>
            </c:strRef>
          </c:tx>
          <c:spPr>
            <a:ln w="19050">
              <a:solidFill>
                <a:srgbClr val="F6D6E3"/>
              </a:solidFill>
            </a:ln>
          </c:spPr>
          <c:marker>
            <c:symbol val="none"/>
          </c:marker>
          <c:cat>
            <c:numRef>
              <c:f>PoolRefinancible!$B$3:$B$227</c:f>
              <c:numCache>
                <c:formatCode>m/d/yyyy</c:formatCode>
                <c:ptCount val="225"/>
                <c:pt idx="0">
                  <c:v>40549</c:v>
                </c:pt>
                <c:pt idx="1">
                  <c:v>40556</c:v>
                </c:pt>
                <c:pt idx="2">
                  <c:v>40563</c:v>
                </c:pt>
                <c:pt idx="3">
                  <c:v>40570</c:v>
                </c:pt>
                <c:pt idx="4">
                  <c:v>40577</c:v>
                </c:pt>
                <c:pt idx="5">
                  <c:v>40584</c:v>
                </c:pt>
                <c:pt idx="6">
                  <c:v>40591</c:v>
                </c:pt>
                <c:pt idx="7">
                  <c:v>40598</c:v>
                </c:pt>
                <c:pt idx="8">
                  <c:v>40605</c:v>
                </c:pt>
                <c:pt idx="9">
                  <c:v>40612</c:v>
                </c:pt>
                <c:pt idx="10">
                  <c:v>40619</c:v>
                </c:pt>
                <c:pt idx="11">
                  <c:v>40626</c:v>
                </c:pt>
                <c:pt idx="12">
                  <c:v>40633</c:v>
                </c:pt>
                <c:pt idx="13">
                  <c:v>40640</c:v>
                </c:pt>
                <c:pt idx="14">
                  <c:v>40647</c:v>
                </c:pt>
                <c:pt idx="15">
                  <c:v>40654</c:v>
                </c:pt>
                <c:pt idx="16">
                  <c:v>40661</c:v>
                </c:pt>
                <c:pt idx="17">
                  <c:v>40668</c:v>
                </c:pt>
                <c:pt idx="18">
                  <c:v>40675</c:v>
                </c:pt>
                <c:pt idx="19">
                  <c:v>40682</c:v>
                </c:pt>
                <c:pt idx="20">
                  <c:v>40689</c:v>
                </c:pt>
                <c:pt idx="21">
                  <c:v>40696</c:v>
                </c:pt>
                <c:pt idx="22">
                  <c:v>40703</c:v>
                </c:pt>
                <c:pt idx="23">
                  <c:v>40710</c:v>
                </c:pt>
                <c:pt idx="24">
                  <c:v>40717</c:v>
                </c:pt>
                <c:pt idx="25">
                  <c:v>40724</c:v>
                </c:pt>
                <c:pt idx="26">
                  <c:v>40731</c:v>
                </c:pt>
                <c:pt idx="27">
                  <c:v>40738</c:v>
                </c:pt>
                <c:pt idx="28">
                  <c:v>40745</c:v>
                </c:pt>
                <c:pt idx="29">
                  <c:v>40752</c:v>
                </c:pt>
                <c:pt idx="30">
                  <c:v>40759</c:v>
                </c:pt>
                <c:pt idx="31">
                  <c:v>40766</c:v>
                </c:pt>
                <c:pt idx="32">
                  <c:v>40773</c:v>
                </c:pt>
                <c:pt idx="33">
                  <c:v>40780</c:v>
                </c:pt>
                <c:pt idx="34">
                  <c:v>40787</c:v>
                </c:pt>
                <c:pt idx="35">
                  <c:v>40794</c:v>
                </c:pt>
                <c:pt idx="36">
                  <c:v>40801</c:v>
                </c:pt>
                <c:pt idx="37">
                  <c:v>40808</c:v>
                </c:pt>
                <c:pt idx="38">
                  <c:v>40815</c:v>
                </c:pt>
                <c:pt idx="39">
                  <c:v>40822</c:v>
                </c:pt>
                <c:pt idx="40">
                  <c:v>40829</c:v>
                </c:pt>
                <c:pt idx="41">
                  <c:v>40836</c:v>
                </c:pt>
                <c:pt idx="42">
                  <c:v>40843</c:v>
                </c:pt>
                <c:pt idx="43">
                  <c:v>40850</c:v>
                </c:pt>
                <c:pt idx="44">
                  <c:v>40857</c:v>
                </c:pt>
                <c:pt idx="45">
                  <c:v>40864</c:v>
                </c:pt>
                <c:pt idx="46">
                  <c:v>40870</c:v>
                </c:pt>
                <c:pt idx="47">
                  <c:v>40878</c:v>
                </c:pt>
                <c:pt idx="48">
                  <c:v>40885</c:v>
                </c:pt>
                <c:pt idx="49">
                  <c:v>40892</c:v>
                </c:pt>
                <c:pt idx="50">
                  <c:v>40899</c:v>
                </c:pt>
                <c:pt idx="51">
                  <c:v>40906</c:v>
                </c:pt>
                <c:pt idx="52">
                  <c:v>40913</c:v>
                </c:pt>
                <c:pt idx="53">
                  <c:v>40920</c:v>
                </c:pt>
                <c:pt idx="54">
                  <c:v>40927</c:v>
                </c:pt>
                <c:pt idx="55">
                  <c:v>40934</c:v>
                </c:pt>
                <c:pt idx="56">
                  <c:v>40941</c:v>
                </c:pt>
                <c:pt idx="57">
                  <c:v>40948</c:v>
                </c:pt>
                <c:pt idx="58">
                  <c:v>40955</c:v>
                </c:pt>
                <c:pt idx="59">
                  <c:v>40962</c:v>
                </c:pt>
                <c:pt idx="60">
                  <c:v>40969</c:v>
                </c:pt>
                <c:pt idx="61">
                  <c:v>40976</c:v>
                </c:pt>
                <c:pt idx="62">
                  <c:v>40983</c:v>
                </c:pt>
                <c:pt idx="63">
                  <c:v>40990</c:v>
                </c:pt>
                <c:pt idx="64">
                  <c:v>40997</c:v>
                </c:pt>
                <c:pt idx="65">
                  <c:v>41004</c:v>
                </c:pt>
                <c:pt idx="66">
                  <c:v>41011</c:v>
                </c:pt>
                <c:pt idx="67">
                  <c:v>41018</c:v>
                </c:pt>
                <c:pt idx="68">
                  <c:v>41025</c:v>
                </c:pt>
                <c:pt idx="69">
                  <c:v>41032</c:v>
                </c:pt>
                <c:pt idx="70">
                  <c:v>41039</c:v>
                </c:pt>
                <c:pt idx="71">
                  <c:v>41046</c:v>
                </c:pt>
                <c:pt idx="72">
                  <c:v>41053</c:v>
                </c:pt>
                <c:pt idx="73">
                  <c:v>41060</c:v>
                </c:pt>
                <c:pt idx="74">
                  <c:v>41067</c:v>
                </c:pt>
                <c:pt idx="75">
                  <c:v>41074</c:v>
                </c:pt>
                <c:pt idx="76">
                  <c:v>41081</c:v>
                </c:pt>
                <c:pt idx="77">
                  <c:v>41088</c:v>
                </c:pt>
                <c:pt idx="78">
                  <c:v>41095</c:v>
                </c:pt>
                <c:pt idx="79">
                  <c:v>41102</c:v>
                </c:pt>
                <c:pt idx="80">
                  <c:v>41109</c:v>
                </c:pt>
                <c:pt idx="81">
                  <c:v>41116</c:v>
                </c:pt>
                <c:pt idx="82">
                  <c:v>41123</c:v>
                </c:pt>
                <c:pt idx="83">
                  <c:v>41130</c:v>
                </c:pt>
                <c:pt idx="84">
                  <c:v>41137</c:v>
                </c:pt>
                <c:pt idx="85">
                  <c:v>41144</c:v>
                </c:pt>
                <c:pt idx="86">
                  <c:v>41151</c:v>
                </c:pt>
                <c:pt idx="87">
                  <c:v>41158</c:v>
                </c:pt>
                <c:pt idx="88">
                  <c:v>41165</c:v>
                </c:pt>
                <c:pt idx="89">
                  <c:v>41172</c:v>
                </c:pt>
                <c:pt idx="90">
                  <c:v>41179</c:v>
                </c:pt>
                <c:pt idx="91">
                  <c:v>41186</c:v>
                </c:pt>
                <c:pt idx="92">
                  <c:v>41193</c:v>
                </c:pt>
                <c:pt idx="93">
                  <c:v>41200</c:v>
                </c:pt>
                <c:pt idx="94">
                  <c:v>41207</c:v>
                </c:pt>
                <c:pt idx="95">
                  <c:v>41214</c:v>
                </c:pt>
                <c:pt idx="96">
                  <c:v>41221</c:v>
                </c:pt>
                <c:pt idx="97">
                  <c:v>41228</c:v>
                </c:pt>
                <c:pt idx="98">
                  <c:v>41234</c:v>
                </c:pt>
                <c:pt idx="99">
                  <c:v>41242</c:v>
                </c:pt>
                <c:pt idx="100">
                  <c:v>41249</c:v>
                </c:pt>
                <c:pt idx="101">
                  <c:v>41256</c:v>
                </c:pt>
                <c:pt idx="102">
                  <c:v>41263</c:v>
                </c:pt>
                <c:pt idx="103">
                  <c:v>41270</c:v>
                </c:pt>
                <c:pt idx="104">
                  <c:v>41277</c:v>
                </c:pt>
                <c:pt idx="105">
                  <c:v>41284</c:v>
                </c:pt>
                <c:pt idx="106">
                  <c:v>41291</c:v>
                </c:pt>
                <c:pt idx="107">
                  <c:v>41298</c:v>
                </c:pt>
                <c:pt idx="108">
                  <c:v>41305</c:v>
                </c:pt>
                <c:pt idx="109">
                  <c:v>41312</c:v>
                </c:pt>
                <c:pt idx="110">
                  <c:v>41319</c:v>
                </c:pt>
                <c:pt idx="111">
                  <c:v>41326</c:v>
                </c:pt>
                <c:pt idx="112">
                  <c:v>41333</c:v>
                </c:pt>
                <c:pt idx="113">
                  <c:v>41340</c:v>
                </c:pt>
                <c:pt idx="114">
                  <c:v>41347</c:v>
                </c:pt>
                <c:pt idx="115">
                  <c:v>41354</c:v>
                </c:pt>
                <c:pt idx="116">
                  <c:v>41361</c:v>
                </c:pt>
                <c:pt idx="117">
                  <c:v>41368</c:v>
                </c:pt>
                <c:pt idx="118">
                  <c:v>41375</c:v>
                </c:pt>
                <c:pt idx="119">
                  <c:v>41382</c:v>
                </c:pt>
                <c:pt idx="120">
                  <c:v>41389</c:v>
                </c:pt>
                <c:pt idx="121">
                  <c:v>41396</c:v>
                </c:pt>
                <c:pt idx="122">
                  <c:v>41403</c:v>
                </c:pt>
                <c:pt idx="123">
                  <c:v>41410</c:v>
                </c:pt>
                <c:pt idx="124">
                  <c:v>41417</c:v>
                </c:pt>
                <c:pt idx="125">
                  <c:v>41424</c:v>
                </c:pt>
                <c:pt idx="126">
                  <c:v>41431</c:v>
                </c:pt>
                <c:pt idx="127">
                  <c:v>41438</c:v>
                </c:pt>
                <c:pt idx="128">
                  <c:v>41445</c:v>
                </c:pt>
                <c:pt idx="129">
                  <c:v>41452</c:v>
                </c:pt>
                <c:pt idx="130">
                  <c:v>41458</c:v>
                </c:pt>
                <c:pt idx="131">
                  <c:v>41466</c:v>
                </c:pt>
                <c:pt idx="132">
                  <c:v>41473</c:v>
                </c:pt>
                <c:pt idx="133">
                  <c:v>41480</c:v>
                </c:pt>
                <c:pt idx="134">
                  <c:v>41487</c:v>
                </c:pt>
                <c:pt idx="135">
                  <c:v>41494</c:v>
                </c:pt>
                <c:pt idx="136">
                  <c:v>41501</c:v>
                </c:pt>
                <c:pt idx="137">
                  <c:v>41508</c:v>
                </c:pt>
                <c:pt idx="138">
                  <c:v>41515</c:v>
                </c:pt>
                <c:pt idx="139">
                  <c:v>41522</c:v>
                </c:pt>
                <c:pt idx="140">
                  <c:v>41529</c:v>
                </c:pt>
                <c:pt idx="141">
                  <c:v>41536</c:v>
                </c:pt>
                <c:pt idx="142">
                  <c:v>41543</c:v>
                </c:pt>
                <c:pt idx="143">
                  <c:v>41550</c:v>
                </c:pt>
                <c:pt idx="144">
                  <c:v>41557</c:v>
                </c:pt>
                <c:pt idx="145">
                  <c:v>41564</c:v>
                </c:pt>
                <c:pt idx="146">
                  <c:v>41571</c:v>
                </c:pt>
                <c:pt idx="147">
                  <c:v>41578</c:v>
                </c:pt>
                <c:pt idx="148">
                  <c:v>41585</c:v>
                </c:pt>
                <c:pt idx="149">
                  <c:v>41592</c:v>
                </c:pt>
                <c:pt idx="150">
                  <c:v>41599</c:v>
                </c:pt>
                <c:pt idx="151">
                  <c:v>41605</c:v>
                </c:pt>
                <c:pt idx="152">
                  <c:v>41613</c:v>
                </c:pt>
                <c:pt idx="153">
                  <c:v>41620</c:v>
                </c:pt>
                <c:pt idx="154">
                  <c:v>41627</c:v>
                </c:pt>
                <c:pt idx="155">
                  <c:v>41634</c:v>
                </c:pt>
                <c:pt idx="156">
                  <c:v>41641</c:v>
                </c:pt>
                <c:pt idx="157">
                  <c:v>41648</c:v>
                </c:pt>
                <c:pt idx="158">
                  <c:v>41655</c:v>
                </c:pt>
                <c:pt idx="159">
                  <c:v>41662</c:v>
                </c:pt>
                <c:pt idx="160">
                  <c:v>41669</c:v>
                </c:pt>
                <c:pt idx="161">
                  <c:v>41676</c:v>
                </c:pt>
                <c:pt idx="162">
                  <c:v>41683</c:v>
                </c:pt>
                <c:pt idx="163">
                  <c:v>41690</c:v>
                </c:pt>
                <c:pt idx="164">
                  <c:v>41697</c:v>
                </c:pt>
                <c:pt idx="165">
                  <c:v>41704</c:v>
                </c:pt>
                <c:pt idx="166">
                  <c:v>41711</c:v>
                </c:pt>
                <c:pt idx="167">
                  <c:v>41718</c:v>
                </c:pt>
                <c:pt idx="168">
                  <c:v>41725</c:v>
                </c:pt>
                <c:pt idx="169">
                  <c:v>41732</c:v>
                </c:pt>
                <c:pt idx="170">
                  <c:v>41739</c:v>
                </c:pt>
                <c:pt idx="171">
                  <c:v>41746</c:v>
                </c:pt>
                <c:pt idx="172">
                  <c:v>41753</c:v>
                </c:pt>
                <c:pt idx="173">
                  <c:v>41760</c:v>
                </c:pt>
                <c:pt idx="174">
                  <c:v>41767</c:v>
                </c:pt>
                <c:pt idx="175">
                  <c:v>41774</c:v>
                </c:pt>
                <c:pt idx="176">
                  <c:v>41781</c:v>
                </c:pt>
                <c:pt idx="177">
                  <c:v>41788</c:v>
                </c:pt>
                <c:pt idx="178">
                  <c:v>41795</c:v>
                </c:pt>
                <c:pt idx="179">
                  <c:v>41802</c:v>
                </c:pt>
                <c:pt idx="180">
                  <c:v>41809</c:v>
                </c:pt>
                <c:pt idx="181">
                  <c:v>41816</c:v>
                </c:pt>
                <c:pt idx="182">
                  <c:v>41823</c:v>
                </c:pt>
                <c:pt idx="183">
                  <c:v>41830</c:v>
                </c:pt>
                <c:pt idx="184">
                  <c:v>41837</c:v>
                </c:pt>
                <c:pt idx="185">
                  <c:v>41844</c:v>
                </c:pt>
                <c:pt idx="186">
                  <c:v>41851</c:v>
                </c:pt>
                <c:pt idx="187">
                  <c:v>41858</c:v>
                </c:pt>
                <c:pt idx="188">
                  <c:v>41865</c:v>
                </c:pt>
                <c:pt idx="189">
                  <c:v>41872</c:v>
                </c:pt>
                <c:pt idx="190">
                  <c:v>41879</c:v>
                </c:pt>
                <c:pt idx="191">
                  <c:v>41886</c:v>
                </c:pt>
                <c:pt idx="192">
                  <c:v>41893</c:v>
                </c:pt>
                <c:pt idx="193">
                  <c:v>41900</c:v>
                </c:pt>
                <c:pt idx="194">
                  <c:v>41907</c:v>
                </c:pt>
                <c:pt idx="195">
                  <c:v>41914</c:v>
                </c:pt>
                <c:pt idx="196">
                  <c:v>41921</c:v>
                </c:pt>
                <c:pt idx="197">
                  <c:v>41928</c:v>
                </c:pt>
                <c:pt idx="198">
                  <c:v>41935</c:v>
                </c:pt>
                <c:pt idx="199">
                  <c:v>41942</c:v>
                </c:pt>
                <c:pt idx="200">
                  <c:v>41949</c:v>
                </c:pt>
                <c:pt idx="201">
                  <c:v>41956</c:v>
                </c:pt>
                <c:pt idx="202">
                  <c:v>41963</c:v>
                </c:pt>
                <c:pt idx="203">
                  <c:v>41969</c:v>
                </c:pt>
                <c:pt idx="204">
                  <c:v>41977</c:v>
                </c:pt>
                <c:pt idx="205">
                  <c:v>41984</c:v>
                </c:pt>
                <c:pt idx="206">
                  <c:v>41991</c:v>
                </c:pt>
                <c:pt idx="207">
                  <c:v>41997</c:v>
                </c:pt>
                <c:pt idx="208">
                  <c:v>42004</c:v>
                </c:pt>
                <c:pt idx="209">
                  <c:v>42012</c:v>
                </c:pt>
                <c:pt idx="210">
                  <c:v>42019</c:v>
                </c:pt>
                <c:pt idx="211">
                  <c:v>42026</c:v>
                </c:pt>
                <c:pt idx="212">
                  <c:v>42033</c:v>
                </c:pt>
                <c:pt idx="213">
                  <c:v>42040</c:v>
                </c:pt>
                <c:pt idx="214">
                  <c:v>42047</c:v>
                </c:pt>
                <c:pt idx="215">
                  <c:v>42054</c:v>
                </c:pt>
                <c:pt idx="216">
                  <c:v>42061</c:v>
                </c:pt>
                <c:pt idx="217">
                  <c:v>42068</c:v>
                </c:pt>
                <c:pt idx="218">
                  <c:v>42075</c:v>
                </c:pt>
                <c:pt idx="219">
                  <c:v>42082</c:v>
                </c:pt>
                <c:pt idx="220">
                  <c:v>42089</c:v>
                </c:pt>
                <c:pt idx="221">
                  <c:v>42096</c:v>
                </c:pt>
                <c:pt idx="222">
                  <c:v>42103</c:v>
                </c:pt>
                <c:pt idx="223">
                  <c:v>42110</c:v>
                </c:pt>
                <c:pt idx="224">
                  <c:v>42117</c:v>
                </c:pt>
              </c:numCache>
            </c:numRef>
          </c:cat>
          <c:val>
            <c:numRef>
              <c:f>PoolRefinancible!$F$3:$F$227</c:f>
              <c:numCache>
                <c:formatCode>0%</c:formatCode>
                <c:ptCount val="225"/>
                <c:pt idx="0">
                  <c:v>0.53095286512326811</c:v>
                </c:pt>
                <c:pt idx="1">
                  <c:v>0.53151414802717445</c:v>
                </c:pt>
                <c:pt idx="2">
                  <c:v>0.53128369296391043</c:v>
                </c:pt>
                <c:pt idx="3">
                  <c:v>0.53088486817209324</c:v>
                </c:pt>
                <c:pt idx="4">
                  <c:v>0.45470305131111477</c:v>
                </c:pt>
                <c:pt idx="5">
                  <c:v>0.40745494442377123</c:v>
                </c:pt>
                <c:pt idx="6">
                  <c:v>0.40754568633496746</c:v>
                </c:pt>
                <c:pt idx="7">
                  <c:v>0.45432862067371088</c:v>
                </c:pt>
                <c:pt idx="8">
                  <c:v>0.44537925133640238</c:v>
                </c:pt>
                <c:pt idx="9">
                  <c:v>0.44531343502837423</c:v>
                </c:pt>
                <c:pt idx="10">
                  <c:v>0.50756853544493263</c:v>
                </c:pt>
                <c:pt idx="11">
                  <c:v>0.50709598627705932</c:v>
                </c:pt>
                <c:pt idx="12">
                  <c:v>0.44540607652299313</c:v>
                </c:pt>
                <c:pt idx="13">
                  <c:v>0.43752802947744701</c:v>
                </c:pt>
                <c:pt idx="14">
                  <c:v>0.43743055763305833</c:v>
                </c:pt>
                <c:pt idx="15">
                  <c:v>0.50071367537414391</c:v>
                </c:pt>
                <c:pt idx="16">
                  <c:v>0.50084038538064524</c:v>
                </c:pt>
                <c:pt idx="17">
                  <c:v>0.49619981605913671</c:v>
                </c:pt>
                <c:pt idx="18">
                  <c:v>0.54734510927234215</c:v>
                </c:pt>
                <c:pt idx="19">
                  <c:v>0.54747259610785104</c:v>
                </c:pt>
                <c:pt idx="20">
                  <c:v>0.54749050352200102</c:v>
                </c:pt>
                <c:pt idx="21">
                  <c:v>0.61801719649367404</c:v>
                </c:pt>
                <c:pt idx="22">
                  <c:v>0.61814735042604474</c:v>
                </c:pt>
                <c:pt idx="23">
                  <c:v>0.61809095300776584</c:v>
                </c:pt>
                <c:pt idx="24">
                  <c:v>0.61801719649367404</c:v>
                </c:pt>
                <c:pt idx="25">
                  <c:v>0.61807450623887938</c:v>
                </c:pt>
                <c:pt idx="26">
                  <c:v>0.5369732812748057</c:v>
                </c:pt>
                <c:pt idx="27">
                  <c:v>0.61264472977114681</c:v>
                </c:pt>
                <c:pt idx="28">
                  <c:v>0.61259676686406817</c:v>
                </c:pt>
                <c:pt idx="29">
                  <c:v>0.60542736860140534</c:v>
                </c:pt>
                <c:pt idx="30">
                  <c:v>0.74150202177436741</c:v>
                </c:pt>
                <c:pt idx="31">
                  <c:v>0.84590073793359044</c:v>
                </c:pt>
                <c:pt idx="32">
                  <c:v>0.88586751140233078</c:v>
                </c:pt>
                <c:pt idx="33">
                  <c:v>0.8463192849236576</c:v>
                </c:pt>
                <c:pt idx="34">
                  <c:v>0.84045690434216458</c:v>
                </c:pt>
                <c:pt idx="35">
                  <c:v>0.88186934327029209</c:v>
                </c:pt>
                <c:pt idx="36">
                  <c:v>0.88191978475653932</c:v>
                </c:pt>
                <c:pt idx="37">
                  <c:v>0.88191978475653932</c:v>
                </c:pt>
                <c:pt idx="38">
                  <c:v>0.92481236623397145</c:v>
                </c:pt>
                <c:pt idx="39">
                  <c:v>0.91682101113682013</c:v>
                </c:pt>
                <c:pt idx="40">
                  <c:v>0.87184341688215217</c:v>
                </c:pt>
                <c:pt idx="41">
                  <c:v>0.87184733410546966</c:v>
                </c:pt>
                <c:pt idx="42">
                  <c:v>0.87190767917521173</c:v>
                </c:pt>
                <c:pt idx="43">
                  <c:v>0.90632973266278982</c:v>
                </c:pt>
                <c:pt idx="44">
                  <c:v>0.9063475730739603</c:v>
                </c:pt>
                <c:pt idx="45">
                  <c:v>0.90632973266278982</c:v>
                </c:pt>
                <c:pt idx="46">
                  <c:v>0.90635487345396593</c:v>
                </c:pt>
                <c:pt idx="47">
                  <c:v>0.89703139526962428</c:v>
                </c:pt>
                <c:pt idx="48">
                  <c:v>0.89704903447944062</c:v>
                </c:pt>
                <c:pt idx="49">
                  <c:v>0.89709375429273885</c:v>
                </c:pt>
                <c:pt idx="50">
                  <c:v>0.94137030351529016</c:v>
                </c:pt>
                <c:pt idx="51">
                  <c:v>0.94128842871061857</c:v>
                </c:pt>
                <c:pt idx="52">
                  <c:v>0.93080329806075279</c:v>
                </c:pt>
                <c:pt idx="53">
                  <c:v>0.93090646498108043</c:v>
                </c:pt>
                <c:pt idx="54">
                  <c:v>0.93088678298606131</c:v>
                </c:pt>
                <c:pt idx="55">
                  <c:v>0.88426645621178879</c:v>
                </c:pt>
                <c:pt idx="56">
                  <c:v>0.91360112522716286</c:v>
                </c:pt>
                <c:pt idx="57">
                  <c:v>0.91360112522716286</c:v>
                </c:pt>
                <c:pt idx="58">
                  <c:v>0.91360112522716286</c:v>
                </c:pt>
                <c:pt idx="59">
                  <c:v>0.86453426929410926</c:v>
                </c:pt>
                <c:pt idx="60">
                  <c:v>0.8998965016430206</c:v>
                </c:pt>
                <c:pt idx="61">
                  <c:v>0.89998685767725373</c:v>
                </c:pt>
                <c:pt idx="62">
                  <c:v>0.89987035776157298</c:v>
                </c:pt>
                <c:pt idx="63">
                  <c:v>0.79963025534966692</c:v>
                </c:pt>
                <c:pt idx="64">
                  <c:v>0.84935496597160542</c:v>
                </c:pt>
                <c:pt idx="65">
                  <c:v>0.83420792590434467</c:v>
                </c:pt>
                <c:pt idx="66">
                  <c:v>0.88546928546811865</c:v>
                </c:pt>
                <c:pt idx="67">
                  <c:v>0.88532092394225137</c:v>
                </c:pt>
                <c:pt idx="68">
                  <c:v>0.88546928546811865</c:v>
                </c:pt>
                <c:pt idx="69">
                  <c:v>0.875279554781354</c:v>
                </c:pt>
                <c:pt idx="70">
                  <c:v>0.87534475648983412</c:v>
                </c:pt>
                <c:pt idx="71">
                  <c:v>0.91993589788714725</c:v>
                </c:pt>
                <c:pt idx="72">
                  <c:v>0.91989879371783623</c:v>
                </c:pt>
                <c:pt idx="73">
                  <c:v>0.92005776451854027</c:v>
                </c:pt>
                <c:pt idx="74">
                  <c:v>0.92441254418745433</c:v>
                </c:pt>
                <c:pt idx="75">
                  <c:v>0.90289735225778367</c:v>
                </c:pt>
                <c:pt idx="76">
                  <c:v>0.9244242433615838</c:v>
                </c:pt>
                <c:pt idx="77">
                  <c:v>0.9244242433615838</c:v>
                </c:pt>
                <c:pt idx="78">
                  <c:v>0.91386483587378442</c:v>
                </c:pt>
                <c:pt idx="79">
                  <c:v>0.94968585268042571</c:v>
                </c:pt>
                <c:pt idx="80">
                  <c:v>0.94974571127352658</c:v>
                </c:pt>
                <c:pt idx="81">
                  <c:v>0.95271926668027695</c:v>
                </c:pt>
                <c:pt idx="82">
                  <c:v>0.93570894150236794</c:v>
                </c:pt>
                <c:pt idx="83">
                  <c:v>0.9356798644507448</c:v>
                </c:pt>
                <c:pt idx="84">
                  <c:v>0.89511007451891311</c:v>
                </c:pt>
                <c:pt idx="85">
                  <c:v>0.89495866041217464</c:v>
                </c:pt>
                <c:pt idx="86">
                  <c:v>0.9356798644507448</c:v>
                </c:pt>
                <c:pt idx="87">
                  <c:v>0.921376249797624</c:v>
                </c:pt>
                <c:pt idx="88">
                  <c:v>0.9248916494900683</c:v>
                </c:pt>
                <c:pt idx="89">
                  <c:v>0.92514591669223734</c:v>
                </c:pt>
                <c:pt idx="90">
                  <c:v>0.96960771050923455</c:v>
                </c:pt>
                <c:pt idx="91">
                  <c:v>0.95173821154236116</c:v>
                </c:pt>
                <c:pt idx="92">
                  <c:v>0.9516214910186106</c:v>
                </c:pt>
                <c:pt idx="93">
                  <c:v>0.95171433528773408</c:v>
                </c:pt>
                <c:pt idx="94">
                  <c:v>0.95160314091355924</c:v>
                </c:pt>
                <c:pt idx="95">
                  <c:v>0.92867980817147811</c:v>
                </c:pt>
                <c:pt idx="96">
                  <c:v>0.92867016836240179</c:v>
                </c:pt>
                <c:pt idx="97">
                  <c:v>0.92880125520801771</c:v>
                </c:pt>
                <c:pt idx="98">
                  <c:v>0.95306397070735893</c:v>
                </c:pt>
                <c:pt idx="99">
                  <c:v>0.92879920649220771</c:v>
                </c:pt>
                <c:pt idx="100">
                  <c:v>0.91462867250042379</c:v>
                </c:pt>
                <c:pt idx="101">
                  <c:v>0.94167657117439885</c:v>
                </c:pt>
                <c:pt idx="102">
                  <c:v>0.91459695563417198</c:v>
                </c:pt>
                <c:pt idx="103">
                  <c:v>0.91462311468400781</c:v>
                </c:pt>
                <c:pt idx="104">
                  <c:v>0.89326181251225278</c:v>
                </c:pt>
                <c:pt idx="105">
                  <c:v>0.89311387348630478</c:v>
                </c:pt>
                <c:pt idx="106">
                  <c:v>0.89313594354940329</c:v>
                </c:pt>
                <c:pt idx="107">
                  <c:v>0.89309005512837913</c:v>
                </c:pt>
                <c:pt idx="108">
                  <c:v>0.8331952647990043</c:v>
                </c:pt>
                <c:pt idx="109">
                  <c:v>0.81023525759205761</c:v>
                </c:pt>
                <c:pt idx="110">
                  <c:v>0.81023525759205761</c:v>
                </c:pt>
                <c:pt idx="111">
                  <c:v>0.75933345466765345</c:v>
                </c:pt>
                <c:pt idx="112">
                  <c:v>0.81029528984572785</c:v>
                </c:pt>
                <c:pt idx="113">
                  <c:v>0.78624166702839782</c:v>
                </c:pt>
                <c:pt idx="114">
                  <c:v>0.73111655922691299</c:v>
                </c:pt>
                <c:pt idx="115">
                  <c:v>0.78232504101034894</c:v>
                </c:pt>
                <c:pt idx="116">
                  <c:v>0.73126322983221848</c:v>
                </c:pt>
                <c:pt idx="117">
                  <c:v>0.75888961446246717</c:v>
                </c:pt>
                <c:pt idx="118">
                  <c:v>0.76309932434523087</c:v>
                </c:pt>
                <c:pt idx="119">
                  <c:v>0.82449537522534488</c:v>
                </c:pt>
                <c:pt idx="120">
                  <c:v>0.82447540826292098</c:v>
                </c:pt>
                <c:pt idx="121">
                  <c:v>0.81093209114269571</c:v>
                </c:pt>
                <c:pt idx="122">
                  <c:v>0.81067760043559867</c:v>
                </c:pt>
                <c:pt idx="123">
                  <c:v>0.74620755103308722</c:v>
                </c:pt>
                <c:pt idx="124">
                  <c:v>0.68879869829190365</c:v>
                </c:pt>
                <c:pt idx="125">
                  <c:v>0.60503526915664596</c:v>
                </c:pt>
                <c:pt idx="126">
                  <c:v>0.58039665812793095</c:v>
                </c:pt>
                <c:pt idx="127">
                  <c:v>0.53516783439685534</c:v>
                </c:pt>
                <c:pt idx="128">
                  <c:v>0.5352370883375368</c:v>
                </c:pt>
                <c:pt idx="129">
                  <c:v>0.31802392696495574</c:v>
                </c:pt>
                <c:pt idx="130">
                  <c:v>0.44137433773261886</c:v>
                </c:pt>
                <c:pt idx="131">
                  <c:v>0.30323693087397197</c:v>
                </c:pt>
                <c:pt idx="132">
                  <c:v>0.38224036528758815</c:v>
                </c:pt>
                <c:pt idx="133">
                  <c:v>0.38235673657078234</c:v>
                </c:pt>
                <c:pt idx="134">
                  <c:v>0.366090471734486</c:v>
                </c:pt>
                <c:pt idx="135">
                  <c:v>0.36607182581429965</c:v>
                </c:pt>
                <c:pt idx="136">
                  <c:v>0.36607182581429965</c:v>
                </c:pt>
                <c:pt idx="137">
                  <c:v>0.25066720783636109</c:v>
                </c:pt>
                <c:pt idx="138">
                  <c:v>0.29050117748807303</c:v>
                </c:pt>
                <c:pt idx="139">
                  <c:v>0.27649551668926681</c:v>
                </c:pt>
                <c:pt idx="140">
                  <c:v>0.24165122804318193</c:v>
                </c:pt>
                <c:pt idx="141">
                  <c:v>0.28087782506985004</c:v>
                </c:pt>
                <c:pt idx="142">
                  <c:v>0.41495307542117416</c:v>
                </c:pt>
                <c:pt idx="143">
                  <c:v>0.40987337416034908</c:v>
                </c:pt>
                <c:pt idx="144">
                  <c:v>0.40982657529658695</c:v>
                </c:pt>
                <c:pt idx="145">
                  <c:v>0.40960480873930216</c:v>
                </c:pt>
                <c:pt idx="146">
                  <c:v>0.44702204362509623</c:v>
                </c:pt>
                <c:pt idx="147">
                  <c:v>0.44722315120204531</c:v>
                </c:pt>
                <c:pt idx="148">
                  <c:v>0.44656189112559813</c:v>
                </c:pt>
                <c:pt idx="149">
                  <c:v>0.34376188323838874</c:v>
                </c:pt>
                <c:pt idx="150">
                  <c:v>0.40633426574889947</c:v>
                </c:pt>
                <c:pt idx="151">
                  <c:v>0.40599486098742238</c:v>
                </c:pt>
                <c:pt idx="152">
                  <c:v>0.33663336734019467</c:v>
                </c:pt>
                <c:pt idx="153">
                  <c:v>0.33659925585033085</c:v>
                </c:pt>
                <c:pt idx="154">
                  <c:v>0.26251314123023178</c:v>
                </c:pt>
                <c:pt idx="155">
                  <c:v>0.2624253850951212</c:v>
                </c:pt>
                <c:pt idx="156">
                  <c:v>0.25542920246734474</c:v>
                </c:pt>
                <c:pt idx="157">
                  <c:v>0.25657721618559615</c:v>
                </c:pt>
                <c:pt idx="158">
                  <c:v>0.3304592378060357</c:v>
                </c:pt>
                <c:pt idx="159">
                  <c:v>0.33051418127812865</c:v>
                </c:pt>
                <c:pt idx="160">
                  <c:v>0.39423204709456816</c:v>
                </c:pt>
                <c:pt idx="161">
                  <c:v>0.39101792197108992</c:v>
                </c:pt>
                <c:pt idx="162">
                  <c:v>0.39068366290434636</c:v>
                </c:pt>
                <c:pt idx="163">
                  <c:v>0.32596209420558231</c:v>
                </c:pt>
                <c:pt idx="164">
                  <c:v>0.32584125763891397</c:v>
                </c:pt>
                <c:pt idx="165">
                  <c:v>0.3880906059489676</c:v>
                </c:pt>
                <c:pt idx="166">
                  <c:v>0.32243239988824457</c:v>
                </c:pt>
                <c:pt idx="167">
                  <c:v>0.38803155963126795</c:v>
                </c:pt>
                <c:pt idx="168">
                  <c:v>0.32225376577204623</c:v>
                </c:pt>
                <c:pt idx="169">
                  <c:v>0.31763867857518779</c:v>
                </c:pt>
                <c:pt idx="170">
                  <c:v>0.3179400498756681</c:v>
                </c:pt>
                <c:pt idx="171">
                  <c:v>0.38470598100767872</c:v>
                </c:pt>
                <c:pt idx="172">
                  <c:v>0.38440732841326453</c:v>
                </c:pt>
                <c:pt idx="173">
                  <c:v>0.38059841454921201</c:v>
                </c:pt>
                <c:pt idx="174">
                  <c:v>0.43450609291099734</c:v>
                </c:pt>
                <c:pt idx="175">
                  <c:v>0.43452030184865936</c:v>
                </c:pt>
                <c:pt idx="176">
                  <c:v>0.43535189728112444</c:v>
                </c:pt>
                <c:pt idx="177">
                  <c:v>0.43540610404364999</c:v>
                </c:pt>
                <c:pt idx="178">
                  <c:v>0.43456496283175705</c:v>
                </c:pt>
                <c:pt idx="179">
                  <c:v>0.43354196734760481</c:v>
                </c:pt>
                <c:pt idx="180">
                  <c:v>0.43404253553300182</c:v>
                </c:pt>
                <c:pt idx="181">
                  <c:v>0.43456496283175705</c:v>
                </c:pt>
                <c:pt idx="182">
                  <c:v>0.49845248288256383</c:v>
                </c:pt>
                <c:pt idx="183">
                  <c:v>0.43035217131462522</c:v>
                </c:pt>
                <c:pt idx="184">
                  <c:v>0.43087417454638577</c:v>
                </c:pt>
                <c:pt idx="185">
                  <c:v>0.43087417454638577</c:v>
                </c:pt>
                <c:pt idx="186">
                  <c:v>0.4308956555661862</c:v>
                </c:pt>
                <c:pt idx="187">
                  <c:v>0.42439769838835339</c:v>
                </c:pt>
                <c:pt idx="188">
                  <c:v>0.42491168993334688</c:v>
                </c:pt>
                <c:pt idx="189">
                  <c:v>0.49522669245285544</c:v>
                </c:pt>
                <c:pt idx="190">
                  <c:v>0.49522669245285544</c:v>
                </c:pt>
                <c:pt idx="191">
                  <c:v>0.49109889772075627</c:v>
                </c:pt>
                <c:pt idx="192">
                  <c:v>0.49012736819164349</c:v>
                </c:pt>
                <c:pt idx="193">
                  <c:v>0.41802491804441944</c:v>
                </c:pt>
                <c:pt idx="194">
                  <c:v>0.41850850640907544</c:v>
                </c:pt>
                <c:pt idx="195">
                  <c:v>0.41343470051083375</c:v>
                </c:pt>
                <c:pt idx="196">
                  <c:v>0.48620694744117765</c:v>
                </c:pt>
                <c:pt idx="197">
                  <c:v>0.55255700045884115</c:v>
                </c:pt>
                <c:pt idx="198">
                  <c:v>0.55308845562501008</c:v>
                </c:pt>
                <c:pt idx="199">
                  <c:v>0.55239173073087677</c:v>
                </c:pt>
                <c:pt idx="200">
                  <c:v>0.48321629589156551</c:v>
                </c:pt>
                <c:pt idx="201">
                  <c:v>0.4832857349268318</c:v>
                </c:pt>
                <c:pt idx="202">
                  <c:v>0.5490432943232525</c:v>
                </c:pt>
                <c:pt idx="203">
                  <c:v>0.54924529031688318</c:v>
                </c:pt>
                <c:pt idx="204">
                  <c:v>0.54634536257975941</c:v>
                </c:pt>
                <c:pt idx="205">
                  <c:v>0.54581015855265858</c:v>
                </c:pt>
                <c:pt idx="206">
                  <c:v>0.62551576683628252</c:v>
                </c:pt>
                <c:pt idx="207">
                  <c:v>0.62486343279989665</c:v>
                </c:pt>
                <c:pt idx="208">
                  <c:v>0.54632026447860305</c:v>
                </c:pt>
                <c:pt idx="209">
                  <c:v>0.62197683361271305</c:v>
                </c:pt>
                <c:pt idx="210">
                  <c:v>0.67978466942559534</c:v>
                </c:pt>
                <c:pt idx="211">
                  <c:v>0.67981359258153007</c:v>
                </c:pt>
                <c:pt idx="212">
                  <c:v>0.67978466942559534</c:v>
                </c:pt>
                <c:pt idx="213">
                  <c:v>0.67752750204659062</c:v>
                </c:pt>
                <c:pt idx="214">
                  <c:v>0.676983954566723</c:v>
                </c:pt>
                <c:pt idx="215">
                  <c:v>0.61566859790099082</c:v>
                </c:pt>
                <c:pt idx="216">
                  <c:v>0.6151593401991402</c:v>
                </c:pt>
                <c:pt idx="217">
                  <c:v>0.60677474487423166</c:v>
                </c:pt>
                <c:pt idx="218">
                  <c:v>0.52303888200369164</c:v>
                </c:pt>
                <c:pt idx="219">
                  <c:v>0.60648965415006506</c:v>
                </c:pt>
                <c:pt idx="220">
                  <c:v>0.66948681688726752</c:v>
                </c:pt>
                <c:pt idx="221">
                  <c:v>0.65757284583633613</c:v>
                </c:pt>
                <c:pt idx="222">
                  <c:v>0.65811343479434081</c:v>
                </c:pt>
                <c:pt idx="223">
                  <c:v>0.65789565295070052</c:v>
                </c:pt>
                <c:pt idx="224">
                  <c:v>0.65853359306754533</c:v>
                </c:pt>
              </c:numCache>
            </c:numRef>
          </c:val>
          <c:smooth val="0"/>
        </c:ser>
        <c:ser>
          <c:idx val="4"/>
          <c:order val="3"/>
          <c:tx>
            <c:strRef>
              <c:f>PoolRefinancible!$G$2</c:f>
              <c:strCache>
                <c:ptCount val="1"/>
                <c:pt idx="0">
                  <c:v>Loan with LLPA</c:v>
                </c:pt>
              </c:strCache>
            </c:strRef>
          </c:tx>
          <c:spPr>
            <a:ln w="19050">
              <a:solidFill>
                <a:srgbClr val="F6D6E3"/>
              </a:solidFill>
            </a:ln>
          </c:spPr>
          <c:marker>
            <c:symbol val="none"/>
          </c:marker>
          <c:cat>
            <c:numRef>
              <c:f>PoolRefinancible!$B$3:$B$227</c:f>
              <c:numCache>
                <c:formatCode>m/d/yyyy</c:formatCode>
                <c:ptCount val="225"/>
                <c:pt idx="0">
                  <c:v>40549</c:v>
                </c:pt>
                <c:pt idx="1">
                  <c:v>40556</c:v>
                </c:pt>
                <c:pt idx="2">
                  <c:v>40563</c:v>
                </c:pt>
                <c:pt idx="3">
                  <c:v>40570</c:v>
                </c:pt>
                <c:pt idx="4">
                  <c:v>40577</c:v>
                </c:pt>
                <c:pt idx="5">
                  <c:v>40584</c:v>
                </c:pt>
                <c:pt idx="6">
                  <c:v>40591</c:v>
                </c:pt>
                <c:pt idx="7">
                  <c:v>40598</c:v>
                </c:pt>
                <c:pt idx="8">
                  <c:v>40605</c:v>
                </c:pt>
                <c:pt idx="9">
                  <c:v>40612</c:v>
                </c:pt>
                <c:pt idx="10">
                  <c:v>40619</c:v>
                </c:pt>
                <c:pt idx="11">
                  <c:v>40626</c:v>
                </c:pt>
                <c:pt idx="12">
                  <c:v>40633</c:v>
                </c:pt>
                <c:pt idx="13">
                  <c:v>40640</c:v>
                </c:pt>
                <c:pt idx="14">
                  <c:v>40647</c:v>
                </c:pt>
                <c:pt idx="15">
                  <c:v>40654</c:v>
                </c:pt>
                <c:pt idx="16">
                  <c:v>40661</c:v>
                </c:pt>
                <c:pt idx="17">
                  <c:v>40668</c:v>
                </c:pt>
                <c:pt idx="18">
                  <c:v>40675</c:v>
                </c:pt>
                <c:pt idx="19">
                  <c:v>40682</c:v>
                </c:pt>
                <c:pt idx="20">
                  <c:v>40689</c:v>
                </c:pt>
                <c:pt idx="21">
                  <c:v>40696</c:v>
                </c:pt>
                <c:pt idx="22">
                  <c:v>40703</c:v>
                </c:pt>
                <c:pt idx="23">
                  <c:v>40710</c:v>
                </c:pt>
                <c:pt idx="24">
                  <c:v>40717</c:v>
                </c:pt>
                <c:pt idx="25">
                  <c:v>40724</c:v>
                </c:pt>
                <c:pt idx="26">
                  <c:v>40731</c:v>
                </c:pt>
                <c:pt idx="27">
                  <c:v>40738</c:v>
                </c:pt>
                <c:pt idx="28">
                  <c:v>40745</c:v>
                </c:pt>
                <c:pt idx="29">
                  <c:v>40752</c:v>
                </c:pt>
                <c:pt idx="30">
                  <c:v>40759</c:v>
                </c:pt>
                <c:pt idx="31">
                  <c:v>40766</c:v>
                </c:pt>
                <c:pt idx="32">
                  <c:v>40773</c:v>
                </c:pt>
                <c:pt idx="33">
                  <c:v>40780</c:v>
                </c:pt>
                <c:pt idx="34">
                  <c:v>40787</c:v>
                </c:pt>
                <c:pt idx="35">
                  <c:v>40794</c:v>
                </c:pt>
                <c:pt idx="36">
                  <c:v>40801</c:v>
                </c:pt>
                <c:pt idx="37">
                  <c:v>40808</c:v>
                </c:pt>
                <c:pt idx="38">
                  <c:v>40815</c:v>
                </c:pt>
                <c:pt idx="39">
                  <c:v>40822</c:v>
                </c:pt>
                <c:pt idx="40">
                  <c:v>40829</c:v>
                </c:pt>
                <c:pt idx="41">
                  <c:v>40836</c:v>
                </c:pt>
                <c:pt idx="42">
                  <c:v>40843</c:v>
                </c:pt>
                <c:pt idx="43">
                  <c:v>40850</c:v>
                </c:pt>
                <c:pt idx="44">
                  <c:v>40857</c:v>
                </c:pt>
                <c:pt idx="45">
                  <c:v>40864</c:v>
                </c:pt>
                <c:pt idx="46">
                  <c:v>40870</c:v>
                </c:pt>
                <c:pt idx="47">
                  <c:v>40878</c:v>
                </c:pt>
                <c:pt idx="48">
                  <c:v>40885</c:v>
                </c:pt>
                <c:pt idx="49">
                  <c:v>40892</c:v>
                </c:pt>
                <c:pt idx="50">
                  <c:v>40899</c:v>
                </c:pt>
                <c:pt idx="51">
                  <c:v>40906</c:v>
                </c:pt>
                <c:pt idx="52">
                  <c:v>40913</c:v>
                </c:pt>
                <c:pt idx="53">
                  <c:v>40920</c:v>
                </c:pt>
                <c:pt idx="54">
                  <c:v>40927</c:v>
                </c:pt>
                <c:pt idx="55">
                  <c:v>40934</c:v>
                </c:pt>
                <c:pt idx="56">
                  <c:v>40941</c:v>
                </c:pt>
                <c:pt idx="57">
                  <c:v>40948</c:v>
                </c:pt>
                <c:pt idx="58">
                  <c:v>40955</c:v>
                </c:pt>
                <c:pt idx="59">
                  <c:v>40962</c:v>
                </c:pt>
                <c:pt idx="60">
                  <c:v>40969</c:v>
                </c:pt>
                <c:pt idx="61">
                  <c:v>40976</c:v>
                </c:pt>
                <c:pt idx="62">
                  <c:v>40983</c:v>
                </c:pt>
                <c:pt idx="63">
                  <c:v>40990</c:v>
                </c:pt>
                <c:pt idx="64">
                  <c:v>40997</c:v>
                </c:pt>
                <c:pt idx="65">
                  <c:v>41004</c:v>
                </c:pt>
                <c:pt idx="66">
                  <c:v>41011</c:v>
                </c:pt>
                <c:pt idx="67">
                  <c:v>41018</c:v>
                </c:pt>
                <c:pt idx="68">
                  <c:v>41025</c:v>
                </c:pt>
                <c:pt idx="69">
                  <c:v>41032</c:v>
                </c:pt>
                <c:pt idx="70">
                  <c:v>41039</c:v>
                </c:pt>
                <c:pt idx="71">
                  <c:v>41046</c:v>
                </c:pt>
                <c:pt idx="72">
                  <c:v>41053</c:v>
                </c:pt>
                <c:pt idx="73">
                  <c:v>41060</c:v>
                </c:pt>
                <c:pt idx="74">
                  <c:v>41067</c:v>
                </c:pt>
                <c:pt idx="75">
                  <c:v>41074</c:v>
                </c:pt>
                <c:pt idx="76">
                  <c:v>41081</c:v>
                </c:pt>
                <c:pt idx="77">
                  <c:v>41088</c:v>
                </c:pt>
                <c:pt idx="78">
                  <c:v>41095</c:v>
                </c:pt>
                <c:pt idx="79">
                  <c:v>41102</c:v>
                </c:pt>
                <c:pt idx="80">
                  <c:v>41109</c:v>
                </c:pt>
                <c:pt idx="81">
                  <c:v>41116</c:v>
                </c:pt>
                <c:pt idx="82">
                  <c:v>41123</c:v>
                </c:pt>
                <c:pt idx="83">
                  <c:v>41130</c:v>
                </c:pt>
                <c:pt idx="84">
                  <c:v>41137</c:v>
                </c:pt>
                <c:pt idx="85">
                  <c:v>41144</c:v>
                </c:pt>
                <c:pt idx="86">
                  <c:v>41151</c:v>
                </c:pt>
                <c:pt idx="87">
                  <c:v>41158</c:v>
                </c:pt>
                <c:pt idx="88">
                  <c:v>41165</c:v>
                </c:pt>
                <c:pt idx="89">
                  <c:v>41172</c:v>
                </c:pt>
                <c:pt idx="90">
                  <c:v>41179</c:v>
                </c:pt>
                <c:pt idx="91">
                  <c:v>41186</c:v>
                </c:pt>
                <c:pt idx="92">
                  <c:v>41193</c:v>
                </c:pt>
                <c:pt idx="93">
                  <c:v>41200</c:v>
                </c:pt>
                <c:pt idx="94">
                  <c:v>41207</c:v>
                </c:pt>
                <c:pt idx="95">
                  <c:v>41214</c:v>
                </c:pt>
                <c:pt idx="96">
                  <c:v>41221</c:v>
                </c:pt>
                <c:pt idx="97">
                  <c:v>41228</c:v>
                </c:pt>
                <c:pt idx="98">
                  <c:v>41234</c:v>
                </c:pt>
                <c:pt idx="99">
                  <c:v>41242</c:v>
                </c:pt>
                <c:pt idx="100">
                  <c:v>41249</c:v>
                </c:pt>
                <c:pt idx="101">
                  <c:v>41256</c:v>
                </c:pt>
                <c:pt idx="102">
                  <c:v>41263</c:v>
                </c:pt>
                <c:pt idx="103">
                  <c:v>41270</c:v>
                </c:pt>
                <c:pt idx="104">
                  <c:v>41277</c:v>
                </c:pt>
                <c:pt idx="105">
                  <c:v>41284</c:v>
                </c:pt>
                <c:pt idx="106">
                  <c:v>41291</c:v>
                </c:pt>
                <c:pt idx="107">
                  <c:v>41298</c:v>
                </c:pt>
                <c:pt idx="108">
                  <c:v>41305</c:v>
                </c:pt>
                <c:pt idx="109">
                  <c:v>41312</c:v>
                </c:pt>
                <c:pt idx="110">
                  <c:v>41319</c:v>
                </c:pt>
                <c:pt idx="111">
                  <c:v>41326</c:v>
                </c:pt>
                <c:pt idx="112">
                  <c:v>41333</c:v>
                </c:pt>
                <c:pt idx="113">
                  <c:v>41340</c:v>
                </c:pt>
                <c:pt idx="114">
                  <c:v>41347</c:v>
                </c:pt>
                <c:pt idx="115">
                  <c:v>41354</c:v>
                </c:pt>
                <c:pt idx="116">
                  <c:v>41361</c:v>
                </c:pt>
                <c:pt idx="117">
                  <c:v>41368</c:v>
                </c:pt>
                <c:pt idx="118">
                  <c:v>41375</c:v>
                </c:pt>
                <c:pt idx="119">
                  <c:v>41382</c:v>
                </c:pt>
                <c:pt idx="120">
                  <c:v>41389</c:v>
                </c:pt>
                <c:pt idx="121">
                  <c:v>41396</c:v>
                </c:pt>
                <c:pt idx="122">
                  <c:v>41403</c:v>
                </c:pt>
                <c:pt idx="123">
                  <c:v>41410</c:v>
                </c:pt>
                <c:pt idx="124">
                  <c:v>41417</c:v>
                </c:pt>
                <c:pt idx="125">
                  <c:v>41424</c:v>
                </c:pt>
                <c:pt idx="126">
                  <c:v>41431</c:v>
                </c:pt>
                <c:pt idx="127">
                  <c:v>41438</c:v>
                </c:pt>
                <c:pt idx="128">
                  <c:v>41445</c:v>
                </c:pt>
                <c:pt idx="129">
                  <c:v>41452</c:v>
                </c:pt>
                <c:pt idx="130">
                  <c:v>41458</c:v>
                </c:pt>
                <c:pt idx="131">
                  <c:v>41466</c:v>
                </c:pt>
                <c:pt idx="132">
                  <c:v>41473</c:v>
                </c:pt>
                <c:pt idx="133">
                  <c:v>41480</c:v>
                </c:pt>
                <c:pt idx="134">
                  <c:v>41487</c:v>
                </c:pt>
                <c:pt idx="135">
                  <c:v>41494</c:v>
                </c:pt>
                <c:pt idx="136">
                  <c:v>41501</c:v>
                </c:pt>
                <c:pt idx="137">
                  <c:v>41508</c:v>
                </c:pt>
                <c:pt idx="138">
                  <c:v>41515</c:v>
                </c:pt>
                <c:pt idx="139">
                  <c:v>41522</c:v>
                </c:pt>
                <c:pt idx="140">
                  <c:v>41529</c:v>
                </c:pt>
                <c:pt idx="141">
                  <c:v>41536</c:v>
                </c:pt>
                <c:pt idx="142">
                  <c:v>41543</c:v>
                </c:pt>
                <c:pt idx="143">
                  <c:v>41550</c:v>
                </c:pt>
                <c:pt idx="144">
                  <c:v>41557</c:v>
                </c:pt>
                <c:pt idx="145">
                  <c:v>41564</c:v>
                </c:pt>
                <c:pt idx="146">
                  <c:v>41571</c:v>
                </c:pt>
                <c:pt idx="147">
                  <c:v>41578</c:v>
                </c:pt>
                <c:pt idx="148">
                  <c:v>41585</c:v>
                </c:pt>
                <c:pt idx="149">
                  <c:v>41592</c:v>
                </c:pt>
                <c:pt idx="150">
                  <c:v>41599</c:v>
                </c:pt>
                <c:pt idx="151">
                  <c:v>41605</c:v>
                </c:pt>
                <c:pt idx="152">
                  <c:v>41613</c:v>
                </c:pt>
                <c:pt idx="153">
                  <c:v>41620</c:v>
                </c:pt>
                <c:pt idx="154">
                  <c:v>41627</c:v>
                </c:pt>
                <c:pt idx="155">
                  <c:v>41634</c:v>
                </c:pt>
                <c:pt idx="156">
                  <c:v>41641</c:v>
                </c:pt>
                <c:pt idx="157">
                  <c:v>41648</c:v>
                </c:pt>
                <c:pt idx="158">
                  <c:v>41655</c:v>
                </c:pt>
                <c:pt idx="159">
                  <c:v>41662</c:v>
                </c:pt>
                <c:pt idx="160">
                  <c:v>41669</c:v>
                </c:pt>
                <c:pt idx="161">
                  <c:v>41676</c:v>
                </c:pt>
                <c:pt idx="162">
                  <c:v>41683</c:v>
                </c:pt>
                <c:pt idx="163">
                  <c:v>41690</c:v>
                </c:pt>
                <c:pt idx="164">
                  <c:v>41697</c:v>
                </c:pt>
                <c:pt idx="165">
                  <c:v>41704</c:v>
                </c:pt>
                <c:pt idx="166">
                  <c:v>41711</c:v>
                </c:pt>
                <c:pt idx="167">
                  <c:v>41718</c:v>
                </c:pt>
                <c:pt idx="168">
                  <c:v>41725</c:v>
                </c:pt>
                <c:pt idx="169">
                  <c:v>41732</c:v>
                </c:pt>
                <c:pt idx="170">
                  <c:v>41739</c:v>
                </c:pt>
                <c:pt idx="171">
                  <c:v>41746</c:v>
                </c:pt>
                <c:pt idx="172">
                  <c:v>41753</c:v>
                </c:pt>
                <c:pt idx="173">
                  <c:v>41760</c:v>
                </c:pt>
                <c:pt idx="174">
                  <c:v>41767</c:v>
                </c:pt>
                <c:pt idx="175">
                  <c:v>41774</c:v>
                </c:pt>
                <c:pt idx="176">
                  <c:v>41781</c:v>
                </c:pt>
                <c:pt idx="177">
                  <c:v>41788</c:v>
                </c:pt>
                <c:pt idx="178">
                  <c:v>41795</c:v>
                </c:pt>
                <c:pt idx="179">
                  <c:v>41802</c:v>
                </c:pt>
                <c:pt idx="180">
                  <c:v>41809</c:v>
                </c:pt>
                <c:pt idx="181">
                  <c:v>41816</c:v>
                </c:pt>
                <c:pt idx="182">
                  <c:v>41823</c:v>
                </c:pt>
                <c:pt idx="183">
                  <c:v>41830</c:v>
                </c:pt>
                <c:pt idx="184">
                  <c:v>41837</c:v>
                </c:pt>
                <c:pt idx="185">
                  <c:v>41844</c:v>
                </c:pt>
                <c:pt idx="186">
                  <c:v>41851</c:v>
                </c:pt>
                <c:pt idx="187">
                  <c:v>41858</c:v>
                </c:pt>
                <c:pt idx="188">
                  <c:v>41865</c:v>
                </c:pt>
                <c:pt idx="189">
                  <c:v>41872</c:v>
                </c:pt>
                <c:pt idx="190">
                  <c:v>41879</c:v>
                </c:pt>
                <c:pt idx="191">
                  <c:v>41886</c:v>
                </c:pt>
                <c:pt idx="192">
                  <c:v>41893</c:v>
                </c:pt>
                <c:pt idx="193">
                  <c:v>41900</c:v>
                </c:pt>
                <c:pt idx="194">
                  <c:v>41907</c:v>
                </c:pt>
                <c:pt idx="195">
                  <c:v>41914</c:v>
                </c:pt>
                <c:pt idx="196">
                  <c:v>41921</c:v>
                </c:pt>
                <c:pt idx="197">
                  <c:v>41928</c:v>
                </c:pt>
                <c:pt idx="198">
                  <c:v>41935</c:v>
                </c:pt>
                <c:pt idx="199">
                  <c:v>41942</c:v>
                </c:pt>
                <c:pt idx="200">
                  <c:v>41949</c:v>
                </c:pt>
                <c:pt idx="201">
                  <c:v>41956</c:v>
                </c:pt>
                <c:pt idx="202">
                  <c:v>41963</c:v>
                </c:pt>
                <c:pt idx="203">
                  <c:v>41969</c:v>
                </c:pt>
                <c:pt idx="204">
                  <c:v>41977</c:v>
                </c:pt>
                <c:pt idx="205">
                  <c:v>41984</c:v>
                </c:pt>
                <c:pt idx="206">
                  <c:v>41991</c:v>
                </c:pt>
                <c:pt idx="207">
                  <c:v>41997</c:v>
                </c:pt>
                <c:pt idx="208">
                  <c:v>42004</c:v>
                </c:pt>
                <c:pt idx="209">
                  <c:v>42012</c:v>
                </c:pt>
                <c:pt idx="210">
                  <c:v>42019</c:v>
                </c:pt>
                <c:pt idx="211">
                  <c:v>42026</c:v>
                </c:pt>
                <c:pt idx="212">
                  <c:v>42033</c:v>
                </c:pt>
                <c:pt idx="213">
                  <c:v>42040</c:v>
                </c:pt>
                <c:pt idx="214">
                  <c:v>42047</c:v>
                </c:pt>
                <c:pt idx="215">
                  <c:v>42054</c:v>
                </c:pt>
                <c:pt idx="216">
                  <c:v>42061</c:v>
                </c:pt>
                <c:pt idx="217">
                  <c:v>42068</c:v>
                </c:pt>
                <c:pt idx="218">
                  <c:v>42075</c:v>
                </c:pt>
                <c:pt idx="219">
                  <c:v>42082</c:v>
                </c:pt>
                <c:pt idx="220">
                  <c:v>42089</c:v>
                </c:pt>
                <c:pt idx="221">
                  <c:v>42096</c:v>
                </c:pt>
                <c:pt idx="222">
                  <c:v>42103</c:v>
                </c:pt>
                <c:pt idx="223">
                  <c:v>42110</c:v>
                </c:pt>
                <c:pt idx="224">
                  <c:v>42117</c:v>
                </c:pt>
              </c:numCache>
            </c:numRef>
          </c:cat>
          <c:val>
            <c:numRef>
              <c:f>PoolRefinancible!$G$3:$G$227</c:f>
              <c:numCache>
                <c:formatCode>0%</c:formatCode>
                <c:ptCount val="225"/>
                <c:pt idx="0">
                  <c:v>0.28463940721984343</c:v>
                </c:pt>
                <c:pt idx="1">
                  <c:v>0.30326691494252433</c:v>
                </c:pt>
                <c:pt idx="2">
                  <c:v>0.28476877321432642</c:v>
                </c:pt>
                <c:pt idx="3">
                  <c:v>0.2846201863525834</c:v>
                </c:pt>
                <c:pt idx="4">
                  <c:v>0.24193364534957326</c:v>
                </c:pt>
                <c:pt idx="5">
                  <c:v>0.20177712502015799</c:v>
                </c:pt>
                <c:pt idx="6">
                  <c:v>0.21194639619399513</c:v>
                </c:pt>
                <c:pt idx="7">
                  <c:v>0.2296622233105281</c:v>
                </c:pt>
                <c:pt idx="8">
                  <c:v>0.22805396368099012</c:v>
                </c:pt>
                <c:pt idx="9">
                  <c:v>0.22800497750165782</c:v>
                </c:pt>
                <c:pt idx="10">
                  <c:v>0.26952651165647717</c:v>
                </c:pt>
                <c:pt idx="11">
                  <c:v>0.25273332689580402</c:v>
                </c:pt>
                <c:pt idx="12">
                  <c:v>0.22807581848396768</c:v>
                </c:pt>
                <c:pt idx="13">
                  <c:v>0.22629927187952814</c:v>
                </c:pt>
                <c:pt idx="14">
                  <c:v>0.22624072096473111</c:v>
                </c:pt>
                <c:pt idx="15">
                  <c:v>0.2512985264962686</c:v>
                </c:pt>
                <c:pt idx="16">
                  <c:v>0.25137722920486677</c:v>
                </c:pt>
                <c:pt idx="17">
                  <c:v>0.26857330186118961</c:v>
                </c:pt>
                <c:pt idx="18">
                  <c:v>0.32233793721061016</c:v>
                </c:pt>
                <c:pt idx="19">
                  <c:v>0.32249985215715632</c:v>
                </c:pt>
                <c:pt idx="20">
                  <c:v>0.32256622584809336</c:v>
                </c:pt>
                <c:pt idx="21">
                  <c:v>0.36014914447868307</c:v>
                </c:pt>
                <c:pt idx="22">
                  <c:v>0.38598811063501398</c:v>
                </c:pt>
                <c:pt idx="23">
                  <c:v>0.38593747737545009</c:v>
                </c:pt>
                <c:pt idx="24">
                  <c:v>0.36014914447868307</c:v>
                </c:pt>
                <c:pt idx="25">
                  <c:v>0.38497887844636058</c:v>
                </c:pt>
                <c:pt idx="26">
                  <c:v>0.32091685059597075</c:v>
                </c:pt>
                <c:pt idx="27">
                  <c:v>0.383025601933284</c:v>
                </c:pt>
                <c:pt idx="28">
                  <c:v>0.35799853895589562</c:v>
                </c:pt>
                <c:pt idx="29">
                  <c:v>0.35662695643050035</c:v>
                </c:pt>
                <c:pt idx="30">
                  <c:v>0.44152388004450221</c:v>
                </c:pt>
                <c:pt idx="31">
                  <c:v>0.56283322937311075</c:v>
                </c:pt>
                <c:pt idx="32">
                  <c:v>0.65725120433713646</c:v>
                </c:pt>
                <c:pt idx="33">
                  <c:v>0.60423363209899439</c:v>
                </c:pt>
                <c:pt idx="34">
                  <c:v>0.60140715225984098</c:v>
                </c:pt>
                <c:pt idx="35">
                  <c:v>0.67983551896838756</c:v>
                </c:pt>
                <c:pt idx="36">
                  <c:v>0.67993486944126125</c:v>
                </c:pt>
                <c:pt idx="37">
                  <c:v>0.67993486944126125</c:v>
                </c:pt>
                <c:pt idx="38">
                  <c:v>0.73138364057558247</c:v>
                </c:pt>
                <c:pt idx="39">
                  <c:v>0.71899866001218793</c:v>
                </c:pt>
                <c:pt idx="40">
                  <c:v>0.6410959583633683</c:v>
                </c:pt>
                <c:pt idx="41">
                  <c:v>0.66581224062715683</c:v>
                </c:pt>
                <c:pt idx="42">
                  <c:v>0.66595295657278242</c:v>
                </c:pt>
                <c:pt idx="43">
                  <c:v>0.70392552647182693</c:v>
                </c:pt>
                <c:pt idx="44">
                  <c:v>0.70394618436594358</c:v>
                </c:pt>
                <c:pt idx="45">
                  <c:v>0.70392552647182693</c:v>
                </c:pt>
                <c:pt idx="46">
                  <c:v>0.70396661640219049</c:v>
                </c:pt>
                <c:pt idx="47">
                  <c:v>0.69000379241839993</c:v>
                </c:pt>
                <c:pt idx="48">
                  <c:v>0.69002399417324023</c:v>
                </c:pt>
                <c:pt idx="49">
                  <c:v>0.69007408458163666</c:v>
                </c:pt>
                <c:pt idx="50">
                  <c:v>0.72186451896875248</c:v>
                </c:pt>
                <c:pt idx="51">
                  <c:v>0.72167534304727499</c:v>
                </c:pt>
                <c:pt idx="52">
                  <c:v>0.70942160362842166</c:v>
                </c:pt>
                <c:pt idx="53">
                  <c:v>0.71029190543434573</c:v>
                </c:pt>
                <c:pt idx="54">
                  <c:v>0.70950341028365815</c:v>
                </c:pt>
                <c:pt idx="55">
                  <c:v>0.6768466690798014</c:v>
                </c:pt>
                <c:pt idx="56">
                  <c:v>0.691794492463359</c:v>
                </c:pt>
                <c:pt idx="57">
                  <c:v>0.691794492463359</c:v>
                </c:pt>
                <c:pt idx="58">
                  <c:v>0.691794492463359</c:v>
                </c:pt>
                <c:pt idx="59">
                  <c:v>0.65880324187098283</c:v>
                </c:pt>
                <c:pt idx="60">
                  <c:v>0.6768042748029276</c:v>
                </c:pt>
                <c:pt idx="61">
                  <c:v>0.67687616474817947</c:v>
                </c:pt>
                <c:pt idx="62">
                  <c:v>0.67666690882866454</c:v>
                </c:pt>
                <c:pt idx="63">
                  <c:v>0.59032138856351324</c:v>
                </c:pt>
                <c:pt idx="64">
                  <c:v>0.64352631185007236</c:v>
                </c:pt>
                <c:pt idx="65">
                  <c:v>0.64723923967041441</c:v>
                </c:pt>
                <c:pt idx="66">
                  <c:v>0.70114627754493941</c:v>
                </c:pt>
                <c:pt idx="67">
                  <c:v>0.68067991850220211</c:v>
                </c:pt>
                <c:pt idx="68">
                  <c:v>0.70114627754493941</c:v>
                </c:pt>
                <c:pt idx="69">
                  <c:v>0.70888791690843067</c:v>
                </c:pt>
                <c:pt idx="70">
                  <c:v>0.70900581341869928</c:v>
                </c:pt>
                <c:pt idx="71">
                  <c:v>0.74206222053219018</c:v>
                </c:pt>
                <c:pt idx="72">
                  <c:v>0.74198992424051435</c:v>
                </c:pt>
                <c:pt idx="73">
                  <c:v>0.74214259096899848</c:v>
                </c:pt>
                <c:pt idx="74">
                  <c:v>0.78454877297076475</c:v>
                </c:pt>
                <c:pt idx="75">
                  <c:v>0.76165437928870827</c:v>
                </c:pt>
                <c:pt idx="76">
                  <c:v>0.78458904121756523</c:v>
                </c:pt>
                <c:pt idx="77">
                  <c:v>0.78458904121756523</c:v>
                </c:pt>
                <c:pt idx="78">
                  <c:v>0.7787052272593904</c:v>
                </c:pt>
                <c:pt idx="79">
                  <c:v>0.81145553697323414</c:v>
                </c:pt>
                <c:pt idx="80">
                  <c:v>0.81152752487539104</c:v>
                </c:pt>
                <c:pt idx="81">
                  <c:v>0.8279869924203217</c:v>
                </c:pt>
                <c:pt idx="82">
                  <c:v>0.79821644612468112</c:v>
                </c:pt>
                <c:pt idx="83">
                  <c:v>0.79815390760264004</c:v>
                </c:pt>
                <c:pt idx="84">
                  <c:v>0.77767208811206812</c:v>
                </c:pt>
                <c:pt idx="85">
                  <c:v>0.76370064895501943</c:v>
                </c:pt>
                <c:pt idx="86">
                  <c:v>0.79815390760264004</c:v>
                </c:pt>
                <c:pt idx="87">
                  <c:v>0.78544987095574126</c:v>
                </c:pt>
                <c:pt idx="88">
                  <c:v>0.78635808843680277</c:v>
                </c:pt>
                <c:pt idx="89">
                  <c:v>0.80445044367527219</c:v>
                </c:pt>
                <c:pt idx="90">
                  <c:v>0.85572735211332496</c:v>
                </c:pt>
                <c:pt idx="91">
                  <c:v>0.8367994340061099</c:v>
                </c:pt>
                <c:pt idx="92">
                  <c:v>0.81647343463882882</c:v>
                </c:pt>
                <c:pt idx="93">
                  <c:v>0.8364537448796312</c:v>
                </c:pt>
                <c:pt idx="94">
                  <c:v>0.8143557568992531</c:v>
                </c:pt>
                <c:pt idx="95">
                  <c:v>0.7903315811871281</c:v>
                </c:pt>
                <c:pt idx="96">
                  <c:v>0.78941596065900443</c:v>
                </c:pt>
                <c:pt idx="97">
                  <c:v>0.81158702805411931</c:v>
                </c:pt>
                <c:pt idx="98">
                  <c:v>0.83732764249868441</c:v>
                </c:pt>
                <c:pt idx="99">
                  <c:v>0.81158050245553093</c:v>
                </c:pt>
                <c:pt idx="100">
                  <c:v>0.79819422857128408</c:v>
                </c:pt>
                <c:pt idx="101">
                  <c:v>0.82430398544770933</c:v>
                </c:pt>
                <c:pt idx="102">
                  <c:v>0.79805276253561475</c:v>
                </c:pt>
                <c:pt idx="103">
                  <c:v>0.79817901661119839</c:v>
                </c:pt>
                <c:pt idx="104">
                  <c:v>0.77903280650246454</c:v>
                </c:pt>
                <c:pt idx="105">
                  <c:v>0.75573593713546339</c:v>
                </c:pt>
                <c:pt idx="106">
                  <c:v>0.7782961731296214</c:v>
                </c:pt>
                <c:pt idx="107">
                  <c:v>0.75445743013165401</c:v>
                </c:pt>
                <c:pt idx="108">
                  <c:v>0.70069200359610684</c:v>
                </c:pt>
                <c:pt idx="109">
                  <c:v>0.68066390920056685</c:v>
                </c:pt>
                <c:pt idx="110">
                  <c:v>0.68066390920056685</c:v>
                </c:pt>
                <c:pt idx="111">
                  <c:v>0.65848868988278741</c:v>
                </c:pt>
                <c:pt idx="112">
                  <c:v>0.68073059983518691</c:v>
                </c:pt>
                <c:pt idx="113">
                  <c:v>0.65724986454914325</c:v>
                </c:pt>
                <c:pt idx="114">
                  <c:v>0.62014045099909187</c:v>
                </c:pt>
                <c:pt idx="115">
                  <c:v>0.6562686953452237</c:v>
                </c:pt>
                <c:pt idx="116">
                  <c:v>0.63433556022178206</c:v>
                </c:pt>
                <c:pt idx="117">
                  <c:v>0.64025888760919014</c:v>
                </c:pt>
                <c:pt idx="118">
                  <c:v>0.6637730812462096</c:v>
                </c:pt>
                <c:pt idx="119">
                  <c:v>0.695622626584674</c:v>
                </c:pt>
                <c:pt idx="120">
                  <c:v>0.69553149400315528</c:v>
                </c:pt>
                <c:pt idx="121">
                  <c:v>0.71409535481591846</c:v>
                </c:pt>
                <c:pt idx="122">
                  <c:v>0.68515952942868741</c:v>
                </c:pt>
                <c:pt idx="123">
                  <c:v>0.6494790290250736</c:v>
                </c:pt>
                <c:pt idx="124">
                  <c:v>0.6051404208222666</c:v>
                </c:pt>
                <c:pt idx="125">
                  <c:v>0.52721345464386349</c:v>
                </c:pt>
                <c:pt idx="126">
                  <c:v>0.4891944540160782</c:v>
                </c:pt>
                <c:pt idx="127">
                  <c:v>0.46639665698988902</c:v>
                </c:pt>
                <c:pt idx="128">
                  <c:v>0.46645564331496181</c:v>
                </c:pt>
                <c:pt idx="129">
                  <c:v>0.24762221189085226</c:v>
                </c:pt>
                <c:pt idx="130">
                  <c:v>0.34116092459322267</c:v>
                </c:pt>
                <c:pt idx="131">
                  <c:v>0.21925196921871176</c:v>
                </c:pt>
                <c:pt idx="132">
                  <c:v>0.30618919991705607</c:v>
                </c:pt>
                <c:pt idx="133">
                  <c:v>0.30641559236172644</c:v>
                </c:pt>
                <c:pt idx="134">
                  <c:v>0.26247242102513602</c:v>
                </c:pt>
                <c:pt idx="135">
                  <c:v>0.26232322891763199</c:v>
                </c:pt>
                <c:pt idx="136">
                  <c:v>0.26232322891763199</c:v>
                </c:pt>
                <c:pt idx="137">
                  <c:v>0.1931798913236967</c:v>
                </c:pt>
                <c:pt idx="138">
                  <c:v>0.22914742259420434</c:v>
                </c:pt>
                <c:pt idx="139">
                  <c:v>0.20407660990880219</c:v>
                </c:pt>
                <c:pt idx="140">
                  <c:v>0.18764355995817586</c:v>
                </c:pt>
                <c:pt idx="141">
                  <c:v>0.2238872135619516</c:v>
                </c:pt>
                <c:pt idx="142">
                  <c:v>0.32122402612001461</c:v>
                </c:pt>
                <c:pt idx="143">
                  <c:v>0.34307700444970379</c:v>
                </c:pt>
                <c:pt idx="144">
                  <c:v>0.34303969168913079</c:v>
                </c:pt>
                <c:pt idx="145">
                  <c:v>0.31440034261436189</c:v>
                </c:pt>
                <c:pt idx="146">
                  <c:v>0.36543320460755224</c:v>
                </c:pt>
                <c:pt idx="147">
                  <c:v>0.38400936708573585</c:v>
                </c:pt>
                <c:pt idx="148">
                  <c:v>0.36033789770283325</c:v>
                </c:pt>
                <c:pt idx="149">
                  <c:v>0.27485742228516102</c:v>
                </c:pt>
                <c:pt idx="150">
                  <c:v>0.33691055631393624</c:v>
                </c:pt>
                <c:pt idx="151">
                  <c:v>0.30831604608005586</c:v>
                </c:pt>
                <c:pt idx="152">
                  <c:v>0.23676117392553889</c:v>
                </c:pt>
                <c:pt idx="153">
                  <c:v>0.23671874324760347</c:v>
                </c:pt>
                <c:pt idx="154">
                  <c:v>0.20585084911050922</c:v>
                </c:pt>
                <c:pt idx="155">
                  <c:v>0.20580376248650398</c:v>
                </c:pt>
                <c:pt idx="156">
                  <c:v>0.18277167291557561</c:v>
                </c:pt>
                <c:pt idx="157">
                  <c:v>0.1995598708648329</c:v>
                </c:pt>
                <c:pt idx="158">
                  <c:v>0.23136337362836862</c:v>
                </c:pt>
                <c:pt idx="159">
                  <c:v>0.23169665097660838</c:v>
                </c:pt>
                <c:pt idx="160">
                  <c:v>0.29474577349870773</c:v>
                </c:pt>
                <c:pt idx="161">
                  <c:v>0.31761815233915819</c:v>
                </c:pt>
                <c:pt idx="162">
                  <c:v>0.28995938501376983</c:v>
                </c:pt>
                <c:pt idx="163">
                  <c:v>0.25704564753531173</c:v>
                </c:pt>
                <c:pt idx="164">
                  <c:v>0.25682661220400127</c:v>
                </c:pt>
                <c:pt idx="165">
                  <c:v>0.2862432263746571</c:v>
                </c:pt>
                <c:pt idx="166">
                  <c:v>0.25311362033574425</c:v>
                </c:pt>
                <c:pt idx="167">
                  <c:v>0.28618346079129836</c:v>
                </c:pt>
                <c:pt idx="168">
                  <c:v>0.2529912660652664</c:v>
                </c:pt>
                <c:pt idx="169">
                  <c:v>0.22226173892798851</c:v>
                </c:pt>
                <c:pt idx="170">
                  <c:v>0.25193488777281597</c:v>
                </c:pt>
                <c:pt idx="171">
                  <c:v>0.28486963190417852</c:v>
                </c:pt>
                <c:pt idx="172">
                  <c:v>0.2847162826216843</c:v>
                </c:pt>
                <c:pt idx="173">
                  <c:v>0.28231972736522121</c:v>
                </c:pt>
                <c:pt idx="174">
                  <c:v>0.33562728951290161</c:v>
                </c:pt>
                <c:pt idx="175">
                  <c:v>0.33564994150270799</c:v>
                </c:pt>
                <c:pt idx="176">
                  <c:v>0.35800907395487891</c:v>
                </c:pt>
                <c:pt idx="177">
                  <c:v>0.35811856180138385</c:v>
                </c:pt>
                <c:pt idx="178">
                  <c:v>0.35629539343759348</c:v>
                </c:pt>
                <c:pt idx="179">
                  <c:v>0.33276240912323568</c:v>
                </c:pt>
                <c:pt idx="180">
                  <c:v>0.33298320890646194</c:v>
                </c:pt>
                <c:pt idx="181">
                  <c:v>0.35629539343759348</c:v>
                </c:pt>
                <c:pt idx="182">
                  <c:v>0.38510975967739758</c:v>
                </c:pt>
                <c:pt idx="183">
                  <c:v>0.32741444023701044</c:v>
                </c:pt>
                <c:pt idx="184">
                  <c:v>0.35110266556174058</c:v>
                </c:pt>
                <c:pt idx="185">
                  <c:v>0.35110266556174058</c:v>
                </c:pt>
                <c:pt idx="186">
                  <c:v>0.35114526360131104</c:v>
                </c:pt>
                <c:pt idx="187">
                  <c:v>0.3199331729306169</c:v>
                </c:pt>
                <c:pt idx="188">
                  <c:v>0.34372390880739873</c:v>
                </c:pt>
                <c:pt idx="189">
                  <c:v>0.37842109522047007</c:v>
                </c:pt>
                <c:pt idx="190">
                  <c:v>0.37842109522047007</c:v>
                </c:pt>
                <c:pt idx="191">
                  <c:v>0.37165910285507714</c:v>
                </c:pt>
                <c:pt idx="192">
                  <c:v>0.3711734763292962</c:v>
                </c:pt>
                <c:pt idx="193">
                  <c:v>0.31262849116425834</c:v>
                </c:pt>
                <c:pt idx="194">
                  <c:v>0.31284206209860954</c:v>
                </c:pt>
                <c:pt idx="195">
                  <c:v>0.32898554801574148</c:v>
                </c:pt>
                <c:pt idx="196">
                  <c:v>0.36357043577417181</c:v>
                </c:pt>
                <c:pt idx="197">
                  <c:v>0.43716239568675586</c:v>
                </c:pt>
                <c:pt idx="198">
                  <c:v>0.46855719956108682</c:v>
                </c:pt>
                <c:pt idx="199">
                  <c:v>0.43709492816271001</c:v>
                </c:pt>
                <c:pt idx="200">
                  <c:v>0.38755454680533724</c:v>
                </c:pt>
                <c:pt idx="201">
                  <c:v>0.3876856076600298</c:v>
                </c:pt>
                <c:pt idx="202">
                  <c:v>0.43020815046617</c:v>
                </c:pt>
                <c:pt idx="203">
                  <c:v>0.43039904065227119</c:v>
                </c:pt>
                <c:pt idx="204">
                  <c:v>0.45628100373039499</c:v>
                </c:pt>
                <c:pt idx="205">
                  <c:v>0.45567894153433269</c:v>
                </c:pt>
                <c:pt idx="206">
                  <c:v>0.49932545547497792</c:v>
                </c:pt>
                <c:pt idx="207">
                  <c:v>0.49889277729006254</c:v>
                </c:pt>
                <c:pt idx="208">
                  <c:v>0.45623015728134225</c:v>
                </c:pt>
                <c:pt idx="209">
                  <c:v>0.52521506611823021</c:v>
                </c:pt>
                <c:pt idx="210">
                  <c:v>0.59589441419972755</c:v>
                </c:pt>
                <c:pt idx="211">
                  <c:v>0.59596808480105368</c:v>
                </c:pt>
                <c:pt idx="212">
                  <c:v>0.59589441419972755</c:v>
                </c:pt>
                <c:pt idx="213">
                  <c:v>0.59044174111366599</c:v>
                </c:pt>
                <c:pt idx="214">
                  <c:v>0.56093530260459656</c:v>
                </c:pt>
                <c:pt idx="215">
                  <c:v>0.51672469270397592</c:v>
                </c:pt>
                <c:pt idx="216">
                  <c:v>0.48350846650958634</c:v>
                </c:pt>
                <c:pt idx="217">
                  <c:v>0.50718342258638915</c:v>
                </c:pt>
                <c:pt idx="218">
                  <c:v>0.43124435584172754</c:v>
                </c:pt>
                <c:pt idx="219">
                  <c:v>0.50666988212578556</c:v>
                </c:pt>
                <c:pt idx="220">
                  <c:v>0.55138762509375627</c:v>
                </c:pt>
                <c:pt idx="221">
                  <c:v>0.53682243639344718</c:v>
                </c:pt>
                <c:pt idx="222">
                  <c:v>0.56624534907007407</c:v>
                </c:pt>
                <c:pt idx="223">
                  <c:v>0.5369178318662613</c:v>
                </c:pt>
                <c:pt idx="224">
                  <c:v>0.56669393867683882</c:v>
                </c:pt>
              </c:numCache>
            </c:numRef>
          </c:val>
          <c:smooth val="0"/>
        </c:ser>
        <c:ser>
          <c:idx val="5"/>
          <c:order val="4"/>
          <c:tx>
            <c:strRef>
              <c:f>PoolRefinancible!$H$2</c:f>
              <c:strCache>
                <c:ptCount val="1"/>
                <c:pt idx="0">
                  <c:v>Time-Dependent LLPA</c:v>
                </c:pt>
              </c:strCache>
            </c:strRef>
          </c:tx>
          <c:spPr>
            <a:ln w="19050">
              <a:solidFill>
                <a:srgbClr val="F6D6E3"/>
              </a:solidFill>
            </a:ln>
          </c:spPr>
          <c:marker>
            <c:symbol val="none"/>
          </c:marker>
          <c:cat>
            <c:numRef>
              <c:f>PoolRefinancible!$B$3:$B$227</c:f>
              <c:numCache>
                <c:formatCode>m/d/yyyy</c:formatCode>
                <c:ptCount val="225"/>
                <c:pt idx="0">
                  <c:v>40549</c:v>
                </c:pt>
                <c:pt idx="1">
                  <c:v>40556</c:v>
                </c:pt>
                <c:pt idx="2">
                  <c:v>40563</c:v>
                </c:pt>
                <c:pt idx="3">
                  <c:v>40570</c:v>
                </c:pt>
                <c:pt idx="4">
                  <c:v>40577</c:v>
                </c:pt>
                <c:pt idx="5">
                  <c:v>40584</c:v>
                </c:pt>
                <c:pt idx="6">
                  <c:v>40591</c:v>
                </c:pt>
                <c:pt idx="7">
                  <c:v>40598</c:v>
                </c:pt>
                <c:pt idx="8">
                  <c:v>40605</c:v>
                </c:pt>
                <c:pt idx="9">
                  <c:v>40612</c:v>
                </c:pt>
                <c:pt idx="10">
                  <c:v>40619</c:v>
                </c:pt>
                <c:pt idx="11">
                  <c:v>40626</c:v>
                </c:pt>
                <c:pt idx="12">
                  <c:v>40633</c:v>
                </c:pt>
                <c:pt idx="13">
                  <c:v>40640</c:v>
                </c:pt>
                <c:pt idx="14">
                  <c:v>40647</c:v>
                </c:pt>
                <c:pt idx="15">
                  <c:v>40654</c:v>
                </c:pt>
                <c:pt idx="16">
                  <c:v>40661</c:v>
                </c:pt>
                <c:pt idx="17">
                  <c:v>40668</c:v>
                </c:pt>
                <c:pt idx="18">
                  <c:v>40675</c:v>
                </c:pt>
                <c:pt idx="19">
                  <c:v>40682</c:v>
                </c:pt>
                <c:pt idx="20">
                  <c:v>40689</c:v>
                </c:pt>
                <c:pt idx="21">
                  <c:v>40696</c:v>
                </c:pt>
                <c:pt idx="22">
                  <c:v>40703</c:v>
                </c:pt>
                <c:pt idx="23">
                  <c:v>40710</c:v>
                </c:pt>
                <c:pt idx="24">
                  <c:v>40717</c:v>
                </c:pt>
                <c:pt idx="25">
                  <c:v>40724</c:v>
                </c:pt>
                <c:pt idx="26">
                  <c:v>40731</c:v>
                </c:pt>
                <c:pt idx="27">
                  <c:v>40738</c:v>
                </c:pt>
                <c:pt idx="28">
                  <c:v>40745</c:v>
                </c:pt>
                <c:pt idx="29">
                  <c:v>40752</c:v>
                </c:pt>
                <c:pt idx="30">
                  <c:v>40759</c:v>
                </c:pt>
                <c:pt idx="31">
                  <c:v>40766</c:v>
                </c:pt>
                <c:pt idx="32">
                  <c:v>40773</c:v>
                </c:pt>
                <c:pt idx="33">
                  <c:v>40780</c:v>
                </c:pt>
                <c:pt idx="34">
                  <c:v>40787</c:v>
                </c:pt>
                <c:pt idx="35">
                  <c:v>40794</c:v>
                </c:pt>
                <c:pt idx="36">
                  <c:v>40801</c:v>
                </c:pt>
                <c:pt idx="37">
                  <c:v>40808</c:v>
                </c:pt>
                <c:pt idx="38">
                  <c:v>40815</c:v>
                </c:pt>
                <c:pt idx="39">
                  <c:v>40822</c:v>
                </c:pt>
                <c:pt idx="40">
                  <c:v>40829</c:v>
                </c:pt>
                <c:pt idx="41">
                  <c:v>40836</c:v>
                </c:pt>
                <c:pt idx="42">
                  <c:v>40843</c:v>
                </c:pt>
                <c:pt idx="43">
                  <c:v>40850</c:v>
                </c:pt>
                <c:pt idx="44">
                  <c:v>40857</c:v>
                </c:pt>
                <c:pt idx="45">
                  <c:v>40864</c:v>
                </c:pt>
                <c:pt idx="46">
                  <c:v>40870</c:v>
                </c:pt>
                <c:pt idx="47">
                  <c:v>40878</c:v>
                </c:pt>
                <c:pt idx="48">
                  <c:v>40885</c:v>
                </c:pt>
                <c:pt idx="49">
                  <c:v>40892</c:v>
                </c:pt>
                <c:pt idx="50">
                  <c:v>40899</c:v>
                </c:pt>
                <c:pt idx="51">
                  <c:v>40906</c:v>
                </c:pt>
                <c:pt idx="52">
                  <c:v>40913</c:v>
                </c:pt>
                <c:pt idx="53">
                  <c:v>40920</c:v>
                </c:pt>
                <c:pt idx="54">
                  <c:v>40927</c:v>
                </c:pt>
                <c:pt idx="55">
                  <c:v>40934</c:v>
                </c:pt>
                <c:pt idx="56">
                  <c:v>40941</c:v>
                </c:pt>
                <c:pt idx="57">
                  <c:v>40948</c:v>
                </c:pt>
                <c:pt idx="58">
                  <c:v>40955</c:v>
                </c:pt>
                <c:pt idx="59">
                  <c:v>40962</c:v>
                </c:pt>
                <c:pt idx="60">
                  <c:v>40969</c:v>
                </c:pt>
                <c:pt idx="61">
                  <c:v>40976</c:v>
                </c:pt>
                <c:pt idx="62">
                  <c:v>40983</c:v>
                </c:pt>
                <c:pt idx="63">
                  <c:v>40990</c:v>
                </c:pt>
                <c:pt idx="64">
                  <c:v>40997</c:v>
                </c:pt>
                <c:pt idx="65">
                  <c:v>41004</c:v>
                </c:pt>
                <c:pt idx="66">
                  <c:v>41011</c:v>
                </c:pt>
                <c:pt idx="67">
                  <c:v>41018</c:v>
                </c:pt>
                <c:pt idx="68">
                  <c:v>41025</c:v>
                </c:pt>
                <c:pt idx="69">
                  <c:v>41032</c:v>
                </c:pt>
                <c:pt idx="70">
                  <c:v>41039</c:v>
                </c:pt>
                <c:pt idx="71">
                  <c:v>41046</c:v>
                </c:pt>
                <c:pt idx="72">
                  <c:v>41053</c:v>
                </c:pt>
                <c:pt idx="73">
                  <c:v>41060</c:v>
                </c:pt>
                <c:pt idx="74">
                  <c:v>41067</c:v>
                </c:pt>
                <c:pt idx="75">
                  <c:v>41074</c:v>
                </c:pt>
                <c:pt idx="76">
                  <c:v>41081</c:v>
                </c:pt>
                <c:pt idx="77">
                  <c:v>41088</c:v>
                </c:pt>
                <c:pt idx="78">
                  <c:v>41095</c:v>
                </c:pt>
                <c:pt idx="79">
                  <c:v>41102</c:v>
                </c:pt>
                <c:pt idx="80">
                  <c:v>41109</c:v>
                </c:pt>
                <c:pt idx="81">
                  <c:v>41116</c:v>
                </c:pt>
                <c:pt idx="82">
                  <c:v>41123</c:v>
                </c:pt>
                <c:pt idx="83">
                  <c:v>41130</c:v>
                </c:pt>
                <c:pt idx="84">
                  <c:v>41137</c:v>
                </c:pt>
                <c:pt idx="85">
                  <c:v>41144</c:v>
                </c:pt>
                <c:pt idx="86">
                  <c:v>41151</c:v>
                </c:pt>
                <c:pt idx="87">
                  <c:v>41158</c:v>
                </c:pt>
                <c:pt idx="88">
                  <c:v>41165</c:v>
                </c:pt>
                <c:pt idx="89">
                  <c:v>41172</c:v>
                </c:pt>
                <c:pt idx="90">
                  <c:v>41179</c:v>
                </c:pt>
                <c:pt idx="91">
                  <c:v>41186</c:v>
                </c:pt>
                <c:pt idx="92">
                  <c:v>41193</c:v>
                </c:pt>
                <c:pt idx="93">
                  <c:v>41200</c:v>
                </c:pt>
                <c:pt idx="94">
                  <c:v>41207</c:v>
                </c:pt>
                <c:pt idx="95">
                  <c:v>41214</c:v>
                </c:pt>
                <c:pt idx="96">
                  <c:v>41221</c:v>
                </c:pt>
                <c:pt idx="97">
                  <c:v>41228</c:v>
                </c:pt>
                <c:pt idx="98">
                  <c:v>41234</c:v>
                </c:pt>
                <c:pt idx="99">
                  <c:v>41242</c:v>
                </c:pt>
                <c:pt idx="100">
                  <c:v>41249</c:v>
                </c:pt>
                <c:pt idx="101">
                  <c:v>41256</c:v>
                </c:pt>
                <c:pt idx="102">
                  <c:v>41263</c:v>
                </c:pt>
                <c:pt idx="103">
                  <c:v>41270</c:v>
                </c:pt>
                <c:pt idx="104">
                  <c:v>41277</c:v>
                </c:pt>
                <c:pt idx="105">
                  <c:v>41284</c:v>
                </c:pt>
                <c:pt idx="106">
                  <c:v>41291</c:v>
                </c:pt>
                <c:pt idx="107">
                  <c:v>41298</c:v>
                </c:pt>
                <c:pt idx="108">
                  <c:v>41305</c:v>
                </c:pt>
                <c:pt idx="109">
                  <c:v>41312</c:v>
                </c:pt>
                <c:pt idx="110">
                  <c:v>41319</c:v>
                </c:pt>
                <c:pt idx="111">
                  <c:v>41326</c:v>
                </c:pt>
                <c:pt idx="112">
                  <c:v>41333</c:v>
                </c:pt>
                <c:pt idx="113">
                  <c:v>41340</c:v>
                </c:pt>
                <c:pt idx="114">
                  <c:v>41347</c:v>
                </c:pt>
                <c:pt idx="115">
                  <c:v>41354</c:v>
                </c:pt>
                <c:pt idx="116">
                  <c:v>41361</c:v>
                </c:pt>
                <c:pt idx="117">
                  <c:v>41368</c:v>
                </c:pt>
                <c:pt idx="118">
                  <c:v>41375</c:v>
                </c:pt>
                <c:pt idx="119">
                  <c:v>41382</c:v>
                </c:pt>
                <c:pt idx="120">
                  <c:v>41389</c:v>
                </c:pt>
                <c:pt idx="121">
                  <c:v>41396</c:v>
                </c:pt>
                <c:pt idx="122">
                  <c:v>41403</c:v>
                </c:pt>
                <c:pt idx="123">
                  <c:v>41410</c:v>
                </c:pt>
                <c:pt idx="124">
                  <c:v>41417</c:v>
                </c:pt>
                <c:pt idx="125">
                  <c:v>41424</c:v>
                </c:pt>
                <c:pt idx="126">
                  <c:v>41431</c:v>
                </c:pt>
                <c:pt idx="127">
                  <c:v>41438</c:v>
                </c:pt>
                <c:pt idx="128">
                  <c:v>41445</c:v>
                </c:pt>
                <c:pt idx="129">
                  <c:v>41452</c:v>
                </c:pt>
                <c:pt idx="130">
                  <c:v>41458</c:v>
                </c:pt>
                <c:pt idx="131">
                  <c:v>41466</c:v>
                </c:pt>
                <c:pt idx="132">
                  <c:v>41473</c:v>
                </c:pt>
                <c:pt idx="133">
                  <c:v>41480</c:v>
                </c:pt>
                <c:pt idx="134">
                  <c:v>41487</c:v>
                </c:pt>
                <c:pt idx="135">
                  <c:v>41494</c:v>
                </c:pt>
                <c:pt idx="136">
                  <c:v>41501</c:v>
                </c:pt>
                <c:pt idx="137">
                  <c:v>41508</c:v>
                </c:pt>
                <c:pt idx="138">
                  <c:v>41515</c:v>
                </c:pt>
                <c:pt idx="139">
                  <c:v>41522</c:v>
                </c:pt>
                <c:pt idx="140">
                  <c:v>41529</c:v>
                </c:pt>
                <c:pt idx="141">
                  <c:v>41536</c:v>
                </c:pt>
                <c:pt idx="142">
                  <c:v>41543</c:v>
                </c:pt>
                <c:pt idx="143">
                  <c:v>41550</c:v>
                </c:pt>
                <c:pt idx="144">
                  <c:v>41557</c:v>
                </c:pt>
                <c:pt idx="145">
                  <c:v>41564</c:v>
                </c:pt>
                <c:pt idx="146">
                  <c:v>41571</c:v>
                </c:pt>
                <c:pt idx="147">
                  <c:v>41578</c:v>
                </c:pt>
                <c:pt idx="148">
                  <c:v>41585</c:v>
                </c:pt>
                <c:pt idx="149">
                  <c:v>41592</c:v>
                </c:pt>
                <c:pt idx="150">
                  <c:v>41599</c:v>
                </c:pt>
                <c:pt idx="151">
                  <c:v>41605</c:v>
                </c:pt>
                <c:pt idx="152">
                  <c:v>41613</c:v>
                </c:pt>
                <c:pt idx="153">
                  <c:v>41620</c:v>
                </c:pt>
                <c:pt idx="154">
                  <c:v>41627</c:v>
                </c:pt>
                <c:pt idx="155">
                  <c:v>41634</c:v>
                </c:pt>
                <c:pt idx="156">
                  <c:v>41641</c:v>
                </c:pt>
                <c:pt idx="157">
                  <c:v>41648</c:v>
                </c:pt>
                <c:pt idx="158">
                  <c:v>41655</c:v>
                </c:pt>
                <c:pt idx="159">
                  <c:v>41662</c:v>
                </c:pt>
                <c:pt idx="160">
                  <c:v>41669</c:v>
                </c:pt>
                <c:pt idx="161">
                  <c:v>41676</c:v>
                </c:pt>
                <c:pt idx="162">
                  <c:v>41683</c:v>
                </c:pt>
                <c:pt idx="163">
                  <c:v>41690</c:v>
                </c:pt>
                <c:pt idx="164">
                  <c:v>41697</c:v>
                </c:pt>
                <c:pt idx="165">
                  <c:v>41704</c:v>
                </c:pt>
                <c:pt idx="166">
                  <c:v>41711</c:v>
                </c:pt>
                <c:pt idx="167">
                  <c:v>41718</c:v>
                </c:pt>
                <c:pt idx="168">
                  <c:v>41725</c:v>
                </c:pt>
                <c:pt idx="169">
                  <c:v>41732</c:v>
                </c:pt>
                <c:pt idx="170">
                  <c:v>41739</c:v>
                </c:pt>
                <c:pt idx="171">
                  <c:v>41746</c:v>
                </c:pt>
                <c:pt idx="172">
                  <c:v>41753</c:v>
                </c:pt>
                <c:pt idx="173">
                  <c:v>41760</c:v>
                </c:pt>
                <c:pt idx="174">
                  <c:v>41767</c:v>
                </c:pt>
                <c:pt idx="175">
                  <c:v>41774</c:v>
                </c:pt>
                <c:pt idx="176">
                  <c:v>41781</c:v>
                </c:pt>
                <c:pt idx="177">
                  <c:v>41788</c:v>
                </c:pt>
                <c:pt idx="178">
                  <c:v>41795</c:v>
                </c:pt>
                <c:pt idx="179">
                  <c:v>41802</c:v>
                </c:pt>
                <c:pt idx="180">
                  <c:v>41809</c:v>
                </c:pt>
                <c:pt idx="181">
                  <c:v>41816</c:v>
                </c:pt>
                <c:pt idx="182">
                  <c:v>41823</c:v>
                </c:pt>
                <c:pt idx="183">
                  <c:v>41830</c:v>
                </c:pt>
                <c:pt idx="184">
                  <c:v>41837</c:v>
                </c:pt>
                <c:pt idx="185">
                  <c:v>41844</c:v>
                </c:pt>
                <c:pt idx="186">
                  <c:v>41851</c:v>
                </c:pt>
                <c:pt idx="187">
                  <c:v>41858</c:v>
                </c:pt>
                <c:pt idx="188">
                  <c:v>41865</c:v>
                </c:pt>
                <c:pt idx="189">
                  <c:v>41872</c:v>
                </c:pt>
                <c:pt idx="190">
                  <c:v>41879</c:v>
                </c:pt>
                <c:pt idx="191">
                  <c:v>41886</c:v>
                </c:pt>
                <c:pt idx="192">
                  <c:v>41893</c:v>
                </c:pt>
                <c:pt idx="193">
                  <c:v>41900</c:v>
                </c:pt>
                <c:pt idx="194">
                  <c:v>41907</c:v>
                </c:pt>
                <c:pt idx="195">
                  <c:v>41914</c:v>
                </c:pt>
                <c:pt idx="196">
                  <c:v>41921</c:v>
                </c:pt>
                <c:pt idx="197">
                  <c:v>41928</c:v>
                </c:pt>
                <c:pt idx="198">
                  <c:v>41935</c:v>
                </c:pt>
                <c:pt idx="199">
                  <c:v>41942</c:v>
                </c:pt>
                <c:pt idx="200">
                  <c:v>41949</c:v>
                </c:pt>
                <c:pt idx="201">
                  <c:v>41956</c:v>
                </c:pt>
                <c:pt idx="202">
                  <c:v>41963</c:v>
                </c:pt>
                <c:pt idx="203">
                  <c:v>41969</c:v>
                </c:pt>
                <c:pt idx="204">
                  <c:v>41977</c:v>
                </c:pt>
                <c:pt idx="205">
                  <c:v>41984</c:v>
                </c:pt>
                <c:pt idx="206">
                  <c:v>41991</c:v>
                </c:pt>
                <c:pt idx="207">
                  <c:v>41997</c:v>
                </c:pt>
                <c:pt idx="208">
                  <c:v>42004</c:v>
                </c:pt>
                <c:pt idx="209">
                  <c:v>42012</c:v>
                </c:pt>
                <c:pt idx="210">
                  <c:v>42019</c:v>
                </c:pt>
                <c:pt idx="211">
                  <c:v>42026</c:v>
                </c:pt>
                <c:pt idx="212">
                  <c:v>42033</c:v>
                </c:pt>
                <c:pt idx="213">
                  <c:v>42040</c:v>
                </c:pt>
                <c:pt idx="214">
                  <c:v>42047</c:v>
                </c:pt>
                <c:pt idx="215">
                  <c:v>42054</c:v>
                </c:pt>
                <c:pt idx="216">
                  <c:v>42061</c:v>
                </c:pt>
                <c:pt idx="217">
                  <c:v>42068</c:v>
                </c:pt>
                <c:pt idx="218">
                  <c:v>42075</c:v>
                </c:pt>
                <c:pt idx="219">
                  <c:v>42082</c:v>
                </c:pt>
                <c:pt idx="220">
                  <c:v>42089</c:v>
                </c:pt>
                <c:pt idx="221">
                  <c:v>42096</c:v>
                </c:pt>
                <c:pt idx="222">
                  <c:v>42103</c:v>
                </c:pt>
                <c:pt idx="223">
                  <c:v>42110</c:v>
                </c:pt>
                <c:pt idx="224">
                  <c:v>42117</c:v>
                </c:pt>
              </c:numCache>
            </c:numRef>
          </c:cat>
          <c:val>
            <c:numRef>
              <c:f>PoolRefinancible!$H$3:$H$227</c:f>
              <c:numCache>
                <c:formatCode>0%</c:formatCode>
                <c:ptCount val="225"/>
                <c:pt idx="0">
                  <c:v>0.29339129549199244</c:v>
                </c:pt>
                <c:pt idx="1">
                  <c:v>0.31216038149568309</c:v>
                </c:pt>
                <c:pt idx="2">
                  <c:v>0.29352345631455612</c:v>
                </c:pt>
                <c:pt idx="3">
                  <c:v>0.29337181673036272</c:v>
                </c:pt>
                <c:pt idx="4">
                  <c:v>0.25001180569005516</c:v>
                </c:pt>
                <c:pt idx="5">
                  <c:v>0.20884941022700101</c:v>
                </c:pt>
                <c:pt idx="6">
                  <c:v>0.21937474831597803</c:v>
                </c:pt>
                <c:pt idx="7">
                  <c:v>0.23756924071282229</c:v>
                </c:pt>
                <c:pt idx="8">
                  <c:v>0.23580697378092402</c:v>
                </c:pt>
                <c:pt idx="9">
                  <c:v>0.23575738208426369</c:v>
                </c:pt>
                <c:pt idx="10">
                  <c:v>0.27772990136821168</c:v>
                </c:pt>
                <c:pt idx="11">
                  <c:v>0.26081219543552103</c:v>
                </c:pt>
                <c:pt idx="12">
                  <c:v>0.23582915359045858</c:v>
                </c:pt>
                <c:pt idx="13">
                  <c:v>0.23398840657953646</c:v>
                </c:pt>
                <c:pt idx="14">
                  <c:v>0.23392925226898756</c:v>
                </c:pt>
                <c:pt idx="15">
                  <c:v>0.25931046586102646</c:v>
                </c:pt>
                <c:pt idx="16">
                  <c:v>0.25939108420754325</c:v>
                </c:pt>
                <c:pt idx="17">
                  <c:v>0.2767705840929231</c:v>
                </c:pt>
                <c:pt idx="18">
                  <c:v>0.33101736528723608</c:v>
                </c:pt>
                <c:pt idx="19">
                  <c:v>0.33118276104512157</c:v>
                </c:pt>
                <c:pt idx="20">
                  <c:v>0.33125092721379307</c:v>
                </c:pt>
                <c:pt idx="21">
                  <c:v>0.3691835869311077</c:v>
                </c:pt>
                <c:pt idx="22">
                  <c:v>0.39508524505835663</c:v>
                </c:pt>
                <c:pt idx="23">
                  <c:v>0.39503378326956207</c:v>
                </c:pt>
                <c:pt idx="24">
                  <c:v>0.3691835869311077</c:v>
                </c:pt>
                <c:pt idx="25">
                  <c:v>0.39407405863936062</c:v>
                </c:pt>
                <c:pt idx="26">
                  <c:v>0.32953309642129813</c:v>
                </c:pt>
                <c:pt idx="27">
                  <c:v>0.39198068984469925</c:v>
                </c:pt>
                <c:pt idx="28">
                  <c:v>0.36688328154710265</c:v>
                </c:pt>
                <c:pt idx="29">
                  <c:v>0.36550585923079215</c:v>
                </c:pt>
                <c:pt idx="30">
                  <c:v>0.45050394711351643</c:v>
                </c:pt>
                <c:pt idx="31">
                  <c:v>0.57202234451964995</c:v>
                </c:pt>
                <c:pt idx="32">
                  <c:v>0.66665601955240716</c:v>
                </c:pt>
                <c:pt idx="33">
                  <c:v>0.61340669597098385</c:v>
                </c:pt>
                <c:pt idx="34">
                  <c:v>0.61043584134215234</c:v>
                </c:pt>
                <c:pt idx="35">
                  <c:v>0.68911896233120773</c:v>
                </c:pt>
                <c:pt idx="36">
                  <c:v>0.68921930805544263</c:v>
                </c:pt>
                <c:pt idx="37">
                  <c:v>0.68921930805544263</c:v>
                </c:pt>
                <c:pt idx="38">
                  <c:v>0.74085165408919718</c:v>
                </c:pt>
                <c:pt idx="39">
                  <c:v>0.7283352335565505</c:v>
                </c:pt>
                <c:pt idx="40">
                  <c:v>0.65022815919416987</c:v>
                </c:pt>
                <c:pt idx="41">
                  <c:v>0.67496554048719415</c:v>
                </c:pt>
                <c:pt idx="42">
                  <c:v>0.67510900125173667</c:v>
                </c:pt>
                <c:pt idx="43">
                  <c:v>0.71321272785210488</c:v>
                </c:pt>
                <c:pt idx="44">
                  <c:v>0.71323324235131957</c:v>
                </c:pt>
                <c:pt idx="45">
                  <c:v>0.71321272785210488</c:v>
                </c:pt>
                <c:pt idx="46">
                  <c:v>0.71325364250112233</c:v>
                </c:pt>
                <c:pt idx="47">
                  <c:v>0.69921469866784125</c:v>
                </c:pt>
                <c:pt idx="48">
                  <c:v>0.69923497192416595</c:v>
                </c:pt>
                <c:pt idx="49">
                  <c:v>0.69928350198009037</c:v>
                </c:pt>
                <c:pt idx="50">
                  <c:v>0.73130536310420036</c:v>
                </c:pt>
                <c:pt idx="51">
                  <c:v>0.7311164441815301</c:v>
                </c:pt>
                <c:pt idx="52">
                  <c:v>0.71872246623497638</c:v>
                </c:pt>
                <c:pt idx="53">
                  <c:v>0.71892720085282324</c:v>
                </c:pt>
                <c:pt idx="54">
                  <c:v>0.71880362926806407</c:v>
                </c:pt>
                <c:pt idx="55">
                  <c:v>0.68591641414675153</c:v>
                </c:pt>
                <c:pt idx="56">
                  <c:v>0.70090674609623727</c:v>
                </c:pt>
                <c:pt idx="57">
                  <c:v>0.70090674609623727</c:v>
                </c:pt>
                <c:pt idx="58">
                  <c:v>0.70090674609623727</c:v>
                </c:pt>
                <c:pt idx="59">
                  <c:v>0.66768685957234042</c:v>
                </c:pt>
                <c:pt idx="60">
                  <c:v>0.68578772853860537</c:v>
                </c:pt>
                <c:pt idx="61">
                  <c:v>0.68585905113025258</c:v>
                </c:pt>
                <c:pt idx="62">
                  <c:v>0.68564931358979331</c:v>
                </c:pt>
                <c:pt idx="63">
                  <c:v>0.59885812506806924</c:v>
                </c:pt>
                <c:pt idx="64">
                  <c:v>0.65228379705075934</c:v>
                </c:pt>
                <c:pt idx="65">
                  <c:v>0.65610516867504221</c:v>
                </c:pt>
                <c:pt idx="66">
                  <c:v>0.70976914085945686</c:v>
                </c:pt>
                <c:pt idx="67">
                  <c:v>0.68977407029497229</c:v>
                </c:pt>
                <c:pt idx="68">
                  <c:v>0.70976914085945686</c:v>
                </c:pt>
                <c:pt idx="69">
                  <c:v>0.71778894613505184</c:v>
                </c:pt>
                <c:pt idx="70">
                  <c:v>0.71790603687606236</c:v>
                </c:pt>
                <c:pt idx="71">
                  <c:v>0.7511226293764568</c:v>
                </c:pt>
                <c:pt idx="72">
                  <c:v>0.75105035429874611</c:v>
                </c:pt>
                <c:pt idx="73">
                  <c:v>0.7512041517176814</c:v>
                </c:pt>
                <c:pt idx="74">
                  <c:v>0.79329641551681107</c:v>
                </c:pt>
                <c:pt idx="75">
                  <c:v>0.77022399573729294</c:v>
                </c:pt>
                <c:pt idx="76">
                  <c:v>0.79333577564121049</c:v>
                </c:pt>
                <c:pt idx="77">
                  <c:v>0.79333577564121049</c:v>
                </c:pt>
                <c:pt idx="78">
                  <c:v>0.78742350246505088</c:v>
                </c:pt>
                <c:pt idx="79">
                  <c:v>0.81997698463178614</c:v>
                </c:pt>
                <c:pt idx="80">
                  <c:v>0.82005106161314656</c:v>
                </c:pt>
                <c:pt idx="81">
                  <c:v>0.83574642345813432</c:v>
                </c:pt>
                <c:pt idx="82">
                  <c:v>0.80667448116643814</c:v>
                </c:pt>
                <c:pt idx="83">
                  <c:v>0.80661010872786376</c:v>
                </c:pt>
                <c:pt idx="84">
                  <c:v>0.7859411996742075</c:v>
                </c:pt>
                <c:pt idx="85">
                  <c:v>0.77233085778339827</c:v>
                </c:pt>
                <c:pt idx="86">
                  <c:v>0.80661010872786376</c:v>
                </c:pt>
                <c:pt idx="87">
                  <c:v>0.79385522628191763</c:v>
                </c:pt>
                <c:pt idx="88">
                  <c:v>0.79476488314048044</c:v>
                </c:pt>
                <c:pt idx="89">
                  <c:v>0.81215273598629645</c:v>
                </c:pt>
                <c:pt idx="90">
                  <c:v>0.86283075587771796</c:v>
                </c:pt>
                <c:pt idx="91">
                  <c:v>0.84379634926171598</c:v>
                </c:pt>
                <c:pt idx="92">
                  <c:v>0.82335914163118795</c:v>
                </c:pt>
                <c:pt idx="93">
                  <c:v>0.84345556360039442</c:v>
                </c:pt>
                <c:pt idx="94">
                  <c:v>0.82205123015040049</c:v>
                </c:pt>
                <c:pt idx="95">
                  <c:v>0.79712077418900507</c:v>
                </c:pt>
                <c:pt idx="96">
                  <c:v>0.79698536593342428</c:v>
                </c:pt>
                <c:pt idx="97">
                  <c:v>0.81850077597759319</c:v>
                </c:pt>
                <c:pt idx="98">
                  <c:v>0.84439089185574212</c:v>
                </c:pt>
                <c:pt idx="99">
                  <c:v>0.81849486720040165</c:v>
                </c:pt>
                <c:pt idx="100">
                  <c:v>0.80509322996926413</c:v>
                </c:pt>
                <c:pt idx="101">
                  <c:v>0.83135770301903678</c:v>
                </c:pt>
                <c:pt idx="102">
                  <c:v>0.80495713977092143</c:v>
                </c:pt>
                <c:pt idx="103">
                  <c:v>0.80507982737116601</c:v>
                </c:pt>
                <c:pt idx="104">
                  <c:v>0.78587704060014518</c:v>
                </c:pt>
                <c:pt idx="105">
                  <c:v>0.76318717011624149</c:v>
                </c:pt>
                <c:pt idx="106">
                  <c:v>0.785144217858876</c:v>
                </c:pt>
                <c:pt idx="107">
                  <c:v>0.76190943399436351</c:v>
                </c:pt>
                <c:pt idx="108">
                  <c:v>0.70861609938717229</c:v>
                </c:pt>
                <c:pt idx="109">
                  <c:v>0.6884953726397457</c:v>
                </c:pt>
                <c:pt idx="110">
                  <c:v>0.6884953726397457</c:v>
                </c:pt>
                <c:pt idx="111">
                  <c:v>0.66613472475485569</c:v>
                </c:pt>
                <c:pt idx="112">
                  <c:v>0.68856460743428471</c:v>
                </c:pt>
                <c:pt idx="113">
                  <c:v>0.66492754235269635</c:v>
                </c:pt>
                <c:pt idx="114">
                  <c:v>0.62785527997640145</c:v>
                </c:pt>
                <c:pt idx="115">
                  <c:v>0.66394223169170952</c:v>
                </c:pt>
                <c:pt idx="116">
                  <c:v>0.64182776636199401</c:v>
                </c:pt>
                <c:pt idx="117">
                  <c:v>0.64790815234902699</c:v>
                </c:pt>
                <c:pt idx="118">
                  <c:v>0.67093986203227984</c:v>
                </c:pt>
                <c:pt idx="119">
                  <c:v>0.70290697718981421</c:v>
                </c:pt>
                <c:pt idx="120">
                  <c:v>0.70281611264171606</c:v>
                </c:pt>
                <c:pt idx="121">
                  <c:v>0.72094528388633183</c:v>
                </c:pt>
                <c:pt idx="122">
                  <c:v>0.69246979917415841</c:v>
                </c:pt>
                <c:pt idx="123">
                  <c:v>0.65667808288144003</c:v>
                </c:pt>
                <c:pt idx="124">
                  <c:v>0.61265051606608523</c:v>
                </c:pt>
                <c:pt idx="125">
                  <c:v>0.53483965838657976</c:v>
                </c:pt>
                <c:pt idx="126">
                  <c:v>0.49694449948610975</c:v>
                </c:pt>
                <c:pt idx="127">
                  <c:v>0.47397924667640279</c:v>
                </c:pt>
                <c:pt idx="128">
                  <c:v>0.47403756846371675</c:v>
                </c:pt>
                <c:pt idx="129">
                  <c:v>0.25403206756592833</c:v>
                </c:pt>
                <c:pt idx="130">
                  <c:v>0.34777149804179863</c:v>
                </c:pt>
                <c:pt idx="131">
                  <c:v>0.22534397246731291</c:v>
                </c:pt>
                <c:pt idx="132">
                  <c:v>0.31268318581252624</c:v>
                </c:pt>
                <c:pt idx="133">
                  <c:v>0.312913492244701</c:v>
                </c:pt>
                <c:pt idx="134">
                  <c:v>0.26851632698808114</c:v>
                </c:pt>
                <c:pt idx="135">
                  <c:v>0.26848961945490407</c:v>
                </c:pt>
                <c:pt idx="136">
                  <c:v>0.26848961945490407</c:v>
                </c:pt>
                <c:pt idx="137">
                  <c:v>0.19897551419907808</c:v>
                </c:pt>
                <c:pt idx="138">
                  <c:v>0.2352153173287943</c:v>
                </c:pt>
                <c:pt idx="139">
                  <c:v>0.20985102278531986</c:v>
                </c:pt>
                <c:pt idx="140">
                  <c:v>0.1933013159773479</c:v>
                </c:pt>
                <c:pt idx="141">
                  <c:v>0.22981537322953327</c:v>
                </c:pt>
                <c:pt idx="142">
                  <c:v>0.32752583432106064</c:v>
                </c:pt>
                <c:pt idx="143">
                  <c:v>0.34934694100582447</c:v>
                </c:pt>
                <c:pt idx="144">
                  <c:v>0.34930953319751107</c:v>
                </c:pt>
                <c:pt idx="145">
                  <c:v>0.32051900820894169</c:v>
                </c:pt>
                <c:pt idx="146">
                  <c:v>0.37185328450087929</c:v>
                </c:pt>
                <c:pt idx="147">
                  <c:v>0.39063551189178952</c:v>
                </c:pt>
                <c:pt idx="148">
                  <c:v>0.36662430427029247</c:v>
                </c:pt>
                <c:pt idx="149">
                  <c:v>0.28071881128362103</c:v>
                </c:pt>
                <c:pt idx="150">
                  <c:v>0.34304694481314357</c:v>
                </c:pt>
                <c:pt idx="151">
                  <c:v>0.31428622705242126</c:v>
                </c:pt>
                <c:pt idx="152">
                  <c:v>0.24226678471994609</c:v>
                </c:pt>
                <c:pt idx="153">
                  <c:v>0.24222415354324153</c:v>
                </c:pt>
                <c:pt idx="154">
                  <c:v>0.20141162346005181</c:v>
                </c:pt>
                <c:pt idx="155">
                  <c:v>0.2013640996379655</c:v>
                </c:pt>
                <c:pt idx="156">
                  <c:v>0.17802959709068786</c:v>
                </c:pt>
                <c:pt idx="157">
                  <c:v>0.19750176495775237</c:v>
                </c:pt>
                <c:pt idx="158">
                  <c:v>0.22917295307652799</c:v>
                </c:pt>
                <c:pt idx="159">
                  <c:v>0.22951003472904788</c:v>
                </c:pt>
                <c:pt idx="160">
                  <c:v>0.29231353005395816</c:v>
                </c:pt>
                <c:pt idx="161">
                  <c:v>0.31520979957393219</c:v>
                </c:pt>
                <c:pt idx="162">
                  <c:v>0.28764958142832198</c:v>
                </c:pt>
                <c:pt idx="163">
                  <c:v>0.25489738506230836</c:v>
                </c:pt>
                <c:pt idx="164">
                  <c:v>0.25467923398674452</c:v>
                </c:pt>
                <c:pt idx="165">
                  <c:v>0.28397099180873842</c:v>
                </c:pt>
                <c:pt idx="166">
                  <c:v>0.25100221815672541</c:v>
                </c:pt>
                <c:pt idx="167">
                  <c:v>0.28391182536273768</c:v>
                </c:pt>
                <c:pt idx="168">
                  <c:v>0.25088103362043407</c:v>
                </c:pt>
                <c:pt idx="169">
                  <c:v>0.22052709973522447</c:v>
                </c:pt>
                <c:pt idx="170">
                  <c:v>0.25015107339443698</c:v>
                </c:pt>
                <c:pt idx="171">
                  <c:v>0.28299748708911909</c:v>
                </c:pt>
                <c:pt idx="172">
                  <c:v>0.28284593551814341</c:v>
                </c:pt>
                <c:pt idx="173">
                  <c:v>0.28069096324496473</c:v>
                </c:pt>
                <c:pt idx="174">
                  <c:v>0.33387849823041243</c:v>
                </c:pt>
                <c:pt idx="175">
                  <c:v>0.33390062435369622</c:v>
                </c:pt>
                <c:pt idx="176">
                  <c:v>0.35622497076114035</c:v>
                </c:pt>
                <c:pt idx="177">
                  <c:v>0.35633423706395456</c:v>
                </c:pt>
                <c:pt idx="178">
                  <c:v>0.35489250561464825</c:v>
                </c:pt>
                <c:pt idx="179">
                  <c:v>0.33139268056260768</c:v>
                </c:pt>
                <c:pt idx="180">
                  <c:v>0.33161272059622571</c:v>
                </c:pt>
                <c:pt idx="181">
                  <c:v>0.35489250561464825</c:v>
                </c:pt>
                <c:pt idx="182">
                  <c:v>0.38369257635845216</c:v>
                </c:pt>
                <c:pt idx="183">
                  <c:v>0.32616027597080055</c:v>
                </c:pt>
                <c:pt idx="184">
                  <c:v>0.34980501428845279</c:v>
                </c:pt>
                <c:pt idx="185">
                  <c:v>0.34980501428845279</c:v>
                </c:pt>
                <c:pt idx="186">
                  <c:v>0.34984761232802325</c:v>
                </c:pt>
                <c:pt idx="187">
                  <c:v>0.31880210030046374</c:v>
                </c:pt>
                <c:pt idx="188">
                  <c:v>0.34253304807104173</c:v>
                </c:pt>
                <c:pt idx="189">
                  <c:v>0.37707642116327283</c:v>
                </c:pt>
                <c:pt idx="190">
                  <c:v>0.37707642116327283</c:v>
                </c:pt>
                <c:pt idx="191">
                  <c:v>0.37038222757969602</c:v>
                </c:pt>
                <c:pt idx="192">
                  <c:v>0.36989684152089741</c:v>
                </c:pt>
                <c:pt idx="193">
                  <c:v>0.31156063649874671</c:v>
                </c:pt>
                <c:pt idx="194">
                  <c:v>0.31177385303472149</c:v>
                </c:pt>
                <c:pt idx="195">
                  <c:v>0.32780574578763855</c:v>
                </c:pt>
                <c:pt idx="196">
                  <c:v>0.36218729223083185</c:v>
                </c:pt>
                <c:pt idx="197">
                  <c:v>0.4353898175636014</c:v>
                </c:pt>
                <c:pt idx="198">
                  <c:v>0.46664485443170889</c:v>
                </c:pt>
                <c:pt idx="199">
                  <c:v>0.43532256207051467</c:v>
                </c:pt>
                <c:pt idx="200">
                  <c:v>0.38587687479746474</c:v>
                </c:pt>
                <c:pt idx="201">
                  <c:v>0.38600681959673633</c:v>
                </c:pt>
                <c:pt idx="202">
                  <c:v>0.42814045267369355</c:v>
                </c:pt>
                <c:pt idx="203">
                  <c:v>0.42832938632971174</c:v>
                </c:pt>
                <c:pt idx="204">
                  <c:v>0.45366657462074822</c:v>
                </c:pt>
                <c:pt idx="205">
                  <c:v>0.45307285506276335</c:v>
                </c:pt>
                <c:pt idx="206">
                  <c:v>0.49619277574154708</c:v>
                </c:pt>
                <c:pt idx="207">
                  <c:v>0.49576374351331026</c:v>
                </c:pt>
                <c:pt idx="208">
                  <c:v>0.45361652490457088</c:v>
                </c:pt>
                <c:pt idx="209">
                  <c:v>0.52521506611823021</c:v>
                </c:pt>
                <c:pt idx="210">
                  <c:v>0.59589441419972755</c:v>
                </c:pt>
                <c:pt idx="211">
                  <c:v>0.59596808480105368</c:v>
                </c:pt>
                <c:pt idx="212">
                  <c:v>0.59589441419972755</c:v>
                </c:pt>
                <c:pt idx="213">
                  <c:v>0.59044174111366599</c:v>
                </c:pt>
                <c:pt idx="214">
                  <c:v>0.56093530260459656</c:v>
                </c:pt>
                <c:pt idx="215">
                  <c:v>0.51672469270397592</c:v>
                </c:pt>
                <c:pt idx="216">
                  <c:v>0.48350846650958634</c:v>
                </c:pt>
                <c:pt idx="217">
                  <c:v>0.50718342258638915</c:v>
                </c:pt>
                <c:pt idx="218">
                  <c:v>0.43124435584172754</c:v>
                </c:pt>
                <c:pt idx="219">
                  <c:v>0.50666988212578556</c:v>
                </c:pt>
                <c:pt idx="220">
                  <c:v>0.55138762509375627</c:v>
                </c:pt>
                <c:pt idx="221">
                  <c:v>0.53682243639344718</c:v>
                </c:pt>
                <c:pt idx="222">
                  <c:v>0.56624534907007407</c:v>
                </c:pt>
                <c:pt idx="223">
                  <c:v>0.5369178318662613</c:v>
                </c:pt>
                <c:pt idx="224">
                  <c:v>0.56669393867683882</c:v>
                </c:pt>
              </c:numCache>
            </c:numRef>
          </c:val>
          <c:smooth val="0"/>
        </c:ser>
        <c:ser>
          <c:idx val="6"/>
          <c:order val="5"/>
          <c:tx>
            <c:strRef>
              <c:f>PoolRefinancible!$I$2</c:f>
              <c:strCache>
                <c:ptCount val="1"/>
                <c:pt idx="0">
                  <c:v>LLPA &amp; PMI</c:v>
                </c:pt>
              </c:strCache>
            </c:strRef>
          </c:tx>
          <c:spPr>
            <a:ln w="19050">
              <a:solidFill>
                <a:srgbClr val="AD275C"/>
              </a:solidFill>
            </a:ln>
          </c:spPr>
          <c:marker>
            <c:symbol val="none"/>
          </c:marker>
          <c:cat>
            <c:numRef>
              <c:f>PoolRefinancible!$B$3:$B$227</c:f>
              <c:numCache>
                <c:formatCode>m/d/yyyy</c:formatCode>
                <c:ptCount val="225"/>
                <c:pt idx="0">
                  <c:v>40549</c:v>
                </c:pt>
                <c:pt idx="1">
                  <c:v>40556</c:v>
                </c:pt>
                <c:pt idx="2">
                  <c:v>40563</c:v>
                </c:pt>
                <c:pt idx="3">
                  <c:v>40570</c:v>
                </c:pt>
                <c:pt idx="4">
                  <c:v>40577</c:v>
                </c:pt>
                <c:pt idx="5">
                  <c:v>40584</c:v>
                </c:pt>
                <c:pt idx="6">
                  <c:v>40591</c:v>
                </c:pt>
                <c:pt idx="7">
                  <c:v>40598</c:v>
                </c:pt>
                <c:pt idx="8">
                  <c:v>40605</c:v>
                </c:pt>
                <c:pt idx="9">
                  <c:v>40612</c:v>
                </c:pt>
                <c:pt idx="10">
                  <c:v>40619</c:v>
                </c:pt>
                <c:pt idx="11">
                  <c:v>40626</c:v>
                </c:pt>
                <c:pt idx="12">
                  <c:v>40633</c:v>
                </c:pt>
                <c:pt idx="13">
                  <c:v>40640</c:v>
                </c:pt>
                <c:pt idx="14">
                  <c:v>40647</c:v>
                </c:pt>
                <c:pt idx="15">
                  <c:v>40654</c:v>
                </c:pt>
                <c:pt idx="16">
                  <c:v>40661</c:v>
                </c:pt>
                <c:pt idx="17">
                  <c:v>40668</c:v>
                </c:pt>
                <c:pt idx="18">
                  <c:v>40675</c:v>
                </c:pt>
                <c:pt idx="19">
                  <c:v>40682</c:v>
                </c:pt>
                <c:pt idx="20">
                  <c:v>40689</c:v>
                </c:pt>
                <c:pt idx="21">
                  <c:v>40696</c:v>
                </c:pt>
                <c:pt idx="22">
                  <c:v>40703</c:v>
                </c:pt>
                <c:pt idx="23">
                  <c:v>40710</c:v>
                </c:pt>
                <c:pt idx="24">
                  <c:v>40717</c:v>
                </c:pt>
                <c:pt idx="25">
                  <c:v>40724</c:v>
                </c:pt>
                <c:pt idx="26">
                  <c:v>40731</c:v>
                </c:pt>
                <c:pt idx="27">
                  <c:v>40738</c:v>
                </c:pt>
                <c:pt idx="28">
                  <c:v>40745</c:v>
                </c:pt>
                <c:pt idx="29">
                  <c:v>40752</c:v>
                </c:pt>
                <c:pt idx="30">
                  <c:v>40759</c:v>
                </c:pt>
                <c:pt idx="31">
                  <c:v>40766</c:v>
                </c:pt>
                <c:pt idx="32">
                  <c:v>40773</c:v>
                </c:pt>
                <c:pt idx="33">
                  <c:v>40780</c:v>
                </c:pt>
                <c:pt idx="34">
                  <c:v>40787</c:v>
                </c:pt>
                <c:pt idx="35">
                  <c:v>40794</c:v>
                </c:pt>
                <c:pt idx="36">
                  <c:v>40801</c:v>
                </c:pt>
                <c:pt idx="37">
                  <c:v>40808</c:v>
                </c:pt>
                <c:pt idx="38">
                  <c:v>40815</c:v>
                </c:pt>
                <c:pt idx="39">
                  <c:v>40822</c:v>
                </c:pt>
                <c:pt idx="40">
                  <c:v>40829</c:v>
                </c:pt>
                <c:pt idx="41">
                  <c:v>40836</c:v>
                </c:pt>
                <c:pt idx="42">
                  <c:v>40843</c:v>
                </c:pt>
                <c:pt idx="43">
                  <c:v>40850</c:v>
                </c:pt>
                <c:pt idx="44">
                  <c:v>40857</c:v>
                </c:pt>
                <c:pt idx="45">
                  <c:v>40864</c:v>
                </c:pt>
                <c:pt idx="46">
                  <c:v>40870</c:v>
                </c:pt>
                <c:pt idx="47">
                  <c:v>40878</c:v>
                </c:pt>
                <c:pt idx="48">
                  <c:v>40885</c:v>
                </c:pt>
                <c:pt idx="49">
                  <c:v>40892</c:v>
                </c:pt>
                <c:pt idx="50">
                  <c:v>40899</c:v>
                </c:pt>
                <c:pt idx="51">
                  <c:v>40906</c:v>
                </c:pt>
                <c:pt idx="52">
                  <c:v>40913</c:v>
                </c:pt>
                <c:pt idx="53">
                  <c:v>40920</c:v>
                </c:pt>
                <c:pt idx="54">
                  <c:v>40927</c:v>
                </c:pt>
                <c:pt idx="55">
                  <c:v>40934</c:v>
                </c:pt>
                <c:pt idx="56">
                  <c:v>40941</c:v>
                </c:pt>
                <c:pt idx="57">
                  <c:v>40948</c:v>
                </c:pt>
                <c:pt idx="58">
                  <c:v>40955</c:v>
                </c:pt>
                <c:pt idx="59">
                  <c:v>40962</c:v>
                </c:pt>
                <c:pt idx="60">
                  <c:v>40969</c:v>
                </c:pt>
                <c:pt idx="61">
                  <c:v>40976</c:v>
                </c:pt>
                <c:pt idx="62">
                  <c:v>40983</c:v>
                </c:pt>
                <c:pt idx="63">
                  <c:v>40990</c:v>
                </c:pt>
                <c:pt idx="64">
                  <c:v>40997</c:v>
                </c:pt>
                <c:pt idx="65">
                  <c:v>41004</c:v>
                </c:pt>
                <c:pt idx="66">
                  <c:v>41011</c:v>
                </c:pt>
                <c:pt idx="67">
                  <c:v>41018</c:v>
                </c:pt>
                <c:pt idx="68">
                  <c:v>41025</c:v>
                </c:pt>
                <c:pt idx="69">
                  <c:v>41032</c:v>
                </c:pt>
                <c:pt idx="70">
                  <c:v>41039</c:v>
                </c:pt>
                <c:pt idx="71">
                  <c:v>41046</c:v>
                </c:pt>
                <c:pt idx="72">
                  <c:v>41053</c:v>
                </c:pt>
                <c:pt idx="73">
                  <c:v>41060</c:v>
                </c:pt>
                <c:pt idx="74">
                  <c:v>41067</c:v>
                </c:pt>
                <c:pt idx="75">
                  <c:v>41074</c:v>
                </c:pt>
                <c:pt idx="76">
                  <c:v>41081</c:v>
                </c:pt>
                <c:pt idx="77">
                  <c:v>41088</c:v>
                </c:pt>
                <c:pt idx="78">
                  <c:v>41095</c:v>
                </c:pt>
                <c:pt idx="79">
                  <c:v>41102</c:v>
                </c:pt>
                <c:pt idx="80">
                  <c:v>41109</c:v>
                </c:pt>
                <c:pt idx="81">
                  <c:v>41116</c:v>
                </c:pt>
                <c:pt idx="82">
                  <c:v>41123</c:v>
                </c:pt>
                <c:pt idx="83">
                  <c:v>41130</c:v>
                </c:pt>
                <c:pt idx="84">
                  <c:v>41137</c:v>
                </c:pt>
                <c:pt idx="85">
                  <c:v>41144</c:v>
                </c:pt>
                <c:pt idx="86">
                  <c:v>41151</c:v>
                </c:pt>
                <c:pt idx="87">
                  <c:v>41158</c:v>
                </c:pt>
                <c:pt idx="88">
                  <c:v>41165</c:v>
                </c:pt>
                <c:pt idx="89">
                  <c:v>41172</c:v>
                </c:pt>
                <c:pt idx="90">
                  <c:v>41179</c:v>
                </c:pt>
                <c:pt idx="91">
                  <c:v>41186</c:v>
                </c:pt>
                <c:pt idx="92">
                  <c:v>41193</c:v>
                </c:pt>
                <c:pt idx="93">
                  <c:v>41200</c:v>
                </c:pt>
                <c:pt idx="94">
                  <c:v>41207</c:v>
                </c:pt>
                <c:pt idx="95">
                  <c:v>41214</c:v>
                </c:pt>
                <c:pt idx="96">
                  <c:v>41221</c:v>
                </c:pt>
                <c:pt idx="97">
                  <c:v>41228</c:v>
                </c:pt>
                <c:pt idx="98">
                  <c:v>41234</c:v>
                </c:pt>
                <c:pt idx="99">
                  <c:v>41242</c:v>
                </c:pt>
                <c:pt idx="100">
                  <c:v>41249</c:v>
                </c:pt>
                <c:pt idx="101">
                  <c:v>41256</c:v>
                </c:pt>
                <c:pt idx="102">
                  <c:v>41263</c:v>
                </c:pt>
                <c:pt idx="103">
                  <c:v>41270</c:v>
                </c:pt>
                <c:pt idx="104">
                  <c:v>41277</c:v>
                </c:pt>
                <c:pt idx="105">
                  <c:v>41284</c:v>
                </c:pt>
                <c:pt idx="106">
                  <c:v>41291</c:v>
                </c:pt>
                <c:pt idx="107">
                  <c:v>41298</c:v>
                </c:pt>
                <c:pt idx="108">
                  <c:v>41305</c:v>
                </c:pt>
                <c:pt idx="109">
                  <c:v>41312</c:v>
                </c:pt>
                <c:pt idx="110">
                  <c:v>41319</c:v>
                </c:pt>
                <c:pt idx="111">
                  <c:v>41326</c:v>
                </c:pt>
                <c:pt idx="112">
                  <c:v>41333</c:v>
                </c:pt>
                <c:pt idx="113">
                  <c:v>41340</c:v>
                </c:pt>
                <c:pt idx="114">
                  <c:v>41347</c:v>
                </c:pt>
                <c:pt idx="115">
                  <c:v>41354</c:v>
                </c:pt>
                <c:pt idx="116">
                  <c:v>41361</c:v>
                </c:pt>
                <c:pt idx="117">
                  <c:v>41368</c:v>
                </c:pt>
                <c:pt idx="118">
                  <c:v>41375</c:v>
                </c:pt>
                <c:pt idx="119">
                  <c:v>41382</c:v>
                </c:pt>
                <c:pt idx="120">
                  <c:v>41389</c:v>
                </c:pt>
                <c:pt idx="121">
                  <c:v>41396</c:v>
                </c:pt>
                <c:pt idx="122">
                  <c:v>41403</c:v>
                </c:pt>
                <c:pt idx="123">
                  <c:v>41410</c:v>
                </c:pt>
                <c:pt idx="124">
                  <c:v>41417</c:v>
                </c:pt>
                <c:pt idx="125">
                  <c:v>41424</c:v>
                </c:pt>
                <c:pt idx="126">
                  <c:v>41431</c:v>
                </c:pt>
                <c:pt idx="127">
                  <c:v>41438</c:v>
                </c:pt>
                <c:pt idx="128">
                  <c:v>41445</c:v>
                </c:pt>
                <c:pt idx="129">
                  <c:v>41452</c:v>
                </c:pt>
                <c:pt idx="130">
                  <c:v>41458</c:v>
                </c:pt>
                <c:pt idx="131">
                  <c:v>41466</c:v>
                </c:pt>
                <c:pt idx="132">
                  <c:v>41473</c:v>
                </c:pt>
                <c:pt idx="133">
                  <c:v>41480</c:v>
                </c:pt>
                <c:pt idx="134">
                  <c:v>41487</c:v>
                </c:pt>
                <c:pt idx="135">
                  <c:v>41494</c:v>
                </c:pt>
                <c:pt idx="136">
                  <c:v>41501</c:v>
                </c:pt>
                <c:pt idx="137">
                  <c:v>41508</c:v>
                </c:pt>
                <c:pt idx="138">
                  <c:v>41515</c:v>
                </c:pt>
                <c:pt idx="139">
                  <c:v>41522</c:v>
                </c:pt>
                <c:pt idx="140">
                  <c:v>41529</c:v>
                </c:pt>
                <c:pt idx="141">
                  <c:v>41536</c:v>
                </c:pt>
                <c:pt idx="142">
                  <c:v>41543</c:v>
                </c:pt>
                <c:pt idx="143">
                  <c:v>41550</c:v>
                </c:pt>
                <c:pt idx="144">
                  <c:v>41557</c:v>
                </c:pt>
                <c:pt idx="145">
                  <c:v>41564</c:v>
                </c:pt>
                <c:pt idx="146">
                  <c:v>41571</c:v>
                </c:pt>
                <c:pt idx="147">
                  <c:v>41578</c:v>
                </c:pt>
                <c:pt idx="148">
                  <c:v>41585</c:v>
                </c:pt>
                <c:pt idx="149">
                  <c:v>41592</c:v>
                </c:pt>
                <c:pt idx="150">
                  <c:v>41599</c:v>
                </c:pt>
                <c:pt idx="151">
                  <c:v>41605</c:v>
                </c:pt>
                <c:pt idx="152">
                  <c:v>41613</c:v>
                </c:pt>
                <c:pt idx="153">
                  <c:v>41620</c:v>
                </c:pt>
                <c:pt idx="154">
                  <c:v>41627</c:v>
                </c:pt>
                <c:pt idx="155">
                  <c:v>41634</c:v>
                </c:pt>
                <c:pt idx="156">
                  <c:v>41641</c:v>
                </c:pt>
                <c:pt idx="157">
                  <c:v>41648</c:v>
                </c:pt>
                <c:pt idx="158">
                  <c:v>41655</c:v>
                </c:pt>
                <c:pt idx="159">
                  <c:v>41662</c:v>
                </c:pt>
                <c:pt idx="160">
                  <c:v>41669</c:v>
                </c:pt>
                <c:pt idx="161">
                  <c:v>41676</c:v>
                </c:pt>
                <c:pt idx="162">
                  <c:v>41683</c:v>
                </c:pt>
                <c:pt idx="163">
                  <c:v>41690</c:v>
                </c:pt>
                <c:pt idx="164">
                  <c:v>41697</c:v>
                </c:pt>
                <c:pt idx="165">
                  <c:v>41704</c:v>
                </c:pt>
                <c:pt idx="166">
                  <c:v>41711</c:v>
                </c:pt>
                <c:pt idx="167">
                  <c:v>41718</c:v>
                </c:pt>
                <c:pt idx="168">
                  <c:v>41725</c:v>
                </c:pt>
                <c:pt idx="169">
                  <c:v>41732</c:v>
                </c:pt>
                <c:pt idx="170">
                  <c:v>41739</c:v>
                </c:pt>
                <c:pt idx="171">
                  <c:v>41746</c:v>
                </c:pt>
                <c:pt idx="172">
                  <c:v>41753</c:v>
                </c:pt>
                <c:pt idx="173">
                  <c:v>41760</c:v>
                </c:pt>
                <c:pt idx="174">
                  <c:v>41767</c:v>
                </c:pt>
                <c:pt idx="175">
                  <c:v>41774</c:v>
                </c:pt>
                <c:pt idx="176">
                  <c:v>41781</c:v>
                </c:pt>
                <c:pt idx="177">
                  <c:v>41788</c:v>
                </c:pt>
                <c:pt idx="178">
                  <c:v>41795</c:v>
                </c:pt>
                <c:pt idx="179">
                  <c:v>41802</c:v>
                </c:pt>
                <c:pt idx="180">
                  <c:v>41809</c:v>
                </c:pt>
                <c:pt idx="181">
                  <c:v>41816</c:v>
                </c:pt>
                <c:pt idx="182">
                  <c:v>41823</c:v>
                </c:pt>
                <c:pt idx="183">
                  <c:v>41830</c:v>
                </c:pt>
                <c:pt idx="184">
                  <c:v>41837</c:v>
                </c:pt>
                <c:pt idx="185">
                  <c:v>41844</c:v>
                </c:pt>
                <c:pt idx="186">
                  <c:v>41851</c:v>
                </c:pt>
                <c:pt idx="187">
                  <c:v>41858</c:v>
                </c:pt>
                <c:pt idx="188">
                  <c:v>41865</c:v>
                </c:pt>
                <c:pt idx="189">
                  <c:v>41872</c:v>
                </c:pt>
                <c:pt idx="190">
                  <c:v>41879</c:v>
                </c:pt>
                <c:pt idx="191">
                  <c:v>41886</c:v>
                </c:pt>
                <c:pt idx="192">
                  <c:v>41893</c:v>
                </c:pt>
                <c:pt idx="193">
                  <c:v>41900</c:v>
                </c:pt>
                <c:pt idx="194">
                  <c:v>41907</c:v>
                </c:pt>
                <c:pt idx="195">
                  <c:v>41914</c:v>
                </c:pt>
                <c:pt idx="196">
                  <c:v>41921</c:v>
                </c:pt>
                <c:pt idx="197">
                  <c:v>41928</c:v>
                </c:pt>
                <c:pt idx="198">
                  <c:v>41935</c:v>
                </c:pt>
                <c:pt idx="199">
                  <c:v>41942</c:v>
                </c:pt>
                <c:pt idx="200">
                  <c:v>41949</c:v>
                </c:pt>
                <c:pt idx="201">
                  <c:v>41956</c:v>
                </c:pt>
                <c:pt idx="202">
                  <c:v>41963</c:v>
                </c:pt>
                <c:pt idx="203">
                  <c:v>41969</c:v>
                </c:pt>
                <c:pt idx="204">
                  <c:v>41977</c:v>
                </c:pt>
                <c:pt idx="205">
                  <c:v>41984</c:v>
                </c:pt>
                <c:pt idx="206">
                  <c:v>41991</c:v>
                </c:pt>
                <c:pt idx="207">
                  <c:v>41997</c:v>
                </c:pt>
                <c:pt idx="208">
                  <c:v>42004</c:v>
                </c:pt>
                <c:pt idx="209">
                  <c:v>42012</c:v>
                </c:pt>
                <c:pt idx="210">
                  <c:v>42019</c:v>
                </c:pt>
                <c:pt idx="211">
                  <c:v>42026</c:v>
                </c:pt>
                <c:pt idx="212">
                  <c:v>42033</c:v>
                </c:pt>
                <c:pt idx="213">
                  <c:v>42040</c:v>
                </c:pt>
                <c:pt idx="214">
                  <c:v>42047</c:v>
                </c:pt>
                <c:pt idx="215">
                  <c:v>42054</c:v>
                </c:pt>
                <c:pt idx="216">
                  <c:v>42061</c:v>
                </c:pt>
                <c:pt idx="217">
                  <c:v>42068</c:v>
                </c:pt>
                <c:pt idx="218">
                  <c:v>42075</c:v>
                </c:pt>
                <c:pt idx="219">
                  <c:v>42082</c:v>
                </c:pt>
                <c:pt idx="220">
                  <c:v>42089</c:v>
                </c:pt>
                <c:pt idx="221">
                  <c:v>42096</c:v>
                </c:pt>
                <c:pt idx="222">
                  <c:v>42103</c:v>
                </c:pt>
                <c:pt idx="223">
                  <c:v>42110</c:v>
                </c:pt>
                <c:pt idx="224">
                  <c:v>42117</c:v>
                </c:pt>
              </c:numCache>
            </c:numRef>
          </c:cat>
          <c:val>
            <c:numRef>
              <c:f>PoolRefinancible!$I$3:$I$227</c:f>
              <c:numCache>
                <c:formatCode>0%</c:formatCode>
                <c:ptCount val="225"/>
                <c:pt idx="0">
                  <c:v>0.20951326762642539</c:v>
                </c:pt>
                <c:pt idx="1">
                  <c:v>0.2286525724028925</c:v>
                </c:pt>
                <c:pt idx="2">
                  <c:v>0.2131179723271458</c:v>
                </c:pt>
                <c:pt idx="3">
                  <c:v>0.20810932608426305</c:v>
                </c:pt>
                <c:pt idx="4">
                  <c:v>0.17891549814152402</c:v>
                </c:pt>
                <c:pt idx="5">
                  <c:v>0.13456022248425625</c:v>
                </c:pt>
                <c:pt idx="6">
                  <c:v>0.14775234916291591</c:v>
                </c:pt>
                <c:pt idx="7">
                  <c:v>0.16009478143712152</c:v>
                </c:pt>
                <c:pt idx="8">
                  <c:v>0.16418790753930707</c:v>
                </c:pt>
                <c:pt idx="9">
                  <c:v>0.16404066322029284</c:v>
                </c:pt>
                <c:pt idx="10">
                  <c:v>0.1977947076697287</c:v>
                </c:pt>
                <c:pt idx="11">
                  <c:v>0.17977939874028584</c:v>
                </c:pt>
                <c:pt idx="12">
                  <c:v>0.16421372267642936</c:v>
                </c:pt>
                <c:pt idx="13">
                  <c:v>0.16406956784376403</c:v>
                </c:pt>
                <c:pt idx="14">
                  <c:v>0.16188317261266852</c:v>
                </c:pt>
                <c:pt idx="15">
                  <c:v>0.18010388926248624</c:v>
                </c:pt>
                <c:pt idx="16">
                  <c:v>0.18382677970033753</c:v>
                </c:pt>
                <c:pt idx="17">
                  <c:v>0.20387133077641981</c:v>
                </c:pt>
                <c:pt idx="18">
                  <c:v>0.2408135217586809</c:v>
                </c:pt>
                <c:pt idx="19">
                  <c:v>0.24117986251785034</c:v>
                </c:pt>
                <c:pt idx="20">
                  <c:v>0.24355361553325378</c:v>
                </c:pt>
                <c:pt idx="21">
                  <c:v>0.27670038879120418</c:v>
                </c:pt>
                <c:pt idx="22">
                  <c:v>0.29931986389681725</c:v>
                </c:pt>
                <c:pt idx="23">
                  <c:v>0.29927890586033978</c:v>
                </c:pt>
                <c:pt idx="24">
                  <c:v>0.27670038879120418</c:v>
                </c:pt>
                <c:pt idx="25">
                  <c:v>0.29803164102095814</c:v>
                </c:pt>
                <c:pt idx="26">
                  <c:v>0.24635975140985969</c:v>
                </c:pt>
                <c:pt idx="27">
                  <c:v>0.29801285071746725</c:v>
                </c:pt>
                <c:pt idx="28">
                  <c:v>0.27647176144055741</c:v>
                </c:pt>
                <c:pt idx="29">
                  <c:v>0.26886674922653592</c:v>
                </c:pt>
                <c:pt idx="30">
                  <c:v>0.35055994389214357</c:v>
                </c:pt>
                <c:pt idx="31">
                  <c:v>0.44640823318837386</c:v>
                </c:pt>
                <c:pt idx="32">
                  <c:v>0.53965388848865747</c:v>
                </c:pt>
                <c:pt idx="33">
                  <c:v>0.49732012063845815</c:v>
                </c:pt>
                <c:pt idx="34">
                  <c:v>0.49621049424249691</c:v>
                </c:pt>
                <c:pt idx="35">
                  <c:v>0.56188763696413691</c:v>
                </c:pt>
                <c:pt idx="36">
                  <c:v>0.56666393386789538</c:v>
                </c:pt>
                <c:pt idx="37">
                  <c:v>0.56666393386789538</c:v>
                </c:pt>
                <c:pt idx="38">
                  <c:v>0.6263817731067115</c:v>
                </c:pt>
                <c:pt idx="39">
                  <c:v>0.61506978972280768</c:v>
                </c:pt>
                <c:pt idx="40">
                  <c:v>0.52200302676770738</c:v>
                </c:pt>
                <c:pt idx="41">
                  <c:v>0.54092116244187771</c:v>
                </c:pt>
                <c:pt idx="42">
                  <c:v>0.54427813909906164</c:v>
                </c:pt>
                <c:pt idx="43">
                  <c:v>0.5930585678824033</c:v>
                </c:pt>
                <c:pt idx="44">
                  <c:v>0.59308702713551809</c:v>
                </c:pt>
                <c:pt idx="45">
                  <c:v>0.5930585678824033</c:v>
                </c:pt>
                <c:pt idx="46">
                  <c:v>0.59609102497578137</c:v>
                </c:pt>
                <c:pt idx="47">
                  <c:v>0.57637470870076846</c:v>
                </c:pt>
                <c:pt idx="48">
                  <c:v>0.57640199098694489</c:v>
                </c:pt>
                <c:pt idx="49">
                  <c:v>0.58069452065626503</c:v>
                </c:pt>
                <c:pt idx="50">
                  <c:v>0.61774760876460955</c:v>
                </c:pt>
                <c:pt idx="51">
                  <c:v>0.60388415088067371</c:v>
                </c:pt>
                <c:pt idx="52">
                  <c:v>0.59330115968578845</c:v>
                </c:pt>
                <c:pt idx="53">
                  <c:v>0.61007610137748614</c:v>
                </c:pt>
                <c:pt idx="54">
                  <c:v>0.6075488171158312</c:v>
                </c:pt>
                <c:pt idx="55">
                  <c:v>0.56757815274844003</c:v>
                </c:pt>
                <c:pt idx="56">
                  <c:v>0.59021628278930161</c:v>
                </c:pt>
                <c:pt idx="57">
                  <c:v>0.59021628278930161</c:v>
                </c:pt>
                <c:pt idx="58">
                  <c:v>0.59021628278930161</c:v>
                </c:pt>
                <c:pt idx="59">
                  <c:v>0.55038966954359403</c:v>
                </c:pt>
                <c:pt idx="60">
                  <c:v>0.56168586846910651</c:v>
                </c:pt>
                <c:pt idx="61">
                  <c:v>0.57507010563023941</c:v>
                </c:pt>
                <c:pt idx="62">
                  <c:v>0.56062904678556613</c:v>
                </c:pt>
                <c:pt idx="63">
                  <c:v>0.4708307878948611</c:v>
                </c:pt>
                <c:pt idx="64">
                  <c:v>0.53275480546964971</c:v>
                </c:pt>
                <c:pt idx="65">
                  <c:v>0.55204144089130647</c:v>
                </c:pt>
                <c:pt idx="66">
                  <c:v>0.61520517788323992</c:v>
                </c:pt>
                <c:pt idx="67">
                  <c:v>0.57950169097067328</c:v>
                </c:pt>
                <c:pt idx="68">
                  <c:v>0.61520517788323992</c:v>
                </c:pt>
                <c:pt idx="69">
                  <c:v>0.6317239856588488</c:v>
                </c:pt>
                <c:pt idx="70">
                  <c:v>0.63749716402095913</c:v>
                </c:pt>
                <c:pt idx="71">
                  <c:v>0.6654941916397813</c:v>
                </c:pt>
                <c:pt idx="72">
                  <c:v>0.66148107330138128</c:v>
                </c:pt>
                <c:pt idx="73">
                  <c:v>0.66816368917970947</c:v>
                </c:pt>
                <c:pt idx="74">
                  <c:v>0.72131165820460841</c:v>
                </c:pt>
                <c:pt idx="75">
                  <c:v>0.7016393157738251</c:v>
                </c:pt>
                <c:pt idx="76">
                  <c:v>0.72329670850827033</c:v>
                </c:pt>
                <c:pt idx="77">
                  <c:v>0.72329670850827033</c:v>
                </c:pt>
                <c:pt idx="78">
                  <c:v>0.72001119292013993</c:v>
                </c:pt>
                <c:pt idx="79">
                  <c:v>0.75407044900013098</c:v>
                </c:pt>
                <c:pt idx="80">
                  <c:v>0.75979626670465439</c:v>
                </c:pt>
                <c:pt idx="81">
                  <c:v>0.7772659421579855</c:v>
                </c:pt>
                <c:pt idx="82">
                  <c:v>0.74202188782112288</c:v>
                </c:pt>
                <c:pt idx="83">
                  <c:v>0.74172452642125275</c:v>
                </c:pt>
                <c:pt idx="84">
                  <c:v>0.72502948633550401</c:v>
                </c:pt>
                <c:pt idx="85">
                  <c:v>0.70545980617085735</c:v>
                </c:pt>
                <c:pt idx="86">
                  <c:v>0.74172452642125275</c:v>
                </c:pt>
                <c:pt idx="87">
                  <c:v>0.73031006659475117</c:v>
                </c:pt>
                <c:pt idx="88">
                  <c:v>0.73633520756526005</c:v>
                </c:pt>
                <c:pt idx="89">
                  <c:v>0.75820018205964568</c:v>
                </c:pt>
                <c:pt idx="90">
                  <c:v>0.80745235876438604</c:v>
                </c:pt>
                <c:pt idx="91">
                  <c:v>0.79075164893065863</c:v>
                </c:pt>
                <c:pt idx="92">
                  <c:v>0.7668489280555747</c:v>
                </c:pt>
                <c:pt idx="93">
                  <c:v>0.78750763693586801</c:v>
                </c:pt>
                <c:pt idx="94">
                  <c:v>0.76516434563272751</c:v>
                </c:pt>
                <c:pt idx="95">
                  <c:v>0.74037235734233853</c:v>
                </c:pt>
                <c:pt idx="96">
                  <c:v>0.73991276487142854</c:v>
                </c:pt>
                <c:pt idx="97">
                  <c:v>0.76480419869010208</c:v>
                </c:pt>
                <c:pt idx="98">
                  <c:v>0.78285539257517112</c:v>
                </c:pt>
                <c:pt idx="99">
                  <c:v>0.76478774162966701</c:v>
                </c:pt>
                <c:pt idx="100">
                  <c:v>0.75100707648100773</c:v>
                </c:pt>
                <c:pt idx="101">
                  <c:v>0.7687818046324969</c:v>
                </c:pt>
                <c:pt idx="102">
                  <c:v>0.74807230422736604</c:v>
                </c:pt>
                <c:pt idx="103">
                  <c:v>0.75035821746947151</c:v>
                </c:pt>
                <c:pt idx="104">
                  <c:v>0.73297781488807146</c:v>
                </c:pt>
                <c:pt idx="105">
                  <c:v>0.70742761689353828</c:v>
                </c:pt>
                <c:pt idx="106">
                  <c:v>0.72944046146990393</c:v>
                </c:pt>
                <c:pt idx="107">
                  <c:v>0.70454946765433357</c:v>
                </c:pt>
                <c:pt idx="108">
                  <c:v>0.65383764183083803</c:v>
                </c:pt>
                <c:pt idx="109">
                  <c:v>0.63114301374580217</c:v>
                </c:pt>
                <c:pt idx="110">
                  <c:v>0.63114301374580217</c:v>
                </c:pt>
                <c:pt idx="111">
                  <c:v>0.61369684310791517</c:v>
                </c:pt>
                <c:pt idx="112">
                  <c:v>0.63491676312975698</c:v>
                </c:pt>
                <c:pt idx="113">
                  <c:v>0.61458591818107544</c:v>
                </c:pt>
                <c:pt idx="114">
                  <c:v>0.57544552260540727</c:v>
                </c:pt>
                <c:pt idx="115">
                  <c:v>0.60905555004469225</c:v>
                </c:pt>
                <c:pt idx="116">
                  <c:v>0.59208663893880442</c:v>
                </c:pt>
                <c:pt idx="117">
                  <c:v>0.59809945210751836</c:v>
                </c:pt>
                <c:pt idx="118">
                  <c:v>0.62716608193306933</c:v>
                </c:pt>
                <c:pt idx="119">
                  <c:v>0.65452696598777205</c:v>
                </c:pt>
                <c:pt idx="120">
                  <c:v>0.65157246412580749</c:v>
                </c:pt>
                <c:pt idx="121">
                  <c:v>0.67537337584507506</c:v>
                </c:pt>
                <c:pt idx="122">
                  <c:v>0.64540614198338686</c:v>
                </c:pt>
                <c:pt idx="123">
                  <c:v>0.61371644626137789</c:v>
                </c:pt>
                <c:pt idx="124">
                  <c:v>0.57161053072002388</c:v>
                </c:pt>
                <c:pt idx="125">
                  <c:v>0.49281389771726519</c:v>
                </c:pt>
                <c:pt idx="126">
                  <c:v>0.45700453068812052</c:v>
                </c:pt>
                <c:pt idx="127">
                  <c:v>0.4344487152177407</c:v>
                </c:pt>
                <c:pt idx="128">
                  <c:v>0.43496628993259662</c:v>
                </c:pt>
                <c:pt idx="129">
                  <c:v>0.2199872648895852</c:v>
                </c:pt>
                <c:pt idx="130">
                  <c:v>0.31059723114058108</c:v>
                </c:pt>
                <c:pt idx="131">
                  <c:v>0.19429609707083362</c:v>
                </c:pt>
                <c:pt idx="132">
                  <c:v>0.2794842470602576</c:v>
                </c:pt>
                <c:pt idx="133">
                  <c:v>0.28045144255790144</c:v>
                </c:pt>
                <c:pt idx="134">
                  <c:v>0.23838945674236522</c:v>
                </c:pt>
                <c:pt idx="135">
                  <c:v>0.23805160399751818</c:v>
                </c:pt>
                <c:pt idx="136">
                  <c:v>0.23805160399751818</c:v>
                </c:pt>
                <c:pt idx="137">
                  <c:v>0.17139837278320391</c:v>
                </c:pt>
                <c:pt idx="138">
                  <c:v>0.20573773224038241</c:v>
                </c:pt>
                <c:pt idx="139">
                  <c:v>0.18142824317266582</c:v>
                </c:pt>
                <c:pt idx="140">
                  <c:v>0.16781950534512624</c:v>
                </c:pt>
                <c:pt idx="141">
                  <c:v>0.20224886083981533</c:v>
                </c:pt>
                <c:pt idx="142">
                  <c:v>0.2938332535347441</c:v>
                </c:pt>
                <c:pt idx="143">
                  <c:v>0.31777500213957705</c:v>
                </c:pt>
                <c:pt idx="144">
                  <c:v>0.31720208476376438</c:v>
                </c:pt>
                <c:pt idx="145">
                  <c:v>0.28885302300705301</c:v>
                </c:pt>
                <c:pt idx="146">
                  <c:v>0.33766312973364548</c:v>
                </c:pt>
                <c:pt idx="147">
                  <c:v>0.35586088249893616</c:v>
                </c:pt>
                <c:pt idx="148">
                  <c:v>0.32955790309451866</c:v>
                </c:pt>
                <c:pt idx="149">
                  <c:v>0.25277848591280316</c:v>
                </c:pt>
                <c:pt idx="150">
                  <c:v>0.31131333173074666</c:v>
                </c:pt>
                <c:pt idx="151">
                  <c:v>0.28206150012278947</c:v>
                </c:pt>
                <c:pt idx="152">
                  <c:v>0.21485389589079185</c:v>
                </c:pt>
                <c:pt idx="153">
                  <c:v>0.21443883052881366</c:v>
                </c:pt>
                <c:pt idx="154">
                  <c:v>0.17874887754348148</c:v>
                </c:pt>
                <c:pt idx="155">
                  <c:v>0.17806894310932117</c:v>
                </c:pt>
                <c:pt idx="156">
                  <c:v>0.15577799845188453</c:v>
                </c:pt>
                <c:pt idx="157">
                  <c:v>0.17930576521621211</c:v>
                </c:pt>
                <c:pt idx="158">
                  <c:v>0.20959300534444442</c:v>
                </c:pt>
                <c:pt idx="159">
                  <c:v>0.21019143531749254</c:v>
                </c:pt>
                <c:pt idx="160">
                  <c:v>0.26753407065163864</c:v>
                </c:pt>
                <c:pt idx="161">
                  <c:v>0.29181927799860874</c:v>
                </c:pt>
                <c:pt idx="162">
                  <c:v>0.26481047273119829</c:v>
                </c:pt>
                <c:pt idx="163">
                  <c:v>0.23629264624582719</c:v>
                </c:pt>
                <c:pt idx="164">
                  <c:v>0.23523336613531681</c:v>
                </c:pt>
                <c:pt idx="165">
                  <c:v>0.26131289645907729</c:v>
                </c:pt>
                <c:pt idx="166">
                  <c:v>0.23229463907320802</c:v>
                </c:pt>
                <c:pt idx="167">
                  <c:v>0.25991121759857438</c:v>
                </c:pt>
                <c:pt idx="168">
                  <c:v>0.23160663701689185</c:v>
                </c:pt>
                <c:pt idx="169">
                  <c:v>0.20321387799468149</c:v>
                </c:pt>
                <c:pt idx="170">
                  <c:v>0.23288461809893268</c:v>
                </c:pt>
                <c:pt idx="171">
                  <c:v>0.26202204782205368</c:v>
                </c:pt>
                <c:pt idx="172">
                  <c:v>0.26064759544975269</c:v>
                </c:pt>
                <c:pt idx="173">
                  <c:v>0.26096797184396925</c:v>
                </c:pt>
                <c:pt idx="174">
                  <c:v>0.30889383306981971</c:v>
                </c:pt>
                <c:pt idx="175">
                  <c:v>0.30891479778446918</c:v>
                </c:pt>
                <c:pt idx="176">
                  <c:v>0.33114270527414602</c:v>
                </c:pt>
                <c:pt idx="177">
                  <c:v>0.33194076989098714</c:v>
                </c:pt>
                <c:pt idx="178">
                  <c:v>0.33192034731196002</c:v>
                </c:pt>
                <c:pt idx="179">
                  <c:v>0.30807676123988897</c:v>
                </c:pt>
                <c:pt idx="180">
                  <c:v>0.30971242843576313</c:v>
                </c:pt>
                <c:pt idx="181">
                  <c:v>0.33192034731196002</c:v>
                </c:pt>
                <c:pt idx="182">
                  <c:v>0.3526251649505287</c:v>
                </c:pt>
                <c:pt idx="183">
                  <c:v>0.30448503707734181</c:v>
                </c:pt>
                <c:pt idx="184">
                  <c:v>0.32660064596161226</c:v>
                </c:pt>
                <c:pt idx="185">
                  <c:v>0.32660064596161226</c:v>
                </c:pt>
                <c:pt idx="186">
                  <c:v>0.32699157373577631</c:v>
                </c:pt>
                <c:pt idx="187">
                  <c:v>0.29774290507115825</c:v>
                </c:pt>
                <c:pt idx="188">
                  <c:v>0.32013236192256794</c:v>
                </c:pt>
                <c:pt idx="189">
                  <c:v>0.34626375886905675</c:v>
                </c:pt>
                <c:pt idx="190">
                  <c:v>0.34626375886905675</c:v>
                </c:pt>
                <c:pt idx="191">
                  <c:v>0.33989690719769772</c:v>
                </c:pt>
                <c:pt idx="192">
                  <c:v>0.33936239503709198</c:v>
                </c:pt>
                <c:pt idx="193">
                  <c:v>0.28985985896912109</c:v>
                </c:pt>
                <c:pt idx="194">
                  <c:v>0.29129845378289931</c:v>
                </c:pt>
                <c:pt idx="195">
                  <c:v>0.30547746964083727</c:v>
                </c:pt>
                <c:pt idx="196">
                  <c:v>0.33144164337331594</c:v>
                </c:pt>
                <c:pt idx="197">
                  <c:v>0.39292803060156761</c:v>
                </c:pt>
                <c:pt idx="198">
                  <c:v>0.42272700072756136</c:v>
                </c:pt>
                <c:pt idx="199">
                  <c:v>0.39286667249963214</c:v>
                </c:pt>
                <c:pt idx="200">
                  <c:v>0.35414308183782223</c:v>
                </c:pt>
                <c:pt idx="201">
                  <c:v>0.3542712812179995</c:v>
                </c:pt>
                <c:pt idx="202">
                  <c:v>0.38515221599308352</c:v>
                </c:pt>
                <c:pt idx="203">
                  <c:v>0.38537159802743809</c:v>
                </c:pt>
                <c:pt idx="204">
                  <c:v>0.40924051329753336</c:v>
                </c:pt>
                <c:pt idx="205">
                  <c:v>0.4080580571716918</c:v>
                </c:pt>
                <c:pt idx="206">
                  <c:v>0.44444312661220686</c:v>
                </c:pt>
                <c:pt idx="207">
                  <c:v>0.44157633126365065</c:v>
                </c:pt>
                <c:pt idx="208">
                  <c:v>0.40919489925904234</c:v>
                </c:pt>
                <c:pt idx="209">
                  <c:v>0.4699805706154972</c:v>
                </c:pt>
                <c:pt idx="210">
                  <c:v>0.52605134754242744</c:v>
                </c:pt>
                <c:pt idx="211">
                  <c:v>0.52835609079609336</c:v>
                </c:pt>
                <c:pt idx="212">
                  <c:v>0.52605134754242744</c:v>
                </c:pt>
                <c:pt idx="213">
                  <c:v>0.5254602265012428</c:v>
                </c:pt>
                <c:pt idx="214">
                  <c:v>0.49442366816029654</c:v>
                </c:pt>
                <c:pt idx="215">
                  <c:v>0.46098343440077427</c:v>
                </c:pt>
                <c:pt idx="216">
                  <c:v>0.43010921248141931</c:v>
                </c:pt>
                <c:pt idx="217">
                  <c:v>0.45294063034136495</c:v>
                </c:pt>
                <c:pt idx="218">
                  <c:v>0.3870529036276229</c:v>
                </c:pt>
                <c:pt idx="219">
                  <c:v>0.45175307267929959</c:v>
                </c:pt>
                <c:pt idx="220">
                  <c:v>0.48615161590543643</c:v>
                </c:pt>
                <c:pt idx="221">
                  <c:v>0.47072884359674472</c:v>
                </c:pt>
                <c:pt idx="222">
                  <c:v>0.49915608737725392</c:v>
                </c:pt>
                <c:pt idx="223">
                  <c:v>0.47260889923644794</c:v>
                </c:pt>
                <c:pt idx="224">
                  <c:v>0.50167016442185053</c:v>
                </c:pt>
              </c:numCache>
            </c:numRef>
          </c:val>
          <c:smooth val="0"/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211629568"/>
        <c:axId val="211631104"/>
      </c:lineChart>
      <c:lineChart>
        <c:grouping val="standard"/>
        <c:varyColors val="0"/>
        <c:ser>
          <c:idx val="2"/>
          <c:order val="1"/>
          <c:tx>
            <c:strRef>
              <c:f>PoolRefinancible!$E$2</c:f>
              <c:strCache>
                <c:ptCount val="1"/>
                <c:pt idx="0">
                  <c:v>Conv Refi Index</c:v>
                </c:pt>
              </c:strCache>
            </c:strRef>
          </c:tx>
          <c:spPr>
            <a:ln w="19050">
              <a:solidFill>
                <a:srgbClr val="C3EBD9"/>
              </a:solidFill>
            </a:ln>
          </c:spPr>
          <c:marker>
            <c:symbol val="none"/>
          </c:marker>
          <c:cat>
            <c:numRef>
              <c:f>PoolRefinancible!$B$3:$B$227</c:f>
              <c:numCache>
                <c:formatCode>m/d/yyyy</c:formatCode>
                <c:ptCount val="225"/>
                <c:pt idx="0">
                  <c:v>40549</c:v>
                </c:pt>
                <c:pt idx="1">
                  <c:v>40556</c:v>
                </c:pt>
                <c:pt idx="2">
                  <c:v>40563</c:v>
                </c:pt>
                <c:pt idx="3">
                  <c:v>40570</c:v>
                </c:pt>
                <c:pt idx="4">
                  <c:v>40577</c:v>
                </c:pt>
                <c:pt idx="5">
                  <c:v>40584</c:v>
                </c:pt>
                <c:pt idx="6">
                  <c:v>40591</c:v>
                </c:pt>
                <c:pt idx="7">
                  <c:v>40598</c:v>
                </c:pt>
                <c:pt idx="8">
                  <c:v>40605</c:v>
                </c:pt>
                <c:pt idx="9">
                  <c:v>40612</c:v>
                </c:pt>
                <c:pt idx="10">
                  <c:v>40619</c:v>
                </c:pt>
                <c:pt idx="11">
                  <c:v>40626</c:v>
                </c:pt>
                <c:pt idx="12">
                  <c:v>40633</c:v>
                </c:pt>
                <c:pt idx="13">
                  <c:v>40640</c:v>
                </c:pt>
                <c:pt idx="14">
                  <c:v>40647</c:v>
                </c:pt>
                <c:pt idx="15">
                  <c:v>40654</c:v>
                </c:pt>
                <c:pt idx="16">
                  <c:v>40661</c:v>
                </c:pt>
                <c:pt idx="17">
                  <c:v>40668</c:v>
                </c:pt>
                <c:pt idx="18">
                  <c:v>40675</c:v>
                </c:pt>
                <c:pt idx="19">
                  <c:v>40682</c:v>
                </c:pt>
                <c:pt idx="20">
                  <c:v>40689</c:v>
                </c:pt>
                <c:pt idx="21">
                  <c:v>40696</c:v>
                </c:pt>
                <c:pt idx="22">
                  <c:v>40703</c:v>
                </c:pt>
                <c:pt idx="23">
                  <c:v>40710</c:v>
                </c:pt>
                <c:pt idx="24">
                  <c:v>40717</c:v>
                </c:pt>
                <c:pt idx="25">
                  <c:v>40724</c:v>
                </c:pt>
                <c:pt idx="26">
                  <c:v>40731</c:v>
                </c:pt>
                <c:pt idx="27">
                  <c:v>40738</c:v>
                </c:pt>
                <c:pt idx="28">
                  <c:v>40745</c:v>
                </c:pt>
                <c:pt idx="29">
                  <c:v>40752</c:v>
                </c:pt>
                <c:pt idx="30">
                  <c:v>40759</c:v>
                </c:pt>
                <c:pt idx="31">
                  <c:v>40766</c:v>
                </c:pt>
                <c:pt idx="32">
                  <c:v>40773</c:v>
                </c:pt>
                <c:pt idx="33">
                  <c:v>40780</c:v>
                </c:pt>
                <c:pt idx="34">
                  <c:v>40787</c:v>
                </c:pt>
                <c:pt idx="35">
                  <c:v>40794</c:v>
                </c:pt>
                <c:pt idx="36">
                  <c:v>40801</c:v>
                </c:pt>
                <c:pt idx="37">
                  <c:v>40808</c:v>
                </c:pt>
                <c:pt idx="38">
                  <c:v>40815</c:v>
                </c:pt>
                <c:pt idx="39">
                  <c:v>40822</c:v>
                </c:pt>
                <c:pt idx="40">
                  <c:v>40829</c:v>
                </c:pt>
                <c:pt idx="41">
                  <c:v>40836</c:v>
                </c:pt>
                <c:pt idx="42">
                  <c:v>40843</c:v>
                </c:pt>
                <c:pt idx="43">
                  <c:v>40850</c:v>
                </c:pt>
                <c:pt idx="44">
                  <c:v>40857</c:v>
                </c:pt>
                <c:pt idx="45">
                  <c:v>40864</c:v>
                </c:pt>
                <c:pt idx="46">
                  <c:v>40870</c:v>
                </c:pt>
                <c:pt idx="47">
                  <c:v>40878</c:v>
                </c:pt>
                <c:pt idx="48">
                  <c:v>40885</c:v>
                </c:pt>
                <c:pt idx="49">
                  <c:v>40892</c:v>
                </c:pt>
                <c:pt idx="50">
                  <c:v>40899</c:v>
                </c:pt>
                <c:pt idx="51">
                  <c:v>40906</c:v>
                </c:pt>
                <c:pt idx="52">
                  <c:v>40913</c:v>
                </c:pt>
                <c:pt idx="53">
                  <c:v>40920</c:v>
                </c:pt>
                <c:pt idx="54">
                  <c:v>40927</c:v>
                </c:pt>
                <c:pt idx="55">
                  <c:v>40934</c:v>
                </c:pt>
                <c:pt idx="56">
                  <c:v>40941</c:v>
                </c:pt>
                <c:pt idx="57">
                  <c:v>40948</c:v>
                </c:pt>
                <c:pt idx="58">
                  <c:v>40955</c:v>
                </c:pt>
                <c:pt idx="59">
                  <c:v>40962</c:v>
                </c:pt>
                <c:pt idx="60">
                  <c:v>40969</c:v>
                </c:pt>
                <c:pt idx="61">
                  <c:v>40976</c:v>
                </c:pt>
                <c:pt idx="62">
                  <c:v>40983</c:v>
                </c:pt>
                <c:pt idx="63">
                  <c:v>40990</c:v>
                </c:pt>
                <c:pt idx="64">
                  <c:v>40997</c:v>
                </c:pt>
                <c:pt idx="65">
                  <c:v>41004</c:v>
                </c:pt>
                <c:pt idx="66">
                  <c:v>41011</c:v>
                </c:pt>
                <c:pt idx="67">
                  <c:v>41018</c:v>
                </c:pt>
                <c:pt idx="68">
                  <c:v>41025</c:v>
                </c:pt>
                <c:pt idx="69">
                  <c:v>41032</c:v>
                </c:pt>
                <c:pt idx="70">
                  <c:v>41039</c:v>
                </c:pt>
                <c:pt idx="71">
                  <c:v>41046</c:v>
                </c:pt>
                <c:pt idx="72">
                  <c:v>41053</c:v>
                </c:pt>
                <c:pt idx="73">
                  <c:v>41060</c:v>
                </c:pt>
                <c:pt idx="74">
                  <c:v>41067</c:v>
                </c:pt>
                <c:pt idx="75">
                  <c:v>41074</c:v>
                </c:pt>
                <c:pt idx="76">
                  <c:v>41081</c:v>
                </c:pt>
                <c:pt idx="77">
                  <c:v>41088</c:v>
                </c:pt>
                <c:pt idx="78">
                  <c:v>41095</c:v>
                </c:pt>
                <c:pt idx="79">
                  <c:v>41102</c:v>
                </c:pt>
                <c:pt idx="80">
                  <c:v>41109</c:v>
                </c:pt>
                <c:pt idx="81">
                  <c:v>41116</c:v>
                </c:pt>
                <c:pt idx="82">
                  <c:v>41123</c:v>
                </c:pt>
                <c:pt idx="83">
                  <c:v>41130</c:v>
                </c:pt>
                <c:pt idx="84">
                  <c:v>41137</c:v>
                </c:pt>
                <c:pt idx="85">
                  <c:v>41144</c:v>
                </c:pt>
                <c:pt idx="86">
                  <c:v>41151</c:v>
                </c:pt>
                <c:pt idx="87">
                  <c:v>41158</c:v>
                </c:pt>
                <c:pt idx="88">
                  <c:v>41165</c:v>
                </c:pt>
                <c:pt idx="89">
                  <c:v>41172</c:v>
                </c:pt>
                <c:pt idx="90">
                  <c:v>41179</c:v>
                </c:pt>
                <c:pt idx="91">
                  <c:v>41186</c:v>
                </c:pt>
                <c:pt idx="92">
                  <c:v>41193</c:v>
                </c:pt>
                <c:pt idx="93">
                  <c:v>41200</c:v>
                </c:pt>
                <c:pt idx="94">
                  <c:v>41207</c:v>
                </c:pt>
                <c:pt idx="95">
                  <c:v>41214</c:v>
                </c:pt>
                <c:pt idx="96">
                  <c:v>41221</c:v>
                </c:pt>
                <c:pt idx="97">
                  <c:v>41228</c:v>
                </c:pt>
                <c:pt idx="98">
                  <c:v>41234</c:v>
                </c:pt>
                <c:pt idx="99">
                  <c:v>41242</c:v>
                </c:pt>
                <c:pt idx="100">
                  <c:v>41249</c:v>
                </c:pt>
                <c:pt idx="101">
                  <c:v>41256</c:v>
                </c:pt>
                <c:pt idx="102">
                  <c:v>41263</c:v>
                </c:pt>
                <c:pt idx="103">
                  <c:v>41270</c:v>
                </c:pt>
                <c:pt idx="104">
                  <c:v>41277</c:v>
                </c:pt>
                <c:pt idx="105">
                  <c:v>41284</c:v>
                </c:pt>
                <c:pt idx="106">
                  <c:v>41291</c:v>
                </c:pt>
                <c:pt idx="107">
                  <c:v>41298</c:v>
                </c:pt>
                <c:pt idx="108">
                  <c:v>41305</c:v>
                </c:pt>
                <c:pt idx="109">
                  <c:v>41312</c:v>
                </c:pt>
                <c:pt idx="110">
                  <c:v>41319</c:v>
                </c:pt>
                <c:pt idx="111">
                  <c:v>41326</c:v>
                </c:pt>
                <c:pt idx="112">
                  <c:v>41333</c:v>
                </c:pt>
                <c:pt idx="113">
                  <c:v>41340</c:v>
                </c:pt>
                <c:pt idx="114">
                  <c:v>41347</c:v>
                </c:pt>
                <c:pt idx="115">
                  <c:v>41354</c:v>
                </c:pt>
                <c:pt idx="116">
                  <c:v>41361</c:v>
                </c:pt>
                <c:pt idx="117">
                  <c:v>41368</c:v>
                </c:pt>
                <c:pt idx="118">
                  <c:v>41375</c:v>
                </c:pt>
                <c:pt idx="119">
                  <c:v>41382</c:v>
                </c:pt>
                <c:pt idx="120">
                  <c:v>41389</c:v>
                </c:pt>
                <c:pt idx="121">
                  <c:v>41396</c:v>
                </c:pt>
                <c:pt idx="122">
                  <c:v>41403</c:v>
                </c:pt>
                <c:pt idx="123">
                  <c:v>41410</c:v>
                </c:pt>
                <c:pt idx="124">
                  <c:v>41417</c:v>
                </c:pt>
                <c:pt idx="125">
                  <c:v>41424</c:v>
                </c:pt>
                <c:pt idx="126">
                  <c:v>41431</c:v>
                </c:pt>
                <c:pt idx="127">
                  <c:v>41438</c:v>
                </c:pt>
                <c:pt idx="128">
                  <c:v>41445</c:v>
                </c:pt>
                <c:pt idx="129">
                  <c:v>41452</c:v>
                </c:pt>
                <c:pt idx="130">
                  <c:v>41458</c:v>
                </c:pt>
                <c:pt idx="131">
                  <c:v>41466</c:v>
                </c:pt>
                <c:pt idx="132">
                  <c:v>41473</c:v>
                </c:pt>
                <c:pt idx="133">
                  <c:v>41480</c:v>
                </c:pt>
                <c:pt idx="134">
                  <c:v>41487</c:v>
                </c:pt>
                <c:pt idx="135">
                  <c:v>41494</c:v>
                </c:pt>
                <c:pt idx="136">
                  <c:v>41501</c:v>
                </c:pt>
                <c:pt idx="137">
                  <c:v>41508</c:v>
                </c:pt>
                <c:pt idx="138">
                  <c:v>41515</c:v>
                </c:pt>
                <c:pt idx="139">
                  <c:v>41522</c:v>
                </c:pt>
                <c:pt idx="140">
                  <c:v>41529</c:v>
                </c:pt>
                <c:pt idx="141">
                  <c:v>41536</c:v>
                </c:pt>
                <c:pt idx="142">
                  <c:v>41543</c:v>
                </c:pt>
                <c:pt idx="143">
                  <c:v>41550</c:v>
                </c:pt>
                <c:pt idx="144">
                  <c:v>41557</c:v>
                </c:pt>
                <c:pt idx="145">
                  <c:v>41564</c:v>
                </c:pt>
                <c:pt idx="146">
                  <c:v>41571</c:v>
                </c:pt>
                <c:pt idx="147">
                  <c:v>41578</c:v>
                </c:pt>
                <c:pt idx="148">
                  <c:v>41585</c:v>
                </c:pt>
                <c:pt idx="149">
                  <c:v>41592</c:v>
                </c:pt>
                <c:pt idx="150">
                  <c:v>41599</c:v>
                </c:pt>
                <c:pt idx="151">
                  <c:v>41605</c:v>
                </c:pt>
                <c:pt idx="152">
                  <c:v>41613</c:v>
                </c:pt>
                <c:pt idx="153">
                  <c:v>41620</c:v>
                </c:pt>
                <c:pt idx="154">
                  <c:v>41627</c:v>
                </c:pt>
                <c:pt idx="155">
                  <c:v>41634</c:v>
                </c:pt>
                <c:pt idx="156">
                  <c:v>41641</c:v>
                </c:pt>
                <c:pt idx="157">
                  <c:v>41648</c:v>
                </c:pt>
                <c:pt idx="158">
                  <c:v>41655</c:v>
                </c:pt>
                <c:pt idx="159">
                  <c:v>41662</c:v>
                </c:pt>
                <c:pt idx="160">
                  <c:v>41669</c:v>
                </c:pt>
                <c:pt idx="161">
                  <c:v>41676</c:v>
                </c:pt>
                <c:pt idx="162">
                  <c:v>41683</c:v>
                </c:pt>
                <c:pt idx="163">
                  <c:v>41690</c:v>
                </c:pt>
                <c:pt idx="164">
                  <c:v>41697</c:v>
                </c:pt>
                <c:pt idx="165">
                  <c:v>41704</c:v>
                </c:pt>
                <c:pt idx="166">
                  <c:v>41711</c:v>
                </c:pt>
                <c:pt idx="167">
                  <c:v>41718</c:v>
                </c:pt>
                <c:pt idx="168">
                  <c:v>41725</c:v>
                </c:pt>
                <c:pt idx="169">
                  <c:v>41732</c:v>
                </c:pt>
                <c:pt idx="170">
                  <c:v>41739</c:v>
                </c:pt>
                <c:pt idx="171">
                  <c:v>41746</c:v>
                </c:pt>
                <c:pt idx="172">
                  <c:v>41753</c:v>
                </c:pt>
                <c:pt idx="173">
                  <c:v>41760</c:v>
                </c:pt>
                <c:pt idx="174">
                  <c:v>41767</c:v>
                </c:pt>
                <c:pt idx="175">
                  <c:v>41774</c:v>
                </c:pt>
                <c:pt idx="176">
                  <c:v>41781</c:v>
                </c:pt>
                <c:pt idx="177">
                  <c:v>41788</c:v>
                </c:pt>
                <c:pt idx="178">
                  <c:v>41795</c:v>
                </c:pt>
                <c:pt idx="179">
                  <c:v>41802</c:v>
                </c:pt>
                <c:pt idx="180">
                  <c:v>41809</c:v>
                </c:pt>
                <c:pt idx="181">
                  <c:v>41816</c:v>
                </c:pt>
                <c:pt idx="182">
                  <c:v>41823</c:v>
                </c:pt>
                <c:pt idx="183">
                  <c:v>41830</c:v>
                </c:pt>
                <c:pt idx="184">
                  <c:v>41837</c:v>
                </c:pt>
                <c:pt idx="185">
                  <c:v>41844</c:v>
                </c:pt>
                <c:pt idx="186">
                  <c:v>41851</c:v>
                </c:pt>
                <c:pt idx="187">
                  <c:v>41858</c:v>
                </c:pt>
                <c:pt idx="188">
                  <c:v>41865</c:v>
                </c:pt>
                <c:pt idx="189">
                  <c:v>41872</c:v>
                </c:pt>
                <c:pt idx="190">
                  <c:v>41879</c:v>
                </c:pt>
                <c:pt idx="191">
                  <c:v>41886</c:v>
                </c:pt>
                <c:pt idx="192">
                  <c:v>41893</c:v>
                </c:pt>
                <c:pt idx="193">
                  <c:v>41900</c:v>
                </c:pt>
                <c:pt idx="194">
                  <c:v>41907</c:v>
                </c:pt>
                <c:pt idx="195">
                  <c:v>41914</c:v>
                </c:pt>
                <c:pt idx="196">
                  <c:v>41921</c:v>
                </c:pt>
                <c:pt idx="197">
                  <c:v>41928</c:v>
                </c:pt>
                <c:pt idx="198">
                  <c:v>41935</c:v>
                </c:pt>
                <c:pt idx="199">
                  <c:v>41942</c:v>
                </c:pt>
                <c:pt idx="200">
                  <c:v>41949</c:v>
                </c:pt>
                <c:pt idx="201">
                  <c:v>41956</c:v>
                </c:pt>
                <c:pt idx="202">
                  <c:v>41963</c:v>
                </c:pt>
                <c:pt idx="203">
                  <c:v>41969</c:v>
                </c:pt>
                <c:pt idx="204">
                  <c:v>41977</c:v>
                </c:pt>
                <c:pt idx="205">
                  <c:v>41984</c:v>
                </c:pt>
                <c:pt idx="206">
                  <c:v>41991</c:v>
                </c:pt>
                <c:pt idx="207">
                  <c:v>41997</c:v>
                </c:pt>
                <c:pt idx="208">
                  <c:v>42004</c:v>
                </c:pt>
                <c:pt idx="209">
                  <c:v>42012</c:v>
                </c:pt>
                <c:pt idx="210">
                  <c:v>42019</c:v>
                </c:pt>
                <c:pt idx="211">
                  <c:v>42026</c:v>
                </c:pt>
                <c:pt idx="212">
                  <c:v>42033</c:v>
                </c:pt>
                <c:pt idx="213">
                  <c:v>42040</c:v>
                </c:pt>
                <c:pt idx="214">
                  <c:v>42047</c:v>
                </c:pt>
                <c:pt idx="215">
                  <c:v>42054</c:v>
                </c:pt>
                <c:pt idx="216">
                  <c:v>42061</c:v>
                </c:pt>
                <c:pt idx="217">
                  <c:v>42068</c:v>
                </c:pt>
                <c:pt idx="218">
                  <c:v>42075</c:v>
                </c:pt>
                <c:pt idx="219">
                  <c:v>42082</c:v>
                </c:pt>
                <c:pt idx="220">
                  <c:v>42089</c:v>
                </c:pt>
                <c:pt idx="221">
                  <c:v>42096</c:v>
                </c:pt>
                <c:pt idx="222">
                  <c:v>42103</c:v>
                </c:pt>
                <c:pt idx="223">
                  <c:v>42110</c:v>
                </c:pt>
                <c:pt idx="224">
                  <c:v>42117</c:v>
                </c:pt>
              </c:numCache>
            </c:numRef>
          </c:cat>
          <c:val>
            <c:numRef>
              <c:f>PoolRefinancible!$E$3:$E$227</c:f>
              <c:numCache>
                <c:formatCode>General</c:formatCode>
                <c:ptCount val="225"/>
                <c:pt idx="0">
                  <c:v>2344.3000000000002</c:v>
                </c:pt>
                <c:pt idx="1">
                  <c:v>2528.6999999999998</c:v>
                </c:pt>
                <c:pt idx="2">
                  <c:v>2129.6999999999998</c:v>
                </c:pt>
                <c:pt idx="3">
                  <c:v>2371.1</c:v>
                </c:pt>
                <c:pt idx="4">
                  <c:v>2190.4</c:v>
                </c:pt>
                <c:pt idx="5">
                  <c:v>1953.2</c:v>
                </c:pt>
                <c:pt idx="6">
                  <c:v>2325.3000000000002</c:v>
                </c:pt>
                <c:pt idx="7">
                  <c:v>2155.5</c:v>
                </c:pt>
                <c:pt idx="8">
                  <c:v>2539.4</c:v>
                </c:pt>
                <c:pt idx="9">
                  <c:v>2563.6</c:v>
                </c:pt>
                <c:pt idx="10">
                  <c:v>2620.8000000000002</c:v>
                </c:pt>
                <c:pt idx="11">
                  <c:v>2350.6999999999998</c:v>
                </c:pt>
                <c:pt idx="12">
                  <c:v>2194.4</c:v>
                </c:pt>
                <c:pt idx="13">
                  <c:v>2010.6</c:v>
                </c:pt>
                <c:pt idx="14">
                  <c:v>2065.3000000000002</c:v>
                </c:pt>
                <c:pt idx="15">
                  <c:v>2091.4</c:v>
                </c:pt>
                <c:pt idx="16">
                  <c:v>2220.1</c:v>
                </c:pt>
                <c:pt idx="17">
                  <c:v>2414.9</c:v>
                </c:pt>
                <c:pt idx="18">
                  <c:v>2742.2</c:v>
                </c:pt>
                <c:pt idx="19">
                  <c:v>2764.6</c:v>
                </c:pt>
                <c:pt idx="20">
                  <c:v>2619.6999999999998</c:v>
                </c:pt>
                <c:pt idx="21">
                  <c:v>2648</c:v>
                </c:pt>
                <c:pt idx="22">
                  <c:v>3101.7</c:v>
                </c:pt>
                <c:pt idx="23">
                  <c:v>2857.9</c:v>
                </c:pt>
                <c:pt idx="24">
                  <c:v>2809.5</c:v>
                </c:pt>
                <c:pt idx="25">
                  <c:v>2527.5</c:v>
                </c:pt>
                <c:pt idx="26">
                  <c:v>2362.6999999999998</c:v>
                </c:pt>
                <c:pt idx="27">
                  <c:v>2923.8</c:v>
                </c:pt>
                <c:pt idx="28">
                  <c:v>2769.6</c:v>
                </c:pt>
                <c:pt idx="29">
                  <c:v>2974.1</c:v>
                </c:pt>
                <c:pt idx="30">
                  <c:v>3880.9</c:v>
                </c:pt>
                <c:pt idx="31">
                  <c:v>4184.3999999999996</c:v>
                </c:pt>
                <c:pt idx="32">
                  <c:v>4110.8</c:v>
                </c:pt>
                <c:pt idx="33">
                  <c:v>3601.3</c:v>
                </c:pt>
                <c:pt idx="34">
                  <c:v>3372</c:v>
                </c:pt>
                <c:pt idx="35">
                  <c:v>3571.7</c:v>
                </c:pt>
                <c:pt idx="36">
                  <c:v>4033.8</c:v>
                </c:pt>
                <c:pt idx="37">
                  <c:v>4512.1000000000004</c:v>
                </c:pt>
                <c:pt idx="38">
                  <c:v>4241.8</c:v>
                </c:pt>
                <c:pt idx="39">
                  <c:v>4251.1000000000004</c:v>
                </c:pt>
                <c:pt idx="40">
                  <c:v>3553.2</c:v>
                </c:pt>
                <c:pt idx="41">
                  <c:v>3719.3</c:v>
                </c:pt>
                <c:pt idx="42">
                  <c:v>3695</c:v>
                </c:pt>
                <c:pt idx="43">
                  <c:v>4137.6000000000004</c:v>
                </c:pt>
                <c:pt idx="44">
                  <c:v>3664.5</c:v>
                </c:pt>
                <c:pt idx="45">
                  <c:v>3466.8</c:v>
                </c:pt>
                <c:pt idx="46">
                  <c:v>#N/A</c:v>
                </c:pt>
                <c:pt idx="47">
                  <c:v>3394.7</c:v>
                </c:pt>
                <c:pt idx="48">
                  <c:v>3708.6</c:v>
                </c:pt>
                <c:pt idx="49">
                  <c:v>3676.1</c:v>
                </c:pt>
                <c:pt idx="50">
                  <c:v>3684.5</c:v>
                </c:pt>
                <c:pt idx="51">
                  <c:v>3608.1</c:v>
                </c:pt>
                <c:pt idx="52">
                  <c:v>3668.3</c:v>
                </c:pt>
                <c:pt idx="53">
                  <c:v>4626.5</c:v>
                </c:pt>
                <c:pt idx="54">
                  <c:v>4326.3999999999996</c:v>
                </c:pt>
                <c:pt idx="55">
                  <c:v>4184.3</c:v>
                </c:pt>
                <c:pt idx="56">
                  <c:v>4617.1000000000004</c:v>
                </c:pt>
                <c:pt idx="57">
                  <c:v>4716.1000000000004</c:v>
                </c:pt>
                <c:pt idx="58">
                  <c:v>4466.8999999999996</c:v>
                </c:pt>
                <c:pt idx="59">
                  <c:v>4379.1000000000004</c:v>
                </c:pt>
                <c:pt idx="60">
                  <c:v>4277.6000000000004</c:v>
                </c:pt>
                <c:pt idx="61">
                  <c:v>4063.4</c:v>
                </c:pt>
                <c:pt idx="62">
                  <c:v>3715.2</c:v>
                </c:pt>
                <c:pt idx="63">
                  <c:v>3588.4</c:v>
                </c:pt>
                <c:pt idx="64">
                  <c:v>3699.5</c:v>
                </c:pt>
                <c:pt idx="65">
                  <c:v>3549.3</c:v>
                </c:pt>
                <c:pt idx="66">
                  <c:v>4144.3</c:v>
                </c:pt>
                <c:pt idx="67">
                  <c:v>3892.2</c:v>
                </c:pt>
                <c:pt idx="68">
                  <c:v>3856</c:v>
                </c:pt>
                <c:pt idx="69">
                  <c:v>3924.4</c:v>
                </c:pt>
                <c:pt idx="70">
                  <c:v>4482</c:v>
                </c:pt>
                <c:pt idx="71">
                  <c:v>4732</c:v>
                </c:pt>
                <c:pt idx="72">
                  <c:v>4675.8999999999996</c:v>
                </c:pt>
                <c:pt idx="73">
                  <c:v>4736</c:v>
                </c:pt>
                <c:pt idx="74">
                  <c:v>5590</c:v>
                </c:pt>
                <c:pt idx="75">
                  <c:v>4719.6000000000004</c:v>
                </c:pt>
                <c:pt idx="76">
                  <c:v>4585.8</c:v>
                </c:pt>
                <c:pt idx="77">
                  <c:v>4372.2</c:v>
                </c:pt>
                <c:pt idx="78">
                  <c:v>4267.8999999999996</c:v>
                </c:pt>
                <c:pt idx="79">
                  <c:v>5246.8</c:v>
                </c:pt>
                <c:pt idx="80">
                  <c:v>5383.1</c:v>
                </c:pt>
                <c:pt idx="81">
                  <c:v>5492.1</c:v>
                </c:pt>
                <c:pt idx="82">
                  <c:v>5444.3</c:v>
                </c:pt>
                <c:pt idx="83">
                  <c:v>5172.2</c:v>
                </c:pt>
                <c:pt idx="84">
                  <c:v>4671.1000000000004</c:v>
                </c:pt>
                <c:pt idx="85">
                  <c:v>4414.6000000000004</c:v>
                </c:pt>
                <c:pt idx="86">
                  <c:v>4274.8</c:v>
                </c:pt>
                <c:pt idx="87">
                  <c:v>4779.1000000000004</c:v>
                </c:pt>
                <c:pt idx="88">
                  <c:v>4823.3</c:v>
                </c:pt>
                <c:pt idx="89">
                  <c:v>4979</c:v>
                </c:pt>
                <c:pt idx="90">
                  <c:v>5965.5</c:v>
                </c:pt>
                <c:pt idx="91">
                  <c:v>5892.5</c:v>
                </c:pt>
                <c:pt idx="92">
                  <c:v>5572.2</c:v>
                </c:pt>
                <c:pt idx="93">
                  <c:v>4847.2</c:v>
                </c:pt>
                <c:pt idx="94">
                  <c:v>4550.7</c:v>
                </c:pt>
                <c:pt idx="95">
                  <c:v>4297.7</c:v>
                </c:pt>
                <c:pt idx="96">
                  <c:v>4856.1000000000004</c:v>
                </c:pt>
                <c:pt idx="97">
                  <c:v>4702.3999999999996</c:v>
                </c:pt>
                <c:pt idx="98">
                  <c:v>#N/A</c:v>
                </c:pt>
                <c:pt idx="99">
                  <c:v>4943</c:v>
                </c:pt>
                <c:pt idx="100">
                  <c:v>5368.1</c:v>
                </c:pt>
                <c:pt idx="101">
                  <c:v>4564.3999999999996</c:v>
                </c:pt>
                <c:pt idx="102">
                  <c:v>3983.2</c:v>
                </c:pt>
                <c:pt idx="103">
                  <c:v>3488.9</c:v>
                </c:pt>
                <c:pt idx="104">
                  <c:v>3896.4</c:v>
                </c:pt>
                <c:pt idx="105">
                  <c:v>4554.3999999999996</c:v>
                </c:pt>
                <c:pt idx="106">
                  <c:v>4937.3999999999996</c:v>
                </c:pt>
                <c:pt idx="107">
                  <c:v>4433.6000000000004</c:v>
                </c:pt>
                <c:pt idx="108">
                  <c:v>4579</c:v>
                </c:pt>
                <c:pt idx="109">
                  <c:v>4284.3</c:v>
                </c:pt>
                <c:pt idx="110">
                  <c:v>4261.8</c:v>
                </c:pt>
                <c:pt idx="111">
                  <c:v>4136.3</c:v>
                </c:pt>
                <c:pt idx="112">
                  <c:v>4724.8999999999996</c:v>
                </c:pt>
                <c:pt idx="113">
                  <c:v>4485.2</c:v>
                </c:pt>
                <c:pt idx="114">
                  <c:v>4111.3</c:v>
                </c:pt>
                <c:pt idx="115">
                  <c:v>4412.8999999999996</c:v>
                </c:pt>
                <c:pt idx="116">
                  <c:v>4119.2</c:v>
                </c:pt>
                <c:pt idx="117">
                  <c:v>4528.8999999999996</c:v>
                </c:pt>
                <c:pt idx="118">
                  <c:v>4726.8999999999996</c:v>
                </c:pt>
                <c:pt idx="119">
                  <c:v>4672.1000000000004</c:v>
                </c:pt>
                <c:pt idx="120">
                  <c:v>4854.1000000000004</c:v>
                </c:pt>
                <c:pt idx="121">
                  <c:v>5279.9</c:v>
                </c:pt>
                <c:pt idx="122">
                  <c:v>4797.2</c:v>
                </c:pt>
                <c:pt idx="123">
                  <c:v>4241.5</c:v>
                </c:pt>
                <c:pt idx="124">
                  <c:v>3709.4</c:v>
                </c:pt>
                <c:pt idx="125">
                  <c:v>3163.6</c:v>
                </c:pt>
                <c:pt idx="126">
                  <c:v>3339.8</c:v>
                </c:pt>
                <c:pt idx="127">
                  <c:v>3214.4</c:v>
                </c:pt>
                <c:pt idx="128">
                  <c:v>3040.1</c:v>
                </c:pt>
                <c:pt idx="129">
                  <c:v>2573.4</c:v>
                </c:pt>
                <c:pt idx="130">
                  <c:v>#N/A</c:v>
                </c:pt>
                <c:pt idx="131">
                  <c:v>2242.1999999999998</c:v>
                </c:pt>
                <c:pt idx="132">
                  <c:v>2288</c:v>
                </c:pt>
                <c:pt idx="133">
                  <c:v>2218.3000000000002</c:v>
                </c:pt>
                <c:pt idx="134">
                  <c:v>2228.9</c:v>
                </c:pt>
                <c:pt idx="135">
                  <c:v>2110.6</c:v>
                </c:pt>
                <c:pt idx="136">
                  <c:v>1935.1</c:v>
                </c:pt>
                <c:pt idx="137">
                  <c:v>1842.6</c:v>
                </c:pt>
                <c:pt idx="138">
                  <c:v>1909</c:v>
                </c:pt>
                <c:pt idx="139">
                  <c:v>1512.9</c:v>
                </c:pt>
                <c:pt idx="140">
                  <c:v>1814</c:v>
                </c:pt>
                <c:pt idx="141">
                  <c:v>1922.9</c:v>
                </c:pt>
                <c:pt idx="142">
                  <c:v>1956.6</c:v>
                </c:pt>
                <c:pt idx="143">
                  <c:v>2025.3</c:v>
                </c:pt>
                <c:pt idx="144">
                  <c:v>2102.6999999999998</c:v>
                </c:pt>
                <c:pt idx="145">
                  <c:v>2033.7</c:v>
                </c:pt>
                <c:pt idx="146">
                  <c:v>2211.8000000000002</c:v>
                </c:pt>
                <c:pt idx="147">
                  <c:v>2105.6</c:v>
                </c:pt>
                <c:pt idx="148">
                  <c:v>2056.9</c:v>
                </c:pt>
                <c:pt idx="149">
                  <c:v>1903.5</c:v>
                </c:pt>
                <c:pt idx="150">
                  <c:v>1917.2</c:v>
                </c:pt>
                <c:pt idx="151">
                  <c:v>#N/A</c:v>
                </c:pt>
                <c:pt idx="152">
                  <c:v>1599.4</c:v>
                </c:pt>
                <c:pt idx="153">
                  <c:v>1529.8</c:v>
                </c:pt>
                <c:pt idx="154">
                  <c:v>1426.7</c:v>
                </c:pt>
                <c:pt idx="155">
                  <c:v>1277.8</c:v>
                </c:pt>
                <c:pt idx="156">
                  <c:v>1352.7</c:v>
                </c:pt>
                <c:pt idx="157">
                  <c:v>1507</c:v>
                </c:pt>
                <c:pt idx="158">
                  <c:v>1675.8</c:v>
                </c:pt>
                <c:pt idx="159">
                  <c:v>1601.2</c:v>
                </c:pt>
                <c:pt idx="160">
                  <c:v>1667.5</c:v>
                </c:pt>
                <c:pt idx="161">
                  <c:v>1674.2</c:v>
                </c:pt>
                <c:pt idx="162">
                  <c:v>1650.6</c:v>
                </c:pt>
                <c:pt idx="163">
                  <c:v>1442.3</c:v>
                </c:pt>
                <c:pt idx="164">
                  <c:v>1600.6</c:v>
                </c:pt>
                <c:pt idx="165">
                  <c:v>1528</c:v>
                </c:pt>
                <c:pt idx="166">
                  <c:v>1552.1</c:v>
                </c:pt>
                <c:pt idx="167">
                  <c:v>1426.3</c:v>
                </c:pt>
                <c:pt idx="168">
                  <c:v>1383.5</c:v>
                </c:pt>
                <c:pt idx="169">
                  <c:v>1324.7</c:v>
                </c:pt>
                <c:pt idx="170">
                  <c:v>1429.9</c:v>
                </c:pt>
                <c:pt idx="171">
                  <c:v>1370.9</c:v>
                </c:pt>
                <c:pt idx="172">
                  <c:v>1298.0999999999999</c:v>
                </c:pt>
                <c:pt idx="173">
                  <c:v>1323.9</c:v>
                </c:pt>
                <c:pt idx="174">
                  <c:v>1400.9</c:v>
                </c:pt>
                <c:pt idx="175">
                  <c:v>1460.6</c:v>
                </c:pt>
                <c:pt idx="176">
                  <c:v>1453.4</c:v>
                </c:pt>
                <c:pt idx="177">
                  <c:v>1382.6</c:v>
                </c:pt>
                <c:pt idx="178">
                  <c:v>1516.9</c:v>
                </c:pt>
                <c:pt idx="179">
                  <c:v>1321.3</c:v>
                </c:pt>
                <c:pt idx="180">
                  <c:v>1333.5</c:v>
                </c:pt>
                <c:pt idx="181">
                  <c:v>1341.8</c:v>
                </c:pt>
                <c:pt idx="182">
                  <c:v>1346.8</c:v>
                </c:pt>
                <c:pt idx="183">
                  <c:v>1329.7</c:v>
                </c:pt>
                <c:pt idx="184">
                  <c:v>1400.7</c:v>
                </c:pt>
                <c:pt idx="185">
                  <c:v>1327.5</c:v>
                </c:pt>
                <c:pt idx="186">
                  <c:v>1373.9</c:v>
                </c:pt>
                <c:pt idx="187">
                  <c:v>1342.6</c:v>
                </c:pt>
                <c:pt idx="188">
                  <c:v>1404.9</c:v>
                </c:pt>
                <c:pt idx="189">
                  <c:v>1439.4</c:v>
                </c:pt>
                <c:pt idx="190">
                  <c:v>1436</c:v>
                </c:pt>
                <c:pt idx="191">
                  <c:v>1275.8</c:v>
                </c:pt>
                <c:pt idx="192">
                  <c:v>1398.4</c:v>
                </c:pt>
                <c:pt idx="193">
                  <c:v>1335.1</c:v>
                </c:pt>
                <c:pt idx="194">
                  <c:v>1326.2</c:v>
                </c:pt>
                <c:pt idx="195">
                  <c:v>1387.1</c:v>
                </c:pt>
                <c:pt idx="196">
                  <c:v>1560.6</c:v>
                </c:pt>
                <c:pt idx="197">
                  <c:v>1898.2</c:v>
                </c:pt>
                <c:pt idx="198">
                  <c:v>1713.6</c:v>
                </c:pt>
                <c:pt idx="199">
                  <c:v>1604.8</c:v>
                </c:pt>
                <c:pt idx="200">
                  <c:v>1565.3</c:v>
                </c:pt>
                <c:pt idx="201">
                  <c:v>1563.2</c:v>
                </c:pt>
                <c:pt idx="202">
                  <c:v>1547.9</c:v>
                </c:pt>
                <c:pt idx="203">
                  <c:v>#N/A</c:v>
                </c:pt>
                <c:pt idx="204">
                  <c:v>1548.6</c:v>
                </c:pt>
                <c:pt idx="205">
                  <c:v>1518.8</c:v>
                </c:pt>
                <c:pt idx="206">
                  <c:v>1538.7</c:v>
                </c:pt>
                <c:pt idx="207">
                  <c:v>#N/A</c:v>
                </c:pt>
                <c:pt idx="208">
                  <c:v>#N/A</c:v>
                </c:pt>
                <c:pt idx="209">
                  <c:v>2271.5</c:v>
                </c:pt>
                <c:pt idx="210">
                  <c:v>2799.3</c:v>
                </c:pt>
                <c:pt idx="211">
                  <c:v>2572.3000000000002</c:v>
                </c:pt>
                <c:pt idx="212">
                  <c:v>2584.8000000000002</c:v>
                </c:pt>
                <c:pt idx="213">
                  <c:v>2291.3000000000002</c:v>
                </c:pt>
                <c:pt idx="214">
                  <c:v>1904.2</c:v>
                </c:pt>
                <c:pt idx="215">
                  <c:v>1703.1</c:v>
                </c:pt>
                <c:pt idx="216">
                  <c:v>1740.3</c:v>
                </c:pt>
                <c:pt idx="217">
                  <c:v>1685.7</c:v>
                </c:pt>
                <c:pt idx="218">
                  <c:v>1623.6</c:v>
                </c:pt>
                <c:pt idx="219">
                  <c:v>1860.8</c:v>
                </c:pt>
                <c:pt idx="220">
                  <c:v>1941.6</c:v>
                </c:pt>
                <c:pt idx="221">
                  <c:v>1854.7</c:v>
                </c:pt>
                <c:pt idx="222">
                  <c:v>1804.6</c:v>
                </c:pt>
                <c:pt idx="223">
                  <c:v>1817</c:v>
                </c:pt>
                <c:pt idx="224">
                  <c:v>#N/A</c:v>
                </c:pt>
              </c:numCache>
            </c:numRef>
          </c:val>
          <c:smooth val="0"/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211647488"/>
        <c:axId val="211645568"/>
      </c:lineChart>
      <c:dateAx>
        <c:axId val="211629568"/>
        <c:scaling>
          <c:orientation val="minMax"/>
        </c:scaling>
        <c:delete val="0"/>
        <c:axPos val="b"/>
        <c:numFmt formatCode="m/d/yyyy" sourceLinked="1"/>
        <c:majorTickMark val="out"/>
        <c:minorTickMark val="none"/>
        <c:tickLblPos val="nextTo"/>
        <c:crossAx val="211631104"/>
        <c:crosses val="autoZero"/>
        <c:auto val="1"/>
        <c:lblOffset val="100"/>
        <c:baseTimeUnit val="days"/>
        <c:majorUnit val="6"/>
        <c:majorTimeUnit val="months"/>
      </c:dateAx>
      <c:valAx>
        <c:axId val="211631104"/>
        <c:scaling>
          <c:orientation val="minMax"/>
          <c:max val="1"/>
        </c:scaling>
        <c:delete val="0"/>
        <c:axPos val="l"/>
        <c:majorGridlines/>
        <c:title>
          <c:tx>
            <c:rich>
              <a:bodyPr rot="-5400000" vert="horz"/>
              <a:lstStyle/>
              <a:p>
                <a:pPr>
                  <a:defRPr/>
                </a:pPr>
                <a:r>
                  <a:rPr lang="en-US"/>
                  <a:t>Refinancible Percentage</a:t>
                </a:r>
              </a:p>
            </c:rich>
          </c:tx>
          <c:layout/>
          <c:overlay val="0"/>
        </c:title>
        <c:numFmt formatCode="0%" sourceLinked="1"/>
        <c:majorTickMark val="out"/>
        <c:minorTickMark val="none"/>
        <c:tickLblPos val="nextTo"/>
        <c:crossAx val="211629568"/>
        <c:crosses val="autoZero"/>
        <c:crossBetween val="between"/>
        <c:majorUnit val="0.2"/>
      </c:valAx>
      <c:valAx>
        <c:axId val="211645568"/>
        <c:scaling>
          <c:orientation val="minMax"/>
        </c:scaling>
        <c:delete val="0"/>
        <c:axPos val="r"/>
        <c:title>
          <c:tx>
            <c:rich>
              <a:bodyPr rot="-5400000" vert="horz"/>
              <a:lstStyle/>
              <a:p>
                <a:pPr>
                  <a:defRPr/>
                </a:pPr>
                <a:r>
                  <a:rPr lang="en-US"/>
                  <a:t>Refi Index</a:t>
                </a:r>
              </a:p>
            </c:rich>
          </c:tx>
          <c:layout/>
          <c:overlay val="0"/>
        </c:title>
        <c:numFmt formatCode="General" sourceLinked="1"/>
        <c:majorTickMark val="out"/>
        <c:minorTickMark val="none"/>
        <c:tickLblPos val="nextTo"/>
        <c:crossAx val="211647488"/>
        <c:crosses val="max"/>
        <c:crossBetween val="between"/>
      </c:valAx>
      <c:dateAx>
        <c:axId val="211647488"/>
        <c:scaling>
          <c:orientation val="minMax"/>
        </c:scaling>
        <c:delete val="1"/>
        <c:axPos val="b"/>
        <c:numFmt formatCode="m/d/yyyy" sourceLinked="1"/>
        <c:majorTickMark val="out"/>
        <c:minorTickMark val="none"/>
        <c:tickLblPos val="nextTo"/>
        <c:crossAx val="211645568"/>
        <c:crosses val="autoZero"/>
        <c:auto val="1"/>
        <c:lblOffset val="100"/>
        <c:baseTimeUnit val="days"/>
      </c:dateAx>
    </c:plotArea>
    <c:legend>
      <c:legendPos val="b"/>
      <c:legendEntry>
        <c:idx val="1"/>
        <c:delete val="1"/>
      </c:legendEntry>
      <c:legendEntry>
        <c:idx val="2"/>
        <c:delete val="1"/>
      </c:legendEntry>
      <c:legendEntry>
        <c:idx val="3"/>
        <c:delete val="1"/>
      </c:legendEntry>
      <c:layout/>
      <c:overlay val="0"/>
    </c:legend>
    <c:plotVisOnly val="1"/>
    <c:dispBlanksAs val="gap"/>
    <c:showDLblsOverMax val="0"/>
  </c:chart>
  <c:spPr>
    <a:solidFill>
      <a:schemeClr val="bg1"/>
    </a:solidFill>
  </c:spPr>
  <c:externalData r:id="rId1">
    <c:autoUpdate val="0"/>
  </c:externalData>
</c:chartSpace>
</file>

<file path=ppt/charts/chart18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0"/>
    <c:plotArea>
      <c:layout/>
      <c:lineChart>
        <c:grouping val="standard"/>
        <c:varyColors val="0"/>
        <c:ser>
          <c:idx val="0"/>
          <c:order val="0"/>
          <c:tx>
            <c:strRef>
              <c:f>PoolRefinancible!$C$2</c:f>
              <c:strCache>
                <c:ptCount val="1"/>
                <c:pt idx="0">
                  <c:v>Pool Level</c:v>
                </c:pt>
              </c:strCache>
            </c:strRef>
          </c:tx>
          <c:spPr>
            <a:ln w="19050">
              <a:solidFill>
                <a:srgbClr val="CDD1EF"/>
              </a:solidFill>
            </a:ln>
          </c:spPr>
          <c:marker>
            <c:symbol val="none"/>
          </c:marker>
          <c:cat>
            <c:numRef>
              <c:f>PoolRefinancible!$B$3:$B$227</c:f>
              <c:numCache>
                <c:formatCode>m/d/yyyy</c:formatCode>
                <c:ptCount val="225"/>
                <c:pt idx="0">
                  <c:v>40549</c:v>
                </c:pt>
                <c:pt idx="1">
                  <c:v>40556</c:v>
                </c:pt>
                <c:pt idx="2">
                  <c:v>40563</c:v>
                </c:pt>
                <c:pt idx="3">
                  <c:v>40570</c:v>
                </c:pt>
                <c:pt idx="4">
                  <c:v>40577</c:v>
                </c:pt>
                <c:pt idx="5">
                  <c:v>40584</c:v>
                </c:pt>
                <c:pt idx="6">
                  <c:v>40591</c:v>
                </c:pt>
                <c:pt idx="7">
                  <c:v>40598</c:v>
                </c:pt>
                <c:pt idx="8">
                  <c:v>40605</c:v>
                </c:pt>
                <c:pt idx="9">
                  <c:v>40612</c:v>
                </c:pt>
                <c:pt idx="10">
                  <c:v>40619</c:v>
                </c:pt>
                <c:pt idx="11">
                  <c:v>40626</c:v>
                </c:pt>
                <c:pt idx="12">
                  <c:v>40633</c:v>
                </c:pt>
                <c:pt idx="13">
                  <c:v>40640</c:v>
                </c:pt>
                <c:pt idx="14">
                  <c:v>40647</c:v>
                </c:pt>
                <c:pt idx="15">
                  <c:v>40654</c:v>
                </c:pt>
                <c:pt idx="16">
                  <c:v>40661</c:v>
                </c:pt>
                <c:pt idx="17">
                  <c:v>40668</c:v>
                </c:pt>
                <c:pt idx="18">
                  <c:v>40675</c:v>
                </c:pt>
                <c:pt idx="19">
                  <c:v>40682</c:v>
                </c:pt>
                <c:pt idx="20">
                  <c:v>40689</c:v>
                </c:pt>
                <c:pt idx="21">
                  <c:v>40696</c:v>
                </c:pt>
                <c:pt idx="22">
                  <c:v>40703</c:v>
                </c:pt>
                <c:pt idx="23">
                  <c:v>40710</c:v>
                </c:pt>
                <c:pt idx="24">
                  <c:v>40717</c:v>
                </c:pt>
                <c:pt idx="25">
                  <c:v>40724</c:v>
                </c:pt>
                <c:pt idx="26">
                  <c:v>40731</c:v>
                </c:pt>
                <c:pt idx="27">
                  <c:v>40738</c:v>
                </c:pt>
                <c:pt idx="28">
                  <c:v>40745</c:v>
                </c:pt>
                <c:pt idx="29">
                  <c:v>40752</c:v>
                </c:pt>
                <c:pt idx="30">
                  <c:v>40759</c:v>
                </c:pt>
                <c:pt idx="31">
                  <c:v>40766</c:v>
                </c:pt>
                <c:pt idx="32">
                  <c:v>40773</c:v>
                </c:pt>
                <c:pt idx="33">
                  <c:v>40780</c:v>
                </c:pt>
                <c:pt idx="34">
                  <c:v>40787</c:v>
                </c:pt>
                <c:pt idx="35">
                  <c:v>40794</c:v>
                </c:pt>
                <c:pt idx="36">
                  <c:v>40801</c:v>
                </c:pt>
                <c:pt idx="37">
                  <c:v>40808</c:v>
                </c:pt>
                <c:pt idx="38">
                  <c:v>40815</c:v>
                </c:pt>
                <c:pt idx="39">
                  <c:v>40822</c:v>
                </c:pt>
                <c:pt idx="40">
                  <c:v>40829</c:v>
                </c:pt>
                <c:pt idx="41">
                  <c:v>40836</c:v>
                </c:pt>
                <c:pt idx="42">
                  <c:v>40843</c:v>
                </c:pt>
                <c:pt idx="43">
                  <c:v>40850</c:v>
                </c:pt>
                <c:pt idx="44">
                  <c:v>40857</c:v>
                </c:pt>
                <c:pt idx="45">
                  <c:v>40864</c:v>
                </c:pt>
                <c:pt idx="46">
                  <c:v>40870</c:v>
                </c:pt>
                <c:pt idx="47">
                  <c:v>40878</c:v>
                </c:pt>
                <c:pt idx="48">
                  <c:v>40885</c:v>
                </c:pt>
                <c:pt idx="49">
                  <c:v>40892</c:v>
                </c:pt>
                <c:pt idx="50">
                  <c:v>40899</c:v>
                </c:pt>
                <c:pt idx="51">
                  <c:v>40906</c:v>
                </c:pt>
                <c:pt idx="52">
                  <c:v>40913</c:v>
                </c:pt>
                <c:pt idx="53">
                  <c:v>40920</c:v>
                </c:pt>
                <c:pt idx="54">
                  <c:v>40927</c:v>
                </c:pt>
                <c:pt idx="55">
                  <c:v>40934</c:v>
                </c:pt>
                <c:pt idx="56">
                  <c:v>40941</c:v>
                </c:pt>
                <c:pt idx="57">
                  <c:v>40948</c:v>
                </c:pt>
                <c:pt idx="58">
                  <c:v>40955</c:v>
                </c:pt>
                <c:pt idx="59">
                  <c:v>40962</c:v>
                </c:pt>
                <c:pt idx="60">
                  <c:v>40969</c:v>
                </c:pt>
                <c:pt idx="61">
                  <c:v>40976</c:v>
                </c:pt>
                <c:pt idx="62">
                  <c:v>40983</c:v>
                </c:pt>
                <c:pt idx="63">
                  <c:v>40990</c:v>
                </c:pt>
                <c:pt idx="64">
                  <c:v>40997</c:v>
                </c:pt>
                <c:pt idx="65">
                  <c:v>41004</c:v>
                </c:pt>
                <c:pt idx="66">
                  <c:v>41011</c:v>
                </c:pt>
                <c:pt idx="67">
                  <c:v>41018</c:v>
                </c:pt>
                <c:pt idx="68">
                  <c:v>41025</c:v>
                </c:pt>
                <c:pt idx="69">
                  <c:v>41032</c:v>
                </c:pt>
                <c:pt idx="70">
                  <c:v>41039</c:v>
                </c:pt>
                <c:pt idx="71">
                  <c:v>41046</c:v>
                </c:pt>
                <c:pt idx="72">
                  <c:v>41053</c:v>
                </c:pt>
                <c:pt idx="73">
                  <c:v>41060</c:v>
                </c:pt>
                <c:pt idx="74">
                  <c:v>41067</c:v>
                </c:pt>
                <c:pt idx="75">
                  <c:v>41074</c:v>
                </c:pt>
                <c:pt idx="76">
                  <c:v>41081</c:v>
                </c:pt>
                <c:pt idx="77">
                  <c:v>41088</c:v>
                </c:pt>
                <c:pt idx="78">
                  <c:v>41095</c:v>
                </c:pt>
                <c:pt idx="79">
                  <c:v>41102</c:v>
                </c:pt>
                <c:pt idx="80">
                  <c:v>41109</c:v>
                </c:pt>
                <c:pt idx="81">
                  <c:v>41116</c:v>
                </c:pt>
                <c:pt idx="82">
                  <c:v>41123</c:v>
                </c:pt>
                <c:pt idx="83">
                  <c:v>41130</c:v>
                </c:pt>
                <c:pt idx="84">
                  <c:v>41137</c:v>
                </c:pt>
                <c:pt idx="85">
                  <c:v>41144</c:v>
                </c:pt>
                <c:pt idx="86">
                  <c:v>41151</c:v>
                </c:pt>
                <c:pt idx="87">
                  <c:v>41158</c:v>
                </c:pt>
                <c:pt idx="88">
                  <c:v>41165</c:v>
                </c:pt>
                <c:pt idx="89">
                  <c:v>41172</c:v>
                </c:pt>
                <c:pt idx="90">
                  <c:v>41179</c:v>
                </c:pt>
                <c:pt idx="91">
                  <c:v>41186</c:v>
                </c:pt>
                <c:pt idx="92">
                  <c:v>41193</c:v>
                </c:pt>
                <c:pt idx="93">
                  <c:v>41200</c:v>
                </c:pt>
                <c:pt idx="94">
                  <c:v>41207</c:v>
                </c:pt>
                <c:pt idx="95">
                  <c:v>41214</c:v>
                </c:pt>
                <c:pt idx="96">
                  <c:v>41221</c:v>
                </c:pt>
                <c:pt idx="97">
                  <c:v>41228</c:v>
                </c:pt>
                <c:pt idx="98">
                  <c:v>41234</c:v>
                </c:pt>
                <c:pt idx="99">
                  <c:v>41242</c:v>
                </c:pt>
                <c:pt idx="100">
                  <c:v>41249</c:v>
                </c:pt>
                <c:pt idx="101">
                  <c:v>41256</c:v>
                </c:pt>
                <c:pt idx="102">
                  <c:v>41263</c:v>
                </c:pt>
                <c:pt idx="103">
                  <c:v>41270</c:v>
                </c:pt>
                <c:pt idx="104">
                  <c:v>41277</c:v>
                </c:pt>
                <c:pt idx="105">
                  <c:v>41284</c:v>
                </c:pt>
                <c:pt idx="106">
                  <c:v>41291</c:v>
                </c:pt>
                <c:pt idx="107">
                  <c:v>41298</c:v>
                </c:pt>
                <c:pt idx="108">
                  <c:v>41305</c:v>
                </c:pt>
                <c:pt idx="109">
                  <c:v>41312</c:v>
                </c:pt>
                <c:pt idx="110">
                  <c:v>41319</c:v>
                </c:pt>
                <c:pt idx="111">
                  <c:v>41326</c:v>
                </c:pt>
                <c:pt idx="112">
                  <c:v>41333</c:v>
                </c:pt>
                <c:pt idx="113">
                  <c:v>41340</c:v>
                </c:pt>
                <c:pt idx="114">
                  <c:v>41347</c:v>
                </c:pt>
                <c:pt idx="115">
                  <c:v>41354</c:v>
                </c:pt>
                <c:pt idx="116">
                  <c:v>41361</c:v>
                </c:pt>
                <c:pt idx="117">
                  <c:v>41368</c:v>
                </c:pt>
                <c:pt idx="118">
                  <c:v>41375</c:v>
                </c:pt>
                <c:pt idx="119">
                  <c:v>41382</c:v>
                </c:pt>
                <c:pt idx="120">
                  <c:v>41389</c:v>
                </c:pt>
                <c:pt idx="121">
                  <c:v>41396</c:v>
                </c:pt>
                <c:pt idx="122">
                  <c:v>41403</c:v>
                </c:pt>
                <c:pt idx="123">
                  <c:v>41410</c:v>
                </c:pt>
                <c:pt idx="124">
                  <c:v>41417</c:v>
                </c:pt>
                <c:pt idx="125">
                  <c:v>41424</c:v>
                </c:pt>
                <c:pt idx="126">
                  <c:v>41431</c:v>
                </c:pt>
                <c:pt idx="127">
                  <c:v>41438</c:v>
                </c:pt>
                <c:pt idx="128">
                  <c:v>41445</c:v>
                </c:pt>
                <c:pt idx="129">
                  <c:v>41452</c:v>
                </c:pt>
                <c:pt idx="130">
                  <c:v>41458</c:v>
                </c:pt>
                <c:pt idx="131">
                  <c:v>41466</c:v>
                </c:pt>
                <c:pt idx="132">
                  <c:v>41473</c:v>
                </c:pt>
                <c:pt idx="133">
                  <c:v>41480</c:v>
                </c:pt>
                <c:pt idx="134">
                  <c:v>41487</c:v>
                </c:pt>
                <c:pt idx="135">
                  <c:v>41494</c:v>
                </c:pt>
                <c:pt idx="136">
                  <c:v>41501</c:v>
                </c:pt>
                <c:pt idx="137">
                  <c:v>41508</c:v>
                </c:pt>
                <c:pt idx="138">
                  <c:v>41515</c:v>
                </c:pt>
                <c:pt idx="139">
                  <c:v>41522</c:v>
                </c:pt>
                <c:pt idx="140">
                  <c:v>41529</c:v>
                </c:pt>
                <c:pt idx="141">
                  <c:v>41536</c:v>
                </c:pt>
                <c:pt idx="142">
                  <c:v>41543</c:v>
                </c:pt>
                <c:pt idx="143">
                  <c:v>41550</c:v>
                </c:pt>
                <c:pt idx="144">
                  <c:v>41557</c:v>
                </c:pt>
                <c:pt idx="145">
                  <c:v>41564</c:v>
                </c:pt>
                <c:pt idx="146">
                  <c:v>41571</c:v>
                </c:pt>
                <c:pt idx="147">
                  <c:v>41578</c:v>
                </c:pt>
                <c:pt idx="148">
                  <c:v>41585</c:v>
                </c:pt>
                <c:pt idx="149">
                  <c:v>41592</c:v>
                </c:pt>
                <c:pt idx="150">
                  <c:v>41599</c:v>
                </c:pt>
                <c:pt idx="151">
                  <c:v>41605</c:v>
                </c:pt>
                <c:pt idx="152">
                  <c:v>41613</c:v>
                </c:pt>
                <c:pt idx="153">
                  <c:v>41620</c:v>
                </c:pt>
                <c:pt idx="154">
                  <c:v>41627</c:v>
                </c:pt>
                <c:pt idx="155">
                  <c:v>41634</c:v>
                </c:pt>
                <c:pt idx="156">
                  <c:v>41641</c:v>
                </c:pt>
                <c:pt idx="157">
                  <c:v>41648</c:v>
                </c:pt>
                <c:pt idx="158">
                  <c:v>41655</c:v>
                </c:pt>
                <c:pt idx="159">
                  <c:v>41662</c:v>
                </c:pt>
                <c:pt idx="160">
                  <c:v>41669</c:v>
                </c:pt>
                <c:pt idx="161">
                  <c:v>41676</c:v>
                </c:pt>
                <c:pt idx="162">
                  <c:v>41683</c:v>
                </c:pt>
                <c:pt idx="163">
                  <c:v>41690</c:v>
                </c:pt>
                <c:pt idx="164">
                  <c:v>41697</c:v>
                </c:pt>
                <c:pt idx="165">
                  <c:v>41704</c:v>
                </c:pt>
                <c:pt idx="166">
                  <c:v>41711</c:v>
                </c:pt>
                <c:pt idx="167">
                  <c:v>41718</c:v>
                </c:pt>
                <c:pt idx="168">
                  <c:v>41725</c:v>
                </c:pt>
                <c:pt idx="169">
                  <c:v>41732</c:v>
                </c:pt>
                <c:pt idx="170">
                  <c:v>41739</c:v>
                </c:pt>
                <c:pt idx="171">
                  <c:v>41746</c:v>
                </c:pt>
                <c:pt idx="172">
                  <c:v>41753</c:v>
                </c:pt>
                <c:pt idx="173">
                  <c:v>41760</c:v>
                </c:pt>
                <c:pt idx="174">
                  <c:v>41767</c:v>
                </c:pt>
                <c:pt idx="175">
                  <c:v>41774</c:v>
                </c:pt>
                <c:pt idx="176">
                  <c:v>41781</c:v>
                </c:pt>
                <c:pt idx="177">
                  <c:v>41788</c:v>
                </c:pt>
                <c:pt idx="178">
                  <c:v>41795</c:v>
                </c:pt>
                <c:pt idx="179">
                  <c:v>41802</c:v>
                </c:pt>
                <c:pt idx="180">
                  <c:v>41809</c:v>
                </c:pt>
                <c:pt idx="181">
                  <c:v>41816</c:v>
                </c:pt>
                <c:pt idx="182">
                  <c:v>41823</c:v>
                </c:pt>
                <c:pt idx="183">
                  <c:v>41830</c:v>
                </c:pt>
                <c:pt idx="184">
                  <c:v>41837</c:v>
                </c:pt>
                <c:pt idx="185">
                  <c:v>41844</c:v>
                </c:pt>
                <c:pt idx="186">
                  <c:v>41851</c:v>
                </c:pt>
                <c:pt idx="187">
                  <c:v>41858</c:v>
                </c:pt>
                <c:pt idx="188">
                  <c:v>41865</c:v>
                </c:pt>
                <c:pt idx="189">
                  <c:v>41872</c:v>
                </c:pt>
                <c:pt idx="190">
                  <c:v>41879</c:v>
                </c:pt>
                <c:pt idx="191">
                  <c:v>41886</c:v>
                </c:pt>
                <c:pt idx="192">
                  <c:v>41893</c:v>
                </c:pt>
                <c:pt idx="193">
                  <c:v>41900</c:v>
                </c:pt>
                <c:pt idx="194">
                  <c:v>41907</c:v>
                </c:pt>
                <c:pt idx="195">
                  <c:v>41914</c:v>
                </c:pt>
                <c:pt idx="196">
                  <c:v>41921</c:v>
                </c:pt>
                <c:pt idx="197">
                  <c:v>41928</c:v>
                </c:pt>
                <c:pt idx="198">
                  <c:v>41935</c:v>
                </c:pt>
                <c:pt idx="199">
                  <c:v>41942</c:v>
                </c:pt>
                <c:pt idx="200">
                  <c:v>41949</c:v>
                </c:pt>
                <c:pt idx="201">
                  <c:v>41956</c:v>
                </c:pt>
                <c:pt idx="202">
                  <c:v>41963</c:v>
                </c:pt>
                <c:pt idx="203">
                  <c:v>41969</c:v>
                </c:pt>
                <c:pt idx="204">
                  <c:v>41977</c:v>
                </c:pt>
                <c:pt idx="205">
                  <c:v>41984</c:v>
                </c:pt>
                <c:pt idx="206">
                  <c:v>41991</c:v>
                </c:pt>
                <c:pt idx="207">
                  <c:v>41997</c:v>
                </c:pt>
                <c:pt idx="208">
                  <c:v>42004</c:v>
                </c:pt>
                <c:pt idx="209">
                  <c:v>42012</c:v>
                </c:pt>
                <c:pt idx="210">
                  <c:v>42019</c:v>
                </c:pt>
                <c:pt idx="211">
                  <c:v>42026</c:v>
                </c:pt>
                <c:pt idx="212">
                  <c:v>42033</c:v>
                </c:pt>
                <c:pt idx="213">
                  <c:v>42040</c:v>
                </c:pt>
                <c:pt idx="214">
                  <c:v>42047</c:v>
                </c:pt>
                <c:pt idx="215">
                  <c:v>42054</c:v>
                </c:pt>
                <c:pt idx="216">
                  <c:v>42061</c:v>
                </c:pt>
                <c:pt idx="217">
                  <c:v>42068</c:v>
                </c:pt>
                <c:pt idx="218">
                  <c:v>42075</c:v>
                </c:pt>
                <c:pt idx="219">
                  <c:v>42082</c:v>
                </c:pt>
                <c:pt idx="220">
                  <c:v>42089</c:v>
                </c:pt>
                <c:pt idx="221">
                  <c:v>42096</c:v>
                </c:pt>
                <c:pt idx="222">
                  <c:v>42103</c:v>
                </c:pt>
                <c:pt idx="223">
                  <c:v>42110</c:v>
                </c:pt>
                <c:pt idx="224">
                  <c:v>42117</c:v>
                </c:pt>
              </c:numCache>
            </c:numRef>
          </c:cat>
          <c:val>
            <c:numRef>
              <c:f>PoolRefinancible!$C$3:$C$227</c:f>
              <c:numCache>
                <c:formatCode>0%</c:formatCode>
                <c:ptCount val="225"/>
                <c:pt idx="0">
                  <c:v>0.62402170072443153</c:v>
                </c:pt>
                <c:pt idx="1">
                  <c:v>0.62817294477626939</c:v>
                </c:pt>
                <c:pt idx="2">
                  <c:v>0.62597730951219899</c:v>
                </c:pt>
                <c:pt idx="3">
                  <c:v>0.62392159162868732</c:v>
                </c:pt>
                <c:pt idx="4">
                  <c:v>0.60653142223595213</c:v>
                </c:pt>
                <c:pt idx="5">
                  <c:v>0.50868797673712363</c:v>
                </c:pt>
                <c:pt idx="6">
                  <c:v>0.52965901814335548</c:v>
                </c:pt>
                <c:pt idx="7">
                  <c:v>0.57709503787578109</c:v>
                </c:pt>
                <c:pt idx="8">
                  <c:v>0.59224775585706535</c:v>
                </c:pt>
                <c:pt idx="9">
                  <c:v>0.59090570789662444</c:v>
                </c:pt>
                <c:pt idx="10">
                  <c:v>0.60261779474869925</c:v>
                </c:pt>
                <c:pt idx="11">
                  <c:v>0.59950595681897523</c:v>
                </c:pt>
                <c:pt idx="12">
                  <c:v>0.593225708201635</c:v>
                </c:pt>
                <c:pt idx="13">
                  <c:v>0.58542144661011908</c:v>
                </c:pt>
                <c:pt idx="14">
                  <c:v>0.58155199492979581</c:v>
                </c:pt>
                <c:pt idx="15">
                  <c:v>0.59356262313394537</c:v>
                </c:pt>
                <c:pt idx="16">
                  <c:v>0.59445921362542997</c:v>
                </c:pt>
                <c:pt idx="17">
                  <c:v>0.59391131067456038</c:v>
                </c:pt>
                <c:pt idx="18">
                  <c:v>0.60662155942020002</c:v>
                </c:pt>
                <c:pt idx="19">
                  <c:v>0.61264076908113763</c:v>
                </c:pt>
                <c:pt idx="20">
                  <c:v>0.61599363608099678</c:v>
                </c:pt>
                <c:pt idx="21">
                  <c:v>0.66311590107349083</c:v>
                </c:pt>
                <c:pt idx="22">
                  <c:v>0.74517189360077984</c:v>
                </c:pt>
                <c:pt idx="23">
                  <c:v>0.72397022872334449</c:v>
                </c:pt>
                <c:pt idx="24">
                  <c:v>0.66311590107349083</c:v>
                </c:pt>
                <c:pt idx="25">
                  <c:v>0.69050447134038251</c:v>
                </c:pt>
                <c:pt idx="26">
                  <c:v>0.60410549631050647</c:v>
                </c:pt>
                <c:pt idx="27">
                  <c:v>0.684475421712615</c:v>
                </c:pt>
                <c:pt idx="28">
                  <c:v>0.66675683999516944</c:v>
                </c:pt>
                <c:pt idx="29">
                  <c:v>0.61660059317974736</c:v>
                </c:pt>
                <c:pt idx="30">
                  <c:v>0.81803711941746404</c:v>
                </c:pt>
                <c:pt idx="31">
                  <c:v>0.83404184296119399</c:v>
                </c:pt>
                <c:pt idx="32">
                  <c:v>0.86117434904403212</c:v>
                </c:pt>
                <c:pt idx="33">
                  <c:v>0.84714025108084823</c:v>
                </c:pt>
                <c:pt idx="34">
                  <c:v>0.84129278814437181</c:v>
                </c:pt>
                <c:pt idx="35">
                  <c:v>0.87859103936280614</c:v>
                </c:pt>
                <c:pt idx="36">
                  <c:v>0.90242289630359074</c:v>
                </c:pt>
                <c:pt idx="37">
                  <c:v>0.90242289630359074</c:v>
                </c:pt>
                <c:pt idx="38">
                  <c:v>0.94644262124543443</c:v>
                </c:pt>
                <c:pt idx="39">
                  <c:v>0.96725200604215567</c:v>
                </c:pt>
                <c:pt idx="40">
                  <c:v>0.84917694017596268</c:v>
                </c:pt>
                <c:pt idx="41">
                  <c:v>0.85635864773186432</c:v>
                </c:pt>
                <c:pt idx="42">
                  <c:v>0.86512672485653175</c:v>
                </c:pt>
                <c:pt idx="43">
                  <c:v>0.93485323798856346</c:v>
                </c:pt>
                <c:pt idx="44">
                  <c:v>0.94404770550683115</c:v>
                </c:pt>
                <c:pt idx="45">
                  <c:v>0.93485323798856346</c:v>
                </c:pt>
                <c:pt idx="46">
                  <c:v>0.94997170807452469</c:v>
                </c:pt>
                <c:pt idx="47">
                  <c:v>0.91542628506626045</c:v>
                </c:pt>
                <c:pt idx="48">
                  <c:v>0.9248746068169833</c:v>
                </c:pt>
                <c:pt idx="49">
                  <c:v>0.93969161247928745</c:v>
                </c:pt>
                <c:pt idx="50">
                  <c:v>0.9601958662364245</c:v>
                </c:pt>
                <c:pt idx="51">
                  <c:v>0.94762260030460288</c:v>
                </c:pt>
                <c:pt idx="52">
                  <c:v>0.94481773750585774</c:v>
                </c:pt>
                <c:pt idx="53">
                  <c:v>0.95320351892281485</c:v>
                </c:pt>
                <c:pt idx="54">
                  <c:v>0.95182771809710431</c:v>
                </c:pt>
                <c:pt idx="55">
                  <c:v>0.91861521434498927</c:v>
                </c:pt>
                <c:pt idx="56">
                  <c:v>0.94107838104995334</c:v>
                </c:pt>
                <c:pt idx="57">
                  <c:v>0.94107838104995334</c:v>
                </c:pt>
                <c:pt idx="58">
                  <c:v>0.94107838104995334</c:v>
                </c:pt>
                <c:pt idx="59">
                  <c:v>0.90921329115869776</c:v>
                </c:pt>
                <c:pt idx="60">
                  <c:v>0.91584710240533518</c:v>
                </c:pt>
                <c:pt idx="61">
                  <c:v>0.91902765125865959</c:v>
                </c:pt>
                <c:pt idx="62">
                  <c:v>0.90514599034862198</c:v>
                </c:pt>
                <c:pt idx="63">
                  <c:v>0.78959380464288376</c:v>
                </c:pt>
                <c:pt idx="64">
                  <c:v>0.87490910290764468</c:v>
                </c:pt>
                <c:pt idx="65">
                  <c:v>0.86928745494692716</c:v>
                </c:pt>
                <c:pt idx="66">
                  <c:v>0.90849340717481886</c:v>
                </c:pt>
                <c:pt idx="67">
                  <c:v>0.9034983903169389</c:v>
                </c:pt>
                <c:pt idx="68">
                  <c:v>0.90849340717481886</c:v>
                </c:pt>
                <c:pt idx="69">
                  <c:v>0.89225108632442729</c:v>
                </c:pt>
                <c:pt idx="70">
                  <c:v>0.89337268606647302</c:v>
                </c:pt>
                <c:pt idx="71">
                  <c:v>0.8948997967143093</c:v>
                </c:pt>
                <c:pt idx="72">
                  <c:v>0.89443957907281746</c:v>
                </c:pt>
                <c:pt idx="73">
                  <c:v>0.89512122084695944</c:v>
                </c:pt>
                <c:pt idx="74">
                  <c:v>0.8920195449585564</c:v>
                </c:pt>
                <c:pt idx="75">
                  <c:v>0.88667449797815956</c:v>
                </c:pt>
                <c:pt idx="76">
                  <c:v>0.89407594990163874</c:v>
                </c:pt>
                <c:pt idx="77">
                  <c:v>0.89407594990163874</c:v>
                </c:pt>
                <c:pt idx="78">
                  <c:v>0.8819114104860859</c:v>
                </c:pt>
                <c:pt idx="79">
                  <c:v>0.94551237246929465</c:v>
                </c:pt>
                <c:pt idx="80">
                  <c:v>0.97186924857158052</c:v>
                </c:pt>
                <c:pt idx="81">
                  <c:v>0.98451993370244106</c:v>
                </c:pt>
                <c:pt idx="82">
                  <c:v>0.9385222539497815</c:v>
                </c:pt>
                <c:pt idx="83">
                  <c:v>0.92408794393225557</c:v>
                </c:pt>
                <c:pt idx="84">
                  <c:v>0.88445471641937157</c:v>
                </c:pt>
                <c:pt idx="85">
                  <c:v>0.85694996797233836</c:v>
                </c:pt>
                <c:pt idx="86">
                  <c:v>0.92408794393225557</c:v>
                </c:pt>
                <c:pt idx="87">
                  <c:v>0.91761037893987563</c:v>
                </c:pt>
                <c:pt idx="88">
                  <c:v>0.94047646256577366</c:v>
                </c:pt>
                <c:pt idx="89">
                  <c:v>0.95891425076544745</c:v>
                </c:pt>
                <c:pt idx="90">
                  <c:v>0.96459917415866681</c:v>
                </c:pt>
                <c:pt idx="91">
                  <c:v>0.95362908529618629</c:v>
                </c:pt>
                <c:pt idx="92">
                  <c:v>0.95159604304738465</c:v>
                </c:pt>
                <c:pt idx="93">
                  <c:v>0.95277295236812309</c:v>
                </c:pt>
                <c:pt idx="94">
                  <c:v>0.95079229345734595</c:v>
                </c:pt>
                <c:pt idx="95">
                  <c:v>0.92571311512973709</c:v>
                </c:pt>
                <c:pt idx="96">
                  <c:v>0.9252942527060104</c:v>
                </c:pt>
                <c:pt idx="97">
                  <c:v>0.92772026190850965</c:v>
                </c:pt>
                <c:pt idx="98">
                  <c:v>0.9299301195282087</c:v>
                </c:pt>
                <c:pt idx="99">
                  <c:v>0.92756020040727527</c:v>
                </c:pt>
                <c:pt idx="100">
                  <c:v>0.9105479087849232</c:v>
                </c:pt>
                <c:pt idx="101">
                  <c:v>0.9126136851792267</c:v>
                </c:pt>
                <c:pt idx="102">
                  <c:v>0.90965157918840345</c:v>
                </c:pt>
                <c:pt idx="103">
                  <c:v>0.91018597538933266</c:v>
                </c:pt>
                <c:pt idx="104">
                  <c:v>0.88829814088555981</c:v>
                </c:pt>
                <c:pt idx="105">
                  <c:v>0.88507237465236011</c:v>
                </c:pt>
                <c:pt idx="106">
                  <c:v>0.88631407683414742</c:v>
                </c:pt>
                <c:pt idx="107">
                  <c:v>0.88379536104531342</c:v>
                </c:pt>
                <c:pt idx="108">
                  <c:v>0.84748759806752005</c:v>
                </c:pt>
                <c:pt idx="109">
                  <c:v>0.79744674672768578</c:v>
                </c:pt>
                <c:pt idx="110">
                  <c:v>0.79744674672768578</c:v>
                </c:pt>
                <c:pt idx="111">
                  <c:v>0.75767121274967097</c:v>
                </c:pt>
                <c:pt idx="112">
                  <c:v>0.81599621049204552</c:v>
                </c:pt>
                <c:pt idx="113">
                  <c:v>0.81254588826988361</c:v>
                </c:pt>
                <c:pt idx="114">
                  <c:v>0.70260073761186825</c:v>
                </c:pt>
                <c:pt idx="115">
                  <c:v>0.76832708554350626</c:v>
                </c:pt>
                <c:pt idx="116">
                  <c:v>0.73085022058809757</c:v>
                </c:pt>
                <c:pt idx="117">
                  <c:v>0.74812714109915845</c:v>
                </c:pt>
                <c:pt idx="118">
                  <c:v>0.81951890925716175</c:v>
                </c:pt>
                <c:pt idx="119">
                  <c:v>0.8263799320049966</c:v>
                </c:pt>
                <c:pt idx="120">
                  <c:v>0.82478602429419701</c:v>
                </c:pt>
                <c:pt idx="121">
                  <c:v>0.81686282095814366</c:v>
                </c:pt>
                <c:pt idx="122">
                  <c:v>0.80807149473903783</c:v>
                </c:pt>
                <c:pt idx="123">
                  <c:v>0.77783403735744605</c:v>
                </c:pt>
                <c:pt idx="124">
                  <c:v>0.69528028144531095</c:v>
                </c:pt>
                <c:pt idx="125">
                  <c:v>0.63267241864898449</c:v>
                </c:pt>
                <c:pt idx="126">
                  <c:v>0.60569175356282723</c:v>
                </c:pt>
                <c:pt idx="127">
                  <c:v>0.57343184072471942</c:v>
                </c:pt>
                <c:pt idx="128">
                  <c:v>0.58795254732817659</c:v>
                </c:pt>
                <c:pt idx="129">
                  <c:v>0.39082116641682313</c:v>
                </c:pt>
                <c:pt idx="130">
                  <c:v>0.4330864642120939</c:v>
                </c:pt>
                <c:pt idx="131">
                  <c:v>0.31856955774356621</c:v>
                </c:pt>
                <c:pt idx="132">
                  <c:v>0.42624975952077765</c:v>
                </c:pt>
                <c:pt idx="133">
                  <c:v>0.42922629610906576</c:v>
                </c:pt>
                <c:pt idx="134">
                  <c:v>0.40917398895537016</c:v>
                </c:pt>
                <c:pt idx="135">
                  <c:v>0.40797811985401045</c:v>
                </c:pt>
                <c:pt idx="136">
                  <c:v>0.40797811985401045</c:v>
                </c:pt>
                <c:pt idx="137">
                  <c:v>0.28211495793674252</c:v>
                </c:pt>
                <c:pt idx="138">
                  <c:v>0.32707732602530493</c:v>
                </c:pt>
                <c:pt idx="139">
                  <c:v>0.2818649256036454</c:v>
                </c:pt>
                <c:pt idx="140">
                  <c:v>0.27463010199382165</c:v>
                </c:pt>
                <c:pt idx="141">
                  <c:v>0.33277831045649614</c:v>
                </c:pt>
                <c:pt idx="142">
                  <c:v>0.40445747526612724</c:v>
                </c:pt>
                <c:pt idx="143">
                  <c:v>0.41528178559290679</c:v>
                </c:pt>
                <c:pt idx="144">
                  <c:v>0.41314719259777027</c:v>
                </c:pt>
                <c:pt idx="145">
                  <c:v>0.40232481590336117</c:v>
                </c:pt>
                <c:pt idx="146">
                  <c:v>0.43156912924668556</c:v>
                </c:pt>
                <c:pt idx="147">
                  <c:v>0.4605405147219428</c:v>
                </c:pt>
                <c:pt idx="148">
                  <c:v>0.42159370418067171</c:v>
                </c:pt>
                <c:pt idx="149">
                  <c:v>0.38756459325455095</c:v>
                </c:pt>
                <c:pt idx="150">
                  <c:v>0.41410653536495057</c:v>
                </c:pt>
                <c:pt idx="151">
                  <c:v>0.3969981593322805</c:v>
                </c:pt>
                <c:pt idx="152">
                  <c:v>0.37338021104571051</c:v>
                </c:pt>
                <c:pt idx="153">
                  <c:v>0.3707206267478419</c:v>
                </c:pt>
                <c:pt idx="154">
                  <c:v>0.33974567777608206</c:v>
                </c:pt>
                <c:pt idx="155">
                  <c:v>0.33029809597210952</c:v>
                </c:pt>
                <c:pt idx="156">
                  <c:v>0.26212623729092371</c:v>
                </c:pt>
                <c:pt idx="157">
                  <c:v>0.2902260049252946</c:v>
                </c:pt>
                <c:pt idx="158">
                  <c:v>0.36774882579493112</c:v>
                </c:pt>
                <c:pt idx="159">
                  <c:v>0.37084428304329614</c:v>
                </c:pt>
                <c:pt idx="160">
                  <c:v>0.38160196936392621</c:v>
                </c:pt>
                <c:pt idx="161">
                  <c:v>0.40068103493110224</c:v>
                </c:pt>
                <c:pt idx="162">
                  <c:v>0.38532630107916044</c:v>
                </c:pt>
                <c:pt idx="163">
                  <c:v>0.3755719775185945</c:v>
                </c:pt>
                <c:pt idx="164">
                  <c:v>0.36967404481869215</c:v>
                </c:pt>
                <c:pt idx="165">
                  <c:v>0.38316963725836589</c:v>
                </c:pt>
                <c:pt idx="166">
                  <c:v>0.36933430427665681</c:v>
                </c:pt>
                <c:pt idx="167">
                  <c:v>0.38030249532079374</c:v>
                </c:pt>
                <c:pt idx="168">
                  <c:v>0.36565400061256043</c:v>
                </c:pt>
                <c:pt idx="169">
                  <c:v>0.35521926568999218</c:v>
                </c:pt>
                <c:pt idx="170">
                  <c:v>0.36683376695248865</c:v>
                </c:pt>
                <c:pt idx="171">
                  <c:v>0.38166972699665563</c:v>
                </c:pt>
                <c:pt idx="172">
                  <c:v>0.37393962817107157</c:v>
                </c:pt>
                <c:pt idx="173">
                  <c:v>0.37360583835556432</c:v>
                </c:pt>
                <c:pt idx="174">
                  <c:v>0.40975674753773905</c:v>
                </c:pt>
                <c:pt idx="175">
                  <c:v>0.4132153406951769</c:v>
                </c:pt>
                <c:pt idx="176">
                  <c:v>0.44799454346559853</c:v>
                </c:pt>
                <c:pt idx="177">
                  <c:v>0.46362020494951672</c:v>
                </c:pt>
                <c:pt idx="178">
                  <c:v>0.46847875373528863</c:v>
                </c:pt>
                <c:pt idx="179">
                  <c:v>0.41096738430920449</c:v>
                </c:pt>
                <c:pt idx="180">
                  <c:v>0.42635938692148717</c:v>
                </c:pt>
                <c:pt idx="181">
                  <c:v>0.46847875373528863</c:v>
                </c:pt>
                <c:pt idx="182">
                  <c:v>0.48178321750260522</c:v>
                </c:pt>
                <c:pt idx="183">
                  <c:v>0.42147742037560049</c:v>
                </c:pt>
                <c:pt idx="184">
                  <c:v>0.45155296827836544</c:v>
                </c:pt>
                <c:pt idx="185">
                  <c:v>0.45155296827836544</c:v>
                </c:pt>
                <c:pt idx="186">
                  <c:v>0.45923072088835232</c:v>
                </c:pt>
                <c:pt idx="187">
                  <c:v>0.42413376349642812</c:v>
                </c:pt>
                <c:pt idx="188">
                  <c:v>0.45575254137027688</c:v>
                </c:pt>
                <c:pt idx="189">
                  <c:v>0.49084413664233395</c:v>
                </c:pt>
                <c:pt idx="190">
                  <c:v>0.49084413664233395</c:v>
                </c:pt>
                <c:pt idx="191">
                  <c:v>0.4873264191007175</c:v>
                </c:pt>
                <c:pt idx="192">
                  <c:v>0.4741591952243816</c:v>
                </c:pt>
                <c:pt idx="193">
                  <c:v>0.3981672862675662</c:v>
                </c:pt>
                <c:pt idx="194">
                  <c:v>0.41373230170663788</c:v>
                </c:pt>
                <c:pt idx="195">
                  <c:v>0.43232059685066798</c:v>
                </c:pt>
                <c:pt idx="196">
                  <c:v>0.47165449273347226</c:v>
                </c:pt>
                <c:pt idx="197">
                  <c:v>0.57517284737260799</c:v>
                </c:pt>
                <c:pt idx="198">
                  <c:v>0.58745733896979668</c:v>
                </c:pt>
                <c:pt idx="199">
                  <c:v>0.57181297396619646</c:v>
                </c:pt>
                <c:pt idx="200">
                  <c:v>0.54857982917990311</c:v>
                </c:pt>
                <c:pt idx="201">
                  <c:v>0.55497671209744126</c:v>
                </c:pt>
                <c:pt idx="202">
                  <c:v>0.56606721089043732</c:v>
                </c:pt>
                <c:pt idx="203">
                  <c:v>0.57290983086857539</c:v>
                </c:pt>
                <c:pt idx="204">
                  <c:v>0.59279776197128353</c:v>
                </c:pt>
                <c:pt idx="205">
                  <c:v>0.5786710507683992</c:v>
                </c:pt>
                <c:pt idx="206">
                  <c:v>0.6155496963810797</c:v>
                </c:pt>
                <c:pt idx="207">
                  <c:v>0.60574636223541978</c:v>
                </c:pt>
                <c:pt idx="208">
                  <c:v>0.59072795930158906</c:v>
                </c:pt>
                <c:pt idx="209">
                  <c:v>0.63580141506138355</c:v>
                </c:pt>
                <c:pt idx="210">
                  <c:v>0.66264885680249008</c:v>
                </c:pt>
                <c:pt idx="211">
                  <c:v>0.66474126748702123</c:v>
                </c:pt>
                <c:pt idx="212">
                  <c:v>0.66264885680249008</c:v>
                </c:pt>
                <c:pt idx="213">
                  <c:v>0.68438167594716182</c:v>
                </c:pt>
                <c:pt idx="214">
                  <c:v>0.64890841265420796</c:v>
                </c:pt>
                <c:pt idx="215">
                  <c:v>0.62651628119673453</c:v>
                </c:pt>
                <c:pt idx="216">
                  <c:v>0.61098575112407738</c:v>
                </c:pt>
                <c:pt idx="217">
                  <c:v>0.61966926616186646</c:v>
                </c:pt>
                <c:pt idx="218">
                  <c:v>0.57559445438514367</c:v>
                </c:pt>
                <c:pt idx="219">
                  <c:v>0.60937196228640689</c:v>
                </c:pt>
                <c:pt idx="220">
                  <c:v>0.64195316325793905</c:v>
                </c:pt>
                <c:pt idx="221">
                  <c:v>0.62778439660000751</c:v>
                </c:pt>
                <c:pt idx="222">
                  <c:v>0.64459292642165245</c:v>
                </c:pt>
                <c:pt idx="223">
                  <c:v>0.63055503904182508</c:v>
                </c:pt>
                <c:pt idx="224">
                  <c:v>0.64951370522505292</c:v>
                </c:pt>
              </c:numCache>
            </c:numRef>
          </c:val>
          <c:smooth val="0"/>
        </c:ser>
        <c:ser>
          <c:idx val="3"/>
          <c:order val="2"/>
          <c:tx>
            <c:strRef>
              <c:f>PoolRefinancible!$F$2</c:f>
              <c:strCache>
                <c:ptCount val="1"/>
                <c:pt idx="0">
                  <c:v>Loan Level</c:v>
                </c:pt>
              </c:strCache>
            </c:strRef>
          </c:tx>
          <c:spPr>
            <a:ln w="19050">
              <a:solidFill>
                <a:srgbClr val="F6D6E3"/>
              </a:solidFill>
            </a:ln>
          </c:spPr>
          <c:marker>
            <c:symbol val="none"/>
          </c:marker>
          <c:cat>
            <c:numRef>
              <c:f>PoolRefinancible!$B$3:$B$227</c:f>
              <c:numCache>
                <c:formatCode>m/d/yyyy</c:formatCode>
                <c:ptCount val="225"/>
                <c:pt idx="0">
                  <c:v>40549</c:v>
                </c:pt>
                <c:pt idx="1">
                  <c:v>40556</c:v>
                </c:pt>
                <c:pt idx="2">
                  <c:v>40563</c:v>
                </c:pt>
                <c:pt idx="3">
                  <c:v>40570</c:v>
                </c:pt>
                <c:pt idx="4">
                  <c:v>40577</c:v>
                </c:pt>
                <c:pt idx="5">
                  <c:v>40584</c:v>
                </c:pt>
                <c:pt idx="6">
                  <c:v>40591</c:v>
                </c:pt>
                <c:pt idx="7">
                  <c:v>40598</c:v>
                </c:pt>
                <c:pt idx="8">
                  <c:v>40605</c:v>
                </c:pt>
                <c:pt idx="9">
                  <c:v>40612</c:v>
                </c:pt>
                <c:pt idx="10">
                  <c:v>40619</c:v>
                </c:pt>
                <c:pt idx="11">
                  <c:v>40626</c:v>
                </c:pt>
                <c:pt idx="12">
                  <c:v>40633</c:v>
                </c:pt>
                <c:pt idx="13">
                  <c:v>40640</c:v>
                </c:pt>
                <c:pt idx="14">
                  <c:v>40647</c:v>
                </c:pt>
                <c:pt idx="15">
                  <c:v>40654</c:v>
                </c:pt>
                <c:pt idx="16">
                  <c:v>40661</c:v>
                </c:pt>
                <c:pt idx="17">
                  <c:v>40668</c:v>
                </c:pt>
                <c:pt idx="18">
                  <c:v>40675</c:v>
                </c:pt>
                <c:pt idx="19">
                  <c:v>40682</c:v>
                </c:pt>
                <c:pt idx="20">
                  <c:v>40689</c:v>
                </c:pt>
                <c:pt idx="21">
                  <c:v>40696</c:v>
                </c:pt>
                <c:pt idx="22">
                  <c:v>40703</c:v>
                </c:pt>
                <c:pt idx="23">
                  <c:v>40710</c:v>
                </c:pt>
                <c:pt idx="24">
                  <c:v>40717</c:v>
                </c:pt>
                <c:pt idx="25">
                  <c:v>40724</c:v>
                </c:pt>
                <c:pt idx="26">
                  <c:v>40731</c:v>
                </c:pt>
                <c:pt idx="27">
                  <c:v>40738</c:v>
                </c:pt>
                <c:pt idx="28">
                  <c:v>40745</c:v>
                </c:pt>
                <c:pt idx="29">
                  <c:v>40752</c:v>
                </c:pt>
                <c:pt idx="30">
                  <c:v>40759</c:v>
                </c:pt>
                <c:pt idx="31">
                  <c:v>40766</c:v>
                </c:pt>
                <c:pt idx="32">
                  <c:v>40773</c:v>
                </c:pt>
                <c:pt idx="33">
                  <c:v>40780</c:v>
                </c:pt>
                <c:pt idx="34">
                  <c:v>40787</c:v>
                </c:pt>
                <c:pt idx="35">
                  <c:v>40794</c:v>
                </c:pt>
                <c:pt idx="36">
                  <c:v>40801</c:v>
                </c:pt>
                <c:pt idx="37">
                  <c:v>40808</c:v>
                </c:pt>
                <c:pt idx="38">
                  <c:v>40815</c:v>
                </c:pt>
                <c:pt idx="39">
                  <c:v>40822</c:v>
                </c:pt>
                <c:pt idx="40">
                  <c:v>40829</c:v>
                </c:pt>
                <c:pt idx="41">
                  <c:v>40836</c:v>
                </c:pt>
                <c:pt idx="42">
                  <c:v>40843</c:v>
                </c:pt>
                <c:pt idx="43">
                  <c:v>40850</c:v>
                </c:pt>
                <c:pt idx="44">
                  <c:v>40857</c:v>
                </c:pt>
                <c:pt idx="45">
                  <c:v>40864</c:v>
                </c:pt>
                <c:pt idx="46">
                  <c:v>40870</c:v>
                </c:pt>
                <c:pt idx="47">
                  <c:v>40878</c:v>
                </c:pt>
                <c:pt idx="48">
                  <c:v>40885</c:v>
                </c:pt>
                <c:pt idx="49">
                  <c:v>40892</c:v>
                </c:pt>
                <c:pt idx="50">
                  <c:v>40899</c:v>
                </c:pt>
                <c:pt idx="51">
                  <c:v>40906</c:v>
                </c:pt>
                <c:pt idx="52">
                  <c:v>40913</c:v>
                </c:pt>
                <c:pt idx="53">
                  <c:v>40920</c:v>
                </c:pt>
                <c:pt idx="54">
                  <c:v>40927</c:v>
                </c:pt>
                <c:pt idx="55">
                  <c:v>40934</c:v>
                </c:pt>
                <c:pt idx="56">
                  <c:v>40941</c:v>
                </c:pt>
                <c:pt idx="57">
                  <c:v>40948</c:v>
                </c:pt>
                <c:pt idx="58">
                  <c:v>40955</c:v>
                </c:pt>
                <c:pt idx="59">
                  <c:v>40962</c:v>
                </c:pt>
                <c:pt idx="60">
                  <c:v>40969</c:v>
                </c:pt>
                <c:pt idx="61">
                  <c:v>40976</c:v>
                </c:pt>
                <c:pt idx="62">
                  <c:v>40983</c:v>
                </c:pt>
                <c:pt idx="63">
                  <c:v>40990</c:v>
                </c:pt>
                <c:pt idx="64">
                  <c:v>40997</c:v>
                </c:pt>
                <c:pt idx="65">
                  <c:v>41004</c:v>
                </c:pt>
                <c:pt idx="66">
                  <c:v>41011</c:v>
                </c:pt>
                <c:pt idx="67">
                  <c:v>41018</c:v>
                </c:pt>
                <c:pt idx="68">
                  <c:v>41025</c:v>
                </c:pt>
                <c:pt idx="69">
                  <c:v>41032</c:v>
                </c:pt>
                <c:pt idx="70">
                  <c:v>41039</c:v>
                </c:pt>
                <c:pt idx="71">
                  <c:v>41046</c:v>
                </c:pt>
                <c:pt idx="72">
                  <c:v>41053</c:v>
                </c:pt>
                <c:pt idx="73">
                  <c:v>41060</c:v>
                </c:pt>
                <c:pt idx="74">
                  <c:v>41067</c:v>
                </c:pt>
                <c:pt idx="75">
                  <c:v>41074</c:v>
                </c:pt>
                <c:pt idx="76">
                  <c:v>41081</c:v>
                </c:pt>
                <c:pt idx="77">
                  <c:v>41088</c:v>
                </c:pt>
                <c:pt idx="78">
                  <c:v>41095</c:v>
                </c:pt>
                <c:pt idx="79">
                  <c:v>41102</c:v>
                </c:pt>
                <c:pt idx="80">
                  <c:v>41109</c:v>
                </c:pt>
                <c:pt idx="81">
                  <c:v>41116</c:v>
                </c:pt>
                <c:pt idx="82">
                  <c:v>41123</c:v>
                </c:pt>
                <c:pt idx="83">
                  <c:v>41130</c:v>
                </c:pt>
                <c:pt idx="84">
                  <c:v>41137</c:v>
                </c:pt>
                <c:pt idx="85">
                  <c:v>41144</c:v>
                </c:pt>
                <c:pt idx="86">
                  <c:v>41151</c:v>
                </c:pt>
                <c:pt idx="87">
                  <c:v>41158</c:v>
                </c:pt>
                <c:pt idx="88">
                  <c:v>41165</c:v>
                </c:pt>
                <c:pt idx="89">
                  <c:v>41172</c:v>
                </c:pt>
                <c:pt idx="90">
                  <c:v>41179</c:v>
                </c:pt>
                <c:pt idx="91">
                  <c:v>41186</c:v>
                </c:pt>
                <c:pt idx="92">
                  <c:v>41193</c:v>
                </c:pt>
                <c:pt idx="93">
                  <c:v>41200</c:v>
                </c:pt>
                <c:pt idx="94">
                  <c:v>41207</c:v>
                </c:pt>
                <c:pt idx="95">
                  <c:v>41214</c:v>
                </c:pt>
                <c:pt idx="96">
                  <c:v>41221</c:v>
                </c:pt>
                <c:pt idx="97">
                  <c:v>41228</c:v>
                </c:pt>
                <c:pt idx="98">
                  <c:v>41234</c:v>
                </c:pt>
                <c:pt idx="99">
                  <c:v>41242</c:v>
                </c:pt>
                <c:pt idx="100">
                  <c:v>41249</c:v>
                </c:pt>
                <c:pt idx="101">
                  <c:v>41256</c:v>
                </c:pt>
                <c:pt idx="102">
                  <c:v>41263</c:v>
                </c:pt>
                <c:pt idx="103">
                  <c:v>41270</c:v>
                </c:pt>
                <c:pt idx="104">
                  <c:v>41277</c:v>
                </c:pt>
                <c:pt idx="105">
                  <c:v>41284</c:v>
                </c:pt>
                <c:pt idx="106">
                  <c:v>41291</c:v>
                </c:pt>
                <c:pt idx="107">
                  <c:v>41298</c:v>
                </c:pt>
                <c:pt idx="108">
                  <c:v>41305</c:v>
                </c:pt>
                <c:pt idx="109">
                  <c:v>41312</c:v>
                </c:pt>
                <c:pt idx="110">
                  <c:v>41319</c:v>
                </c:pt>
                <c:pt idx="111">
                  <c:v>41326</c:v>
                </c:pt>
                <c:pt idx="112">
                  <c:v>41333</c:v>
                </c:pt>
                <c:pt idx="113">
                  <c:v>41340</c:v>
                </c:pt>
                <c:pt idx="114">
                  <c:v>41347</c:v>
                </c:pt>
                <c:pt idx="115">
                  <c:v>41354</c:v>
                </c:pt>
                <c:pt idx="116">
                  <c:v>41361</c:v>
                </c:pt>
                <c:pt idx="117">
                  <c:v>41368</c:v>
                </c:pt>
                <c:pt idx="118">
                  <c:v>41375</c:v>
                </c:pt>
                <c:pt idx="119">
                  <c:v>41382</c:v>
                </c:pt>
                <c:pt idx="120">
                  <c:v>41389</c:v>
                </c:pt>
                <c:pt idx="121">
                  <c:v>41396</c:v>
                </c:pt>
                <c:pt idx="122">
                  <c:v>41403</c:v>
                </c:pt>
                <c:pt idx="123">
                  <c:v>41410</c:v>
                </c:pt>
                <c:pt idx="124">
                  <c:v>41417</c:v>
                </c:pt>
                <c:pt idx="125">
                  <c:v>41424</c:v>
                </c:pt>
                <c:pt idx="126">
                  <c:v>41431</c:v>
                </c:pt>
                <c:pt idx="127">
                  <c:v>41438</c:v>
                </c:pt>
                <c:pt idx="128">
                  <c:v>41445</c:v>
                </c:pt>
                <c:pt idx="129">
                  <c:v>41452</c:v>
                </c:pt>
                <c:pt idx="130">
                  <c:v>41458</c:v>
                </c:pt>
                <c:pt idx="131">
                  <c:v>41466</c:v>
                </c:pt>
                <c:pt idx="132">
                  <c:v>41473</c:v>
                </c:pt>
                <c:pt idx="133">
                  <c:v>41480</c:v>
                </c:pt>
                <c:pt idx="134">
                  <c:v>41487</c:v>
                </c:pt>
                <c:pt idx="135">
                  <c:v>41494</c:v>
                </c:pt>
                <c:pt idx="136">
                  <c:v>41501</c:v>
                </c:pt>
                <c:pt idx="137">
                  <c:v>41508</c:v>
                </c:pt>
                <c:pt idx="138">
                  <c:v>41515</c:v>
                </c:pt>
                <c:pt idx="139">
                  <c:v>41522</c:v>
                </c:pt>
                <c:pt idx="140">
                  <c:v>41529</c:v>
                </c:pt>
                <c:pt idx="141">
                  <c:v>41536</c:v>
                </c:pt>
                <c:pt idx="142">
                  <c:v>41543</c:v>
                </c:pt>
                <c:pt idx="143">
                  <c:v>41550</c:v>
                </c:pt>
                <c:pt idx="144">
                  <c:v>41557</c:v>
                </c:pt>
                <c:pt idx="145">
                  <c:v>41564</c:v>
                </c:pt>
                <c:pt idx="146">
                  <c:v>41571</c:v>
                </c:pt>
                <c:pt idx="147">
                  <c:v>41578</c:v>
                </c:pt>
                <c:pt idx="148">
                  <c:v>41585</c:v>
                </c:pt>
                <c:pt idx="149">
                  <c:v>41592</c:v>
                </c:pt>
                <c:pt idx="150">
                  <c:v>41599</c:v>
                </c:pt>
                <c:pt idx="151">
                  <c:v>41605</c:v>
                </c:pt>
                <c:pt idx="152">
                  <c:v>41613</c:v>
                </c:pt>
                <c:pt idx="153">
                  <c:v>41620</c:v>
                </c:pt>
                <c:pt idx="154">
                  <c:v>41627</c:v>
                </c:pt>
                <c:pt idx="155">
                  <c:v>41634</c:v>
                </c:pt>
                <c:pt idx="156">
                  <c:v>41641</c:v>
                </c:pt>
                <c:pt idx="157">
                  <c:v>41648</c:v>
                </c:pt>
                <c:pt idx="158">
                  <c:v>41655</c:v>
                </c:pt>
                <c:pt idx="159">
                  <c:v>41662</c:v>
                </c:pt>
                <c:pt idx="160">
                  <c:v>41669</c:v>
                </c:pt>
                <c:pt idx="161">
                  <c:v>41676</c:v>
                </c:pt>
                <c:pt idx="162">
                  <c:v>41683</c:v>
                </c:pt>
                <c:pt idx="163">
                  <c:v>41690</c:v>
                </c:pt>
                <c:pt idx="164">
                  <c:v>41697</c:v>
                </c:pt>
                <c:pt idx="165">
                  <c:v>41704</c:v>
                </c:pt>
                <c:pt idx="166">
                  <c:v>41711</c:v>
                </c:pt>
                <c:pt idx="167">
                  <c:v>41718</c:v>
                </c:pt>
                <c:pt idx="168">
                  <c:v>41725</c:v>
                </c:pt>
                <c:pt idx="169">
                  <c:v>41732</c:v>
                </c:pt>
                <c:pt idx="170">
                  <c:v>41739</c:v>
                </c:pt>
                <c:pt idx="171">
                  <c:v>41746</c:v>
                </c:pt>
                <c:pt idx="172">
                  <c:v>41753</c:v>
                </c:pt>
                <c:pt idx="173">
                  <c:v>41760</c:v>
                </c:pt>
                <c:pt idx="174">
                  <c:v>41767</c:v>
                </c:pt>
                <c:pt idx="175">
                  <c:v>41774</c:v>
                </c:pt>
                <c:pt idx="176">
                  <c:v>41781</c:v>
                </c:pt>
                <c:pt idx="177">
                  <c:v>41788</c:v>
                </c:pt>
                <c:pt idx="178">
                  <c:v>41795</c:v>
                </c:pt>
                <c:pt idx="179">
                  <c:v>41802</c:v>
                </c:pt>
                <c:pt idx="180">
                  <c:v>41809</c:v>
                </c:pt>
                <c:pt idx="181">
                  <c:v>41816</c:v>
                </c:pt>
                <c:pt idx="182">
                  <c:v>41823</c:v>
                </c:pt>
                <c:pt idx="183">
                  <c:v>41830</c:v>
                </c:pt>
                <c:pt idx="184">
                  <c:v>41837</c:v>
                </c:pt>
                <c:pt idx="185">
                  <c:v>41844</c:v>
                </c:pt>
                <c:pt idx="186">
                  <c:v>41851</c:v>
                </c:pt>
                <c:pt idx="187">
                  <c:v>41858</c:v>
                </c:pt>
                <c:pt idx="188">
                  <c:v>41865</c:v>
                </c:pt>
                <c:pt idx="189">
                  <c:v>41872</c:v>
                </c:pt>
                <c:pt idx="190">
                  <c:v>41879</c:v>
                </c:pt>
                <c:pt idx="191">
                  <c:v>41886</c:v>
                </c:pt>
                <c:pt idx="192">
                  <c:v>41893</c:v>
                </c:pt>
                <c:pt idx="193">
                  <c:v>41900</c:v>
                </c:pt>
                <c:pt idx="194">
                  <c:v>41907</c:v>
                </c:pt>
                <c:pt idx="195">
                  <c:v>41914</c:v>
                </c:pt>
                <c:pt idx="196">
                  <c:v>41921</c:v>
                </c:pt>
                <c:pt idx="197">
                  <c:v>41928</c:v>
                </c:pt>
                <c:pt idx="198">
                  <c:v>41935</c:v>
                </c:pt>
                <c:pt idx="199">
                  <c:v>41942</c:v>
                </c:pt>
                <c:pt idx="200">
                  <c:v>41949</c:v>
                </c:pt>
                <c:pt idx="201">
                  <c:v>41956</c:v>
                </c:pt>
                <c:pt idx="202">
                  <c:v>41963</c:v>
                </c:pt>
                <c:pt idx="203">
                  <c:v>41969</c:v>
                </c:pt>
                <c:pt idx="204">
                  <c:v>41977</c:v>
                </c:pt>
                <c:pt idx="205">
                  <c:v>41984</c:v>
                </c:pt>
                <c:pt idx="206">
                  <c:v>41991</c:v>
                </c:pt>
                <c:pt idx="207">
                  <c:v>41997</c:v>
                </c:pt>
                <c:pt idx="208">
                  <c:v>42004</c:v>
                </c:pt>
                <c:pt idx="209">
                  <c:v>42012</c:v>
                </c:pt>
                <c:pt idx="210">
                  <c:v>42019</c:v>
                </c:pt>
                <c:pt idx="211">
                  <c:v>42026</c:v>
                </c:pt>
                <c:pt idx="212">
                  <c:v>42033</c:v>
                </c:pt>
                <c:pt idx="213">
                  <c:v>42040</c:v>
                </c:pt>
                <c:pt idx="214">
                  <c:v>42047</c:v>
                </c:pt>
                <c:pt idx="215">
                  <c:v>42054</c:v>
                </c:pt>
                <c:pt idx="216">
                  <c:v>42061</c:v>
                </c:pt>
                <c:pt idx="217">
                  <c:v>42068</c:v>
                </c:pt>
                <c:pt idx="218">
                  <c:v>42075</c:v>
                </c:pt>
                <c:pt idx="219">
                  <c:v>42082</c:v>
                </c:pt>
                <c:pt idx="220">
                  <c:v>42089</c:v>
                </c:pt>
                <c:pt idx="221">
                  <c:v>42096</c:v>
                </c:pt>
                <c:pt idx="222">
                  <c:v>42103</c:v>
                </c:pt>
                <c:pt idx="223">
                  <c:v>42110</c:v>
                </c:pt>
                <c:pt idx="224">
                  <c:v>42117</c:v>
                </c:pt>
              </c:numCache>
            </c:numRef>
          </c:cat>
          <c:val>
            <c:numRef>
              <c:f>PoolRefinancible!$F$3:$F$227</c:f>
              <c:numCache>
                <c:formatCode>0%</c:formatCode>
                <c:ptCount val="225"/>
                <c:pt idx="0">
                  <c:v>0.53095286512326811</c:v>
                </c:pt>
                <c:pt idx="1">
                  <c:v>0.53151414802717445</c:v>
                </c:pt>
                <c:pt idx="2">
                  <c:v>0.53128369296391043</c:v>
                </c:pt>
                <c:pt idx="3">
                  <c:v>0.53088486817209324</c:v>
                </c:pt>
                <c:pt idx="4">
                  <c:v>0.45470305131111477</c:v>
                </c:pt>
                <c:pt idx="5">
                  <c:v>0.40745494442377123</c:v>
                </c:pt>
                <c:pt idx="6">
                  <c:v>0.40754568633496746</c:v>
                </c:pt>
                <c:pt idx="7">
                  <c:v>0.45432862067371088</c:v>
                </c:pt>
                <c:pt idx="8">
                  <c:v>0.44537925133640238</c:v>
                </c:pt>
                <c:pt idx="9">
                  <c:v>0.44531343502837423</c:v>
                </c:pt>
                <c:pt idx="10">
                  <c:v>0.50756853544493263</c:v>
                </c:pt>
                <c:pt idx="11">
                  <c:v>0.50709598627705932</c:v>
                </c:pt>
                <c:pt idx="12">
                  <c:v>0.44540607652299313</c:v>
                </c:pt>
                <c:pt idx="13">
                  <c:v>0.43752802947744701</c:v>
                </c:pt>
                <c:pt idx="14">
                  <c:v>0.43743055763305833</c:v>
                </c:pt>
                <c:pt idx="15">
                  <c:v>0.50071367537414391</c:v>
                </c:pt>
                <c:pt idx="16">
                  <c:v>0.50084038538064524</c:v>
                </c:pt>
                <c:pt idx="17">
                  <c:v>0.49619981605913671</c:v>
                </c:pt>
                <c:pt idx="18">
                  <c:v>0.54734510927234215</c:v>
                </c:pt>
                <c:pt idx="19">
                  <c:v>0.54747259610785104</c:v>
                </c:pt>
                <c:pt idx="20">
                  <c:v>0.54749050352200102</c:v>
                </c:pt>
                <c:pt idx="21">
                  <c:v>0.61801719649367404</c:v>
                </c:pt>
                <c:pt idx="22">
                  <c:v>0.61814735042604474</c:v>
                </c:pt>
                <c:pt idx="23">
                  <c:v>0.61809095300776584</c:v>
                </c:pt>
                <c:pt idx="24">
                  <c:v>0.61801719649367404</c:v>
                </c:pt>
                <c:pt idx="25">
                  <c:v>0.61807450623887938</c:v>
                </c:pt>
                <c:pt idx="26">
                  <c:v>0.5369732812748057</c:v>
                </c:pt>
                <c:pt idx="27">
                  <c:v>0.61264472977114681</c:v>
                </c:pt>
                <c:pt idx="28">
                  <c:v>0.61259676686406817</c:v>
                </c:pt>
                <c:pt idx="29">
                  <c:v>0.60542736860140534</c:v>
                </c:pt>
                <c:pt idx="30">
                  <c:v>0.74150202177436741</c:v>
                </c:pt>
                <c:pt idx="31">
                  <c:v>0.84590073793359044</c:v>
                </c:pt>
                <c:pt idx="32">
                  <c:v>0.88586751140233078</c:v>
                </c:pt>
                <c:pt idx="33">
                  <c:v>0.8463192849236576</c:v>
                </c:pt>
                <c:pt idx="34">
                  <c:v>0.84045690434216458</c:v>
                </c:pt>
                <c:pt idx="35">
                  <c:v>0.88186934327029209</c:v>
                </c:pt>
                <c:pt idx="36">
                  <c:v>0.88191978475653932</c:v>
                </c:pt>
                <c:pt idx="37">
                  <c:v>0.88191978475653932</c:v>
                </c:pt>
                <c:pt idx="38">
                  <c:v>0.92481236623397145</c:v>
                </c:pt>
                <c:pt idx="39">
                  <c:v>0.91682101113682013</c:v>
                </c:pt>
                <c:pt idx="40">
                  <c:v>0.87184341688215217</c:v>
                </c:pt>
                <c:pt idx="41">
                  <c:v>0.87184733410546966</c:v>
                </c:pt>
                <c:pt idx="42">
                  <c:v>0.87190767917521173</c:v>
                </c:pt>
                <c:pt idx="43">
                  <c:v>0.90632973266278982</c:v>
                </c:pt>
                <c:pt idx="44">
                  <c:v>0.9063475730739603</c:v>
                </c:pt>
                <c:pt idx="45">
                  <c:v>0.90632973266278982</c:v>
                </c:pt>
                <c:pt idx="46">
                  <c:v>0.90635487345396593</c:v>
                </c:pt>
                <c:pt idx="47">
                  <c:v>0.89703139526962428</c:v>
                </c:pt>
                <c:pt idx="48">
                  <c:v>0.89704903447944062</c:v>
                </c:pt>
                <c:pt idx="49">
                  <c:v>0.89709375429273885</c:v>
                </c:pt>
                <c:pt idx="50">
                  <c:v>0.94137030351529016</c:v>
                </c:pt>
                <c:pt idx="51">
                  <c:v>0.94128842871061857</c:v>
                </c:pt>
                <c:pt idx="52">
                  <c:v>0.93080329806075279</c:v>
                </c:pt>
                <c:pt idx="53">
                  <c:v>0.93090646498108043</c:v>
                </c:pt>
                <c:pt idx="54">
                  <c:v>0.93088678298606131</c:v>
                </c:pt>
                <c:pt idx="55">
                  <c:v>0.88426645621178879</c:v>
                </c:pt>
                <c:pt idx="56">
                  <c:v>0.91360112522716286</c:v>
                </c:pt>
                <c:pt idx="57">
                  <c:v>0.91360112522716286</c:v>
                </c:pt>
                <c:pt idx="58">
                  <c:v>0.91360112522716286</c:v>
                </c:pt>
                <c:pt idx="59">
                  <c:v>0.86453426929410926</c:v>
                </c:pt>
                <c:pt idx="60">
                  <c:v>0.8998965016430206</c:v>
                </c:pt>
                <c:pt idx="61">
                  <c:v>0.89998685767725373</c:v>
                </c:pt>
                <c:pt idx="62">
                  <c:v>0.89987035776157298</c:v>
                </c:pt>
                <c:pt idx="63">
                  <c:v>0.79963025534966692</c:v>
                </c:pt>
                <c:pt idx="64">
                  <c:v>0.84935496597160542</c:v>
                </c:pt>
                <c:pt idx="65">
                  <c:v>0.83420792590434467</c:v>
                </c:pt>
                <c:pt idx="66">
                  <c:v>0.88546928546811865</c:v>
                </c:pt>
                <c:pt idx="67">
                  <c:v>0.88532092394225137</c:v>
                </c:pt>
                <c:pt idx="68">
                  <c:v>0.88546928546811865</c:v>
                </c:pt>
                <c:pt idx="69">
                  <c:v>0.875279554781354</c:v>
                </c:pt>
                <c:pt idx="70">
                  <c:v>0.87534475648983412</c:v>
                </c:pt>
                <c:pt idx="71">
                  <c:v>0.91993589788714725</c:v>
                </c:pt>
                <c:pt idx="72">
                  <c:v>0.91989879371783623</c:v>
                </c:pt>
                <c:pt idx="73">
                  <c:v>0.92005776451854027</c:v>
                </c:pt>
                <c:pt idx="74">
                  <c:v>0.92441254418745433</c:v>
                </c:pt>
                <c:pt idx="75">
                  <c:v>0.90289735225778367</c:v>
                </c:pt>
                <c:pt idx="76">
                  <c:v>0.9244242433615838</c:v>
                </c:pt>
                <c:pt idx="77">
                  <c:v>0.9244242433615838</c:v>
                </c:pt>
                <c:pt idx="78">
                  <c:v>0.91386483587378442</c:v>
                </c:pt>
                <c:pt idx="79">
                  <c:v>0.94968585268042571</c:v>
                </c:pt>
                <c:pt idx="80">
                  <c:v>0.94974571127352658</c:v>
                </c:pt>
                <c:pt idx="81">
                  <c:v>0.95271926668027695</c:v>
                </c:pt>
                <c:pt idx="82">
                  <c:v>0.93570894150236794</c:v>
                </c:pt>
                <c:pt idx="83">
                  <c:v>0.9356798644507448</c:v>
                </c:pt>
                <c:pt idx="84">
                  <c:v>0.89511007451891311</c:v>
                </c:pt>
                <c:pt idx="85">
                  <c:v>0.89495866041217464</c:v>
                </c:pt>
                <c:pt idx="86">
                  <c:v>0.9356798644507448</c:v>
                </c:pt>
                <c:pt idx="87">
                  <c:v>0.921376249797624</c:v>
                </c:pt>
                <c:pt idx="88">
                  <c:v>0.9248916494900683</c:v>
                </c:pt>
                <c:pt idx="89">
                  <c:v>0.92514591669223734</c:v>
                </c:pt>
                <c:pt idx="90">
                  <c:v>0.96960771050923455</c:v>
                </c:pt>
                <c:pt idx="91">
                  <c:v>0.95173821154236116</c:v>
                </c:pt>
                <c:pt idx="92">
                  <c:v>0.9516214910186106</c:v>
                </c:pt>
                <c:pt idx="93">
                  <c:v>0.95171433528773408</c:v>
                </c:pt>
                <c:pt idx="94">
                  <c:v>0.95160314091355924</c:v>
                </c:pt>
                <c:pt idx="95">
                  <c:v>0.92867980817147811</c:v>
                </c:pt>
                <c:pt idx="96">
                  <c:v>0.92867016836240179</c:v>
                </c:pt>
                <c:pt idx="97">
                  <c:v>0.92880125520801771</c:v>
                </c:pt>
                <c:pt idx="98">
                  <c:v>0.95306397070735893</c:v>
                </c:pt>
                <c:pt idx="99">
                  <c:v>0.92879920649220771</c:v>
                </c:pt>
                <c:pt idx="100">
                  <c:v>0.91462867250042379</c:v>
                </c:pt>
                <c:pt idx="101">
                  <c:v>0.94167657117439885</c:v>
                </c:pt>
                <c:pt idx="102">
                  <c:v>0.91459695563417198</c:v>
                </c:pt>
                <c:pt idx="103">
                  <c:v>0.91462311468400781</c:v>
                </c:pt>
                <c:pt idx="104">
                  <c:v>0.89326181251225278</c:v>
                </c:pt>
                <c:pt idx="105">
                  <c:v>0.89311387348630478</c:v>
                </c:pt>
                <c:pt idx="106">
                  <c:v>0.89313594354940329</c:v>
                </c:pt>
                <c:pt idx="107">
                  <c:v>0.89309005512837913</c:v>
                </c:pt>
                <c:pt idx="108">
                  <c:v>0.8331952647990043</c:v>
                </c:pt>
                <c:pt idx="109">
                  <c:v>0.81023525759205761</c:v>
                </c:pt>
                <c:pt idx="110">
                  <c:v>0.81023525759205761</c:v>
                </c:pt>
                <c:pt idx="111">
                  <c:v>0.75933345466765345</c:v>
                </c:pt>
                <c:pt idx="112">
                  <c:v>0.81029528984572785</c:v>
                </c:pt>
                <c:pt idx="113">
                  <c:v>0.78624166702839782</c:v>
                </c:pt>
                <c:pt idx="114">
                  <c:v>0.73111655922691299</c:v>
                </c:pt>
                <c:pt idx="115">
                  <c:v>0.78232504101034894</c:v>
                </c:pt>
                <c:pt idx="116">
                  <c:v>0.73126322983221848</c:v>
                </c:pt>
                <c:pt idx="117">
                  <c:v>0.75888961446246717</c:v>
                </c:pt>
                <c:pt idx="118">
                  <c:v>0.76309932434523087</c:v>
                </c:pt>
                <c:pt idx="119">
                  <c:v>0.82449537522534488</c:v>
                </c:pt>
                <c:pt idx="120">
                  <c:v>0.82447540826292098</c:v>
                </c:pt>
                <c:pt idx="121">
                  <c:v>0.81093209114269571</c:v>
                </c:pt>
                <c:pt idx="122">
                  <c:v>0.81067760043559867</c:v>
                </c:pt>
                <c:pt idx="123">
                  <c:v>0.74620755103308722</c:v>
                </c:pt>
                <c:pt idx="124">
                  <c:v>0.68879869829190365</c:v>
                </c:pt>
                <c:pt idx="125">
                  <c:v>0.60503526915664596</c:v>
                </c:pt>
                <c:pt idx="126">
                  <c:v>0.58039665812793095</c:v>
                </c:pt>
                <c:pt idx="127">
                  <c:v>0.53516783439685534</c:v>
                </c:pt>
                <c:pt idx="128">
                  <c:v>0.5352370883375368</c:v>
                </c:pt>
                <c:pt idx="129">
                  <c:v>0.31802392696495574</c:v>
                </c:pt>
                <c:pt idx="130">
                  <c:v>0.44137433773261886</c:v>
                </c:pt>
                <c:pt idx="131">
                  <c:v>0.30323693087397197</c:v>
                </c:pt>
                <c:pt idx="132">
                  <c:v>0.38224036528758815</c:v>
                </c:pt>
                <c:pt idx="133">
                  <c:v>0.38235673657078234</c:v>
                </c:pt>
                <c:pt idx="134">
                  <c:v>0.366090471734486</c:v>
                </c:pt>
                <c:pt idx="135">
                  <c:v>0.36607182581429965</c:v>
                </c:pt>
                <c:pt idx="136">
                  <c:v>0.36607182581429965</c:v>
                </c:pt>
                <c:pt idx="137">
                  <c:v>0.25066720783636109</c:v>
                </c:pt>
                <c:pt idx="138">
                  <c:v>0.29050117748807303</c:v>
                </c:pt>
                <c:pt idx="139">
                  <c:v>0.27649551668926681</c:v>
                </c:pt>
                <c:pt idx="140">
                  <c:v>0.24165122804318193</c:v>
                </c:pt>
                <c:pt idx="141">
                  <c:v>0.28087782506985004</c:v>
                </c:pt>
                <c:pt idx="142">
                  <c:v>0.41495307542117416</c:v>
                </c:pt>
                <c:pt idx="143">
                  <c:v>0.40987337416034908</c:v>
                </c:pt>
                <c:pt idx="144">
                  <c:v>0.40982657529658695</c:v>
                </c:pt>
                <c:pt idx="145">
                  <c:v>0.40960480873930216</c:v>
                </c:pt>
                <c:pt idx="146">
                  <c:v>0.44702204362509623</c:v>
                </c:pt>
                <c:pt idx="147">
                  <c:v>0.44722315120204531</c:v>
                </c:pt>
                <c:pt idx="148">
                  <c:v>0.44656189112559813</c:v>
                </c:pt>
                <c:pt idx="149">
                  <c:v>0.34376188323838874</c:v>
                </c:pt>
                <c:pt idx="150">
                  <c:v>0.40633426574889947</c:v>
                </c:pt>
                <c:pt idx="151">
                  <c:v>0.40599486098742238</c:v>
                </c:pt>
                <c:pt idx="152">
                  <c:v>0.33663336734019467</c:v>
                </c:pt>
                <c:pt idx="153">
                  <c:v>0.33659925585033085</c:v>
                </c:pt>
                <c:pt idx="154">
                  <c:v>0.26251314123023178</c:v>
                </c:pt>
                <c:pt idx="155">
                  <c:v>0.2624253850951212</c:v>
                </c:pt>
                <c:pt idx="156">
                  <c:v>0.25542920246734474</c:v>
                </c:pt>
                <c:pt idx="157">
                  <c:v>0.25657721618559615</c:v>
                </c:pt>
                <c:pt idx="158">
                  <c:v>0.3304592378060357</c:v>
                </c:pt>
                <c:pt idx="159">
                  <c:v>0.33051418127812865</c:v>
                </c:pt>
                <c:pt idx="160">
                  <c:v>0.39423204709456816</c:v>
                </c:pt>
                <c:pt idx="161">
                  <c:v>0.39101792197108992</c:v>
                </c:pt>
                <c:pt idx="162">
                  <c:v>0.39068366290434636</c:v>
                </c:pt>
                <c:pt idx="163">
                  <c:v>0.32596209420558231</c:v>
                </c:pt>
                <c:pt idx="164">
                  <c:v>0.32584125763891397</c:v>
                </c:pt>
                <c:pt idx="165">
                  <c:v>0.3880906059489676</c:v>
                </c:pt>
                <c:pt idx="166">
                  <c:v>0.32243239988824457</c:v>
                </c:pt>
                <c:pt idx="167">
                  <c:v>0.38803155963126795</c:v>
                </c:pt>
                <c:pt idx="168">
                  <c:v>0.32225376577204623</c:v>
                </c:pt>
                <c:pt idx="169">
                  <c:v>0.31763867857518779</c:v>
                </c:pt>
                <c:pt idx="170">
                  <c:v>0.3179400498756681</c:v>
                </c:pt>
                <c:pt idx="171">
                  <c:v>0.38470598100767872</c:v>
                </c:pt>
                <c:pt idx="172">
                  <c:v>0.38440732841326453</c:v>
                </c:pt>
                <c:pt idx="173">
                  <c:v>0.38059841454921201</c:v>
                </c:pt>
                <c:pt idx="174">
                  <c:v>0.43450609291099734</c:v>
                </c:pt>
                <c:pt idx="175">
                  <c:v>0.43452030184865936</c:v>
                </c:pt>
                <c:pt idx="176">
                  <c:v>0.43535189728112444</c:v>
                </c:pt>
                <c:pt idx="177">
                  <c:v>0.43540610404364999</c:v>
                </c:pt>
                <c:pt idx="178">
                  <c:v>0.43456496283175705</c:v>
                </c:pt>
                <c:pt idx="179">
                  <c:v>0.43354196734760481</c:v>
                </c:pt>
                <c:pt idx="180">
                  <c:v>0.43404253553300182</c:v>
                </c:pt>
                <c:pt idx="181">
                  <c:v>0.43456496283175705</c:v>
                </c:pt>
                <c:pt idx="182">
                  <c:v>0.49845248288256383</c:v>
                </c:pt>
                <c:pt idx="183">
                  <c:v>0.43035217131462522</c:v>
                </c:pt>
                <c:pt idx="184">
                  <c:v>0.43087417454638577</c:v>
                </c:pt>
                <c:pt idx="185">
                  <c:v>0.43087417454638577</c:v>
                </c:pt>
                <c:pt idx="186">
                  <c:v>0.4308956555661862</c:v>
                </c:pt>
                <c:pt idx="187">
                  <c:v>0.42439769838835339</c:v>
                </c:pt>
                <c:pt idx="188">
                  <c:v>0.42491168993334688</c:v>
                </c:pt>
                <c:pt idx="189">
                  <c:v>0.49522669245285544</c:v>
                </c:pt>
                <c:pt idx="190">
                  <c:v>0.49522669245285544</c:v>
                </c:pt>
                <c:pt idx="191">
                  <c:v>0.49109889772075627</c:v>
                </c:pt>
                <c:pt idx="192">
                  <c:v>0.49012736819164349</c:v>
                </c:pt>
                <c:pt idx="193">
                  <c:v>0.41802491804441944</c:v>
                </c:pt>
                <c:pt idx="194">
                  <c:v>0.41850850640907544</c:v>
                </c:pt>
                <c:pt idx="195">
                  <c:v>0.41343470051083375</c:v>
                </c:pt>
                <c:pt idx="196">
                  <c:v>0.48620694744117765</c:v>
                </c:pt>
                <c:pt idx="197">
                  <c:v>0.55255700045884115</c:v>
                </c:pt>
                <c:pt idx="198">
                  <c:v>0.55308845562501008</c:v>
                </c:pt>
                <c:pt idx="199">
                  <c:v>0.55239173073087677</c:v>
                </c:pt>
                <c:pt idx="200">
                  <c:v>0.48321629589156551</c:v>
                </c:pt>
                <c:pt idx="201">
                  <c:v>0.4832857349268318</c:v>
                </c:pt>
                <c:pt idx="202">
                  <c:v>0.5490432943232525</c:v>
                </c:pt>
                <c:pt idx="203">
                  <c:v>0.54924529031688318</c:v>
                </c:pt>
                <c:pt idx="204">
                  <c:v>0.54634536257975941</c:v>
                </c:pt>
                <c:pt idx="205">
                  <c:v>0.54581015855265858</c:v>
                </c:pt>
                <c:pt idx="206">
                  <c:v>0.62551576683628252</c:v>
                </c:pt>
                <c:pt idx="207">
                  <c:v>0.62486343279989665</c:v>
                </c:pt>
                <c:pt idx="208">
                  <c:v>0.54632026447860305</c:v>
                </c:pt>
                <c:pt idx="209">
                  <c:v>0.62197683361271305</c:v>
                </c:pt>
                <c:pt idx="210">
                  <c:v>0.67978466942559534</c:v>
                </c:pt>
                <c:pt idx="211">
                  <c:v>0.67981359258153007</c:v>
                </c:pt>
                <c:pt idx="212">
                  <c:v>0.67978466942559534</c:v>
                </c:pt>
                <c:pt idx="213">
                  <c:v>0.67752750204659062</c:v>
                </c:pt>
                <c:pt idx="214">
                  <c:v>0.676983954566723</c:v>
                </c:pt>
                <c:pt idx="215">
                  <c:v>0.61566859790099082</c:v>
                </c:pt>
                <c:pt idx="216">
                  <c:v>0.6151593401991402</c:v>
                </c:pt>
                <c:pt idx="217">
                  <c:v>0.60677474487423166</c:v>
                </c:pt>
                <c:pt idx="218">
                  <c:v>0.52303888200369164</c:v>
                </c:pt>
                <c:pt idx="219">
                  <c:v>0.60648965415006506</c:v>
                </c:pt>
                <c:pt idx="220">
                  <c:v>0.66948681688726752</c:v>
                </c:pt>
                <c:pt idx="221">
                  <c:v>0.65757284583633613</c:v>
                </c:pt>
                <c:pt idx="222">
                  <c:v>0.65811343479434081</c:v>
                </c:pt>
                <c:pt idx="223">
                  <c:v>0.65789565295070052</c:v>
                </c:pt>
                <c:pt idx="224">
                  <c:v>0.65853359306754533</c:v>
                </c:pt>
              </c:numCache>
            </c:numRef>
          </c:val>
          <c:smooth val="0"/>
        </c:ser>
        <c:ser>
          <c:idx val="4"/>
          <c:order val="3"/>
          <c:tx>
            <c:strRef>
              <c:f>PoolRefinancible!$G$2</c:f>
              <c:strCache>
                <c:ptCount val="1"/>
                <c:pt idx="0">
                  <c:v>Loan with LLPA</c:v>
                </c:pt>
              </c:strCache>
            </c:strRef>
          </c:tx>
          <c:spPr>
            <a:ln w="19050">
              <a:solidFill>
                <a:srgbClr val="F6D6E3"/>
              </a:solidFill>
            </a:ln>
          </c:spPr>
          <c:marker>
            <c:symbol val="none"/>
          </c:marker>
          <c:cat>
            <c:numRef>
              <c:f>PoolRefinancible!$B$3:$B$227</c:f>
              <c:numCache>
                <c:formatCode>m/d/yyyy</c:formatCode>
                <c:ptCount val="225"/>
                <c:pt idx="0">
                  <c:v>40549</c:v>
                </c:pt>
                <c:pt idx="1">
                  <c:v>40556</c:v>
                </c:pt>
                <c:pt idx="2">
                  <c:v>40563</c:v>
                </c:pt>
                <c:pt idx="3">
                  <c:v>40570</c:v>
                </c:pt>
                <c:pt idx="4">
                  <c:v>40577</c:v>
                </c:pt>
                <c:pt idx="5">
                  <c:v>40584</c:v>
                </c:pt>
                <c:pt idx="6">
                  <c:v>40591</c:v>
                </c:pt>
                <c:pt idx="7">
                  <c:v>40598</c:v>
                </c:pt>
                <c:pt idx="8">
                  <c:v>40605</c:v>
                </c:pt>
                <c:pt idx="9">
                  <c:v>40612</c:v>
                </c:pt>
                <c:pt idx="10">
                  <c:v>40619</c:v>
                </c:pt>
                <c:pt idx="11">
                  <c:v>40626</c:v>
                </c:pt>
                <c:pt idx="12">
                  <c:v>40633</c:v>
                </c:pt>
                <c:pt idx="13">
                  <c:v>40640</c:v>
                </c:pt>
                <c:pt idx="14">
                  <c:v>40647</c:v>
                </c:pt>
                <c:pt idx="15">
                  <c:v>40654</c:v>
                </c:pt>
                <c:pt idx="16">
                  <c:v>40661</c:v>
                </c:pt>
                <c:pt idx="17">
                  <c:v>40668</c:v>
                </c:pt>
                <c:pt idx="18">
                  <c:v>40675</c:v>
                </c:pt>
                <c:pt idx="19">
                  <c:v>40682</c:v>
                </c:pt>
                <c:pt idx="20">
                  <c:v>40689</c:v>
                </c:pt>
                <c:pt idx="21">
                  <c:v>40696</c:v>
                </c:pt>
                <c:pt idx="22">
                  <c:v>40703</c:v>
                </c:pt>
                <c:pt idx="23">
                  <c:v>40710</c:v>
                </c:pt>
                <c:pt idx="24">
                  <c:v>40717</c:v>
                </c:pt>
                <c:pt idx="25">
                  <c:v>40724</c:v>
                </c:pt>
                <c:pt idx="26">
                  <c:v>40731</c:v>
                </c:pt>
                <c:pt idx="27">
                  <c:v>40738</c:v>
                </c:pt>
                <c:pt idx="28">
                  <c:v>40745</c:v>
                </c:pt>
                <c:pt idx="29">
                  <c:v>40752</c:v>
                </c:pt>
                <c:pt idx="30">
                  <c:v>40759</c:v>
                </c:pt>
                <c:pt idx="31">
                  <c:v>40766</c:v>
                </c:pt>
                <c:pt idx="32">
                  <c:v>40773</c:v>
                </c:pt>
                <c:pt idx="33">
                  <c:v>40780</c:v>
                </c:pt>
                <c:pt idx="34">
                  <c:v>40787</c:v>
                </c:pt>
                <c:pt idx="35">
                  <c:v>40794</c:v>
                </c:pt>
                <c:pt idx="36">
                  <c:v>40801</c:v>
                </c:pt>
                <c:pt idx="37">
                  <c:v>40808</c:v>
                </c:pt>
                <c:pt idx="38">
                  <c:v>40815</c:v>
                </c:pt>
                <c:pt idx="39">
                  <c:v>40822</c:v>
                </c:pt>
                <c:pt idx="40">
                  <c:v>40829</c:v>
                </c:pt>
                <c:pt idx="41">
                  <c:v>40836</c:v>
                </c:pt>
                <c:pt idx="42">
                  <c:v>40843</c:v>
                </c:pt>
                <c:pt idx="43">
                  <c:v>40850</c:v>
                </c:pt>
                <c:pt idx="44">
                  <c:v>40857</c:v>
                </c:pt>
                <c:pt idx="45">
                  <c:v>40864</c:v>
                </c:pt>
                <c:pt idx="46">
                  <c:v>40870</c:v>
                </c:pt>
                <c:pt idx="47">
                  <c:v>40878</c:v>
                </c:pt>
                <c:pt idx="48">
                  <c:v>40885</c:v>
                </c:pt>
                <c:pt idx="49">
                  <c:v>40892</c:v>
                </c:pt>
                <c:pt idx="50">
                  <c:v>40899</c:v>
                </c:pt>
                <c:pt idx="51">
                  <c:v>40906</c:v>
                </c:pt>
                <c:pt idx="52">
                  <c:v>40913</c:v>
                </c:pt>
                <c:pt idx="53">
                  <c:v>40920</c:v>
                </c:pt>
                <c:pt idx="54">
                  <c:v>40927</c:v>
                </c:pt>
                <c:pt idx="55">
                  <c:v>40934</c:v>
                </c:pt>
                <c:pt idx="56">
                  <c:v>40941</c:v>
                </c:pt>
                <c:pt idx="57">
                  <c:v>40948</c:v>
                </c:pt>
                <c:pt idx="58">
                  <c:v>40955</c:v>
                </c:pt>
                <c:pt idx="59">
                  <c:v>40962</c:v>
                </c:pt>
                <c:pt idx="60">
                  <c:v>40969</c:v>
                </c:pt>
                <c:pt idx="61">
                  <c:v>40976</c:v>
                </c:pt>
                <c:pt idx="62">
                  <c:v>40983</c:v>
                </c:pt>
                <c:pt idx="63">
                  <c:v>40990</c:v>
                </c:pt>
                <c:pt idx="64">
                  <c:v>40997</c:v>
                </c:pt>
                <c:pt idx="65">
                  <c:v>41004</c:v>
                </c:pt>
                <c:pt idx="66">
                  <c:v>41011</c:v>
                </c:pt>
                <c:pt idx="67">
                  <c:v>41018</c:v>
                </c:pt>
                <c:pt idx="68">
                  <c:v>41025</c:v>
                </c:pt>
                <c:pt idx="69">
                  <c:v>41032</c:v>
                </c:pt>
                <c:pt idx="70">
                  <c:v>41039</c:v>
                </c:pt>
                <c:pt idx="71">
                  <c:v>41046</c:v>
                </c:pt>
                <c:pt idx="72">
                  <c:v>41053</c:v>
                </c:pt>
                <c:pt idx="73">
                  <c:v>41060</c:v>
                </c:pt>
                <c:pt idx="74">
                  <c:v>41067</c:v>
                </c:pt>
                <c:pt idx="75">
                  <c:v>41074</c:v>
                </c:pt>
                <c:pt idx="76">
                  <c:v>41081</c:v>
                </c:pt>
                <c:pt idx="77">
                  <c:v>41088</c:v>
                </c:pt>
                <c:pt idx="78">
                  <c:v>41095</c:v>
                </c:pt>
                <c:pt idx="79">
                  <c:v>41102</c:v>
                </c:pt>
                <c:pt idx="80">
                  <c:v>41109</c:v>
                </c:pt>
                <c:pt idx="81">
                  <c:v>41116</c:v>
                </c:pt>
                <c:pt idx="82">
                  <c:v>41123</c:v>
                </c:pt>
                <c:pt idx="83">
                  <c:v>41130</c:v>
                </c:pt>
                <c:pt idx="84">
                  <c:v>41137</c:v>
                </c:pt>
                <c:pt idx="85">
                  <c:v>41144</c:v>
                </c:pt>
                <c:pt idx="86">
                  <c:v>41151</c:v>
                </c:pt>
                <c:pt idx="87">
                  <c:v>41158</c:v>
                </c:pt>
                <c:pt idx="88">
                  <c:v>41165</c:v>
                </c:pt>
                <c:pt idx="89">
                  <c:v>41172</c:v>
                </c:pt>
                <c:pt idx="90">
                  <c:v>41179</c:v>
                </c:pt>
                <c:pt idx="91">
                  <c:v>41186</c:v>
                </c:pt>
                <c:pt idx="92">
                  <c:v>41193</c:v>
                </c:pt>
                <c:pt idx="93">
                  <c:v>41200</c:v>
                </c:pt>
                <c:pt idx="94">
                  <c:v>41207</c:v>
                </c:pt>
                <c:pt idx="95">
                  <c:v>41214</c:v>
                </c:pt>
                <c:pt idx="96">
                  <c:v>41221</c:v>
                </c:pt>
                <c:pt idx="97">
                  <c:v>41228</c:v>
                </c:pt>
                <c:pt idx="98">
                  <c:v>41234</c:v>
                </c:pt>
                <c:pt idx="99">
                  <c:v>41242</c:v>
                </c:pt>
                <c:pt idx="100">
                  <c:v>41249</c:v>
                </c:pt>
                <c:pt idx="101">
                  <c:v>41256</c:v>
                </c:pt>
                <c:pt idx="102">
                  <c:v>41263</c:v>
                </c:pt>
                <c:pt idx="103">
                  <c:v>41270</c:v>
                </c:pt>
                <c:pt idx="104">
                  <c:v>41277</c:v>
                </c:pt>
                <c:pt idx="105">
                  <c:v>41284</c:v>
                </c:pt>
                <c:pt idx="106">
                  <c:v>41291</c:v>
                </c:pt>
                <c:pt idx="107">
                  <c:v>41298</c:v>
                </c:pt>
                <c:pt idx="108">
                  <c:v>41305</c:v>
                </c:pt>
                <c:pt idx="109">
                  <c:v>41312</c:v>
                </c:pt>
                <c:pt idx="110">
                  <c:v>41319</c:v>
                </c:pt>
                <c:pt idx="111">
                  <c:v>41326</c:v>
                </c:pt>
                <c:pt idx="112">
                  <c:v>41333</c:v>
                </c:pt>
                <c:pt idx="113">
                  <c:v>41340</c:v>
                </c:pt>
                <c:pt idx="114">
                  <c:v>41347</c:v>
                </c:pt>
                <c:pt idx="115">
                  <c:v>41354</c:v>
                </c:pt>
                <c:pt idx="116">
                  <c:v>41361</c:v>
                </c:pt>
                <c:pt idx="117">
                  <c:v>41368</c:v>
                </c:pt>
                <c:pt idx="118">
                  <c:v>41375</c:v>
                </c:pt>
                <c:pt idx="119">
                  <c:v>41382</c:v>
                </c:pt>
                <c:pt idx="120">
                  <c:v>41389</c:v>
                </c:pt>
                <c:pt idx="121">
                  <c:v>41396</c:v>
                </c:pt>
                <c:pt idx="122">
                  <c:v>41403</c:v>
                </c:pt>
                <c:pt idx="123">
                  <c:v>41410</c:v>
                </c:pt>
                <c:pt idx="124">
                  <c:v>41417</c:v>
                </c:pt>
                <c:pt idx="125">
                  <c:v>41424</c:v>
                </c:pt>
                <c:pt idx="126">
                  <c:v>41431</c:v>
                </c:pt>
                <c:pt idx="127">
                  <c:v>41438</c:v>
                </c:pt>
                <c:pt idx="128">
                  <c:v>41445</c:v>
                </c:pt>
                <c:pt idx="129">
                  <c:v>41452</c:v>
                </c:pt>
                <c:pt idx="130">
                  <c:v>41458</c:v>
                </c:pt>
                <c:pt idx="131">
                  <c:v>41466</c:v>
                </c:pt>
                <c:pt idx="132">
                  <c:v>41473</c:v>
                </c:pt>
                <c:pt idx="133">
                  <c:v>41480</c:v>
                </c:pt>
                <c:pt idx="134">
                  <c:v>41487</c:v>
                </c:pt>
                <c:pt idx="135">
                  <c:v>41494</c:v>
                </c:pt>
                <c:pt idx="136">
                  <c:v>41501</c:v>
                </c:pt>
                <c:pt idx="137">
                  <c:v>41508</c:v>
                </c:pt>
                <c:pt idx="138">
                  <c:v>41515</c:v>
                </c:pt>
                <c:pt idx="139">
                  <c:v>41522</c:v>
                </c:pt>
                <c:pt idx="140">
                  <c:v>41529</c:v>
                </c:pt>
                <c:pt idx="141">
                  <c:v>41536</c:v>
                </c:pt>
                <c:pt idx="142">
                  <c:v>41543</c:v>
                </c:pt>
                <c:pt idx="143">
                  <c:v>41550</c:v>
                </c:pt>
                <c:pt idx="144">
                  <c:v>41557</c:v>
                </c:pt>
                <c:pt idx="145">
                  <c:v>41564</c:v>
                </c:pt>
                <c:pt idx="146">
                  <c:v>41571</c:v>
                </c:pt>
                <c:pt idx="147">
                  <c:v>41578</c:v>
                </c:pt>
                <c:pt idx="148">
                  <c:v>41585</c:v>
                </c:pt>
                <c:pt idx="149">
                  <c:v>41592</c:v>
                </c:pt>
                <c:pt idx="150">
                  <c:v>41599</c:v>
                </c:pt>
                <c:pt idx="151">
                  <c:v>41605</c:v>
                </c:pt>
                <c:pt idx="152">
                  <c:v>41613</c:v>
                </c:pt>
                <c:pt idx="153">
                  <c:v>41620</c:v>
                </c:pt>
                <c:pt idx="154">
                  <c:v>41627</c:v>
                </c:pt>
                <c:pt idx="155">
                  <c:v>41634</c:v>
                </c:pt>
                <c:pt idx="156">
                  <c:v>41641</c:v>
                </c:pt>
                <c:pt idx="157">
                  <c:v>41648</c:v>
                </c:pt>
                <c:pt idx="158">
                  <c:v>41655</c:v>
                </c:pt>
                <c:pt idx="159">
                  <c:v>41662</c:v>
                </c:pt>
                <c:pt idx="160">
                  <c:v>41669</c:v>
                </c:pt>
                <c:pt idx="161">
                  <c:v>41676</c:v>
                </c:pt>
                <c:pt idx="162">
                  <c:v>41683</c:v>
                </c:pt>
                <c:pt idx="163">
                  <c:v>41690</c:v>
                </c:pt>
                <c:pt idx="164">
                  <c:v>41697</c:v>
                </c:pt>
                <c:pt idx="165">
                  <c:v>41704</c:v>
                </c:pt>
                <c:pt idx="166">
                  <c:v>41711</c:v>
                </c:pt>
                <c:pt idx="167">
                  <c:v>41718</c:v>
                </c:pt>
                <c:pt idx="168">
                  <c:v>41725</c:v>
                </c:pt>
                <c:pt idx="169">
                  <c:v>41732</c:v>
                </c:pt>
                <c:pt idx="170">
                  <c:v>41739</c:v>
                </c:pt>
                <c:pt idx="171">
                  <c:v>41746</c:v>
                </c:pt>
                <c:pt idx="172">
                  <c:v>41753</c:v>
                </c:pt>
                <c:pt idx="173">
                  <c:v>41760</c:v>
                </c:pt>
                <c:pt idx="174">
                  <c:v>41767</c:v>
                </c:pt>
                <c:pt idx="175">
                  <c:v>41774</c:v>
                </c:pt>
                <c:pt idx="176">
                  <c:v>41781</c:v>
                </c:pt>
                <c:pt idx="177">
                  <c:v>41788</c:v>
                </c:pt>
                <c:pt idx="178">
                  <c:v>41795</c:v>
                </c:pt>
                <c:pt idx="179">
                  <c:v>41802</c:v>
                </c:pt>
                <c:pt idx="180">
                  <c:v>41809</c:v>
                </c:pt>
                <c:pt idx="181">
                  <c:v>41816</c:v>
                </c:pt>
                <c:pt idx="182">
                  <c:v>41823</c:v>
                </c:pt>
                <c:pt idx="183">
                  <c:v>41830</c:v>
                </c:pt>
                <c:pt idx="184">
                  <c:v>41837</c:v>
                </c:pt>
                <c:pt idx="185">
                  <c:v>41844</c:v>
                </c:pt>
                <c:pt idx="186">
                  <c:v>41851</c:v>
                </c:pt>
                <c:pt idx="187">
                  <c:v>41858</c:v>
                </c:pt>
                <c:pt idx="188">
                  <c:v>41865</c:v>
                </c:pt>
                <c:pt idx="189">
                  <c:v>41872</c:v>
                </c:pt>
                <c:pt idx="190">
                  <c:v>41879</c:v>
                </c:pt>
                <c:pt idx="191">
                  <c:v>41886</c:v>
                </c:pt>
                <c:pt idx="192">
                  <c:v>41893</c:v>
                </c:pt>
                <c:pt idx="193">
                  <c:v>41900</c:v>
                </c:pt>
                <c:pt idx="194">
                  <c:v>41907</c:v>
                </c:pt>
                <c:pt idx="195">
                  <c:v>41914</c:v>
                </c:pt>
                <c:pt idx="196">
                  <c:v>41921</c:v>
                </c:pt>
                <c:pt idx="197">
                  <c:v>41928</c:v>
                </c:pt>
                <c:pt idx="198">
                  <c:v>41935</c:v>
                </c:pt>
                <c:pt idx="199">
                  <c:v>41942</c:v>
                </c:pt>
                <c:pt idx="200">
                  <c:v>41949</c:v>
                </c:pt>
                <c:pt idx="201">
                  <c:v>41956</c:v>
                </c:pt>
                <c:pt idx="202">
                  <c:v>41963</c:v>
                </c:pt>
                <c:pt idx="203">
                  <c:v>41969</c:v>
                </c:pt>
                <c:pt idx="204">
                  <c:v>41977</c:v>
                </c:pt>
                <c:pt idx="205">
                  <c:v>41984</c:v>
                </c:pt>
                <c:pt idx="206">
                  <c:v>41991</c:v>
                </c:pt>
                <c:pt idx="207">
                  <c:v>41997</c:v>
                </c:pt>
                <c:pt idx="208">
                  <c:v>42004</c:v>
                </c:pt>
                <c:pt idx="209">
                  <c:v>42012</c:v>
                </c:pt>
                <c:pt idx="210">
                  <c:v>42019</c:v>
                </c:pt>
                <c:pt idx="211">
                  <c:v>42026</c:v>
                </c:pt>
                <c:pt idx="212">
                  <c:v>42033</c:v>
                </c:pt>
                <c:pt idx="213">
                  <c:v>42040</c:v>
                </c:pt>
                <c:pt idx="214">
                  <c:v>42047</c:v>
                </c:pt>
                <c:pt idx="215">
                  <c:v>42054</c:v>
                </c:pt>
                <c:pt idx="216">
                  <c:v>42061</c:v>
                </c:pt>
                <c:pt idx="217">
                  <c:v>42068</c:v>
                </c:pt>
                <c:pt idx="218">
                  <c:v>42075</c:v>
                </c:pt>
                <c:pt idx="219">
                  <c:v>42082</c:v>
                </c:pt>
                <c:pt idx="220">
                  <c:v>42089</c:v>
                </c:pt>
                <c:pt idx="221">
                  <c:v>42096</c:v>
                </c:pt>
                <c:pt idx="222">
                  <c:v>42103</c:v>
                </c:pt>
                <c:pt idx="223">
                  <c:v>42110</c:v>
                </c:pt>
                <c:pt idx="224">
                  <c:v>42117</c:v>
                </c:pt>
              </c:numCache>
            </c:numRef>
          </c:cat>
          <c:val>
            <c:numRef>
              <c:f>PoolRefinancible!$G$3:$G$227</c:f>
              <c:numCache>
                <c:formatCode>0%</c:formatCode>
                <c:ptCount val="225"/>
                <c:pt idx="0">
                  <c:v>0.28463940721984343</c:v>
                </c:pt>
                <c:pt idx="1">
                  <c:v>0.30326691494252433</c:v>
                </c:pt>
                <c:pt idx="2">
                  <c:v>0.28476877321432642</c:v>
                </c:pt>
                <c:pt idx="3">
                  <c:v>0.2846201863525834</c:v>
                </c:pt>
                <c:pt idx="4">
                  <c:v>0.24193364534957326</c:v>
                </c:pt>
                <c:pt idx="5">
                  <c:v>0.20177712502015799</c:v>
                </c:pt>
                <c:pt idx="6">
                  <c:v>0.21194639619399513</c:v>
                </c:pt>
                <c:pt idx="7">
                  <c:v>0.2296622233105281</c:v>
                </c:pt>
                <c:pt idx="8">
                  <c:v>0.22805396368099012</c:v>
                </c:pt>
                <c:pt idx="9">
                  <c:v>0.22800497750165782</c:v>
                </c:pt>
                <c:pt idx="10">
                  <c:v>0.26952651165647717</c:v>
                </c:pt>
                <c:pt idx="11">
                  <c:v>0.25273332689580402</c:v>
                </c:pt>
                <c:pt idx="12">
                  <c:v>0.22807581848396768</c:v>
                </c:pt>
                <c:pt idx="13">
                  <c:v>0.22629927187952814</c:v>
                </c:pt>
                <c:pt idx="14">
                  <c:v>0.22624072096473111</c:v>
                </c:pt>
                <c:pt idx="15">
                  <c:v>0.2512985264962686</c:v>
                </c:pt>
                <c:pt idx="16">
                  <c:v>0.25137722920486677</c:v>
                </c:pt>
                <c:pt idx="17">
                  <c:v>0.26857330186118961</c:v>
                </c:pt>
                <c:pt idx="18">
                  <c:v>0.32233793721061016</c:v>
                </c:pt>
                <c:pt idx="19">
                  <c:v>0.32249985215715632</c:v>
                </c:pt>
                <c:pt idx="20">
                  <c:v>0.32256622584809336</c:v>
                </c:pt>
                <c:pt idx="21">
                  <c:v>0.36014914447868307</c:v>
                </c:pt>
                <c:pt idx="22">
                  <c:v>0.38598811063501398</c:v>
                </c:pt>
                <c:pt idx="23">
                  <c:v>0.38593747737545009</c:v>
                </c:pt>
                <c:pt idx="24">
                  <c:v>0.36014914447868307</c:v>
                </c:pt>
                <c:pt idx="25">
                  <c:v>0.38497887844636058</c:v>
                </c:pt>
                <c:pt idx="26">
                  <c:v>0.32091685059597075</c:v>
                </c:pt>
                <c:pt idx="27">
                  <c:v>0.383025601933284</c:v>
                </c:pt>
                <c:pt idx="28">
                  <c:v>0.35799853895589562</c:v>
                </c:pt>
                <c:pt idx="29">
                  <c:v>0.35662695643050035</c:v>
                </c:pt>
                <c:pt idx="30">
                  <c:v>0.44152388004450221</c:v>
                </c:pt>
                <c:pt idx="31">
                  <c:v>0.56283322937311075</c:v>
                </c:pt>
                <c:pt idx="32">
                  <c:v>0.65725120433713646</c:v>
                </c:pt>
                <c:pt idx="33">
                  <c:v>0.60423363209899439</c:v>
                </c:pt>
                <c:pt idx="34">
                  <c:v>0.60140715225984098</c:v>
                </c:pt>
                <c:pt idx="35">
                  <c:v>0.67983551896838756</c:v>
                </c:pt>
                <c:pt idx="36">
                  <c:v>0.67993486944126125</c:v>
                </c:pt>
                <c:pt idx="37">
                  <c:v>0.67993486944126125</c:v>
                </c:pt>
                <c:pt idx="38">
                  <c:v>0.73138364057558247</c:v>
                </c:pt>
                <c:pt idx="39">
                  <c:v>0.71899866001218793</c:v>
                </c:pt>
                <c:pt idx="40">
                  <c:v>0.6410959583633683</c:v>
                </c:pt>
                <c:pt idx="41">
                  <c:v>0.66581224062715683</c:v>
                </c:pt>
                <c:pt idx="42">
                  <c:v>0.66595295657278242</c:v>
                </c:pt>
                <c:pt idx="43">
                  <c:v>0.70392552647182693</c:v>
                </c:pt>
                <c:pt idx="44">
                  <c:v>0.70394618436594358</c:v>
                </c:pt>
                <c:pt idx="45">
                  <c:v>0.70392552647182693</c:v>
                </c:pt>
                <c:pt idx="46">
                  <c:v>0.70396661640219049</c:v>
                </c:pt>
                <c:pt idx="47">
                  <c:v>0.69000379241839993</c:v>
                </c:pt>
                <c:pt idx="48">
                  <c:v>0.69002399417324023</c:v>
                </c:pt>
                <c:pt idx="49">
                  <c:v>0.69007408458163666</c:v>
                </c:pt>
                <c:pt idx="50">
                  <c:v>0.72186451896875248</c:v>
                </c:pt>
                <c:pt idx="51">
                  <c:v>0.72167534304727499</c:v>
                </c:pt>
                <c:pt idx="52">
                  <c:v>0.70942160362842166</c:v>
                </c:pt>
                <c:pt idx="53">
                  <c:v>0.71029190543434573</c:v>
                </c:pt>
                <c:pt idx="54">
                  <c:v>0.70950341028365815</c:v>
                </c:pt>
                <c:pt idx="55">
                  <c:v>0.6768466690798014</c:v>
                </c:pt>
                <c:pt idx="56">
                  <c:v>0.691794492463359</c:v>
                </c:pt>
                <c:pt idx="57">
                  <c:v>0.691794492463359</c:v>
                </c:pt>
                <c:pt idx="58">
                  <c:v>0.691794492463359</c:v>
                </c:pt>
                <c:pt idx="59">
                  <c:v>0.65880324187098283</c:v>
                </c:pt>
                <c:pt idx="60">
                  <c:v>0.6768042748029276</c:v>
                </c:pt>
                <c:pt idx="61">
                  <c:v>0.67687616474817947</c:v>
                </c:pt>
                <c:pt idx="62">
                  <c:v>0.67666690882866454</c:v>
                </c:pt>
                <c:pt idx="63">
                  <c:v>0.59032138856351324</c:v>
                </c:pt>
                <c:pt idx="64">
                  <c:v>0.64352631185007236</c:v>
                </c:pt>
                <c:pt idx="65">
                  <c:v>0.64723923967041441</c:v>
                </c:pt>
                <c:pt idx="66">
                  <c:v>0.70114627754493941</c:v>
                </c:pt>
                <c:pt idx="67">
                  <c:v>0.68067991850220211</c:v>
                </c:pt>
                <c:pt idx="68">
                  <c:v>0.70114627754493941</c:v>
                </c:pt>
                <c:pt idx="69">
                  <c:v>0.70888791690843067</c:v>
                </c:pt>
                <c:pt idx="70">
                  <c:v>0.70900581341869928</c:v>
                </c:pt>
                <c:pt idx="71">
                  <c:v>0.74206222053219018</c:v>
                </c:pt>
                <c:pt idx="72">
                  <c:v>0.74198992424051435</c:v>
                </c:pt>
                <c:pt idx="73">
                  <c:v>0.74214259096899848</c:v>
                </c:pt>
                <c:pt idx="74">
                  <c:v>0.78454877297076475</c:v>
                </c:pt>
                <c:pt idx="75">
                  <c:v>0.76165437928870827</c:v>
                </c:pt>
                <c:pt idx="76">
                  <c:v>0.78458904121756523</c:v>
                </c:pt>
                <c:pt idx="77">
                  <c:v>0.78458904121756523</c:v>
                </c:pt>
                <c:pt idx="78">
                  <c:v>0.7787052272593904</c:v>
                </c:pt>
                <c:pt idx="79">
                  <c:v>0.81145553697323414</c:v>
                </c:pt>
                <c:pt idx="80">
                  <c:v>0.81152752487539104</c:v>
                </c:pt>
                <c:pt idx="81">
                  <c:v>0.8279869924203217</c:v>
                </c:pt>
                <c:pt idx="82">
                  <c:v>0.79821644612468112</c:v>
                </c:pt>
                <c:pt idx="83">
                  <c:v>0.79815390760264004</c:v>
                </c:pt>
                <c:pt idx="84">
                  <c:v>0.77767208811206812</c:v>
                </c:pt>
                <c:pt idx="85">
                  <c:v>0.76370064895501943</c:v>
                </c:pt>
                <c:pt idx="86">
                  <c:v>0.79815390760264004</c:v>
                </c:pt>
                <c:pt idx="87">
                  <c:v>0.78544987095574126</c:v>
                </c:pt>
                <c:pt idx="88">
                  <c:v>0.78635808843680277</c:v>
                </c:pt>
                <c:pt idx="89">
                  <c:v>0.80445044367527219</c:v>
                </c:pt>
                <c:pt idx="90">
                  <c:v>0.85572735211332496</c:v>
                </c:pt>
                <c:pt idx="91">
                  <c:v>0.8367994340061099</c:v>
                </c:pt>
                <c:pt idx="92">
                  <c:v>0.81647343463882882</c:v>
                </c:pt>
                <c:pt idx="93">
                  <c:v>0.8364537448796312</c:v>
                </c:pt>
                <c:pt idx="94">
                  <c:v>0.8143557568992531</c:v>
                </c:pt>
                <c:pt idx="95">
                  <c:v>0.7903315811871281</c:v>
                </c:pt>
                <c:pt idx="96">
                  <c:v>0.78941596065900443</c:v>
                </c:pt>
                <c:pt idx="97">
                  <c:v>0.81158702805411931</c:v>
                </c:pt>
                <c:pt idx="98">
                  <c:v>0.83732764249868441</c:v>
                </c:pt>
                <c:pt idx="99">
                  <c:v>0.81158050245553093</c:v>
                </c:pt>
                <c:pt idx="100">
                  <c:v>0.79819422857128408</c:v>
                </c:pt>
                <c:pt idx="101">
                  <c:v>0.82430398544770933</c:v>
                </c:pt>
                <c:pt idx="102">
                  <c:v>0.79805276253561475</c:v>
                </c:pt>
                <c:pt idx="103">
                  <c:v>0.79817901661119839</c:v>
                </c:pt>
                <c:pt idx="104">
                  <c:v>0.77903280650246454</c:v>
                </c:pt>
                <c:pt idx="105">
                  <c:v>0.75573593713546339</c:v>
                </c:pt>
                <c:pt idx="106">
                  <c:v>0.7782961731296214</c:v>
                </c:pt>
                <c:pt idx="107">
                  <c:v>0.75445743013165401</c:v>
                </c:pt>
                <c:pt idx="108">
                  <c:v>0.70069200359610684</c:v>
                </c:pt>
                <c:pt idx="109">
                  <c:v>0.68066390920056685</c:v>
                </c:pt>
                <c:pt idx="110">
                  <c:v>0.68066390920056685</c:v>
                </c:pt>
                <c:pt idx="111">
                  <c:v>0.65848868988278741</c:v>
                </c:pt>
                <c:pt idx="112">
                  <c:v>0.68073059983518691</c:v>
                </c:pt>
                <c:pt idx="113">
                  <c:v>0.65724986454914325</c:v>
                </c:pt>
                <c:pt idx="114">
                  <c:v>0.62014045099909187</c:v>
                </c:pt>
                <c:pt idx="115">
                  <c:v>0.6562686953452237</c:v>
                </c:pt>
                <c:pt idx="116">
                  <c:v>0.63433556022178206</c:v>
                </c:pt>
                <c:pt idx="117">
                  <c:v>0.64025888760919014</c:v>
                </c:pt>
                <c:pt idx="118">
                  <c:v>0.6637730812462096</c:v>
                </c:pt>
                <c:pt idx="119">
                  <c:v>0.695622626584674</c:v>
                </c:pt>
                <c:pt idx="120">
                  <c:v>0.69553149400315528</c:v>
                </c:pt>
                <c:pt idx="121">
                  <c:v>0.71409535481591846</c:v>
                </c:pt>
                <c:pt idx="122">
                  <c:v>0.68515952942868741</c:v>
                </c:pt>
                <c:pt idx="123">
                  <c:v>0.6494790290250736</c:v>
                </c:pt>
                <c:pt idx="124">
                  <c:v>0.6051404208222666</c:v>
                </c:pt>
                <c:pt idx="125">
                  <c:v>0.52721345464386349</c:v>
                </c:pt>
                <c:pt idx="126">
                  <c:v>0.4891944540160782</c:v>
                </c:pt>
                <c:pt idx="127">
                  <c:v>0.46639665698988902</c:v>
                </c:pt>
                <c:pt idx="128">
                  <c:v>0.46645564331496181</c:v>
                </c:pt>
                <c:pt idx="129">
                  <c:v>0.24762221189085226</c:v>
                </c:pt>
                <c:pt idx="130">
                  <c:v>0.34116092459322267</c:v>
                </c:pt>
                <c:pt idx="131">
                  <c:v>0.21925196921871176</c:v>
                </c:pt>
                <c:pt idx="132">
                  <c:v>0.30618919991705607</c:v>
                </c:pt>
                <c:pt idx="133">
                  <c:v>0.30641559236172644</c:v>
                </c:pt>
                <c:pt idx="134">
                  <c:v>0.26247242102513602</c:v>
                </c:pt>
                <c:pt idx="135">
                  <c:v>0.26232322891763199</c:v>
                </c:pt>
                <c:pt idx="136">
                  <c:v>0.26232322891763199</c:v>
                </c:pt>
                <c:pt idx="137">
                  <c:v>0.1931798913236967</c:v>
                </c:pt>
                <c:pt idx="138">
                  <c:v>0.22914742259420434</c:v>
                </c:pt>
                <c:pt idx="139">
                  <c:v>0.20407660990880219</c:v>
                </c:pt>
                <c:pt idx="140">
                  <c:v>0.18764355995817586</c:v>
                </c:pt>
                <c:pt idx="141">
                  <c:v>0.2238872135619516</c:v>
                </c:pt>
                <c:pt idx="142">
                  <c:v>0.32122402612001461</c:v>
                </c:pt>
                <c:pt idx="143">
                  <c:v>0.34307700444970379</c:v>
                </c:pt>
                <c:pt idx="144">
                  <c:v>0.34303969168913079</c:v>
                </c:pt>
                <c:pt idx="145">
                  <c:v>0.31440034261436189</c:v>
                </c:pt>
                <c:pt idx="146">
                  <c:v>0.36543320460755224</c:v>
                </c:pt>
                <c:pt idx="147">
                  <c:v>0.38400936708573585</c:v>
                </c:pt>
                <c:pt idx="148">
                  <c:v>0.36033789770283325</c:v>
                </c:pt>
                <c:pt idx="149">
                  <c:v>0.27485742228516102</c:v>
                </c:pt>
                <c:pt idx="150">
                  <c:v>0.33691055631393624</c:v>
                </c:pt>
                <c:pt idx="151">
                  <c:v>0.30831604608005586</c:v>
                </c:pt>
                <c:pt idx="152">
                  <c:v>0.23676117392553889</c:v>
                </c:pt>
                <c:pt idx="153">
                  <c:v>0.23671874324760347</c:v>
                </c:pt>
                <c:pt idx="154">
                  <c:v>0.20585084911050922</c:v>
                </c:pt>
                <c:pt idx="155">
                  <c:v>0.20580376248650398</c:v>
                </c:pt>
                <c:pt idx="156">
                  <c:v>0.18277167291557561</c:v>
                </c:pt>
                <c:pt idx="157">
                  <c:v>0.1995598708648329</c:v>
                </c:pt>
                <c:pt idx="158">
                  <c:v>0.23136337362836862</c:v>
                </c:pt>
                <c:pt idx="159">
                  <c:v>0.23169665097660838</c:v>
                </c:pt>
                <c:pt idx="160">
                  <c:v>0.29474577349870773</c:v>
                </c:pt>
                <c:pt idx="161">
                  <c:v>0.31761815233915819</c:v>
                </c:pt>
                <c:pt idx="162">
                  <c:v>0.28995938501376983</c:v>
                </c:pt>
                <c:pt idx="163">
                  <c:v>0.25704564753531173</c:v>
                </c:pt>
                <c:pt idx="164">
                  <c:v>0.25682661220400127</c:v>
                </c:pt>
                <c:pt idx="165">
                  <c:v>0.2862432263746571</c:v>
                </c:pt>
                <c:pt idx="166">
                  <c:v>0.25311362033574425</c:v>
                </c:pt>
                <c:pt idx="167">
                  <c:v>0.28618346079129836</c:v>
                </c:pt>
                <c:pt idx="168">
                  <c:v>0.2529912660652664</c:v>
                </c:pt>
                <c:pt idx="169">
                  <c:v>0.22226173892798851</c:v>
                </c:pt>
                <c:pt idx="170">
                  <c:v>0.25193488777281597</c:v>
                </c:pt>
                <c:pt idx="171">
                  <c:v>0.28486963190417852</c:v>
                </c:pt>
                <c:pt idx="172">
                  <c:v>0.2847162826216843</c:v>
                </c:pt>
                <c:pt idx="173">
                  <c:v>0.28231972736522121</c:v>
                </c:pt>
                <c:pt idx="174">
                  <c:v>0.33562728951290161</c:v>
                </c:pt>
                <c:pt idx="175">
                  <c:v>0.33564994150270799</c:v>
                </c:pt>
                <c:pt idx="176">
                  <c:v>0.35800907395487891</c:v>
                </c:pt>
                <c:pt idx="177">
                  <c:v>0.35811856180138385</c:v>
                </c:pt>
                <c:pt idx="178">
                  <c:v>0.35629539343759348</c:v>
                </c:pt>
                <c:pt idx="179">
                  <c:v>0.33276240912323568</c:v>
                </c:pt>
                <c:pt idx="180">
                  <c:v>0.33298320890646194</c:v>
                </c:pt>
                <c:pt idx="181">
                  <c:v>0.35629539343759348</c:v>
                </c:pt>
                <c:pt idx="182">
                  <c:v>0.38510975967739758</c:v>
                </c:pt>
                <c:pt idx="183">
                  <c:v>0.32741444023701044</c:v>
                </c:pt>
                <c:pt idx="184">
                  <c:v>0.35110266556174058</c:v>
                </c:pt>
                <c:pt idx="185">
                  <c:v>0.35110266556174058</c:v>
                </c:pt>
                <c:pt idx="186">
                  <c:v>0.35114526360131104</c:v>
                </c:pt>
                <c:pt idx="187">
                  <c:v>0.3199331729306169</c:v>
                </c:pt>
                <c:pt idx="188">
                  <c:v>0.34372390880739873</c:v>
                </c:pt>
                <c:pt idx="189">
                  <c:v>0.37842109522047007</c:v>
                </c:pt>
                <c:pt idx="190">
                  <c:v>0.37842109522047007</c:v>
                </c:pt>
                <c:pt idx="191">
                  <c:v>0.37165910285507714</c:v>
                </c:pt>
                <c:pt idx="192">
                  <c:v>0.3711734763292962</c:v>
                </c:pt>
                <c:pt idx="193">
                  <c:v>0.31262849116425834</c:v>
                </c:pt>
                <c:pt idx="194">
                  <c:v>0.31284206209860954</c:v>
                </c:pt>
                <c:pt idx="195">
                  <c:v>0.32898554801574148</c:v>
                </c:pt>
                <c:pt idx="196">
                  <c:v>0.36357043577417181</c:v>
                </c:pt>
                <c:pt idx="197">
                  <c:v>0.43716239568675586</c:v>
                </c:pt>
                <c:pt idx="198">
                  <c:v>0.46855719956108682</c:v>
                </c:pt>
                <c:pt idx="199">
                  <c:v>0.43709492816271001</c:v>
                </c:pt>
                <c:pt idx="200">
                  <c:v>0.38755454680533724</c:v>
                </c:pt>
                <c:pt idx="201">
                  <c:v>0.3876856076600298</c:v>
                </c:pt>
                <c:pt idx="202">
                  <c:v>0.43020815046617</c:v>
                </c:pt>
                <c:pt idx="203">
                  <c:v>0.43039904065227119</c:v>
                </c:pt>
                <c:pt idx="204">
                  <c:v>0.45628100373039499</c:v>
                </c:pt>
                <c:pt idx="205">
                  <c:v>0.45567894153433269</c:v>
                </c:pt>
                <c:pt idx="206">
                  <c:v>0.49932545547497792</c:v>
                </c:pt>
                <c:pt idx="207">
                  <c:v>0.49889277729006254</c:v>
                </c:pt>
                <c:pt idx="208">
                  <c:v>0.45623015728134225</c:v>
                </c:pt>
                <c:pt idx="209">
                  <c:v>0.52521506611823021</c:v>
                </c:pt>
                <c:pt idx="210">
                  <c:v>0.59589441419972755</c:v>
                </c:pt>
                <c:pt idx="211">
                  <c:v>0.59596808480105368</c:v>
                </c:pt>
                <c:pt idx="212">
                  <c:v>0.59589441419972755</c:v>
                </c:pt>
                <c:pt idx="213">
                  <c:v>0.59044174111366599</c:v>
                </c:pt>
                <c:pt idx="214">
                  <c:v>0.56093530260459656</c:v>
                </c:pt>
                <c:pt idx="215">
                  <c:v>0.51672469270397592</c:v>
                </c:pt>
                <c:pt idx="216">
                  <c:v>0.48350846650958634</c:v>
                </c:pt>
                <c:pt idx="217">
                  <c:v>0.50718342258638915</c:v>
                </c:pt>
                <c:pt idx="218">
                  <c:v>0.43124435584172754</c:v>
                </c:pt>
                <c:pt idx="219">
                  <c:v>0.50666988212578556</c:v>
                </c:pt>
                <c:pt idx="220">
                  <c:v>0.55138762509375627</c:v>
                </c:pt>
                <c:pt idx="221">
                  <c:v>0.53682243639344718</c:v>
                </c:pt>
                <c:pt idx="222">
                  <c:v>0.56624534907007407</c:v>
                </c:pt>
                <c:pt idx="223">
                  <c:v>0.5369178318662613</c:v>
                </c:pt>
                <c:pt idx="224">
                  <c:v>0.56669393867683882</c:v>
                </c:pt>
              </c:numCache>
            </c:numRef>
          </c:val>
          <c:smooth val="0"/>
        </c:ser>
        <c:ser>
          <c:idx val="5"/>
          <c:order val="4"/>
          <c:tx>
            <c:strRef>
              <c:f>PoolRefinancible!$H$2</c:f>
              <c:strCache>
                <c:ptCount val="1"/>
                <c:pt idx="0">
                  <c:v>Time-Dependent LLPA</c:v>
                </c:pt>
              </c:strCache>
            </c:strRef>
          </c:tx>
          <c:spPr>
            <a:ln w="19050">
              <a:solidFill>
                <a:srgbClr val="F6D6E3"/>
              </a:solidFill>
            </a:ln>
          </c:spPr>
          <c:marker>
            <c:symbol val="none"/>
          </c:marker>
          <c:cat>
            <c:numRef>
              <c:f>PoolRefinancible!$B$3:$B$227</c:f>
              <c:numCache>
                <c:formatCode>m/d/yyyy</c:formatCode>
                <c:ptCount val="225"/>
                <c:pt idx="0">
                  <c:v>40549</c:v>
                </c:pt>
                <c:pt idx="1">
                  <c:v>40556</c:v>
                </c:pt>
                <c:pt idx="2">
                  <c:v>40563</c:v>
                </c:pt>
                <c:pt idx="3">
                  <c:v>40570</c:v>
                </c:pt>
                <c:pt idx="4">
                  <c:v>40577</c:v>
                </c:pt>
                <c:pt idx="5">
                  <c:v>40584</c:v>
                </c:pt>
                <c:pt idx="6">
                  <c:v>40591</c:v>
                </c:pt>
                <c:pt idx="7">
                  <c:v>40598</c:v>
                </c:pt>
                <c:pt idx="8">
                  <c:v>40605</c:v>
                </c:pt>
                <c:pt idx="9">
                  <c:v>40612</c:v>
                </c:pt>
                <c:pt idx="10">
                  <c:v>40619</c:v>
                </c:pt>
                <c:pt idx="11">
                  <c:v>40626</c:v>
                </c:pt>
                <c:pt idx="12">
                  <c:v>40633</c:v>
                </c:pt>
                <c:pt idx="13">
                  <c:v>40640</c:v>
                </c:pt>
                <c:pt idx="14">
                  <c:v>40647</c:v>
                </c:pt>
                <c:pt idx="15">
                  <c:v>40654</c:v>
                </c:pt>
                <c:pt idx="16">
                  <c:v>40661</c:v>
                </c:pt>
                <c:pt idx="17">
                  <c:v>40668</c:v>
                </c:pt>
                <c:pt idx="18">
                  <c:v>40675</c:v>
                </c:pt>
                <c:pt idx="19">
                  <c:v>40682</c:v>
                </c:pt>
                <c:pt idx="20">
                  <c:v>40689</c:v>
                </c:pt>
                <c:pt idx="21">
                  <c:v>40696</c:v>
                </c:pt>
                <c:pt idx="22">
                  <c:v>40703</c:v>
                </c:pt>
                <c:pt idx="23">
                  <c:v>40710</c:v>
                </c:pt>
                <c:pt idx="24">
                  <c:v>40717</c:v>
                </c:pt>
                <c:pt idx="25">
                  <c:v>40724</c:v>
                </c:pt>
                <c:pt idx="26">
                  <c:v>40731</c:v>
                </c:pt>
                <c:pt idx="27">
                  <c:v>40738</c:v>
                </c:pt>
                <c:pt idx="28">
                  <c:v>40745</c:v>
                </c:pt>
                <c:pt idx="29">
                  <c:v>40752</c:v>
                </c:pt>
                <c:pt idx="30">
                  <c:v>40759</c:v>
                </c:pt>
                <c:pt idx="31">
                  <c:v>40766</c:v>
                </c:pt>
                <c:pt idx="32">
                  <c:v>40773</c:v>
                </c:pt>
                <c:pt idx="33">
                  <c:v>40780</c:v>
                </c:pt>
                <c:pt idx="34">
                  <c:v>40787</c:v>
                </c:pt>
                <c:pt idx="35">
                  <c:v>40794</c:v>
                </c:pt>
                <c:pt idx="36">
                  <c:v>40801</c:v>
                </c:pt>
                <c:pt idx="37">
                  <c:v>40808</c:v>
                </c:pt>
                <c:pt idx="38">
                  <c:v>40815</c:v>
                </c:pt>
                <c:pt idx="39">
                  <c:v>40822</c:v>
                </c:pt>
                <c:pt idx="40">
                  <c:v>40829</c:v>
                </c:pt>
                <c:pt idx="41">
                  <c:v>40836</c:v>
                </c:pt>
                <c:pt idx="42">
                  <c:v>40843</c:v>
                </c:pt>
                <c:pt idx="43">
                  <c:v>40850</c:v>
                </c:pt>
                <c:pt idx="44">
                  <c:v>40857</c:v>
                </c:pt>
                <c:pt idx="45">
                  <c:v>40864</c:v>
                </c:pt>
                <c:pt idx="46">
                  <c:v>40870</c:v>
                </c:pt>
                <c:pt idx="47">
                  <c:v>40878</c:v>
                </c:pt>
                <c:pt idx="48">
                  <c:v>40885</c:v>
                </c:pt>
                <c:pt idx="49">
                  <c:v>40892</c:v>
                </c:pt>
                <c:pt idx="50">
                  <c:v>40899</c:v>
                </c:pt>
                <c:pt idx="51">
                  <c:v>40906</c:v>
                </c:pt>
                <c:pt idx="52">
                  <c:v>40913</c:v>
                </c:pt>
                <c:pt idx="53">
                  <c:v>40920</c:v>
                </c:pt>
                <c:pt idx="54">
                  <c:v>40927</c:v>
                </c:pt>
                <c:pt idx="55">
                  <c:v>40934</c:v>
                </c:pt>
                <c:pt idx="56">
                  <c:v>40941</c:v>
                </c:pt>
                <c:pt idx="57">
                  <c:v>40948</c:v>
                </c:pt>
                <c:pt idx="58">
                  <c:v>40955</c:v>
                </c:pt>
                <c:pt idx="59">
                  <c:v>40962</c:v>
                </c:pt>
                <c:pt idx="60">
                  <c:v>40969</c:v>
                </c:pt>
                <c:pt idx="61">
                  <c:v>40976</c:v>
                </c:pt>
                <c:pt idx="62">
                  <c:v>40983</c:v>
                </c:pt>
                <c:pt idx="63">
                  <c:v>40990</c:v>
                </c:pt>
                <c:pt idx="64">
                  <c:v>40997</c:v>
                </c:pt>
                <c:pt idx="65">
                  <c:v>41004</c:v>
                </c:pt>
                <c:pt idx="66">
                  <c:v>41011</c:v>
                </c:pt>
                <c:pt idx="67">
                  <c:v>41018</c:v>
                </c:pt>
                <c:pt idx="68">
                  <c:v>41025</c:v>
                </c:pt>
                <c:pt idx="69">
                  <c:v>41032</c:v>
                </c:pt>
                <c:pt idx="70">
                  <c:v>41039</c:v>
                </c:pt>
                <c:pt idx="71">
                  <c:v>41046</c:v>
                </c:pt>
                <c:pt idx="72">
                  <c:v>41053</c:v>
                </c:pt>
                <c:pt idx="73">
                  <c:v>41060</c:v>
                </c:pt>
                <c:pt idx="74">
                  <c:v>41067</c:v>
                </c:pt>
                <c:pt idx="75">
                  <c:v>41074</c:v>
                </c:pt>
                <c:pt idx="76">
                  <c:v>41081</c:v>
                </c:pt>
                <c:pt idx="77">
                  <c:v>41088</c:v>
                </c:pt>
                <c:pt idx="78">
                  <c:v>41095</c:v>
                </c:pt>
                <c:pt idx="79">
                  <c:v>41102</c:v>
                </c:pt>
                <c:pt idx="80">
                  <c:v>41109</c:v>
                </c:pt>
                <c:pt idx="81">
                  <c:v>41116</c:v>
                </c:pt>
                <c:pt idx="82">
                  <c:v>41123</c:v>
                </c:pt>
                <c:pt idx="83">
                  <c:v>41130</c:v>
                </c:pt>
                <c:pt idx="84">
                  <c:v>41137</c:v>
                </c:pt>
                <c:pt idx="85">
                  <c:v>41144</c:v>
                </c:pt>
                <c:pt idx="86">
                  <c:v>41151</c:v>
                </c:pt>
                <c:pt idx="87">
                  <c:v>41158</c:v>
                </c:pt>
                <c:pt idx="88">
                  <c:v>41165</c:v>
                </c:pt>
                <c:pt idx="89">
                  <c:v>41172</c:v>
                </c:pt>
                <c:pt idx="90">
                  <c:v>41179</c:v>
                </c:pt>
                <c:pt idx="91">
                  <c:v>41186</c:v>
                </c:pt>
                <c:pt idx="92">
                  <c:v>41193</c:v>
                </c:pt>
                <c:pt idx="93">
                  <c:v>41200</c:v>
                </c:pt>
                <c:pt idx="94">
                  <c:v>41207</c:v>
                </c:pt>
                <c:pt idx="95">
                  <c:v>41214</c:v>
                </c:pt>
                <c:pt idx="96">
                  <c:v>41221</c:v>
                </c:pt>
                <c:pt idx="97">
                  <c:v>41228</c:v>
                </c:pt>
                <c:pt idx="98">
                  <c:v>41234</c:v>
                </c:pt>
                <c:pt idx="99">
                  <c:v>41242</c:v>
                </c:pt>
                <c:pt idx="100">
                  <c:v>41249</c:v>
                </c:pt>
                <c:pt idx="101">
                  <c:v>41256</c:v>
                </c:pt>
                <c:pt idx="102">
                  <c:v>41263</c:v>
                </c:pt>
                <c:pt idx="103">
                  <c:v>41270</c:v>
                </c:pt>
                <c:pt idx="104">
                  <c:v>41277</c:v>
                </c:pt>
                <c:pt idx="105">
                  <c:v>41284</c:v>
                </c:pt>
                <c:pt idx="106">
                  <c:v>41291</c:v>
                </c:pt>
                <c:pt idx="107">
                  <c:v>41298</c:v>
                </c:pt>
                <c:pt idx="108">
                  <c:v>41305</c:v>
                </c:pt>
                <c:pt idx="109">
                  <c:v>41312</c:v>
                </c:pt>
                <c:pt idx="110">
                  <c:v>41319</c:v>
                </c:pt>
                <c:pt idx="111">
                  <c:v>41326</c:v>
                </c:pt>
                <c:pt idx="112">
                  <c:v>41333</c:v>
                </c:pt>
                <c:pt idx="113">
                  <c:v>41340</c:v>
                </c:pt>
                <c:pt idx="114">
                  <c:v>41347</c:v>
                </c:pt>
                <c:pt idx="115">
                  <c:v>41354</c:v>
                </c:pt>
                <c:pt idx="116">
                  <c:v>41361</c:v>
                </c:pt>
                <c:pt idx="117">
                  <c:v>41368</c:v>
                </c:pt>
                <c:pt idx="118">
                  <c:v>41375</c:v>
                </c:pt>
                <c:pt idx="119">
                  <c:v>41382</c:v>
                </c:pt>
                <c:pt idx="120">
                  <c:v>41389</c:v>
                </c:pt>
                <c:pt idx="121">
                  <c:v>41396</c:v>
                </c:pt>
                <c:pt idx="122">
                  <c:v>41403</c:v>
                </c:pt>
                <c:pt idx="123">
                  <c:v>41410</c:v>
                </c:pt>
                <c:pt idx="124">
                  <c:v>41417</c:v>
                </c:pt>
                <c:pt idx="125">
                  <c:v>41424</c:v>
                </c:pt>
                <c:pt idx="126">
                  <c:v>41431</c:v>
                </c:pt>
                <c:pt idx="127">
                  <c:v>41438</c:v>
                </c:pt>
                <c:pt idx="128">
                  <c:v>41445</c:v>
                </c:pt>
                <c:pt idx="129">
                  <c:v>41452</c:v>
                </c:pt>
                <c:pt idx="130">
                  <c:v>41458</c:v>
                </c:pt>
                <c:pt idx="131">
                  <c:v>41466</c:v>
                </c:pt>
                <c:pt idx="132">
                  <c:v>41473</c:v>
                </c:pt>
                <c:pt idx="133">
                  <c:v>41480</c:v>
                </c:pt>
                <c:pt idx="134">
                  <c:v>41487</c:v>
                </c:pt>
                <c:pt idx="135">
                  <c:v>41494</c:v>
                </c:pt>
                <c:pt idx="136">
                  <c:v>41501</c:v>
                </c:pt>
                <c:pt idx="137">
                  <c:v>41508</c:v>
                </c:pt>
                <c:pt idx="138">
                  <c:v>41515</c:v>
                </c:pt>
                <c:pt idx="139">
                  <c:v>41522</c:v>
                </c:pt>
                <c:pt idx="140">
                  <c:v>41529</c:v>
                </c:pt>
                <c:pt idx="141">
                  <c:v>41536</c:v>
                </c:pt>
                <c:pt idx="142">
                  <c:v>41543</c:v>
                </c:pt>
                <c:pt idx="143">
                  <c:v>41550</c:v>
                </c:pt>
                <c:pt idx="144">
                  <c:v>41557</c:v>
                </c:pt>
                <c:pt idx="145">
                  <c:v>41564</c:v>
                </c:pt>
                <c:pt idx="146">
                  <c:v>41571</c:v>
                </c:pt>
                <c:pt idx="147">
                  <c:v>41578</c:v>
                </c:pt>
                <c:pt idx="148">
                  <c:v>41585</c:v>
                </c:pt>
                <c:pt idx="149">
                  <c:v>41592</c:v>
                </c:pt>
                <c:pt idx="150">
                  <c:v>41599</c:v>
                </c:pt>
                <c:pt idx="151">
                  <c:v>41605</c:v>
                </c:pt>
                <c:pt idx="152">
                  <c:v>41613</c:v>
                </c:pt>
                <c:pt idx="153">
                  <c:v>41620</c:v>
                </c:pt>
                <c:pt idx="154">
                  <c:v>41627</c:v>
                </c:pt>
                <c:pt idx="155">
                  <c:v>41634</c:v>
                </c:pt>
                <c:pt idx="156">
                  <c:v>41641</c:v>
                </c:pt>
                <c:pt idx="157">
                  <c:v>41648</c:v>
                </c:pt>
                <c:pt idx="158">
                  <c:v>41655</c:v>
                </c:pt>
                <c:pt idx="159">
                  <c:v>41662</c:v>
                </c:pt>
                <c:pt idx="160">
                  <c:v>41669</c:v>
                </c:pt>
                <c:pt idx="161">
                  <c:v>41676</c:v>
                </c:pt>
                <c:pt idx="162">
                  <c:v>41683</c:v>
                </c:pt>
                <c:pt idx="163">
                  <c:v>41690</c:v>
                </c:pt>
                <c:pt idx="164">
                  <c:v>41697</c:v>
                </c:pt>
                <c:pt idx="165">
                  <c:v>41704</c:v>
                </c:pt>
                <c:pt idx="166">
                  <c:v>41711</c:v>
                </c:pt>
                <c:pt idx="167">
                  <c:v>41718</c:v>
                </c:pt>
                <c:pt idx="168">
                  <c:v>41725</c:v>
                </c:pt>
                <c:pt idx="169">
                  <c:v>41732</c:v>
                </c:pt>
                <c:pt idx="170">
                  <c:v>41739</c:v>
                </c:pt>
                <c:pt idx="171">
                  <c:v>41746</c:v>
                </c:pt>
                <c:pt idx="172">
                  <c:v>41753</c:v>
                </c:pt>
                <c:pt idx="173">
                  <c:v>41760</c:v>
                </c:pt>
                <c:pt idx="174">
                  <c:v>41767</c:v>
                </c:pt>
                <c:pt idx="175">
                  <c:v>41774</c:v>
                </c:pt>
                <c:pt idx="176">
                  <c:v>41781</c:v>
                </c:pt>
                <c:pt idx="177">
                  <c:v>41788</c:v>
                </c:pt>
                <c:pt idx="178">
                  <c:v>41795</c:v>
                </c:pt>
                <c:pt idx="179">
                  <c:v>41802</c:v>
                </c:pt>
                <c:pt idx="180">
                  <c:v>41809</c:v>
                </c:pt>
                <c:pt idx="181">
                  <c:v>41816</c:v>
                </c:pt>
                <c:pt idx="182">
                  <c:v>41823</c:v>
                </c:pt>
                <c:pt idx="183">
                  <c:v>41830</c:v>
                </c:pt>
                <c:pt idx="184">
                  <c:v>41837</c:v>
                </c:pt>
                <c:pt idx="185">
                  <c:v>41844</c:v>
                </c:pt>
                <c:pt idx="186">
                  <c:v>41851</c:v>
                </c:pt>
                <c:pt idx="187">
                  <c:v>41858</c:v>
                </c:pt>
                <c:pt idx="188">
                  <c:v>41865</c:v>
                </c:pt>
                <c:pt idx="189">
                  <c:v>41872</c:v>
                </c:pt>
                <c:pt idx="190">
                  <c:v>41879</c:v>
                </c:pt>
                <c:pt idx="191">
                  <c:v>41886</c:v>
                </c:pt>
                <c:pt idx="192">
                  <c:v>41893</c:v>
                </c:pt>
                <c:pt idx="193">
                  <c:v>41900</c:v>
                </c:pt>
                <c:pt idx="194">
                  <c:v>41907</c:v>
                </c:pt>
                <c:pt idx="195">
                  <c:v>41914</c:v>
                </c:pt>
                <c:pt idx="196">
                  <c:v>41921</c:v>
                </c:pt>
                <c:pt idx="197">
                  <c:v>41928</c:v>
                </c:pt>
                <c:pt idx="198">
                  <c:v>41935</c:v>
                </c:pt>
                <c:pt idx="199">
                  <c:v>41942</c:v>
                </c:pt>
                <c:pt idx="200">
                  <c:v>41949</c:v>
                </c:pt>
                <c:pt idx="201">
                  <c:v>41956</c:v>
                </c:pt>
                <c:pt idx="202">
                  <c:v>41963</c:v>
                </c:pt>
                <c:pt idx="203">
                  <c:v>41969</c:v>
                </c:pt>
                <c:pt idx="204">
                  <c:v>41977</c:v>
                </c:pt>
                <c:pt idx="205">
                  <c:v>41984</c:v>
                </c:pt>
                <c:pt idx="206">
                  <c:v>41991</c:v>
                </c:pt>
                <c:pt idx="207">
                  <c:v>41997</c:v>
                </c:pt>
                <c:pt idx="208">
                  <c:v>42004</c:v>
                </c:pt>
                <c:pt idx="209">
                  <c:v>42012</c:v>
                </c:pt>
                <c:pt idx="210">
                  <c:v>42019</c:v>
                </c:pt>
                <c:pt idx="211">
                  <c:v>42026</c:v>
                </c:pt>
                <c:pt idx="212">
                  <c:v>42033</c:v>
                </c:pt>
                <c:pt idx="213">
                  <c:v>42040</c:v>
                </c:pt>
                <c:pt idx="214">
                  <c:v>42047</c:v>
                </c:pt>
                <c:pt idx="215">
                  <c:v>42054</c:v>
                </c:pt>
                <c:pt idx="216">
                  <c:v>42061</c:v>
                </c:pt>
                <c:pt idx="217">
                  <c:v>42068</c:v>
                </c:pt>
                <c:pt idx="218">
                  <c:v>42075</c:v>
                </c:pt>
                <c:pt idx="219">
                  <c:v>42082</c:v>
                </c:pt>
                <c:pt idx="220">
                  <c:v>42089</c:v>
                </c:pt>
                <c:pt idx="221">
                  <c:v>42096</c:v>
                </c:pt>
                <c:pt idx="222">
                  <c:v>42103</c:v>
                </c:pt>
                <c:pt idx="223">
                  <c:v>42110</c:v>
                </c:pt>
                <c:pt idx="224">
                  <c:v>42117</c:v>
                </c:pt>
              </c:numCache>
            </c:numRef>
          </c:cat>
          <c:val>
            <c:numRef>
              <c:f>PoolRefinancible!$H$3:$H$227</c:f>
              <c:numCache>
                <c:formatCode>0%</c:formatCode>
                <c:ptCount val="225"/>
                <c:pt idx="0">
                  <c:v>0.29339129549199244</c:v>
                </c:pt>
                <c:pt idx="1">
                  <c:v>0.31216038149568309</c:v>
                </c:pt>
                <c:pt idx="2">
                  <c:v>0.29352345631455612</c:v>
                </c:pt>
                <c:pt idx="3">
                  <c:v>0.29337181673036272</c:v>
                </c:pt>
                <c:pt idx="4">
                  <c:v>0.25001180569005516</c:v>
                </c:pt>
                <c:pt idx="5">
                  <c:v>0.20884941022700101</c:v>
                </c:pt>
                <c:pt idx="6">
                  <c:v>0.21937474831597803</c:v>
                </c:pt>
                <c:pt idx="7">
                  <c:v>0.23756924071282229</c:v>
                </c:pt>
                <c:pt idx="8">
                  <c:v>0.23580697378092402</c:v>
                </c:pt>
                <c:pt idx="9">
                  <c:v>0.23575738208426369</c:v>
                </c:pt>
                <c:pt idx="10">
                  <c:v>0.27772990136821168</c:v>
                </c:pt>
                <c:pt idx="11">
                  <c:v>0.26081219543552103</c:v>
                </c:pt>
                <c:pt idx="12">
                  <c:v>0.23582915359045858</c:v>
                </c:pt>
                <c:pt idx="13">
                  <c:v>0.23398840657953646</c:v>
                </c:pt>
                <c:pt idx="14">
                  <c:v>0.23392925226898756</c:v>
                </c:pt>
                <c:pt idx="15">
                  <c:v>0.25931046586102646</c:v>
                </c:pt>
                <c:pt idx="16">
                  <c:v>0.25939108420754325</c:v>
                </c:pt>
                <c:pt idx="17">
                  <c:v>0.2767705840929231</c:v>
                </c:pt>
                <c:pt idx="18">
                  <c:v>0.33101736528723608</c:v>
                </c:pt>
                <c:pt idx="19">
                  <c:v>0.33118276104512157</c:v>
                </c:pt>
                <c:pt idx="20">
                  <c:v>0.33125092721379307</c:v>
                </c:pt>
                <c:pt idx="21">
                  <c:v>0.3691835869311077</c:v>
                </c:pt>
                <c:pt idx="22">
                  <c:v>0.39508524505835663</c:v>
                </c:pt>
                <c:pt idx="23">
                  <c:v>0.39503378326956207</c:v>
                </c:pt>
                <c:pt idx="24">
                  <c:v>0.3691835869311077</c:v>
                </c:pt>
                <c:pt idx="25">
                  <c:v>0.39407405863936062</c:v>
                </c:pt>
                <c:pt idx="26">
                  <c:v>0.32953309642129813</c:v>
                </c:pt>
                <c:pt idx="27">
                  <c:v>0.39198068984469925</c:v>
                </c:pt>
                <c:pt idx="28">
                  <c:v>0.36688328154710265</c:v>
                </c:pt>
                <c:pt idx="29">
                  <c:v>0.36550585923079215</c:v>
                </c:pt>
                <c:pt idx="30">
                  <c:v>0.45050394711351643</c:v>
                </c:pt>
                <c:pt idx="31">
                  <c:v>0.57202234451964995</c:v>
                </c:pt>
                <c:pt idx="32">
                  <c:v>0.66665601955240716</c:v>
                </c:pt>
                <c:pt idx="33">
                  <c:v>0.61340669597098385</c:v>
                </c:pt>
                <c:pt idx="34">
                  <c:v>0.61043584134215234</c:v>
                </c:pt>
                <c:pt idx="35">
                  <c:v>0.68911896233120773</c:v>
                </c:pt>
                <c:pt idx="36">
                  <c:v>0.68921930805544263</c:v>
                </c:pt>
                <c:pt idx="37">
                  <c:v>0.68921930805544263</c:v>
                </c:pt>
                <c:pt idx="38">
                  <c:v>0.74085165408919718</c:v>
                </c:pt>
                <c:pt idx="39">
                  <c:v>0.7283352335565505</c:v>
                </c:pt>
                <c:pt idx="40">
                  <c:v>0.65022815919416987</c:v>
                </c:pt>
                <c:pt idx="41">
                  <c:v>0.67496554048719415</c:v>
                </c:pt>
                <c:pt idx="42">
                  <c:v>0.67510900125173667</c:v>
                </c:pt>
                <c:pt idx="43">
                  <c:v>0.71321272785210488</c:v>
                </c:pt>
                <c:pt idx="44">
                  <c:v>0.71323324235131957</c:v>
                </c:pt>
                <c:pt idx="45">
                  <c:v>0.71321272785210488</c:v>
                </c:pt>
                <c:pt idx="46">
                  <c:v>0.71325364250112233</c:v>
                </c:pt>
                <c:pt idx="47">
                  <c:v>0.69921469866784125</c:v>
                </c:pt>
                <c:pt idx="48">
                  <c:v>0.69923497192416595</c:v>
                </c:pt>
                <c:pt idx="49">
                  <c:v>0.69928350198009037</c:v>
                </c:pt>
                <c:pt idx="50">
                  <c:v>0.73130536310420036</c:v>
                </c:pt>
                <c:pt idx="51">
                  <c:v>0.7311164441815301</c:v>
                </c:pt>
                <c:pt idx="52">
                  <c:v>0.71872246623497638</c:v>
                </c:pt>
                <c:pt idx="53">
                  <c:v>0.71892720085282324</c:v>
                </c:pt>
                <c:pt idx="54">
                  <c:v>0.71880362926806407</c:v>
                </c:pt>
                <c:pt idx="55">
                  <c:v>0.68591641414675153</c:v>
                </c:pt>
                <c:pt idx="56">
                  <c:v>0.70090674609623727</c:v>
                </c:pt>
                <c:pt idx="57">
                  <c:v>0.70090674609623727</c:v>
                </c:pt>
                <c:pt idx="58">
                  <c:v>0.70090674609623727</c:v>
                </c:pt>
                <c:pt idx="59">
                  <c:v>0.66768685957234042</c:v>
                </c:pt>
                <c:pt idx="60">
                  <c:v>0.68578772853860537</c:v>
                </c:pt>
                <c:pt idx="61">
                  <c:v>0.68585905113025258</c:v>
                </c:pt>
                <c:pt idx="62">
                  <c:v>0.68564931358979331</c:v>
                </c:pt>
                <c:pt idx="63">
                  <c:v>0.59885812506806924</c:v>
                </c:pt>
                <c:pt idx="64">
                  <c:v>0.65228379705075934</c:v>
                </c:pt>
                <c:pt idx="65">
                  <c:v>0.65610516867504221</c:v>
                </c:pt>
                <c:pt idx="66">
                  <c:v>0.70976914085945686</c:v>
                </c:pt>
                <c:pt idx="67">
                  <c:v>0.68977407029497229</c:v>
                </c:pt>
                <c:pt idx="68">
                  <c:v>0.70976914085945686</c:v>
                </c:pt>
                <c:pt idx="69">
                  <c:v>0.71778894613505184</c:v>
                </c:pt>
                <c:pt idx="70">
                  <c:v>0.71790603687606236</c:v>
                </c:pt>
                <c:pt idx="71">
                  <c:v>0.7511226293764568</c:v>
                </c:pt>
                <c:pt idx="72">
                  <c:v>0.75105035429874611</c:v>
                </c:pt>
                <c:pt idx="73">
                  <c:v>0.7512041517176814</c:v>
                </c:pt>
                <c:pt idx="74">
                  <c:v>0.79329641551681107</c:v>
                </c:pt>
                <c:pt idx="75">
                  <c:v>0.77022399573729294</c:v>
                </c:pt>
                <c:pt idx="76">
                  <c:v>0.79333577564121049</c:v>
                </c:pt>
                <c:pt idx="77">
                  <c:v>0.79333577564121049</c:v>
                </c:pt>
                <c:pt idx="78">
                  <c:v>0.78742350246505088</c:v>
                </c:pt>
                <c:pt idx="79">
                  <c:v>0.81997698463178614</c:v>
                </c:pt>
                <c:pt idx="80">
                  <c:v>0.82005106161314656</c:v>
                </c:pt>
                <c:pt idx="81">
                  <c:v>0.83574642345813432</c:v>
                </c:pt>
                <c:pt idx="82">
                  <c:v>0.80667448116643814</c:v>
                </c:pt>
                <c:pt idx="83">
                  <c:v>0.80661010872786376</c:v>
                </c:pt>
                <c:pt idx="84">
                  <c:v>0.7859411996742075</c:v>
                </c:pt>
                <c:pt idx="85">
                  <c:v>0.77233085778339827</c:v>
                </c:pt>
                <c:pt idx="86">
                  <c:v>0.80661010872786376</c:v>
                </c:pt>
                <c:pt idx="87">
                  <c:v>0.79385522628191763</c:v>
                </c:pt>
                <c:pt idx="88">
                  <c:v>0.79476488314048044</c:v>
                </c:pt>
                <c:pt idx="89">
                  <c:v>0.81215273598629645</c:v>
                </c:pt>
                <c:pt idx="90">
                  <c:v>0.86283075587771796</c:v>
                </c:pt>
                <c:pt idx="91">
                  <c:v>0.84379634926171598</c:v>
                </c:pt>
                <c:pt idx="92">
                  <c:v>0.82335914163118795</c:v>
                </c:pt>
                <c:pt idx="93">
                  <c:v>0.84345556360039442</c:v>
                </c:pt>
                <c:pt idx="94">
                  <c:v>0.82205123015040049</c:v>
                </c:pt>
                <c:pt idx="95">
                  <c:v>0.79712077418900507</c:v>
                </c:pt>
                <c:pt idx="96">
                  <c:v>0.79698536593342428</c:v>
                </c:pt>
                <c:pt idx="97">
                  <c:v>0.81850077597759319</c:v>
                </c:pt>
                <c:pt idx="98">
                  <c:v>0.84439089185574212</c:v>
                </c:pt>
                <c:pt idx="99">
                  <c:v>0.81849486720040165</c:v>
                </c:pt>
                <c:pt idx="100">
                  <c:v>0.80509322996926413</c:v>
                </c:pt>
                <c:pt idx="101">
                  <c:v>0.83135770301903678</c:v>
                </c:pt>
                <c:pt idx="102">
                  <c:v>0.80495713977092143</c:v>
                </c:pt>
                <c:pt idx="103">
                  <c:v>0.80507982737116601</c:v>
                </c:pt>
                <c:pt idx="104">
                  <c:v>0.78587704060014518</c:v>
                </c:pt>
                <c:pt idx="105">
                  <c:v>0.76318717011624149</c:v>
                </c:pt>
                <c:pt idx="106">
                  <c:v>0.785144217858876</c:v>
                </c:pt>
                <c:pt idx="107">
                  <c:v>0.76190943399436351</c:v>
                </c:pt>
                <c:pt idx="108">
                  <c:v>0.70861609938717229</c:v>
                </c:pt>
                <c:pt idx="109">
                  <c:v>0.6884953726397457</c:v>
                </c:pt>
                <c:pt idx="110">
                  <c:v>0.6884953726397457</c:v>
                </c:pt>
                <c:pt idx="111">
                  <c:v>0.66613472475485569</c:v>
                </c:pt>
                <c:pt idx="112">
                  <c:v>0.68856460743428471</c:v>
                </c:pt>
                <c:pt idx="113">
                  <c:v>0.66492754235269635</c:v>
                </c:pt>
                <c:pt idx="114">
                  <c:v>0.62785527997640145</c:v>
                </c:pt>
                <c:pt idx="115">
                  <c:v>0.66394223169170952</c:v>
                </c:pt>
                <c:pt idx="116">
                  <c:v>0.64182776636199401</c:v>
                </c:pt>
                <c:pt idx="117">
                  <c:v>0.64790815234902699</c:v>
                </c:pt>
                <c:pt idx="118">
                  <c:v>0.67093986203227984</c:v>
                </c:pt>
                <c:pt idx="119">
                  <c:v>0.70290697718981421</c:v>
                </c:pt>
                <c:pt idx="120">
                  <c:v>0.70281611264171606</c:v>
                </c:pt>
                <c:pt idx="121">
                  <c:v>0.72094528388633183</c:v>
                </c:pt>
                <c:pt idx="122">
                  <c:v>0.69246979917415841</c:v>
                </c:pt>
                <c:pt idx="123">
                  <c:v>0.65667808288144003</c:v>
                </c:pt>
                <c:pt idx="124">
                  <c:v>0.61265051606608523</c:v>
                </c:pt>
                <c:pt idx="125">
                  <c:v>0.53483965838657976</c:v>
                </c:pt>
                <c:pt idx="126">
                  <c:v>0.49694449948610975</c:v>
                </c:pt>
                <c:pt idx="127">
                  <c:v>0.47397924667640279</c:v>
                </c:pt>
                <c:pt idx="128">
                  <c:v>0.47403756846371675</c:v>
                </c:pt>
                <c:pt idx="129">
                  <c:v>0.25403206756592833</c:v>
                </c:pt>
                <c:pt idx="130">
                  <c:v>0.34777149804179863</c:v>
                </c:pt>
                <c:pt idx="131">
                  <c:v>0.22534397246731291</c:v>
                </c:pt>
                <c:pt idx="132">
                  <c:v>0.31268318581252624</c:v>
                </c:pt>
                <c:pt idx="133">
                  <c:v>0.312913492244701</c:v>
                </c:pt>
                <c:pt idx="134">
                  <c:v>0.26851632698808114</c:v>
                </c:pt>
                <c:pt idx="135">
                  <c:v>0.26848961945490407</c:v>
                </c:pt>
                <c:pt idx="136">
                  <c:v>0.26848961945490407</c:v>
                </c:pt>
                <c:pt idx="137">
                  <c:v>0.19897551419907808</c:v>
                </c:pt>
                <c:pt idx="138">
                  <c:v>0.2352153173287943</c:v>
                </c:pt>
                <c:pt idx="139">
                  <c:v>0.20985102278531986</c:v>
                </c:pt>
                <c:pt idx="140">
                  <c:v>0.1933013159773479</c:v>
                </c:pt>
                <c:pt idx="141">
                  <c:v>0.22981537322953327</c:v>
                </c:pt>
                <c:pt idx="142">
                  <c:v>0.32752583432106064</c:v>
                </c:pt>
                <c:pt idx="143">
                  <c:v>0.34934694100582447</c:v>
                </c:pt>
                <c:pt idx="144">
                  <c:v>0.34930953319751107</c:v>
                </c:pt>
                <c:pt idx="145">
                  <c:v>0.32051900820894169</c:v>
                </c:pt>
                <c:pt idx="146">
                  <c:v>0.37185328450087929</c:v>
                </c:pt>
                <c:pt idx="147">
                  <c:v>0.39063551189178952</c:v>
                </c:pt>
                <c:pt idx="148">
                  <c:v>0.36662430427029247</c:v>
                </c:pt>
                <c:pt idx="149">
                  <c:v>0.28071881128362103</c:v>
                </c:pt>
                <c:pt idx="150">
                  <c:v>0.34304694481314357</c:v>
                </c:pt>
                <c:pt idx="151">
                  <c:v>0.31428622705242126</c:v>
                </c:pt>
                <c:pt idx="152">
                  <c:v>0.24226678471994609</c:v>
                </c:pt>
                <c:pt idx="153">
                  <c:v>0.24222415354324153</c:v>
                </c:pt>
                <c:pt idx="154">
                  <c:v>0.20141162346005181</c:v>
                </c:pt>
                <c:pt idx="155">
                  <c:v>0.2013640996379655</c:v>
                </c:pt>
                <c:pt idx="156">
                  <c:v>0.17802959709068786</c:v>
                </c:pt>
                <c:pt idx="157">
                  <c:v>0.19750176495775237</c:v>
                </c:pt>
                <c:pt idx="158">
                  <c:v>0.22917295307652799</c:v>
                </c:pt>
                <c:pt idx="159">
                  <c:v>0.22951003472904788</c:v>
                </c:pt>
                <c:pt idx="160">
                  <c:v>0.29231353005395816</c:v>
                </c:pt>
                <c:pt idx="161">
                  <c:v>0.31520979957393219</c:v>
                </c:pt>
                <c:pt idx="162">
                  <c:v>0.28764958142832198</c:v>
                </c:pt>
                <c:pt idx="163">
                  <c:v>0.25489738506230836</c:v>
                </c:pt>
                <c:pt idx="164">
                  <c:v>0.25467923398674452</c:v>
                </c:pt>
                <c:pt idx="165">
                  <c:v>0.28397099180873842</c:v>
                </c:pt>
                <c:pt idx="166">
                  <c:v>0.25100221815672541</c:v>
                </c:pt>
                <c:pt idx="167">
                  <c:v>0.28391182536273768</c:v>
                </c:pt>
                <c:pt idx="168">
                  <c:v>0.25088103362043407</c:v>
                </c:pt>
                <c:pt idx="169">
                  <c:v>0.22052709973522447</c:v>
                </c:pt>
                <c:pt idx="170">
                  <c:v>0.25015107339443698</c:v>
                </c:pt>
                <c:pt idx="171">
                  <c:v>0.28299748708911909</c:v>
                </c:pt>
                <c:pt idx="172">
                  <c:v>0.28284593551814341</c:v>
                </c:pt>
                <c:pt idx="173">
                  <c:v>0.28069096324496473</c:v>
                </c:pt>
                <c:pt idx="174">
                  <c:v>0.33387849823041243</c:v>
                </c:pt>
                <c:pt idx="175">
                  <c:v>0.33390062435369622</c:v>
                </c:pt>
                <c:pt idx="176">
                  <c:v>0.35622497076114035</c:v>
                </c:pt>
                <c:pt idx="177">
                  <c:v>0.35633423706395456</c:v>
                </c:pt>
                <c:pt idx="178">
                  <c:v>0.35489250561464825</c:v>
                </c:pt>
                <c:pt idx="179">
                  <c:v>0.33139268056260768</c:v>
                </c:pt>
                <c:pt idx="180">
                  <c:v>0.33161272059622571</c:v>
                </c:pt>
                <c:pt idx="181">
                  <c:v>0.35489250561464825</c:v>
                </c:pt>
                <c:pt idx="182">
                  <c:v>0.38369257635845216</c:v>
                </c:pt>
                <c:pt idx="183">
                  <c:v>0.32616027597080055</c:v>
                </c:pt>
                <c:pt idx="184">
                  <c:v>0.34980501428845279</c:v>
                </c:pt>
                <c:pt idx="185">
                  <c:v>0.34980501428845279</c:v>
                </c:pt>
                <c:pt idx="186">
                  <c:v>0.34984761232802325</c:v>
                </c:pt>
                <c:pt idx="187">
                  <c:v>0.31880210030046374</c:v>
                </c:pt>
                <c:pt idx="188">
                  <c:v>0.34253304807104173</c:v>
                </c:pt>
                <c:pt idx="189">
                  <c:v>0.37707642116327283</c:v>
                </c:pt>
                <c:pt idx="190">
                  <c:v>0.37707642116327283</c:v>
                </c:pt>
                <c:pt idx="191">
                  <c:v>0.37038222757969602</c:v>
                </c:pt>
                <c:pt idx="192">
                  <c:v>0.36989684152089741</c:v>
                </c:pt>
                <c:pt idx="193">
                  <c:v>0.31156063649874671</c:v>
                </c:pt>
                <c:pt idx="194">
                  <c:v>0.31177385303472149</c:v>
                </c:pt>
                <c:pt idx="195">
                  <c:v>0.32780574578763855</c:v>
                </c:pt>
                <c:pt idx="196">
                  <c:v>0.36218729223083185</c:v>
                </c:pt>
                <c:pt idx="197">
                  <c:v>0.4353898175636014</c:v>
                </c:pt>
                <c:pt idx="198">
                  <c:v>0.46664485443170889</c:v>
                </c:pt>
                <c:pt idx="199">
                  <c:v>0.43532256207051467</c:v>
                </c:pt>
                <c:pt idx="200">
                  <c:v>0.38587687479746474</c:v>
                </c:pt>
                <c:pt idx="201">
                  <c:v>0.38600681959673633</c:v>
                </c:pt>
                <c:pt idx="202">
                  <c:v>0.42814045267369355</c:v>
                </c:pt>
                <c:pt idx="203">
                  <c:v>0.42832938632971174</c:v>
                </c:pt>
                <c:pt idx="204">
                  <c:v>0.45366657462074822</c:v>
                </c:pt>
                <c:pt idx="205">
                  <c:v>0.45307285506276335</c:v>
                </c:pt>
                <c:pt idx="206">
                  <c:v>0.49619277574154708</c:v>
                </c:pt>
                <c:pt idx="207">
                  <c:v>0.49576374351331026</c:v>
                </c:pt>
                <c:pt idx="208">
                  <c:v>0.45361652490457088</c:v>
                </c:pt>
                <c:pt idx="209">
                  <c:v>0.52521506611823021</c:v>
                </c:pt>
                <c:pt idx="210">
                  <c:v>0.59589441419972755</c:v>
                </c:pt>
                <c:pt idx="211">
                  <c:v>0.59596808480105368</c:v>
                </c:pt>
                <c:pt idx="212">
                  <c:v>0.59589441419972755</c:v>
                </c:pt>
                <c:pt idx="213">
                  <c:v>0.59044174111366599</c:v>
                </c:pt>
                <c:pt idx="214">
                  <c:v>0.56093530260459656</c:v>
                </c:pt>
                <c:pt idx="215">
                  <c:v>0.51672469270397592</c:v>
                </c:pt>
                <c:pt idx="216">
                  <c:v>0.48350846650958634</c:v>
                </c:pt>
                <c:pt idx="217">
                  <c:v>0.50718342258638915</c:v>
                </c:pt>
                <c:pt idx="218">
                  <c:v>0.43124435584172754</c:v>
                </c:pt>
                <c:pt idx="219">
                  <c:v>0.50666988212578556</c:v>
                </c:pt>
                <c:pt idx="220">
                  <c:v>0.55138762509375627</c:v>
                </c:pt>
                <c:pt idx="221">
                  <c:v>0.53682243639344718</c:v>
                </c:pt>
                <c:pt idx="222">
                  <c:v>0.56624534907007407</c:v>
                </c:pt>
                <c:pt idx="223">
                  <c:v>0.5369178318662613</c:v>
                </c:pt>
                <c:pt idx="224">
                  <c:v>0.56669393867683882</c:v>
                </c:pt>
              </c:numCache>
            </c:numRef>
          </c:val>
          <c:smooth val="0"/>
        </c:ser>
        <c:ser>
          <c:idx val="6"/>
          <c:order val="5"/>
          <c:tx>
            <c:strRef>
              <c:f>PoolRefinancible!$I$2</c:f>
              <c:strCache>
                <c:ptCount val="1"/>
                <c:pt idx="0">
                  <c:v>LLPA &amp; PMI</c:v>
                </c:pt>
              </c:strCache>
            </c:strRef>
          </c:tx>
          <c:spPr>
            <a:ln w="19050">
              <a:solidFill>
                <a:srgbClr val="F6D6E3"/>
              </a:solidFill>
            </a:ln>
          </c:spPr>
          <c:marker>
            <c:symbol val="none"/>
          </c:marker>
          <c:cat>
            <c:numRef>
              <c:f>PoolRefinancible!$B$3:$B$227</c:f>
              <c:numCache>
                <c:formatCode>m/d/yyyy</c:formatCode>
                <c:ptCount val="225"/>
                <c:pt idx="0">
                  <c:v>40549</c:v>
                </c:pt>
                <c:pt idx="1">
                  <c:v>40556</c:v>
                </c:pt>
                <c:pt idx="2">
                  <c:v>40563</c:v>
                </c:pt>
                <c:pt idx="3">
                  <c:v>40570</c:v>
                </c:pt>
                <c:pt idx="4">
                  <c:v>40577</c:v>
                </c:pt>
                <c:pt idx="5">
                  <c:v>40584</c:v>
                </c:pt>
                <c:pt idx="6">
                  <c:v>40591</c:v>
                </c:pt>
                <c:pt idx="7">
                  <c:v>40598</c:v>
                </c:pt>
                <c:pt idx="8">
                  <c:v>40605</c:v>
                </c:pt>
                <c:pt idx="9">
                  <c:v>40612</c:v>
                </c:pt>
                <c:pt idx="10">
                  <c:v>40619</c:v>
                </c:pt>
                <c:pt idx="11">
                  <c:v>40626</c:v>
                </c:pt>
                <c:pt idx="12">
                  <c:v>40633</c:v>
                </c:pt>
                <c:pt idx="13">
                  <c:v>40640</c:v>
                </c:pt>
                <c:pt idx="14">
                  <c:v>40647</c:v>
                </c:pt>
                <c:pt idx="15">
                  <c:v>40654</c:v>
                </c:pt>
                <c:pt idx="16">
                  <c:v>40661</c:v>
                </c:pt>
                <c:pt idx="17">
                  <c:v>40668</c:v>
                </c:pt>
                <c:pt idx="18">
                  <c:v>40675</c:v>
                </c:pt>
                <c:pt idx="19">
                  <c:v>40682</c:v>
                </c:pt>
                <c:pt idx="20">
                  <c:v>40689</c:v>
                </c:pt>
                <c:pt idx="21">
                  <c:v>40696</c:v>
                </c:pt>
                <c:pt idx="22">
                  <c:v>40703</c:v>
                </c:pt>
                <c:pt idx="23">
                  <c:v>40710</c:v>
                </c:pt>
                <c:pt idx="24">
                  <c:v>40717</c:v>
                </c:pt>
                <c:pt idx="25">
                  <c:v>40724</c:v>
                </c:pt>
                <c:pt idx="26">
                  <c:v>40731</c:v>
                </c:pt>
                <c:pt idx="27">
                  <c:v>40738</c:v>
                </c:pt>
                <c:pt idx="28">
                  <c:v>40745</c:v>
                </c:pt>
                <c:pt idx="29">
                  <c:v>40752</c:v>
                </c:pt>
                <c:pt idx="30">
                  <c:v>40759</c:v>
                </c:pt>
                <c:pt idx="31">
                  <c:v>40766</c:v>
                </c:pt>
                <c:pt idx="32">
                  <c:v>40773</c:v>
                </c:pt>
                <c:pt idx="33">
                  <c:v>40780</c:v>
                </c:pt>
                <c:pt idx="34">
                  <c:v>40787</c:v>
                </c:pt>
                <c:pt idx="35">
                  <c:v>40794</c:v>
                </c:pt>
                <c:pt idx="36">
                  <c:v>40801</c:v>
                </c:pt>
                <c:pt idx="37">
                  <c:v>40808</c:v>
                </c:pt>
                <c:pt idx="38">
                  <c:v>40815</c:v>
                </c:pt>
                <c:pt idx="39">
                  <c:v>40822</c:v>
                </c:pt>
                <c:pt idx="40">
                  <c:v>40829</c:v>
                </c:pt>
                <c:pt idx="41">
                  <c:v>40836</c:v>
                </c:pt>
                <c:pt idx="42">
                  <c:v>40843</c:v>
                </c:pt>
                <c:pt idx="43">
                  <c:v>40850</c:v>
                </c:pt>
                <c:pt idx="44">
                  <c:v>40857</c:v>
                </c:pt>
                <c:pt idx="45">
                  <c:v>40864</c:v>
                </c:pt>
                <c:pt idx="46">
                  <c:v>40870</c:v>
                </c:pt>
                <c:pt idx="47">
                  <c:v>40878</c:v>
                </c:pt>
                <c:pt idx="48">
                  <c:v>40885</c:v>
                </c:pt>
                <c:pt idx="49">
                  <c:v>40892</c:v>
                </c:pt>
                <c:pt idx="50">
                  <c:v>40899</c:v>
                </c:pt>
                <c:pt idx="51">
                  <c:v>40906</c:v>
                </c:pt>
                <c:pt idx="52">
                  <c:v>40913</c:v>
                </c:pt>
                <c:pt idx="53">
                  <c:v>40920</c:v>
                </c:pt>
                <c:pt idx="54">
                  <c:v>40927</c:v>
                </c:pt>
                <c:pt idx="55">
                  <c:v>40934</c:v>
                </c:pt>
                <c:pt idx="56">
                  <c:v>40941</c:v>
                </c:pt>
                <c:pt idx="57">
                  <c:v>40948</c:v>
                </c:pt>
                <c:pt idx="58">
                  <c:v>40955</c:v>
                </c:pt>
                <c:pt idx="59">
                  <c:v>40962</c:v>
                </c:pt>
                <c:pt idx="60">
                  <c:v>40969</c:v>
                </c:pt>
                <c:pt idx="61">
                  <c:v>40976</c:v>
                </c:pt>
                <c:pt idx="62">
                  <c:v>40983</c:v>
                </c:pt>
                <c:pt idx="63">
                  <c:v>40990</c:v>
                </c:pt>
                <c:pt idx="64">
                  <c:v>40997</c:v>
                </c:pt>
                <c:pt idx="65">
                  <c:v>41004</c:v>
                </c:pt>
                <c:pt idx="66">
                  <c:v>41011</c:v>
                </c:pt>
                <c:pt idx="67">
                  <c:v>41018</c:v>
                </c:pt>
                <c:pt idx="68">
                  <c:v>41025</c:v>
                </c:pt>
                <c:pt idx="69">
                  <c:v>41032</c:v>
                </c:pt>
                <c:pt idx="70">
                  <c:v>41039</c:v>
                </c:pt>
                <c:pt idx="71">
                  <c:v>41046</c:v>
                </c:pt>
                <c:pt idx="72">
                  <c:v>41053</c:v>
                </c:pt>
                <c:pt idx="73">
                  <c:v>41060</c:v>
                </c:pt>
                <c:pt idx="74">
                  <c:v>41067</c:v>
                </c:pt>
                <c:pt idx="75">
                  <c:v>41074</c:v>
                </c:pt>
                <c:pt idx="76">
                  <c:v>41081</c:v>
                </c:pt>
                <c:pt idx="77">
                  <c:v>41088</c:v>
                </c:pt>
                <c:pt idx="78">
                  <c:v>41095</c:v>
                </c:pt>
                <c:pt idx="79">
                  <c:v>41102</c:v>
                </c:pt>
                <c:pt idx="80">
                  <c:v>41109</c:v>
                </c:pt>
                <c:pt idx="81">
                  <c:v>41116</c:v>
                </c:pt>
                <c:pt idx="82">
                  <c:v>41123</c:v>
                </c:pt>
                <c:pt idx="83">
                  <c:v>41130</c:v>
                </c:pt>
                <c:pt idx="84">
                  <c:v>41137</c:v>
                </c:pt>
                <c:pt idx="85">
                  <c:v>41144</c:v>
                </c:pt>
                <c:pt idx="86">
                  <c:v>41151</c:v>
                </c:pt>
                <c:pt idx="87">
                  <c:v>41158</c:v>
                </c:pt>
                <c:pt idx="88">
                  <c:v>41165</c:v>
                </c:pt>
                <c:pt idx="89">
                  <c:v>41172</c:v>
                </c:pt>
                <c:pt idx="90">
                  <c:v>41179</c:v>
                </c:pt>
                <c:pt idx="91">
                  <c:v>41186</c:v>
                </c:pt>
                <c:pt idx="92">
                  <c:v>41193</c:v>
                </c:pt>
                <c:pt idx="93">
                  <c:v>41200</c:v>
                </c:pt>
                <c:pt idx="94">
                  <c:v>41207</c:v>
                </c:pt>
                <c:pt idx="95">
                  <c:v>41214</c:v>
                </c:pt>
                <c:pt idx="96">
                  <c:v>41221</c:v>
                </c:pt>
                <c:pt idx="97">
                  <c:v>41228</c:v>
                </c:pt>
                <c:pt idx="98">
                  <c:v>41234</c:v>
                </c:pt>
                <c:pt idx="99">
                  <c:v>41242</c:v>
                </c:pt>
                <c:pt idx="100">
                  <c:v>41249</c:v>
                </c:pt>
                <c:pt idx="101">
                  <c:v>41256</c:v>
                </c:pt>
                <c:pt idx="102">
                  <c:v>41263</c:v>
                </c:pt>
                <c:pt idx="103">
                  <c:v>41270</c:v>
                </c:pt>
                <c:pt idx="104">
                  <c:v>41277</c:v>
                </c:pt>
                <c:pt idx="105">
                  <c:v>41284</c:v>
                </c:pt>
                <c:pt idx="106">
                  <c:v>41291</c:v>
                </c:pt>
                <c:pt idx="107">
                  <c:v>41298</c:v>
                </c:pt>
                <c:pt idx="108">
                  <c:v>41305</c:v>
                </c:pt>
                <c:pt idx="109">
                  <c:v>41312</c:v>
                </c:pt>
                <c:pt idx="110">
                  <c:v>41319</c:v>
                </c:pt>
                <c:pt idx="111">
                  <c:v>41326</c:v>
                </c:pt>
                <c:pt idx="112">
                  <c:v>41333</c:v>
                </c:pt>
                <c:pt idx="113">
                  <c:v>41340</c:v>
                </c:pt>
                <c:pt idx="114">
                  <c:v>41347</c:v>
                </c:pt>
                <c:pt idx="115">
                  <c:v>41354</c:v>
                </c:pt>
                <c:pt idx="116">
                  <c:v>41361</c:v>
                </c:pt>
                <c:pt idx="117">
                  <c:v>41368</c:v>
                </c:pt>
                <c:pt idx="118">
                  <c:v>41375</c:v>
                </c:pt>
                <c:pt idx="119">
                  <c:v>41382</c:v>
                </c:pt>
                <c:pt idx="120">
                  <c:v>41389</c:v>
                </c:pt>
                <c:pt idx="121">
                  <c:v>41396</c:v>
                </c:pt>
                <c:pt idx="122">
                  <c:v>41403</c:v>
                </c:pt>
                <c:pt idx="123">
                  <c:v>41410</c:v>
                </c:pt>
                <c:pt idx="124">
                  <c:v>41417</c:v>
                </c:pt>
                <c:pt idx="125">
                  <c:v>41424</c:v>
                </c:pt>
                <c:pt idx="126">
                  <c:v>41431</c:v>
                </c:pt>
                <c:pt idx="127">
                  <c:v>41438</c:v>
                </c:pt>
                <c:pt idx="128">
                  <c:v>41445</c:v>
                </c:pt>
                <c:pt idx="129">
                  <c:v>41452</c:v>
                </c:pt>
                <c:pt idx="130">
                  <c:v>41458</c:v>
                </c:pt>
                <c:pt idx="131">
                  <c:v>41466</c:v>
                </c:pt>
                <c:pt idx="132">
                  <c:v>41473</c:v>
                </c:pt>
                <c:pt idx="133">
                  <c:v>41480</c:v>
                </c:pt>
                <c:pt idx="134">
                  <c:v>41487</c:v>
                </c:pt>
                <c:pt idx="135">
                  <c:v>41494</c:v>
                </c:pt>
                <c:pt idx="136">
                  <c:v>41501</c:v>
                </c:pt>
                <c:pt idx="137">
                  <c:v>41508</c:v>
                </c:pt>
                <c:pt idx="138">
                  <c:v>41515</c:v>
                </c:pt>
                <c:pt idx="139">
                  <c:v>41522</c:v>
                </c:pt>
                <c:pt idx="140">
                  <c:v>41529</c:v>
                </c:pt>
                <c:pt idx="141">
                  <c:v>41536</c:v>
                </c:pt>
                <c:pt idx="142">
                  <c:v>41543</c:v>
                </c:pt>
                <c:pt idx="143">
                  <c:v>41550</c:v>
                </c:pt>
                <c:pt idx="144">
                  <c:v>41557</c:v>
                </c:pt>
                <c:pt idx="145">
                  <c:v>41564</c:v>
                </c:pt>
                <c:pt idx="146">
                  <c:v>41571</c:v>
                </c:pt>
                <c:pt idx="147">
                  <c:v>41578</c:v>
                </c:pt>
                <c:pt idx="148">
                  <c:v>41585</c:v>
                </c:pt>
                <c:pt idx="149">
                  <c:v>41592</c:v>
                </c:pt>
                <c:pt idx="150">
                  <c:v>41599</c:v>
                </c:pt>
                <c:pt idx="151">
                  <c:v>41605</c:v>
                </c:pt>
                <c:pt idx="152">
                  <c:v>41613</c:v>
                </c:pt>
                <c:pt idx="153">
                  <c:v>41620</c:v>
                </c:pt>
                <c:pt idx="154">
                  <c:v>41627</c:v>
                </c:pt>
                <c:pt idx="155">
                  <c:v>41634</c:v>
                </c:pt>
                <c:pt idx="156">
                  <c:v>41641</c:v>
                </c:pt>
                <c:pt idx="157">
                  <c:v>41648</c:v>
                </c:pt>
                <c:pt idx="158">
                  <c:v>41655</c:v>
                </c:pt>
                <c:pt idx="159">
                  <c:v>41662</c:v>
                </c:pt>
                <c:pt idx="160">
                  <c:v>41669</c:v>
                </c:pt>
                <c:pt idx="161">
                  <c:v>41676</c:v>
                </c:pt>
                <c:pt idx="162">
                  <c:v>41683</c:v>
                </c:pt>
                <c:pt idx="163">
                  <c:v>41690</c:v>
                </c:pt>
                <c:pt idx="164">
                  <c:v>41697</c:v>
                </c:pt>
                <c:pt idx="165">
                  <c:v>41704</c:v>
                </c:pt>
                <c:pt idx="166">
                  <c:v>41711</c:v>
                </c:pt>
                <c:pt idx="167">
                  <c:v>41718</c:v>
                </c:pt>
                <c:pt idx="168">
                  <c:v>41725</c:v>
                </c:pt>
                <c:pt idx="169">
                  <c:v>41732</c:v>
                </c:pt>
                <c:pt idx="170">
                  <c:v>41739</c:v>
                </c:pt>
                <c:pt idx="171">
                  <c:v>41746</c:v>
                </c:pt>
                <c:pt idx="172">
                  <c:v>41753</c:v>
                </c:pt>
                <c:pt idx="173">
                  <c:v>41760</c:v>
                </c:pt>
                <c:pt idx="174">
                  <c:v>41767</c:v>
                </c:pt>
                <c:pt idx="175">
                  <c:v>41774</c:v>
                </c:pt>
                <c:pt idx="176">
                  <c:v>41781</c:v>
                </c:pt>
                <c:pt idx="177">
                  <c:v>41788</c:v>
                </c:pt>
                <c:pt idx="178">
                  <c:v>41795</c:v>
                </c:pt>
                <c:pt idx="179">
                  <c:v>41802</c:v>
                </c:pt>
                <c:pt idx="180">
                  <c:v>41809</c:v>
                </c:pt>
                <c:pt idx="181">
                  <c:v>41816</c:v>
                </c:pt>
                <c:pt idx="182">
                  <c:v>41823</c:v>
                </c:pt>
                <c:pt idx="183">
                  <c:v>41830</c:v>
                </c:pt>
                <c:pt idx="184">
                  <c:v>41837</c:v>
                </c:pt>
                <c:pt idx="185">
                  <c:v>41844</c:v>
                </c:pt>
                <c:pt idx="186">
                  <c:v>41851</c:v>
                </c:pt>
                <c:pt idx="187">
                  <c:v>41858</c:v>
                </c:pt>
                <c:pt idx="188">
                  <c:v>41865</c:v>
                </c:pt>
                <c:pt idx="189">
                  <c:v>41872</c:v>
                </c:pt>
                <c:pt idx="190">
                  <c:v>41879</c:v>
                </c:pt>
                <c:pt idx="191">
                  <c:v>41886</c:v>
                </c:pt>
                <c:pt idx="192">
                  <c:v>41893</c:v>
                </c:pt>
                <c:pt idx="193">
                  <c:v>41900</c:v>
                </c:pt>
                <c:pt idx="194">
                  <c:v>41907</c:v>
                </c:pt>
                <c:pt idx="195">
                  <c:v>41914</c:v>
                </c:pt>
                <c:pt idx="196">
                  <c:v>41921</c:v>
                </c:pt>
                <c:pt idx="197">
                  <c:v>41928</c:v>
                </c:pt>
                <c:pt idx="198">
                  <c:v>41935</c:v>
                </c:pt>
                <c:pt idx="199">
                  <c:v>41942</c:v>
                </c:pt>
                <c:pt idx="200">
                  <c:v>41949</c:v>
                </c:pt>
                <c:pt idx="201">
                  <c:v>41956</c:v>
                </c:pt>
                <c:pt idx="202">
                  <c:v>41963</c:v>
                </c:pt>
                <c:pt idx="203">
                  <c:v>41969</c:v>
                </c:pt>
                <c:pt idx="204">
                  <c:v>41977</c:v>
                </c:pt>
                <c:pt idx="205">
                  <c:v>41984</c:v>
                </c:pt>
                <c:pt idx="206">
                  <c:v>41991</c:v>
                </c:pt>
                <c:pt idx="207">
                  <c:v>41997</c:v>
                </c:pt>
                <c:pt idx="208">
                  <c:v>42004</c:v>
                </c:pt>
                <c:pt idx="209">
                  <c:v>42012</c:v>
                </c:pt>
                <c:pt idx="210">
                  <c:v>42019</c:v>
                </c:pt>
                <c:pt idx="211">
                  <c:v>42026</c:v>
                </c:pt>
                <c:pt idx="212">
                  <c:v>42033</c:v>
                </c:pt>
                <c:pt idx="213">
                  <c:v>42040</c:v>
                </c:pt>
                <c:pt idx="214">
                  <c:v>42047</c:v>
                </c:pt>
                <c:pt idx="215">
                  <c:v>42054</c:v>
                </c:pt>
                <c:pt idx="216">
                  <c:v>42061</c:v>
                </c:pt>
                <c:pt idx="217">
                  <c:v>42068</c:v>
                </c:pt>
                <c:pt idx="218">
                  <c:v>42075</c:v>
                </c:pt>
                <c:pt idx="219">
                  <c:v>42082</c:v>
                </c:pt>
                <c:pt idx="220">
                  <c:v>42089</c:v>
                </c:pt>
                <c:pt idx="221">
                  <c:v>42096</c:v>
                </c:pt>
                <c:pt idx="222">
                  <c:v>42103</c:v>
                </c:pt>
                <c:pt idx="223">
                  <c:v>42110</c:v>
                </c:pt>
                <c:pt idx="224">
                  <c:v>42117</c:v>
                </c:pt>
              </c:numCache>
            </c:numRef>
          </c:cat>
          <c:val>
            <c:numRef>
              <c:f>PoolRefinancible!$I$3:$I$227</c:f>
              <c:numCache>
                <c:formatCode>0%</c:formatCode>
                <c:ptCount val="225"/>
                <c:pt idx="0">
                  <c:v>0.20951326762642539</c:v>
                </c:pt>
                <c:pt idx="1">
                  <c:v>0.2286525724028925</c:v>
                </c:pt>
                <c:pt idx="2">
                  <c:v>0.2131179723271458</c:v>
                </c:pt>
                <c:pt idx="3">
                  <c:v>0.20810932608426305</c:v>
                </c:pt>
                <c:pt idx="4">
                  <c:v>0.17891549814152402</c:v>
                </c:pt>
                <c:pt idx="5">
                  <c:v>0.13456022248425625</c:v>
                </c:pt>
                <c:pt idx="6">
                  <c:v>0.14775234916291591</c:v>
                </c:pt>
                <c:pt idx="7">
                  <c:v>0.16009478143712152</c:v>
                </c:pt>
                <c:pt idx="8">
                  <c:v>0.16418790753930707</c:v>
                </c:pt>
                <c:pt idx="9">
                  <c:v>0.16404066322029284</c:v>
                </c:pt>
                <c:pt idx="10">
                  <c:v>0.1977947076697287</c:v>
                </c:pt>
                <c:pt idx="11">
                  <c:v>0.17977939874028584</c:v>
                </c:pt>
                <c:pt idx="12">
                  <c:v>0.16421372267642936</c:v>
                </c:pt>
                <c:pt idx="13">
                  <c:v>0.16406956784376403</c:v>
                </c:pt>
                <c:pt idx="14">
                  <c:v>0.16188317261266852</c:v>
                </c:pt>
                <c:pt idx="15">
                  <c:v>0.18010388926248624</c:v>
                </c:pt>
                <c:pt idx="16">
                  <c:v>0.18382677970033753</c:v>
                </c:pt>
                <c:pt idx="17">
                  <c:v>0.20387133077641981</c:v>
                </c:pt>
                <c:pt idx="18">
                  <c:v>0.2408135217586809</c:v>
                </c:pt>
                <c:pt idx="19">
                  <c:v>0.24117986251785034</c:v>
                </c:pt>
                <c:pt idx="20">
                  <c:v>0.24355361553325378</c:v>
                </c:pt>
                <c:pt idx="21">
                  <c:v>0.27670038879120418</c:v>
                </c:pt>
                <c:pt idx="22">
                  <c:v>0.29931986389681725</c:v>
                </c:pt>
                <c:pt idx="23">
                  <c:v>0.29927890586033978</c:v>
                </c:pt>
                <c:pt idx="24">
                  <c:v>0.27670038879120418</c:v>
                </c:pt>
                <c:pt idx="25">
                  <c:v>0.29803164102095814</c:v>
                </c:pt>
                <c:pt idx="26">
                  <c:v>0.24635975140985969</c:v>
                </c:pt>
                <c:pt idx="27">
                  <c:v>0.29801285071746725</c:v>
                </c:pt>
                <c:pt idx="28">
                  <c:v>0.27647176144055741</c:v>
                </c:pt>
                <c:pt idx="29">
                  <c:v>0.26886674922653592</c:v>
                </c:pt>
                <c:pt idx="30">
                  <c:v>0.35055994389214357</c:v>
                </c:pt>
                <c:pt idx="31">
                  <c:v>0.44640823318837386</c:v>
                </c:pt>
                <c:pt idx="32">
                  <c:v>0.53965388848865747</c:v>
                </c:pt>
                <c:pt idx="33">
                  <c:v>0.49732012063845815</c:v>
                </c:pt>
                <c:pt idx="34">
                  <c:v>0.49621049424249691</c:v>
                </c:pt>
                <c:pt idx="35">
                  <c:v>0.56188763696413691</c:v>
                </c:pt>
                <c:pt idx="36">
                  <c:v>0.56666393386789538</c:v>
                </c:pt>
                <c:pt idx="37">
                  <c:v>0.56666393386789538</c:v>
                </c:pt>
                <c:pt idx="38">
                  <c:v>0.6263817731067115</c:v>
                </c:pt>
                <c:pt idx="39">
                  <c:v>0.61506978972280768</c:v>
                </c:pt>
                <c:pt idx="40">
                  <c:v>0.52200302676770738</c:v>
                </c:pt>
                <c:pt idx="41">
                  <c:v>0.54092116244187771</c:v>
                </c:pt>
                <c:pt idx="42">
                  <c:v>0.54427813909906164</c:v>
                </c:pt>
                <c:pt idx="43">
                  <c:v>0.5930585678824033</c:v>
                </c:pt>
                <c:pt idx="44">
                  <c:v>0.59308702713551809</c:v>
                </c:pt>
                <c:pt idx="45">
                  <c:v>0.5930585678824033</c:v>
                </c:pt>
                <c:pt idx="46">
                  <c:v>0.59609102497578137</c:v>
                </c:pt>
                <c:pt idx="47">
                  <c:v>0.57637470870076846</c:v>
                </c:pt>
                <c:pt idx="48">
                  <c:v>0.57640199098694489</c:v>
                </c:pt>
                <c:pt idx="49">
                  <c:v>0.58069452065626503</c:v>
                </c:pt>
                <c:pt idx="50">
                  <c:v>0.61774760876460955</c:v>
                </c:pt>
                <c:pt idx="51">
                  <c:v>0.60388415088067371</c:v>
                </c:pt>
                <c:pt idx="52">
                  <c:v>0.59330115968578845</c:v>
                </c:pt>
                <c:pt idx="53">
                  <c:v>0.61007610137748614</c:v>
                </c:pt>
                <c:pt idx="54">
                  <c:v>0.6075488171158312</c:v>
                </c:pt>
                <c:pt idx="55">
                  <c:v>0.56757815274844003</c:v>
                </c:pt>
                <c:pt idx="56">
                  <c:v>0.59021628278930161</c:v>
                </c:pt>
                <c:pt idx="57">
                  <c:v>0.59021628278930161</c:v>
                </c:pt>
                <c:pt idx="58">
                  <c:v>0.59021628278930161</c:v>
                </c:pt>
                <c:pt idx="59">
                  <c:v>0.55038966954359403</c:v>
                </c:pt>
                <c:pt idx="60">
                  <c:v>0.56168586846910651</c:v>
                </c:pt>
                <c:pt idx="61">
                  <c:v>0.57507010563023941</c:v>
                </c:pt>
                <c:pt idx="62">
                  <c:v>0.56062904678556613</c:v>
                </c:pt>
                <c:pt idx="63">
                  <c:v>0.4708307878948611</c:v>
                </c:pt>
                <c:pt idx="64">
                  <c:v>0.53275480546964971</c:v>
                </c:pt>
                <c:pt idx="65">
                  <c:v>0.55204144089130647</c:v>
                </c:pt>
                <c:pt idx="66">
                  <c:v>0.61520517788323992</c:v>
                </c:pt>
                <c:pt idx="67">
                  <c:v>0.57950169097067328</c:v>
                </c:pt>
                <c:pt idx="68">
                  <c:v>0.61520517788323992</c:v>
                </c:pt>
                <c:pt idx="69">
                  <c:v>0.6317239856588488</c:v>
                </c:pt>
                <c:pt idx="70">
                  <c:v>0.63749716402095913</c:v>
                </c:pt>
                <c:pt idx="71">
                  <c:v>0.6654941916397813</c:v>
                </c:pt>
                <c:pt idx="72">
                  <c:v>0.66148107330138128</c:v>
                </c:pt>
                <c:pt idx="73">
                  <c:v>0.66816368917970947</c:v>
                </c:pt>
                <c:pt idx="74">
                  <c:v>0.72131165820460841</c:v>
                </c:pt>
                <c:pt idx="75">
                  <c:v>0.7016393157738251</c:v>
                </c:pt>
                <c:pt idx="76">
                  <c:v>0.72329670850827033</c:v>
                </c:pt>
                <c:pt idx="77">
                  <c:v>0.72329670850827033</c:v>
                </c:pt>
                <c:pt idx="78">
                  <c:v>0.72001119292013993</c:v>
                </c:pt>
                <c:pt idx="79">
                  <c:v>0.75407044900013098</c:v>
                </c:pt>
                <c:pt idx="80">
                  <c:v>0.75979626670465439</c:v>
                </c:pt>
                <c:pt idx="81">
                  <c:v>0.7772659421579855</c:v>
                </c:pt>
                <c:pt idx="82">
                  <c:v>0.74202188782112288</c:v>
                </c:pt>
                <c:pt idx="83">
                  <c:v>0.74172452642125275</c:v>
                </c:pt>
                <c:pt idx="84">
                  <c:v>0.72502948633550401</c:v>
                </c:pt>
                <c:pt idx="85">
                  <c:v>0.70545980617085735</c:v>
                </c:pt>
                <c:pt idx="86">
                  <c:v>0.74172452642125275</c:v>
                </c:pt>
                <c:pt idx="87">
                  <c:v>0.73031006659475117</c:v>
                </c:pt>
                <c:pt idx="88">
                  <c:v>0.73633520756526005</c:v>
                </c:pt>
                <c:pt idx="89">
                  <c:v>0.75820018205964568</c:v>
                </c:pt>
                <c:pt idx="90">
                  <c:v>0.80745235876438604</c:v>
                </c:pt>
                <c:pt idx="91">
                  <c:v>0.79075164893065863</c:v>
                </c:pt>
                <c:pt idx="92">
                  <c:v>0.7668489280555747</c:v>
                </c:pt>
                <c:pt idx="93">
                  <c:v>0.78750763693586801</c:v>
                </c:pt>
                <c:pt idx="94">
                  <c:v>0.76516434563272751</c:v>
                </c:pt>
                <c:pt idx="95">
                  <c:v>0.74037235734233853</c:v>
                </c:pt>
                <c:pt idx="96">
                  <c:v>0.73991276487142854</c:v>
                </c:pt>
                <c:pt idx="97">
                  <c:v>0.76480419869010208</c:v>
                </c:pt>
                <c:pt idx="98">
                  <c:v>0.78285539257517112</c:v>
                </c:pt>
                <c:pt idx="99">
                  <c:v>0.76478774162966701</c:v>
                </c:pt>
                <c:pt idx="100">
                  <c:v>0.75100707648100773</c:v>
                </c:pt>
                <c:pt idx="101">
                  <c:v>0.7687818046324969</c:v>
                </c:pt>
                <c:pt idx="102">
                  <c:v>0.74807230422736604</c:v>
                </c:pt>
                <c:pt idx="103">
                  <c:v>0.75035821746947151</c:v>
                </c:pt>
                <c:pt idx="104">
                  <c:v>0.73297781488807146</c:v>
                </c:pt>
                <c:pt idx="105">
                  <c:v>0.70742761689353828</c:v>
                </c:pt>
                <c:pt idx="106">
                  <c:v>0.72944046146990393</c:v>
                </c:pt>
                <c:pt idx="107">
                  <c:v>0.70454946765433357</c:v>
                </c:pt>
                <c:pt idx="108">
                  <c:v>0.65383764183083803</c:v>
                </c:pt>
                <c:pt idx="109">
                  <c:v>0.63114301374580217</c:v>
                </c:pt>
                <c:pt idx="110">
                  <c:v>0.63114301374580217</c:v>
                </c:pt>
                <c:pt idx="111">
                  <c:v>0.61369684310791517</c:v>
                </c:pt>
                <c:pt idx="112">
                  <c:v>0.63491676312975698</c:v>
                </c:pt>
                <c:pt idx="113">
                  <c:v>0.61458591818107544</c:v>
                </c:pt>
                <c:pt idx="114">
                  <c:v>0.57544552260540727</c:v>
                </c:pt>
                <c:pt idx="115">
                  <c:v>0.60905555004469225</c:v>
                </c:pt>
                <c:pt idx="116">
                  <c:v>0.59208663893880442</c:v>
                </c:pt>
                <c:pt idx="117">
                  <c:v>0.59809945210751836</c:v>
                </c:pt>
                <c:pt idx="118">
                  <c:v>0.62716608193306933</c:v>
                </c:pt>
                <c:pt idx="119">
                  <c:v>0.65452696598777205</c:v>
                </c:pt>
                <c:pt idx="120">
                  <c:v>0.65157246412580749</c:v>
                </c:pt>
                <c:pt idx="121">
                  <c:v>0.67537337584507506</c:v>
                </c:pt>
                <c:pt idx="122">
                  <c:v>0.64540614198338686</c:v>
                </c:pt>
                <c:pt idx="123">
                  <c:v>0.61371644626137789</c:v>
                </c:pt>
                <c:pt idx="124">
                  <c:v>0.57161053072002388</c:v>
                </c:pt>
                <c:pt idx="125">
                  <c:v>0.49281389771726519</c:v>
                </c:pt>
                <c:pt idx="126">
                  <c:v>0.45700453068812052</c:v>
                </c:pt>
                <c:pt idx="127">
                  <c:v>0.4344487152177407</c:v>
                </c:pt>
                <c:pt idx="128">
                  <c:v>0.43496628993259662</c:v>
                </c:pt>
                <c:pt idx="129">
                  <c:v>0.2199872648895852</c:v>
                </c:pt>
                <c:pt idx="130">
                  <c:v>0.31059723114058108</c:v>
                </c:pt>
                <c:pt idx="131">
                  <c:v>0.19429609707083362</c:v>
                </c:pt>
                <c:pt idx="132">
                  <c:v>0.2794842470602576</c:v>
                </c:pt>
                <c:pt idx="133">
                  <c:v>0.28045144255790144</c:v>
                </c:pt>
                <c:pt idx="134">
                  <c:v>0.23838945674236522</c:v>
                </c:pt>
                <c:pt idx="135">
                  <c:v>0.23805160399751818</c:v>
                </c:pt>
                <c:pt idx="136">
                  <c:v>0.23805160399751818</c:v>
                </c:pt>
                <c:pt idx="137">
                  <c:v>0.17139837278320391</c:v>
                </c:pt>
                <c:pt idx="138">
                  <c:v>0.20573773224038241</c:v>
                </c:pt>
                <c:pt idx="139">
                  <c:v>0.18142824317266582</c:v>
                </c:pt>
                <c:pt idx="140">
                  <c:v>0.16781950534512624</c:v>
                </c:pt>
                <c:pt idx="141">
                  <c:v>0.20224886083981533</c:v>
                </c:pt>
                <c:pt idx="142">
                  <c:v>0.2938332535347441</c:v>
                </c:pt>
                <c:pt idx="143">
                  <c:v>0.31777500213957705</c:v>
                </c:pt>
                <c:pt idx="144">
                  <c:v>0.31720208476376438</c:v>
                </c:pt>
                <c:pt idx="145">
                  <c:v>0.28885302300705301</c:v>
                </c:pt>
                <c:pt idx="146">
                  <c:v>0.33766312973364548</c:v>
                </c:pt>
                <c:pt idx="147">
                  <c:v>0.35586088249893616</c:v>
                </c:pt>
                <c:pt idx="148">
                  <c:v>0.32955790309451866</c:v>
                </c:pt>
                <c:pt idx="149">
                  <c:v>0.25277848591280316</c:v>
                </c:pt>
                <c:pt idx="150">
                  <c:v>0.31131333173074666</c:v>
                </c:pt>
                <c:pt idx="151">
                  <c:v>0.28206150012278947</c:v>
                </c:pt>
                <c:pt idx="152">
                  <c:v>0.21485389589079185</c:v>
                </c:pt>
                <c:pt idx="153">
                  <c:v>0.21443883052881366</c:v>
                </c:pt>
                <c:pt idx="154">
                  <c:v>0.17874887754348148</c:v>
                </c:pt>
                <c:pt idx="155">
                  <c:v>0.17806894310932117</c:v>
                </c:pt>
                <c:pt idx="156">
                  <c:v>0.15577799845188453</c:v>
                </c:pt>
                <c:pt idx="157">
                  <c:v>0.17930576521621211</c:v>
                </c:pt>
                <c:pt idx="158">
                  <c:v>0.20959300534444442</c:v>
                </c:pt>
                <c:pt idx="159">
                  <c:v>0.21019143531749254</c:v>
                </c:pt>
                <c:pt idx="160">
                  <c:v>0.26753407065163864</c:v>
                </c:pt>
                <c:pt idx="161">
                  <c:v>0.29181927799860874</c:v>
                </c:pt>
                <c:pt idx="162">
                  <c:v>0.26481047273119829</c:v>
                </c:pt>
                <c:pt idx="163">
                  <c:v>0.23629264624582719</c:v>
                </c:pt>
                <c:pt idx="164">
                  <c:v>0.23523336613531681</c:v>
                </c:pt>
                <c:pt idx="165">
                  <c:v>0.26131289645907729</c:v>
                </c:pt>
                <c:pt idx="166">
                  <c:v>0.23229463907320802</c:v>
                </c:pt>
                <c:pt idx="167">
                  <c:v>0.25991121759857438</c:v>
                </c:pt>
                <c:pt idx="168">
                  <c:v>0.23160663701689185</c:v>
                </c:pt>
                <c:pt idx="169">
                  <c:v>0.20321387799468149</c:v>
                </c:pt>
                <c:pt idx="170">
                  <c:v>0.23288461809893268</c:v>
                </c:pt>
                <c:pt idx="171">
                  <c:v>0.26202204782205368</c:v>
                </c:pt>
                <c:pt idx="172">
                  <c:v>0.26064759544975269</c:v>
                </c:pt>
                <c:pt idx="173">
                  <c:v>0.26096797184396925</c:v>
                </c:pt>
                <c:pt idx="174">
                  <c:v>0.30889383306981971</c:v>
                </c:pt>
                <c:pt idx="175">
                  <c:v>0.30891479778446918</c:v>
                </c:pt>
                <c:pt idx="176">
                  <c:v>0.33114270527414602</c:v>
                </c:pt>
                <c:pt idx="177">
                  <c:v>0.33194076989098714</c:v>
                </c:pt>
                <c:pt idx="178">
                  <c:v>0.33192034731196002</c:v>
                </c:pt>
                <c:pt idx="179">
                  <c:v>0.30807676123988897</c:v>
                </c:pt>
                <c:pt idx="180">
                  <c:v>0.30971242843576313</c:v>
                </c:pt>
                <c:pt idx="181">
                  <c:v>0.33192034731196002</c:v>
                </c:pt>
                <c:pt idx="182">
                  <c:v>0.3526251649505287</c:v>
                </c:pt>
                <c:pt idx="183">
                  <c:v>0.30448503707734181</c:v>
                </c:pt>
                <c:pt idx="184">
                  <c:v>0.32660064596161226</c:v>
                </c:pt>
                <c:pt idx="185">
                  <c:v>0.32660064596161226</c:v>
                </c:pt>
                <c:pt idx="186">
                  <c:v>0.32699157373577631</c:v>
                </c:pt>
                <c:pt idx="187">
                  <c:v>0.29774290507115825</c:v>
                </c:pt>
                <c:pt idx="188">
                  <c:v>0.32013236192256794</c:v>
                </c:pt>
                <c:pt idx="189">
                  <c:v>0.34626375886905675</c:v>
                </c:pt>
                <c:pt idx="190">
                  <c:v>0.34626375886905675</c:v>
                </c:pt>
                <c:pt idx="191">
                  <c:v>0.33989690719769772</c:v>
                </c:pt>
                <c:pt idx="192">
                  <c:v>0.33936239503709198</c:v>
                </c:pt>
                <c:pt idx="193">
                  <c:v>0.28985985896912109</c:v>
                </c:pt>
                <c:pt idx="194">
                  <c:v>0.29129845378289931</c:v>
                </c:pt>
                <c:pt idx="195">
                  <c:v>0.30547746964083727</c:v>
                </c:pt>
                <c:pt idx="196">
                  <c:v>0.33144164337331594</c:v>
                </c:pt>
                <c:pt idx="197">
                  <c:v>0.39292803060156761</c:v>
                </c:pt>
                <c:pt idx="198">
                  <c:v>0.42272700072756136</c:v>
                </c:pt>
                <c:pt idx="199">
                  <c:v>0.39286667249963214</c:v>
                </c:pt>
                <c:pt idx="200">
                  <c:v>0.35414308183782223</c:v>
                </c:pt>
                <c:pt idx="201">
                  <c:v>0.3542712812179995</c:v>
                </c:pt>
                <c:pt idx="202">
                  <c:v>0.38515221599308352</c:v>
                </c:pt>
                <c:pt idx="203">
                  <c:v>0.38537159802743809</c:v>
                </c:pt>
                <c:pt idx="204">
                  <c:v>0.40924051329753336</c:v>
                </c:pt>
                <c:pt idx="205">
                  <c:v>0.4080580571716918</c:v>
                </c:pt>
                <c:pt idx="206">
                  <c:v>0.44444312661220686</c:v>
                </c:pt>
                <c:pt idx="207">
                  <c:v>0.44157633126365065</c:v>
                </c:pt>
                <c:pt idx="208">
                  <c:v>0.40919489925904234</c:v>
                </c:pt>
                <c:pt idx="209">
                  <c:v>0.4699805706154972</c:v>
                </c:pt>
                <c:pt idx="210">
                  <c:v>0.52605134754242744</c:v>
                </c:pt>
                <c:pt idx="211">
                  <c:v>0.52835609079609336</c:v>
                </c:pt>
                <c:pt idx="212">
                  <c:v>0.52605134754242744</c:v>
                </c:pt>
                <c:pt idx="213">
                  <c:v>0.5254602265012428</c:v>
                </c:pt>
                <c:pt idx="214">
                  <c:v>0.49442366816029654</c:v>
                </c:pt>
                <c:pt idx="215">
                  <c:v>0.46098343440077427</c:v>
                </c:pt>
                <c:pt idx="216">
                  <c:v>0.43010921248141931</c:v>
                </c:pt>
                <c:pt idx="217">
                  <c:v>0.45294063034136495</c:v>
                </c:pt>
                <c:pt idx="218">
                  <c:v>0.3870529036276229</c:v>
                </c:pt>
                <c:pt idx="219">
                  <c:v>0.45175307267929959</c:v>
                </c:pt>
                <c:pt idx="220">
                  <c:v>0.48615161590543643</c:v>
                </c:pt>
                <c:pt idx="221">
                  <c:v>0.47072884359674472</c:v>
                </c:pt>
                <c:pt idx="222">
                  <c:v>0.49915608737725392</c:v>
                </c:pt>
                <c:pt idx="223">
                  <c:v>0.47260889923644794</c:v>
                </c:pt>
                <c:pt idx="224">
                  <c:v>0.50167016442185053</c:v>
                </c:pt>
              </c:numCache>
            </c:numRef>
          </c:val>
          <c:smooth val="0"/>
        </c:ser>
        <c:ser>
          <c:idx val="7"/>
          <c:order val="6"/>
          <c:tx>
            <c:strRef>
              <c:f>PoolRefinancible!$J$2</c:f>
              <c:strCache>
                <c:ptCount val="1"/>
                <c:pt idx="0">
                  <c:v>HARP</c:v>
                </c:pt>
              </c:strCache>
            </c:strRef>
          </c:tx>
          <c:spPr>
            <a:ln w="19050">
              <a:solidFill>
                <a:srgbClr val="AD275C"/>
              </a:solidFill>
            </a:ln>
          </c:spPr>
          <c:marker>
            <c:symbol val="none"/>
          </c:marker>
          <c:cat>
            <c:numRef>
              <c:f>PoolRefinancible!$B$3:$B$227</c:f>
              <c:numCache>
                <c:formatCode>m/d/yyyy</c:formatCode>
                <c:ptCount val="225"/>
                <c:pt idx="0">
                  <c:v>40549</c:v>
                </c:pt>
                <c:pt idx="1">
                  <c:v>40556</c:v>
                </c:pt>
                <c:pt idx="2">
                  <c:v>40563</c:v>
                </c:pt>
                <c:pt idx="3">
                  <c:v>40570</c:v>
                </c:pt>
                <c:pt idx="4">
                  <c:v>40577</c:v>
                </c:pt>
                <c:pt idx="5">
                  <c:v>40584</c:v>
                </c:pt>
                <c:pt idx="6">
                  <c:v>40591</c:v>
                </c:pt>
                <c:pt idx="7">
                  <c:v>40598</c:v>
                </c:pt>
                <c:pt idx="8">
                  <c:v>40605</c:v>
                </c:pt>
                <c:pt idx="9">
                  <c:v>40612</c:v>
                </c:pt>
                <c:pt idx="10">
                  <c:v>40619</c:v>
                </c:pt>
                <c:pt idx="11">
                  <c:v>40626</c:v>
                </c:pt>
                <c:pt idx="12">
                  <c:v>40633</c:v>
                </c:pt>
                <c:pt idx="13">
                  <c:v>40640</c:v>
                </c:pt>
                <c:pt idx="14">
                  <c:v>40647</c:v>
                </c:pt>
                <c:pt idx="15">
                  <c:v>40654</c:v>
                </c:pt>
                <c:pt idx="16">
                  <c:v>40661</c:v>
                </c:pt>
                <c:pt idx="17">
                  <c:v>40668</c:v>
                </c:pt>
                <c:pt idx="18">
                  <c:v>40675</c:v>
                </c:pt>
                <c:pt idx="19">
                  <c:v>40682</c:v>
                </c:pt>
                <c:pt idx="20">
                  <c:v>40689</c:v>
                </c:pt>
                <c:pt idx="21">
                  <c:v>40696</c:v>
                </c:pt>
                <c:pt idx="22">
                  <c:v>40703</c:v>
                </c:pt>
                <c:pt idx="23">
                  <c:v>40710</c:v>
                </c:pt>
                <c:pt idx="24">
                  <c:v>40717</c:v>
                </c:pt>
                <c:pt idx="25">
                  <c:v>40724</c:v>
                </c:pt>
                <c:pt idx="26">
                  <c:v>40731</c:v>
                </c:pt>
                <c:pt idx="27">
                  <c:v>40738</c:v>
                </c:pt>
                <c:pt idx="28">
                  <c:v>40745</c:v>
                </c:pt>
                <c:pt idx="29">
                  <c:v>40752</c:v>
                </c:pt>
                <c:pt idx="30">
                  <c:v>40759</c:v>
                </c:pt>
                <c:pt idx="31">
                  <c:v>40766</c:v>
                </c:pt>
                <c:pt idx="32">
                  <c:v>40773</c:v>
                </c:pt>
                <c:pt idx="33">
                  <c:v>40780</c:v>
                </c:pt>
                <c:pt idx="34">
                  <c:v>40787</c:v>
                </c:pt>
                <c:pt idx="35">
                  <c:v>40794</c:v>
                </c:pt>
                <c:pt idx="36">
                  <c:v>40801</c:v>
                </c:pt>
                <c:pt idx="37">
                  <c:v>40808</c:v>
                </c:pt>
                <c:pt idx="38">
                  <c:v>40815</c:v>
                </c:pt>
                <c:pt idx="39">
                  <c:v>40822</c:v>
                </c:pt>
                <c:pt idx="40">
                  <c:v>40829</c:v>
                </c:pt>
                <c:pt idx="41">
                  <c:v>40836</c:v>
                </c:pt>
                <c:pt idx="42">
                  <c:v>40843</c:v>
                </c:pt>
                <c:pt idx="43">
                  <c:v>40850</c:v>
                </c:pt>
                <c:pt idx="44">
                  <c:v>40857</c:v>
                </c:pt>
                <c:pt idx="45">
                  <c:v>40864</c:v>
                </c:pt>
                <c:pt idx="46">
                  <c:v>40870</c:v>
                </c:pt>
                <c:pt idx="47">
                  <c:v>40878</c:v>
                </c:pt>
                <c:pt idx="48">
                  <c:v>40885</c:v>
                </c:pt>
                <c:pt idx="49">
                  <c:v>40892</c:v>
                </c:pt>
                <c:pt idx="50">
                  <c:v>40899</c:v>
                </c:pt>
                <c:pt idx="51">
                  <c:v>40906</c:v>
                </c:pt>
                <c:pt idx="52">
                  <c:v>40913</c:v>
                </c:pt>
                <c:pt idx="53">
                  <c:v>40920</c:v>
                </c:pt>
                <c:pt idx="54">
                  <c:v>40927</c:v>
                </c:pt>
                <c:pt idx="55">
                  <c:v>40934</c:v>
                </c:pt>
                <c:pt idx="56">
                  <c:v>40941</c:v>
                </c:pt>
                <c:pt idx="57">
                  <c:v>40948</c:v>
                </c:pt>
                <c:pt idx="58">
                  <c:v>40955</c:v>
                </c:pt>
                <c:pt idx="59">
                  <c:v>40962</c:v>
                </c:pt>
                <c:pt idx="60">
                  <c:v>40969</c:v>
                </c:pt>
                <c:pt idx="61">
                  <c:v>40976</c:v>
                </c:pt>
                <c:pt idx="62">
                  <c:v>40983</c:v>
                </c:pt>
                <c:pt idx="63">
                  <c:v>40990</c:v>
                </c:pt>
                <c:pt idx="64">
                  <c:v>40997</c:v>
                </c:pt>
                <c:pt idx="65">
                  <c:v>41004</c:v>
                </c:pt>
                <c:pt idx="66">
                  <c:v>41011</c:v>
                </c:pt>
                <c:pt idx="67">
                  <c:v>41018</c:v>
                </c:pt>
                <c:pt idx="68">
                  <c:v>41025</c:v>
                </c:pt>
                <c:pt idx="69">
                  <c:v>41032</c:v>
                </c:pt>
                <c:pt idx="70">
                  <c:v>41039</c:v>
                </c:pt>
                <c:pt idx="71">
                  <c:v>41046</c:v>
                </c:pt>
                <c:pt idx="72">
                  <c:v>41053</c:v>
                </c:pt>
                <c:pt idx="73">
                  <c:v>41060</c:v>
                </c:pt>
                <c:pt idx="74">
                  <c:v>41067</c:v>
                </c:pt>
                <c:pt idx="75">
                  <c:v>41074</c:v>
                </c:pt>
                <c:pt idx="76">
                  <c:v>41081</c:v>
                </c:pt>
                <c:pt idx="77">
                  <c:v>41088</c:v>
                </c:pt>
                <c:pt idx="78">
                  <c:v>41095</c:v>
                </c:pt>
                <c:pt idx="79">
                  <c:v>41102</c:v>
                </c:pt>
                <c:pt idx="80">
                  <c:v>41109</c:v>
                </c:pt>
                <c:pt idx="81">
                  <c:v>41116</c:v>
                </c:pt>
                <c:pt idx="82">
                  <c:v>41123</c:v>
                </c:pt>
                <c:pt idx="83">
                  <c:v>41130</c:v>
                </c:pt>
                <c:pt idx="84">
                  <c:v>41137</c:v>
                </c:pt>
                <c:pt idx="85">
                  <c:v>41144</c:v>
                </c:pt>
                <c:pt idx="86">
                  <c:v>41151</c:v>
                </c:pt>
                <c:pt idx="87">
                  <c:v>41158</c:v>
                </c:pt>
                <c:pt idx="88">
                  <c:v>41165</c:v>
                </c:pt>
                <c:pt idx="89">
                  <c:v>41172</c:v>
                </c:pt>
                <c:pt idx="90">
                  <c:v>41179</c:v>
                </c:pt>
                <c:pt idx="91">
                  <c:v>41186</c:v>
                </c:pt>
                <c:pt idx="92">
                  <c:v>41193</c:v>
                </c:pt>
                <c:pt idx="93">
                  <c:v>41200</c:v>
                </c:pt>
                <c:pt idx="94">
                  <c:v>41207</c:v>
                </c:pt>
                <c:pt idx="95">
                  <c:v>41214</c:v>
                </c:pt>
                <c:pt idx="96">
                  <c:v>41221</c:v>
                </c:pt>
                <c:pt idx="97">
                  <c:v>41228</c:v>
                </c:pt>
                <c:pt idx="98">
                  <c:v>41234</c:v>
                </c:pt>
                <c:pt idx="99">
                  <c:v>41242</c:v>
                </c:pt>
                <c:pt idx="100">
                  <c:v>41249</c:v>
                </c:pt>
                <c:pt idx="101">
                  <c:v>41256</c:v>
                </c:pt>
                <c:pt idx="102">
                  <c:v>41263</c:v>
                </c:pt>
                <c:pt idx="103">
                  <c:v>41270</c:v>
                </c:pt>
                <c:pt idx="104">
                  <c:v>41277</c:v>
                </c:pt>
                <c:pt idx="105">
                  <c:v>41284</c:v>
                </c:pt>
                <c:pt idx="106">
                  <c:v>41291</c:v>
                </c:pt>
                <c:pt idx="107">
                  <c:v>41298</c:v>
                </c:pt>
                <c:pt idx="108">
                  <c:v>41305</c:v>
                </c:pt>
                <c:pt idx="109">
                  <c:v>41312</c:v>
                </c:pt>
                <c:pt idx="110">
                  <c:v>41319</c:v>
                </c:pt>
                <c:pt idx="111">
                  <c:v>41326</c:v>
                </c:pt>
                <c:pt idx="112">
                  <c:v>41333</c:v>
                </c:pt>
                <c:pt idx="113">
                  <c:v>41340</c:v>
                </c:pt>
                <c:pt idx="114">
                  <c:v>41347</c:v>
                </c:pt>
                <c:pt idx="115">
                  <c:v>41354</c:v>
                </c:pt>
                <c:pt idx="116">
                  <c:v>41361</c:v>
                </c:pt>
                <c:pt idx="117">
                  <c:v>41368</c:v>
                </c:pt>
                <c:pt idx="118">
                  <c:v>41375</c:v>
                </c:pt>
                <c:pt idx="119">
                  <c:v>41382</c:v>
                </c:pt>
                <c:pt idx="120">
                  <c:v>41389</c:v>
                </c:pt>
                <c:pt idx="121">
                  <c:v>41396</c:v>
                </c:pt>
                <c:pt idx="122">
                  <c:v>41403</c:v>
                </c:pt>
                <c:pt idx="123">
                  <c:v>41410</c:v>
                </c:pt>
                <c:pt idx="124">
                  <c:v>41417</c:v>
                </c:pt>
                <c:pt idx="125">
                  <c:v>41424</c:v>
                </c:pt>
                <c:pt idx="126">
                  <c:v>41431</c:v>
                </c:pt>
                <c:pt idx="127">
                  <c:v>41438</c:v>
                </c:pt>
                <c:pt idx="128">
                  <c:v>41445</c:v>
                </c:pt>
                <c:pt idx="129">
                  <c:v>41452</c:v>
                </c:pt>
                <c:pt idx="130">
                  <c:v>41458</c:v>
                </c:pt>
                <c:pt idx="131">
                  <c:v>41466</c:v>
                </c:pt>
                <c:pt idx="132">
                  <c:v>41473</c:v>
                </c:pt>
                <c:pt idx="133">
                  <c:v>41480</c:v>
                </c:pt>
                <c:pt idx="134">
                  <c:v>41487</c:v>
                </c:pt>
                <c:pt idx="135">
                  <c:v>41494</c:v>
                </c:pt>
                <c:pt idx="136">
                  <c:v>41501</c:v>
                </c:pt>
                <c:pt idx="137">
                  <c:v>41508</c:v>
                </c:pt>
                <c:pt idx="138">
                  <c:v>41515</c:v>
                </c:pt>
                <c:pt idx="139">
                  <c:v>41522</c:v>
                </c:pt>
                <c:pt idx="140">
                  <c:v>41529</c:v>
                </c:pt>
                <c:pt idx="141">
                  <c:v>41536</c:v>
                </c:pt>
                <c:pt idx="142">
                  <c:v>41543</c:v>
                </c:pt>
                <c:pt idx="143">
                  <c:v>41550</c:v>
                </c:pt>
                <c:pt idx="144">
                  <c:v>41557</c:v>
                </c:pt>
                <c:pt idx="145">
                  <c:v>41564</c:v>
                </c:pt>
                <c:pt idx="146">
                  <c:v>41571</c:v>
                </c:pt>
                <c:pt idx="147">
                  <c:v>41578</c:v>
                </c:pt>
                <c:pt idx="148">
                  <c:v>41585</c:v>
                </c:pt>
                <c:pt idx="149">
                  <c:v>41592</c:v>
                </c:pt>
                <c:pt idx="150">
                  <c:v>41599</c:v>
                </c:pt>
                <c:pt idx="151">
                  <c:v>41605</c:v>
                </c:pt>
                <c:pt idx="152">
                  <c:v>41613</c:v>
                </c:pt>
                <c:pt idx="153">
                  <c:v>41620</c:v>
                </c:pt>
                <c:pt idx="154">
                  <c:v>41627</c:v>
                </c:pt>
                <c:pt idx="155">
                  <c:v>41634</c:v>
                </c:pt>
                <c:pt idx="156">
                  <c:v>41641</c:v>
                </c:pt>
                <c:pt idx="157">
                  <c:v>41648</c:v>
                </c:pt>
                <c:pt idx="158">
                  <c:v>41655</c:v>
                </c:pt>
                <c:pt idx="159">
                  <c:v>41662</c:v>
                </c:pt>
                <c:pt idx="160">
                  <c:v>41669</c:v>
                </c:pt>
                <c:pt idx="161">
                  <c:v>41676</c:v>
                </c:pt>
                <c:pt idx="162">
                  <c:v>41683</c:v>
                </c:pt>
                <c:pt idx="163">
                  <c:v>41690</c:v>
                </c:pt>
                <c:pt idx="164">
                  <c:v>41697</c:v>
                </c:pt>
                <c:pt idx="165">
                  <c:v>41704</c:v>
                </c:pt>
                <c:pt idx="166">
                  <c:v>41711</c:v>
                </c:pt>
                <c:pt idx="167">
                  <c:v>41718</c:v>
                </c:pt>
                <c:pt idx="168">
                  <c:v>41725</c:v>
                </c:pt>
                <c:pt idx="169">
                  <c:v>41732</c:v>
                </c:pt>
                <c:pt idx="170">
                  <c:v>41739</c:v>
                </c:pt>
                <c:pt idx="171">
                  <c:v>41746</c:v>
                </c:pt>
                <c:pt idx="172">
                  <c:v>41753</c:v>
                </c:pt>
                <c:pt idx="173">
                  <c:v>41760</c:v>
                </c:pt>
                <c:pt idx="174">
                  <c:v>41767</c:v>
                </c:pt>
                <c:pt idx="175">
                  <c:v>41774</c:v>
                </c:pt>
                <c:pt idx="176">
                  <c:v>41781</c:v>
                </c:pt>
                <c:pt idx="177">
                  <c:v>41788</c:v>
                </c:pt>
                <c:pt idx="178">
                  <c:v>41795</c:v>
                </c:pt>
                <c:pt idx="179">
                  <c:v>41802</c:v>
                </c:pt>
                <c:pt idx="180">
                  <c:v>41809</c:v>
                </c:pt>
                <c:pt idx="181">
                  <c:v>41816</c:v>
                </c:pt>
                <c:pt idx="182">
                  <c:v>41823</c:v>
                </c:pt>
                <c:pt idx="183">
                  <c:v>41830</c:v>
                </c:pt>
                <c:pt idx="184">
                  <c:v>41837</c:v>
                </c:pt>
                <c:pt idx="185">
                  <c:v>41844</c:v>
                </c:pt>
                <c:pt idx="186">
                  <c:v>41851</c:v>
                </c:pt>
                <c:pt idx="187">
                  <c:v>41858</c:v>
                </c:pt>
                <c:pt idx="188">
                  <c:v>41865</c:v>
                </c:pt>
                <c:pt idx="189">
                  <c:v>41872</c:v>
                </c:pt>
                <c:pt idx="190">
                  <c:v>41879</c:v>
                </c:pt>
                <c:pt idx="191">
                  <c:v>41886</c:v>
                </c:pt>
                <c:pt idx="192">
                  <c:v>41893</c:v>
                </c:pt>
                <c:pt idx="193">
                  <c:v>41900</c:v>
                </c:pt>
                <c:pt idx="194">
                  <c:v>41907</c:v>
                </c:pt>
                <c:pt idx="195">
                  <c:v>41914</c:v>
                </c:pt>
                <c:pt idx="196">
                  <c:v>41921</c:v>
                </c:pt>
                <c:pt idx="197">
                  <c:v>41928</c:v>
                </c:pt>
                <c:pt idx="198">
                  <c:v>41935</c:v>
                </c:pt>
                <c:pt idx="199">
                  <c:v>41942</c:v>
                </c:pt>
                <c:pt idx="200">
                  <c:v>41949</c:v>
                </c:pt>
                <c:pt idx="201">
                  <c:v>41956</c:v>
                </c:pt>
                <c:pt idx="202">
                  <c:v>41963</c:v>
                </c:pt>
                <c:pt idx="203">
                  <c:v>41969</c:v>
                </c:pt>
                <c:pt idx="204">
                  <c:v>41977</c:v>
                </c:pt>
                <c:pt idx="205">
                  <c:v>41984</c:v>
                </c:pt>
                <c:pt idx="206">
                  <c:v>41991</c:v>
                </c:pt>
                <c:pt idx="207">
                  <c:v>41997</c:v>
                </c:pt>
                <c:pt idx="208">
                  <c:v>42004</c:v>
                </c:pt>
                <c:pt idx="209">
                  <c:v>42012</c:v>
                </c:pt>
                <c:pt idx="210">
                  <c:v>42019</c:v>
                </c:pt>
                <c:pt idx="211">
                  <c:v>42026</c:v>
                </c:pt>
                <c:pt idx="212">
                  <c:v>42033</c:v>
                </c:pt>
                <c:pt idx="213">
                  <c:v>42040</c:v>
                </c:pt>
                <c:pt idx="214">
                  <c:v>42047</c:v>
                </c:pt>
                <c:pt idx="215">
                  <c:v>42054</c:v>
                </c:pt>
                <c:pt idx="216">
                  <c:v>42061</c:v>
                </c:pt>
                <c:pt idx="217">
                  <c:v>42068</c:v>
                </c:pt>
                <c:pt idx="218">
                  <c:v>42075</c:v>
                </c:pt>
                <c:pt idx="219">
                  <c:v>42082</c:v>
                </c:pt>
                <c:pt idx="220">
                  <c:v>42089</c:v>
                </c:pt>
                <c:pt idx="221">
                  <c:v>42096</c:v>
                </c:pt>
                <c:pt idx="222">
                  <c:v>42103</c:v>
                </c:pt>
                <c:pt idx="223">
                  <c:v>42110</c:v>
                </c:pt>
                <c:pt idx="224">
                  <c:v>42117</c:v>
                </c:pt>
              </c:numCache>
            </c:numRef>
          </c:cat>
          <c:val>
            <c:numRef>
              <c:f>PoolRefinancible!$J$3:$J$227</c:f>
              <c:numCache>
                <c:formatCode>0%</c:formatCode>
                <c:ptCount val="225"/>
                <c:pt idx="0">
                  <c:v>0.41917445646047702</c:v>
                </c:pt>
                <c:pt idx="1">
                  <c:v>0.43621985629656101</c:v>
                </c:pt>
                <c:pt idx="2">
                  <c:v>0.41944708561696598</c:v>
                </c:pt>
                <c:pt idx="3">
                  <c:v>0.418710148423519</c:v>
                </c:pt>
                <c:pt idx="4">
                  <c:v>0.38887560757790002</c:v>
                </c:pt>
                <c:pt idx="5">
                  <c:v>0.35101070043975402</c:v>
                </c:pt>
                <c:pt idx="6">
                  <c:v>0.36422873018148</c:v>
                </c:pt>
                <c:pt idx="7">
                  <c:v>0.37426156705539698</c:v>
                </c:pt>
                <c:pt idx="8">
                  <c:v>0.378077073966118</c:v>
                </c:pt>
                <c:pt idx="9">
                  <c:v>0.37803494484535199</c:v>
                </c:pt>
                <c:pt idx="10">
                  <c:v>0.407679162563724</c:v>
                </c:pt>
                <c:pt idx="11">
                  <c:v>0.39154691259907098</c:v>
                </c:pt>
                <c:pt idx="12">
                  <c:v>0.37809391960358502</c:v>
                </c:pt>
                <c:pt idx="13">
                  <c:v>0.36996472497765398</c:v>
                </c:pt>
                <c:pt idx="14">
                  <c:v>0.36984016473175102</c:v>
                </c:pt>
                <c:pt idx="15">
                  <c:v>0.38384871096807699</c:v>
                </c:pt>
                <c:pt idx="16">
                  <c:v>0.38433074982262799</c:v>
                </c:pt>
                <c:pt idx="17">
                  <c:v>0.394871405610702</c:v>
                </c:pt>
                <c:pt idx="18">
                  <c:v>0.43079303669576202</c:v>
                </c:pt>
                <c:pt idx="19">
                  <c:v>0.43090192835496699</c:v>
                </c:pt>
                <c:pt idx="20">
                  <c:v>0.431110671725766</c:v>
                </c:pt>
                <c:pt idx="21">
                  <c:v>0.45342303565958197</c:v>
                </c:pt>
                <c:pt idx="22">
                  <c:v>0.47629557608974499</c:v>
                </c:pt>
                <c:pt idx="23">
                  <c:v>0.47626301055025799</c:v>
                </c:pt>
                <c:pt idx="24">
                  <c:v>0.45342303565958197</c:v>
                </c:pt>
                <c:pt idx="25">
                  <c:v>0.47533111966863201</c:v>
                </c:pt>
                <c:pt idx="26">
                  <c:v>0.42115773967800002</c:v>
                </c:pt>
                <c:pt idx="27">
                  <c:v>0.47005900282082203</c:v>
                </c:pt>
                <c:pt idx="28">
                  <c:v>0.44797749734765901</c:v>
                </c:pt>
                <c:pt idx="29">
                  <c:v>0.44409861209358098</c:v>
                </c:pt>
                <c:pt idx="30">
                  <c:v>0.515379400381896</c:v>
                </c:pt>
                <c:pt idx="31">
                  <c:v>0.61745026323361196</c:v>
                </c:pt>
                <c:pt idx="32">
                  <c:v>0.71103111098302996</c:v>
                </c:pt>
                <c:pt idx="33">
                  <c:v>0.66735967344709601</c:v>
                </c:pt>
                <c:pt idx="34">
                  <c:v>0.66070318293374397</c:v>
                </c:pt>
                <c:pt idx="35">
                  <c:v>0.72862294428542695</c:v>
                </c:pt>
                <c:pt idx="36">
                  <c:v>0.73180955418473204</c:v>
                </c:pt>
                <c:pt idx="37">
                  <c:v>0.73180955418473204</c:v>
                </c:pt>
                <c:pt idx="38">
                  <c:v>0.78537510001402</c:v>
                </c:pt>
                <c:pt idx="39">
                  <c:v>0.77200889405912698</c:v>
                </c:pt>
                <c:pt idx="40">
                  <c:v>0.68762581065136796</c:v>
                </c:pt>
                <c:pt idx="41">
                  <c:v>0.70907311332117495</c:v>
                </c:pt>
                <c:pt idx="42">
                  <c:v>0.71096371307505601</c:v>
                </c:pt>
                <c:pt idx="43">
                  <c:v>0.75213064967891696</c:v>
                </c:pt>
                <c:pt idx="44">
                  <c:v>0.75215343752934904</c:v>
                </c:pt>
                <c:pt idx="45">
                  <c:v>0.75213064967891696</c:v>
                </c:pt>
                <c:pt idx="46">
                  <c:v>0.75451882195048703</c:v>
                </c:pt>
                <c:pt idx="47">
                  <c:v>0.73701250506221705</c:v>
                </c:pt>
                <c:pt idx="48">
                  <c:v>0.737034618623016</c:v>
                </c:pt>
                <c:pt idx="49">
                  <c:v>0.74005848510739902</c:v>
                </c:pt>
                <c:pt idx="50">
                  <c:v>0.77262482249298603</c:v>
                </c:pt>
                <c:pt idx="51">
                  <c:v>0.76353022654842795</c:v>
                </c:pt>
                <c:pt idx="52">
                  <c:v>0.75017446397926801</c:v>
                </c:pt>
                <c:pt idx="53">
                  <c:v>0.76194885743932395</c:v>
                </c:pt>
                <c:pt idx="54">
                  <c:v>0.76015152542719999</c:v>
                </c:pt>
                <c:pt idx="55">
                  <c:v>0.72538795894175401</c:v>
                </c:pt>
                <c:pt idx="56">
                  <c:v>0.73976850442679698</c:v>
                </c:pt>
                <c:pt idx="57">
                  <c:v>0.73976850442679698</c:v>
                </c:pt>
                <c:pt idx="58">
                  <c:v>0.73976850442679698</c:v>
                </c:pt>
                <c:pt idx="59">
                  <c:v>0.70482380254349597</c:v>
                </c:pt>
                <c:pt idx="60">
                  <c:v>0.71197045097818001</c:v>
                </c:pt>
                <c:pt idx="61">
                  <c:v>0.72185562668080905</c:v>
                </c:pt>
                <c:pt idx="62">
                  <c:v>0.71184965643423004</c:v>
                </c:pt>
                <c:pt idx="63">
                  <c:v>0.63003810447880604</c:v>
                </c:pt>
                <c:pt idx="64">
                  <c:v>0.68476549375243201</c:v>
                </c:pt>
                <c:pt idx="65">
                  <c:v>0.68702063249841105</c:v>
                </c:pt>
                <c:pt idx="66">
                  <c:v>0.74360097428026795</c:v>
                </c:pt>
                <c:pt idx="67">
                  <c:v>0.71319163212853798</c:v>
                </c:pt>
                <c:pt idx="68">
                  <c:v>0.74360097428026795</c:v>
                </c:pt>
                <c:pt idx="69">
                  <c:v>0.74458940201611601</c:v>
                </c:pt>
                <c:pt idx="70">
                  <c:v>0.74880992852224404</c:v>
                </c:pt>
                <c:pt idx="71">
                  <c:v>0.77533293010841997</c:v>
                </c:pt>
                <c:pt idx="72">
                  <c:v>0.77252849495486897</c:v>
                </c:pt>
                <c:pt idx="73">
                  <c:v>0.77719223327132003</c:v>
                </c:pt>
                <c:pt idx="74">
                  <c:v>0.81161668458948799</c:v>
                </c:pt>
                <c:pt idx="75">
                  <c:v>0.79320998802631504</c:v>
                </c:pt>
                <c:pt idx="76">
                  <c:v>0.81309219550150202</c:v>
                </c:pt>
                <c:pt idx="77">
                  <c:v>0.81309219550150202</c:v>
                </c:pt>
                <c:pt idx="78">
                  <c:v>0.80304589352971401</c:v>
                </c:pt>
                <c:pt idx="79">
                  <c:v>0.83475833318603099</c:v>
                </c:pt>
                <c:pt idx="80">
                  <c:v>0.839279067165004</c:v>
                </c:pt>
                <c:pt idx="81">
                  <c:v>0.85583686182580798</c:v>
                </c:pt>
                <c:pt idx="82">
                  <c:v>0.81672598038940503</c:v>
                </c:pt>
                <c:pt idx="83">
                  <c:v>0.81660096914097402</c:v>
                </c:pt>
                <c:pt idx="84">
                  <c:v>0.80039531716996504</c:v>
                </c:pt>
                <c:pt idx="85">
                  <c:v>0.78286282867668</c:v>
                </c:pt>
                <c:pt idx="86">
                  <c:v>0.81660096914097402</c:v>
                </c:pt>
                <c:pt idx="87">
                  <c:v>0.80003630895948397</c:v>
                </c:pt>
                <c:pt idx="88">
                  <c:v>0.80517464210851997</c:v>
                </c:pt>
                <c:pt idx="89">
                  <c:v>0.82579336591607799</c:v>
                </c:pt>
                <c:pt idx="90">
                  <c:v>0.87352757054468799</c:v>
                </c:pt>
                <c:pt idx="91">
                  <c:v>0.85283995726602502</c:v>
                </c:pt>
                <c:pt idx="92">
                  <c:v>0.82980253162130702</c:v>
                </c:pt>
                <c:pt idx="93">
                  <c:v>0.84996407134381802</c:v>
                </c:pt>
                <c:pt idx="94">
                  <c:v>0.828248760892495</c:v>
                </c:pt>
                <c:pt idx="95">
                  <c:v>0.79915808926981402</c:v>
                </c:pt>
                <c:pt idx="96">
                  <c:v>0.79873425180913604</c:v>
                </c:pt>
                <c:pt idx="97">
                  <c:v>0.82276956639306598</c:v>
                </c:pt>
                <c:pt idx="98">
                  <c:v>0.84066676404946505</c:v>
                </c:pt>
                <c:pt idx="99">
                  <c:v>0.82275551487300902</c:v>
                </c:pt>
                <c:pt idx="100">
                  <c:v>0.80649977939682505</c:v>
                </c:pt>
                <c:pt idx="101">
                  <c:v>0.82418991295466604</c:v>
                </c:pt>
                <c:pt idx="102">
                  <c:v>0.80390223047279097</c:v>
                </c:pt>
                <c:pt idx="103">
                  <c:v>0.80591432289546205</c:v>
                </c:pt>
                <c:pt idx="104">
                  <c:v>0.78440164177592298</c:v>
                </c:pt>
                <c:pt idx="105">
                  <c:v>0.759606662501778</c:v>
                </c:pt>
                <c:pt idx="106">
                  <c:v>0.78142443901466097</c:v>
                </c:pt>
                <c:pt idx="107">
                  <c:v>0.75700205657756403</c:v>
                </c:pt>
                <c:pt idx="108">
                  <c:v>0.70776343414969201</c:v>
                </c:pt>
                <c:pt idx="109">
                  <c:v>0.68149824697650396</c:v>
                </c:pt>
                <c:pt idx="110">
                  <c:v>0.68149824697650396</c:v>
                </c:pt>
                <c:pt idx="111">
                  <c:v>0.66443156184372798</c:v>
                </c:pt>
                <c:pt idx="112">
                  <c:v>0.68474077330080096</c:v>
                </c:pt>
                <c:pt idx="113">
                  <c:v>0.65965341103045605</c:v>
                </c:pt>
                <c:pt idx="114">
                  <c:v>0.622542311024053</c:v>
                </c:pt>
                <c:pt idx="115">
                  <c:v>0.65490269555006198</c:v>
                </c:pt>
                <c:pt idx="116">
                  <c:v>0.63814443106247998</c:v>
                </c:pt>
                <c:pt idx="117">
                  <c:v>0.63701726572087702</c:v>
                </c:pt>
                <c:pt idx="118">
                  <c:v>0.66472248963496305</c:v>
                </c:pt>
                <c:pt idx="119">
                  <c:v>0.691617287637183</c:v>
                </c:pt>
                <c:pt idx="120">
                  <c:v>0.68894417616710202</c:v>
                </c:pt>
                <c:pt idx="121">
                  <c:v>0.70646423511043499</c:v>
                </c:pt>
                <c:pt idx="122">
                  <c:v>0.67710126151444505</c:v>
                </c:pt>
                <c:pt idx="123">
                  <c:v>0.64608424059300296</c:v>
                </c:pt>
                <c:pt idx="124">
                  <c:v>0.60492342195832605</c:v>
                </c:pt>
                <c:pt idx="125">
                  <c:v>0.52986130193183101</c:v>
                </c:pt>
                <c:pt idx="126">
                  <c:v>0.48936320762315699</c:v>
                </c:pt>
                <c:pt idx="127">
                  <c:v>0.46803712037587902</c:v>
                </c:pt>
                <c:pt idx="128">
                  <c:v>0.46841833416873302</c:v>
                </c:pt>
                <c:pt idx="129">
                  <c:v>0.25930726321944902</c:v>
                </c:pt>
                <c:pt idx="130">
                  <c:v>0.34399747197441399</c:v>
                </c:pt>
                <c:pt idx="131">
                  <c:v>0.23052122039717299</c:v>
                </c:pt>
                <c:pt idx="132">
                  <c:v>0.313528938106932</c:v>
                </c:pt>
                <c:pt idx="133">
                  <c:v>0.31410556361706699</c:v>
                </c:pt>
                <c:pt idx="134">
                  <c:v>0.26871710621385497</c:v>
                </c:pt>
                <c:pt idx="135">
                  <c:v>0.26842687745364402</c:v>
                </c:pt>
                <c:pt idx="136">
                  <c:v>0.26842687745364402</c:v>
                </c:pt>
                <c:pt idx="137">
                  <c:v>0.20545197668606799</c:v>
                </c:pt>
                <c:pt idx="138">
                  <c:v>0.23763744646630799</c:v>
                </c:pt>
                <c:pt idx="139">
                  <c:v>0.21149349910069001</c:v>
                </c:pt>
                <c:pt idx="140">
                  <c:v>0.19827486089892299</c:v>
                </c:pt>
                <c:pt idx="141">
                  <c:v>0.230982049953562</c:v>
                </c:pt>
                <c:pt idx="142">
                  <c:v>0.32130927271021897</c:v>
                </c:pt>
                <c:pt idx="143">
                  <c:v>0.34374501426377402</c:v>
                </c:pt>
                <c:pt idx="144">
                  <c:v>0.343362461707855</c:v>
                </c:pt>
                <c:pt idx="145">
                  <c:v>0.31435548538393299</c:v>
                </c:pt>
                <c:pt idx="146">
                  <c:v>0.36279732883580901</c:v>
                </c:pt>
                <c:pt idx="147">
                  <c:v>0.38076704542262901</c:v>
                </c:pt>
                <c:pt idx="148">
                  <c:v>0.35403891055164699</c:v>
                </c:pt>
                <c:pt idx="149">
                  <c:v>0.27765033429796598</c:v>
                </c:pt>
                <c:pt idx="150">
                  <c:v>0.33620447417750299</c:v>
                </c:pt>
                <c:pt idx="151">
                  <c:v>0.30662338263190497</c:v>
                </c:pt>
                <c:pt idx="152">
                  <c:v>0.238872261686181</c:v>
                </c:pt>
                <c:pt idx="153">
                  <c:v>0.23869230352122101</c:v>
                </c:pt>
                <c:pt idx="154">
                  <c:v>0.20595646030872</c:v>
                </c:pt>
                <c:pt idx="155">
                  <c:v>0.20588522084022601</c:v>
                </c:pt>
                <c:pt idx="156">
                  <c:v>0.18270041372936699</c:v>
                </c:pt>
                <c:pt idx="157">
                  <c:v>0.20349751001168101</c:v>
                </c:pt>
                <c:pt idx="158">
                  <c:v>0.23285648019755101</c:v>
                </c:pt>
                <c:pt idx="159">
                  <c:v>0.23330797794566899</c:v>
                </c:pt>
                <c:pt idx="160">
                  <c:v>0.29089795893761</c:v>
                </c:pt>
                <c:pt idx="161">
                  <c:v>0.31424671770039497</c:v>
                </c:pt>
                <c:pt idx="162">
                  <c:v>0.28654188629747801</c:v>
                </c:pt>
                <c:pt idx="163">
                  <c:v>0.25823477101989301</c:v>
                </c:pt>
                <c:pt idx="164">
                  <c:v>0.25744034883327499</c:v>
                </c:pt>
                <c:pt idx="165">
                  <c:v>0.28216102843400898</c:v>
                </c:pt>
                <c:pt idx="166">
                  <c:v>0.25339035668079501</c:v>
                </c:pt>
                <c:pt idx="167">
                  <c:v>0.28102818996708701</c:v>
                </c:pt>
                <c:pt idx="168">
                  <c:v>0.25299751732949799</c:v>
                </c:pt>
                <c:pt idx="169">
                  <c:v>0.222143720081627</c:v>
                </c:pt>
                <c:pt idx="170">
                  <c:v>0.25169457423695202</c:v>
                </c:pt>
                <c:pt idx="171">
                  <c:v>0.28058021231610197</c:v>
                </c:pt>
                <c:pt idx="172">
                  <c:v>0.279448840397376</c:v>
                </c:pt>
                <c:pt idx="173">
                  <c:v>0.27758425345188897</c:v>
                </c:pt>
                <c:pt idx="174">
                  <c:v>0.32550344763156402</c:v>
                </c:pt>
                <c:pt idx="175">
                  <c:v>0.32552411046597202</c:v>
                </c:pt>
                <c:pt idx="176">
                  <c:v>0.347488455871724</c:v>
                </c:pt>
                <c:pt idx="177">
                  <c:v>0.34818390220270101</c:v>
                </c:pt>
                <c:pt idx="178">
                  <c:v>0.346238128399389</c:v>
                </c:pt>
                <c:pt idx="179">
                  <c:v>0.32274759646781798</c:v>
                </c:pt>
                <c:pt idx="180">
                  <c:v>0.324184407069465</c:v>
                </c:pt>
                <c:pt idx="181">
                  <c:v>0.346238128399389</c:v>
                </c:pt>
                <c:pt idx="182">
                  <c:v>0.36578907876503403</c:v>
                </c:pt>
                <c:pt idx="183">
                  <c:v>0.31805600486192798</c:v>
                </c:pt>
                <c:pt idx="184">
                  <c:v>0.34009498441958502</c:v>
                </c:pt>
                <c:pt idx="185">
                  <c:v>0.34009498441958502</c:v>
                </c:pt>
                <c:pt idx="186">
                  <c:v>0.34042369497045799</c:v>
                </c:pt>
                <c:pt idx="187">
                  <c:v>0.31036061365073903</c:v>
                </c:pt>
                <c:pt idx="188">
                  <c:v>0.33263554438079002</c:v>
                </c:pt>
                <c:pt idx="189">
                  <c:v>0.35838762838330102</c:v>
                </c:pt>
                <c:pt idx="190">
                  <c:v>0.35838762838330102</c:v>
                </c:pt>
                <c:pt idx="191">
                  <c:v>0.35124395630609401</c:v>
                </c:pt>
                <c:pt idx="192">
                  <c:v>0.350821387629207</c:v>
                </c:pt>
                <c:pt idx="193">
                  <c:v>0.30185821114737799</c:v>
                </c:pt>
                <c:pt idx="194">
                  <c:v>0.303134887573904</c:v>
                </c:pt>
                <c:pt idx="195">
                  <c:v>0.31668157332951902</c:v>
                </c:pt>
                <c:pt idx="196">
                  <c:v>0.34232551793557098</c:v>
                </c:pt>
                <c:pt idx="197">
                  <c:v>0.40285473187500098</c:v>
                </c:pt>
                <c:pt idx="198">
                  <c:v>0.43224640519919799</c:v>
                </c:pt>
                <c:pt idx="199">
                  <c:v>0.40279530551033699</c:v>
                </c:pt>
                <c:pt idx="200">
                  <c:v>0.363805283856794</c:v>
                </c:pt>
                <c:pt idx="201">
                  <c:v>0.36393083176118401</c:v>
                </c:pt>
                <c:pt idx="202">
                  <c:v>0.39464243161649398</c:v>
                </c:pt>
                <c:pt idx="203">
                  <c:v>0.39478657813594797</c:v>
                </c:pt>
                <c:pt idx="204">
                  <c:v>0.41779394948311799</c:v>
                </c:pt>
                <c:pt idx="205">
                  <c:v>0.41674162737276199</c:v>
                </c:pt>
                <c:pt idx="206">
                  <c:v>0.45273770907866101</c:v>
                </c:pt>
                <c:pt idx="207">
                  <c:v>0.44996183796017403</c:v>
                </c:pt>
                <c:pt idx="208">
                  <c:v>0.41775040408126601</c:v>
                </c:pt>
                <c:pt idx="209">
                  <c:v>0.47713334056444601</c:v>
                </c:pt>
                <c:pt idx="210">
                  <c:v>0.53296054461027997</c:v>
                </c:pt>
                <c:pt idx="211">
                  <c:v>0.53525908703488601</c:v>
                </c:pt>
                <c:pt idx="212">
                  <c:v>0.53296054461027997</c:v>
                </c:pt>
                <c:pt idx="213">
                  <c:v>0.531964205535849</c:v>
                </c:pt>
                <c:pt idx="214">
                  <c:v>0.50112937152177495</c:v>
                </c:pt>
                <c:pt idx="215">
                  <c:v>0.46787253141998503</c:v>
                </c:pt>
                <c:pt idx="216">
                  <c:v>0.43720530063230401</c:v>
                </c:pt>
                <c:pt idx="217">
                  <c:v>0.45959407492170601</c:v>
                </c:pt>
                <c:pt idx="218">
                  <c:v>0.394169404360453</c:v>
                </c:pt>
                <c:pt idx="219">
                  <c:v>0.45850870301610303</c:v>
                </c:pt>
                <c:pt idx="220">
                  <c:v>0.49264013227543102</c:v>
                </c:pt>
                <c:pt idx="221">
                  <c:v>0.47700652645494301</c:v>
                </c:pt>
                <c:pt idx="222">
                  <c:v>0.505305541519944</c:v>
                </c:pt>
                <c:pt idx="223">
                  <c:v>0.47885281621922599</c:v>
                </c:pt>
                <c:pt idx="224">
                  <c:v>0.50775672845638498</c:v>
                </c:pt>
              </c:numCache>
            </c:numRef>
          </c:val>
          <c:smooth val="0"/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211695488"/>
        <c:axId val="211697024"/>
      </c:lineChart>
      <c:lineChart>
        <c:grouping val="standard"/>
        <c:varyColors val="0"/>
        <c:ser>
          <c:idx val="2"/>
          <c:order val="1"/>
          <c:tx>
            <c:strRef>
              <c:f>PoolRefinancible!$E$2</c:f>
              <c:strCache>
                <c:ptCount val="1"/>
                <c:pt idx="0">
                  <c:v>Conv Refi Index</c:v>
                </c:pt>
              </c:strCache>
            </c:strRef>
          </c:tx>
          <c:spPr>
            <a:ln w="19050">
              <a:solidFill>
                <a:srgbClr val="C3EBD9"/>
              </a:solidFill>
            </a:ln>
          </c:spPr>
          <c:marker>
            <c:symbol val="none"/>
          </c:marker>
          <c:cat>
            <c:numRef>
              <c:f>PoolRefinancible!$B$3:$B$227</c:f>
              <c:numCache>
                <c:formatCode>m/d/yyyy</c:formatCode>
                <c:ptCount val="225"/>
                <c:pt idx="0">
                  <c:v>40549</c:v>
                </c:pt>
                <c:pt idx="1">
                  <c:v>40556</c:v>
                </c:pt>
                <c:pt idx="2">
                  <c:v>40563</c:v>
                </c:pt>
                <c:pt idx="3">
                  <c:v>40570</c:v>
                </c:pt>
                <c:pt idx="4">
                  <c:v>40577</c:v>
                </c:pt>
                <c:pt idx="5">
                  <c:v>40584</c:v>
                </c:pt>
                <c:pt idx="6">
                  <c:v>40591</c:v>
                </c:pt>
                <c:pt idx="7">
                  <c:v>40598</c:v>
                </c:pt>
                <c:pt idx="8">
                  <c:v>40605</c:v>
                </c:pt>
                <c:pt idx="9">
                  <c:v>40612</c:v>
                </c:pt>
                <c:pt idx="10">
                  <c:v>40619</c:v>
                </c:pt>
                <c:pt idx="11">
                  <c:v>40626</c:v>
                </c:pt>
                <c:pt idx="12">
                  <c:v>40633</c:v>
                </c:pt>
                <c:pt idx="13">
                  <c:v>40640</c:v>
                </c:pt>
                <c:pt idx="14">
                  <c:v>40647</c:v>
                </c:pt>
                <c:pt idx="15">
                  <c:v>40654</c:v>
                </c:pt>
                <c:pt idx="16">
                  <c:v>40661</c:v>
                </c:pt>
                <c:pt idx="17">
                  <c:v>40668</c:v>
                </c:pt>
                <c:pt idx="18">
                  <c:v>40675</c:v>
                </c:pt>
                <c:pt idx="19">
                  <c:v>40682</c:v>
                </c:pt>
                <c:pt idx="20">
                  <c:v>40689</c:v>
                </c:pt>
                <c:pt idx="21">
                  <c:v>40696</c:v>
                </c:pt>
                <c:pt idx="22">
                  <c:v>40703</c:v>
                </c:pt>
                <c:pt idx="23">
                  <c:v>40710</c:v>
                </c:pt>
                <c:pt idx="24">
                  <c:v>40717</c:v>
                </c:pt>
                <c:pt idx="25">
                  <c:v>40724</c:v>
                </c:pt>
                <c:pt idx="26">
                  <c:v>40731</c:v>
                </c:pt>
                <c:pt idx="27">
                  <c:v>40738</c:v>
                </c:pt>
                <c:pt idx="28">
                  <c:v>40745</c:v>
                </c:pt>
                <c:pt idx="29">
                  <c:v>40752</c:v>
                </c:pt>
                <c:pt idx="30">
                  <c:v>40759</c:v>
                </c:pt>
                <c:pt idx="31">
                  <c:v>40766</c:v>
                </c:pt>
                <c:pt idx="32">
                  <c:v>40773</c:v>
                </c:pt>
                <c:pt idx="33">
                  <c:v>40780</c:v>
                </c:pt>
                <c:pt idx="34">
                  <c:v>40787</c:v>
                </c:pt>
                <c:pt idx="35">
                  <c:v>40794</c:v>
                </c:pt>
                <c:pt idx="36">
                  <c:v>40801</c:v>
                </c:pt>
                <c:pt idx="37">
                  <c:v>40808</c:v>
                </c:pt>
                <c:pt idx="38">
                  <c:v>40815</c:v>
                </c:pt>
                <c:pt idx="39">
                  <c:v>40822</c:v>
                </c:pt>
                <c:pt idx="40">
                  <c:v>40829</c:v>
                </c:pt>
                <c:pt idx="41">
                  <c:v>40836</c:v>
                </c:pt>
                <c:pt idx="42">
                  <c:v>40843</c:v>
                </c:pt>
                <c:pt idx="43">
                  <c:v>40850</c:v>
                </c:pt>
                <c:pt idx="44">
                  <c:v>40857</c:v>
                </c:pt>
                <c:pt idx="45">
                  <c:v>40864</c:v>
                </c:pt>
                <c:pt idx="46">
                  <c:v>40870</c:v>
                </c:pt>
                <c:pt idx="47">
                  <c:v>40878</c:v>
                </c:pt>
                <c:pt idx="48">
                  <c:v>40885</c:v>
                </c:pt>
                <c:pt idx="49">
                  <c:v>40892</c:v>
                </c:pt>
                <c:pt idx="50">
                  <c:v>40899</c:v>
                </c:pt>
                <c:pt idx="51">
                  <c:v>40906</c:v>
                </c:pt>
                <c:pt idx="52">
                  <c:v>40913</c:v>
                </c:pt>
                <c:pt idx="53">
                  <c:v>40920</c:v>
                </c:pt>
                <c:pt idx="54">
                  <c:v>40927</c:v>
                </c:pt>
                <c:pt idx="55">
                  <c:v>40934</c:v>
                </c:pt>
                <c:pt idx="56">
                  <c:v>40941</c:v>
                </c:pt>
                <c:pt idx="57">
                  <c:v>40948</c:v>
                </c:pt>
                <c:pt idx="58">
                  <c:v>40955</c:v>
                </c:pt>
                <c:pt idx="59">
                  <c:v>40962</c:v>
                </c:pt>
                <c:pt idx="60">
                  <c:v>40969</c:v>
                </c:pt>
                <c:pt idx="61">
                  <c:v>40976</c:v>
                </c:pt>
                <c:pt idx="62">
                  <c:v>40983</c:v>
                </c:pt>
                <c:pt idx="63">
                  <c:v>40990</c:v>
                </c:pt>
                <c:pt idx="64">
                  <c:v>40997</c:v>
                </c:pt>
                <c:pt idx="65">
                  <c:v>41004</c:v>
                </c:pt>
                <c:pt idx="66">
                  <c:v>41011</c:v>
                </c:pt>
                <c:pt idx="67">
                  <c:v>41018</c:v>
                </c:pt>
                <c:pt idx="68">
                  <c:v>41025</c:v>
                </c:pt>
                <c:pt idx="69">
                  <c:v>41032</c:v>
                </c:pt>
                <c:pt idx="70">
                  <c:v>41039</c:v>
                </c:pt>
                <c:pt idx="71">
                  <c:v>41046</c:v>
                </c:pt>
                <c:pt idx="72">
                  <c:v>41053</c:v>
                </c:pt>
                <c:pt idx="73">
                  <c:v>41060</c:v>
                </c:pt>
                <c:pt idx="74">
                  <c:v>41067</c:v>
                </c:pt>
                <c:pt idx="75">
                  <c:v>41074</c:v>
                </c:pt>
                <c:pt idx="76">
                  <c:v>41081</c:v>
                </c:pt>
                <c:pt idx="77">
                  <c:v>41088</c:v>
                </c:pt>
                <c:pt idx="78">
                  <c:v>41095</c:v>
                </c:pt>
                <c:pt idx="79">
                  <c:v>41102</c:v>
                </c:pt>
                <c:pt idx="80">
                  <c:v>41109</c:v>
                </c:pt>
                <c:pt idx="81">
                  <c:v>41116</c:v>
                </c:pt>
                <c:pt idx="82">
                  <c:v>41123</c:v>
                </c:pt>
                <c:pt idx="83">
                  <c:v>41130</c:v>
                </c:pt>
                <c:pt idx="84">
                  <c:v>41137</c:v>
                </c:pt>
                <c:pt idx="85">
                  <c:v>41144</c:v>
                </c:pt>
                <c:pt idx="86">
                  <c:v>41151</c:v>
                </c:pt>
                <c:pt idx="87">
                  <c:v>41158</c:v>
                </c:pt>
                <c:pt idx="88">
                  <c:v>41165</c:v>
                </c:pt>
                <c:pt idx="89">
                  <c:v>41172</c:v>
                </c:pt>
                <c:pt idx="90">
                  <c:v>41179</c:v>
                </c:pt>
                <c:pt idx="91">
                  <c:v>41186</c:v>
                </c:pt>
                <c:pt idx="92">
                  <c:v>41193</c:v>
                </c:pt>
                <c:pt idx="93">
                  <c:v>41200</c:v>
                </c:pt>
                <c:pt idx="94">
                  <c:v>41207</c:v>
                </c:pt>
                <c:pt idx="95">
                  <c:v>41214</c:v>
                </c:pt>
                <c:pt idx="96">
                  <c:v>41221</c:v>
                </c:pt>
                <c:pt idx="97">
                  <c:v>41228</c:v>
                </c:pt>
                <c:pt idx="98">
                  <c:v>41234</c:v>
                </c:pt>
                <c:pt idx="99">
                  <c:v>41242</c:v>
                </c:pt>
                <c:pt idx="100">
                  <c:v>41249</c:v>
                </c:pt>
                <c:pt idx="101">
                  <c:v>41256</c:v>
                </c:pt>
                <c:pt idx="102">
                  <c:v>41263</c:v>
                </c:pt>
                <c:pt idx="103">
                  <c:v>41270</c:v>
                </c:pt>
                <c:pt idx="104">
                  <c:v>41277</c:v>
                </c:pt>
                <c:pt idx="105">
                  <c:v>41284</c:v>
                </c:pt>
                <c:pt idx="106">
                  <c:v>41291</c:v>
                </c:pt>
                <c:pt idx="107">
                  <c:v>41298</c:v>
                </c:pt>
                <c:pt idx="108">
                  <c:v>41305</c:v>
                </c:pt>
                <c:pt idx="109">
                  <c:v>41312</c:v>
                </c:pt>
                <c:pt idx="110">
                  <c:v>41319</c:v>
                </c:pt>
                <c:pt idx="111">
                  <c:v>41326</c:v>
                </c:pt>
                <c:pt idx="112">
                  <c:v>41333</c:v>
                </c:pt>
                <c:pt idx="113">
                  <c:v>41340</c:v>
                </c:pt>
                <c:pt idx="114">
                  <c:v>41347</c:v>
                </c:pt>
                <c:pt idx="115">
                  <c:v>41354</c:v>
                </c:pt>
                <c:pt idx="116">
                  <c:v>41361</c:v>
                </c:pt>
                <c:pt idx="117">
                  <c:v>41368</c:v>
                </c:pt>
                <c:pt idx="118">
                  <c:v>41375</c:v>
                </c:pt>
                <c:pt idx="119">
                  <c:v>41382</c:v>
                </c:pt>
                <c:pt idx="120">
                  <c:v>41389</c:v>
                </c:pt>
                <c:pt idx="121">
                  <c:v>41396</c:v>
                </c:pt>
                <c:pt idx="122">
                  <c:v>41403</c:v>
                </c:pt>
                <c:pt idx="123">
                  <c:v>41410</c:v>
                </c:pt>
                <c:pt idx="124">
                  <c:v>41417</c:v>
                </c:pt>
                <c:pt idx="125">
                  <c:v>41424</c:v>
                </c:pt>
                <c:pt idx="126">
                  <c:v>41431</c:v>
                </c:pt>
                <c:pt idx="127">
                  <c:v>41438</c:v>
                </c:pt>
                <c:pt idx="128">
                  <c:v>41445</c:v>
                </c:pt>
                <c:pt idx="129">
                  <c:v>41452</c:v>
                </c:pt>
                <c:pt idx="130">
                  <c:v>41458</c:v>
                </c:pt>
                <c:pt idx="131">
                  <c:v>41466</c:v>
                </c:pt>
                <c:pt idx="132">
                  <c:v>41473</c:v>
                </c:pt>
                <c:pt idx="133">
                  <c:v>41480</c:v>
                </c:pt>
                <c:pt idx="134">
                  <c:v>41487</c:v>
                </c:pt>
                <c:pt idx="135">
                  <c:v>41494</c:v>
                </c:pt>
                <c:pt idx="136">
                  <c:v>41501</c:v>
                </c:pt>
                <c:pt idx="137">
                  <c:v>41508</c:v>
                </c:pt>
                <c:pt idx="138">
                  <c:v>41515</c:v>
                </c:pt>
                <c:pt idx="139">
                  <c:v>41522</c:v>
                </c:pt>
                <c:pt idx="140">
                  <c:v>41529</c:v>
                </c:pt>
                <c:pt idx="141">
                  <c:v>41536</c:v>
                </c:pt>
                <c:pt idx="142">
                  <c:v>41543</c:v>
                </c:pt>
                <c:pt idx="143">
                  <c:v>41550</c:v>
                </c:pt>
                <c:pt idx="144">
                  <c:v>41557</c:v>
                </c:pt>
                <c:pt idx="145">
                  <c:v>41564</c:v>
                </c:pt>
                <c:pt idx="146">
                  <c:v>41571</c:v>
                </c:pt>
                <c:pt idx="147">
                  <c:v>41578</c:v>
                </c:pt>
                <c:pt idx="148">
                  <c:v>41585</c:v>
                </c:pt>
                <c:pt idx="149">
                  <c:v>41592</c:v>
                </c:pt>
                <c:pt idx="150">
                  <c:v>41599</c:v>
                </c:pt>
                <c:pt idx="151">
                  <c:v>41605</c:v>
                </c:pt>
                <c:pt idx="152">
                  <c:v>41613</c:v>
                </c:pt>
                <c:pt idx="153">
                  <c:v>41620</c:v>
                </c:pt>
                <c:pt idx="154">
                  <c:v>41627</c:v>
                </c:pt>
                <c:pt idx="155">
                  <c:v>41634</c:v>
                </c:pt>
                <c:pt idx="156">
                  <c:v>41641</c:v>
                </c:pt>
                <c:pt idx="157">
                  <c:v>41648</c:v>
                </c:pt>
                <c:pt idx="158">
                  <c:v>41655</c:v>
                </c:pt>
                <c:pt idx="159">
                  <c:v>41662</c:v>
                </c:pt>
                <c:pt idx="160">
                  <c:v>41669</c:v>
                </c:pt>
                <c:pt idx="161">
                  <c:v>41676</c:v>
                </c:pt>
                <c:pt idx="162">
                  <c:v>41683</c:v>
                </c:pt>
                <c:pt idx="163">
                  <c:v>41690</c:v>
                </c:pt>
                <c:pt idx="164">
                  <c:v>41697</c:v>
                </c:pt>
                <c:pt idx="165">
                  <c:v>41704</c:v>
                </c:pt>
                <c:pt idx="166">
                  <c:v>41711</c:v>
                </c:pt>
                <c:pt idx="167">
                  <c:v>41718</c:v>
                </c:pt>
                <c:pt idx="168">
                  <c:v>41725</c:v>
                </c:pt>
                <c:pt idx="169">
                  <c:v>41732</c:v>
                </c:pt>
                <c:pt idx="170">
                  <c:v>41739</c:v>
                </c:pt>
                <c:pt idx="171">
                  <c:v>41746</c:v>
                </c:pt>
                <c:pt idx="172">
                  <c:v>41753</c:v>
                </c:pt>
                <c:pt idx="173">
                  <c:v>41760</c:v>
                </c:pt>
                <c:pt idx="174">
                  <c:v>41767</c:v>
                </c:pt>
                <c:pt idx="175">
                  <c:v>41774</c:v>
                </c:pt>
                <c:pt idx="176">
                  <c:v>41781</c:v>
                </c:pt>
                <c:pt idx="177">
                  <c:v>41788</c:v>
                </c:pt>
                <c:pt idx="178">
                  <c:v>41795</c:v>
                </c:pt>
                <c:pt idx="179">
                  <c:v>41802</c:v>
                </c:pt>
                <c:pt idx="180">
                  <c:v>41809</c:v>
                </c:pt>
                <c:pt idx="181">
                  <c:v>41816</c:v>
                </c:pt>
                <c:pt idx="182">
                  <c:v>41823</c:v>
                </c:pt>
                <c:pt idx="183">
                  <c:v>41830</c:v>
                </c:pt>
                <c:pt idx="184">
                  <c:v>41837</c:v>
                </c:pt>
                <c:pt idx="185">
                  <c:v>41844</c:v>
                </c:pt>
                <c:pt idx="186">
                  <c:v>41851</c:v>
                </c:pt>
                <c:pt idx="187">
                  <c:v>41858</c:v>
                </c:pt>
                <c:pt idx="188">
                  <c:v>41865</c:v>
                </c:pt>
                <c:pt idx="189">
                  <c:v>41872</c:v>
                </c:pt>
                <c:pt idx="190">
                  <c:v>41879</c:v>
                </c:pt>
                <c:pt idx="191">
                  <c:v>41886</c:v>
                </c:pt>
                <c:pt idx="192">
                  <c:v>41893</c:v>
                </c:pt>
                <c:pt idx="193">
                  <c:v>41900</c:v>
                </c:pt>
                <c:pt idx="194">
                  <c:v>41907</c:v>
                </c:pt>
                <c:pt idx="195">
                  <c:v>41914</c:v>
                </c:pt>
                <c:pt idx="196">
                  <c:v>41921</c:v>
                </c:pt>
                <c:pt idx="197">
                  <c:v>41928</c:v>
                </c:pt>
                <c:pt idx="198">
                  <c:v>41935</c:v>
                </c:pt>
                <c:pt idx="199">
                  <c:v>41942</c:v>
                </c:pt>
                <c:pt idx="200">
                  <c:v>41949</c:v>
                </c:pt>
                <c:pt idx="201">
                  <c:v>41956</c:v>
                </c:pt>
                <c:pt idx="202">
                  <c:v>41963</c:v>
                </c:pt>
                <c:pt idx="203">
                  <c:v>41969</c:v>
                </c:pt>
                <c:pt idx="204">
                  <c:v>41977</c:v>
                </c:pt>
                <c:pt idx="205">
                  <c:v>41984</c:v>
                </c:pt>
                <c:pt idx="206">
                  <c:v>41991</c:v>
                </c:pt>
                <c:pt idx="207">
                  <c:v>41997</c:v>
                </c:pt>
                <c:pt idx="208">
                  <c:v>42004</c:v>
                </c:pt>
                <c:pt idx="209">
                  <c:v>42012</c:v>
                </c:pt>
                <c:pt idx="210">
                  <c:v>42019</c:v>
                </c:pt>
                <c:pt idx="211">
                  <c:v>42026</c:v>
                </c:pt>
                <c:pt idx="212">
                  <c:v>42033</c:v>
                </c:pt>
                <c:pt idx="213">
                  <c:v>42040</c:v>
                </c:pt>
                <c:pt idx="214">
                  <c:v>42047</c:v>
                </c:pt>
                <c:pt idx="215">
                  <c:v>42054</c:v>
                </c:pt>
                <c:pt idx="216">
                  <c:v>42061</c:v>
                </c:pt>
                <c:pt idx="217">
                  <c:v>42068</c:v>
                </c:pt>
                <c:pt idx="218">
                  <c:v>42075</c:v>
                </c:pt>
                <c:pt idx="219">
                  <c:v>42082</c:v>
                </c:pt>
                <c:pt idx="220">
                  <c:v>42089</c:v>
                </c:pt>
                <c:pt idx="221">
                  <c:v>42096</c:v>
                </c:pt>
                <c:pt idx="222">
                  <c:v>42103</c:v>
                </c:pt>
                <c:pt idx="223">
                  <c:v>42110</c:v>
                </c:pt>
                <c:pt idx="224">
                  <c:v>42117</c:v>
                </c:pt>
              </c:numCache>
            </c:numRef>
          </c:cat>
          <c:val>
            <c:numRef>
              <c:f>PoolRefinancible!$E$3:$E$227</c:f>
              <c:numCache>
                <c:formatCode>General</c:formatCode>
                <c:ptCount val="225"/>
                <c:pt idx="0">
                  <c:v>2344.3000000000002</c:v>
                </c:pt>
                <c:pt idx="1">
                  <c:v>2528.6999999999998</c:v>
                </c:pt>
                <c:pt idx="2">
                  <c:v>2129.6999999999998</c:v>
                </c:pt>
                <c:pt idx="3">
                  <c:v>2371.1</c:v>
                </c:pt>
                <c:pt idx="4">
                  <c:v>2190.4</c:v>
                </c:pt>
                <c:pt idx="5">
                  <c:v>1953.2</c:v>
                </c:pt>
                <c:pt idx="6">
                  <c:v>2325.3000000000002</c:v>
                </c:pt>
                <c:pt idx="7">
                  <c:v>2155.5</c:v>
                </c:pt>
                <c:pt idx="8">
                  <c:v>2539.4</c:v>
                </c:pt>
                <c:pt idx="9">
                  <c:v>2563.6</c:v>
                </c:pt>
                <c:pt idx="10">
                  <c:v>2620.8000000000002</c:v>
                </c:pt>
                <c:pt idx="11">
                  <c:v>2350.6999999999998</c:v>
                </c:pt>
                <c:pt idx="12">
                  <c:v>2194.4</c:v>
                </c:pt>
                <c:pt idx="13">
                  <c:v>2010.6</c:v>
                </c:pt>
                <c:pt idx="14">
                  <c:v>2065.3000000000002</c:v>
                </c:pt>
                <c:pt idx="15">
                  <c:v>2091.4</c:v>
                </c:pt>
                <c:pt idx="16">
                  <c:v>2220.1</c:v>
                </c:pt>
                <c:pt idx="17">
                  <c:v>2414.9</c:v>
                </c:pt>
                <c:pt idx="18">
                  <c:v>2742.2</c:v>
                </c:pt>
                <c:pt idx="19">
                  <c:v>2764.6</c:v>
                </c:pt>
                <c:pt idx="20">
                  <c:v>2619.6999999999998</c:v>
                </c:pt>
                <c:pt idx="21">
                  <c:v>2648</c:v>
                </c:pt>
                <c:pt idx="22">
                  <c:v>3101.7</c:v>
                </c:pt>
                <c:pt idx="23">
                  <c:v>2857.9</c:v>
                </c:pt>
                <c:pt idx="24">
                  <c:v>2809.5</c:v>
                </c:pt>
                <c:pt idx="25">
                  <c:v>2527.5</c:v>
                </c:pt>
                <c:pt idx="26">
                  <c:v>2362.6999999999998</c:v>
                </c:pt>
                <c:pt idx="27">
                  <c:v>2923.8</c:v>
                </c:pt>
                <c:pt idx="28">
                  <c:v>2769.6</c:v>
                </c:pt>
                <c:pt idx="29">
                  <c:v>2974.1</c:v>
                </c:pt>
                <c:pt idx="30">
                  <c:v>3880.9</c:v>
                </c:pt>
                <c:pt idx="31">
                  <c:v>4184.3999999999996</c:v>
                </c:pt>
                <c:pt idx="32">
                  <c:v>4110.8</c:v>
                </c:pt>
                <c:pt idx="33">
                  <c:v>3601.3</c:v>
                </c:pt>
                <c:pt idx="34">
                  <c:v>3372</c:v>
                </c:pt>
                <c:pt idx="35">
                  <c:v>3571.7</c:v>
                </c:pt>
                <c:pt idx="36">
                  <c:v>4033.8</c:v>
                </c:pt>
                <c:pt idx="37">
                  <c:v>4512.1000000000004</c:v>
                </c:pt>
                <c:pt idx="38">
                  <c:v>4241.8</c:v>
                </c:pt>
                <c:pt idx="39">
                  <c:v>4251.1000000000004</c:v>
                </c:pt>
                <c:pt idx="40">
                  <c:v>3553.2</c:v>
                </c:pt>
                <c:pt idx="41">
                  <c:v>3719.3</c:v>
                </c:pt>
                <c:pt idx="42">
                  <c:v>3695</c:v>
                </c:pt>
                <c:pt idx="43">
                  <c:v>4137.6000000000004</c:v>
                </c:pt>
                <c:pt idx="44">
                  <c:v>3664.5</c:v>
                </c:pt>
                <c:pt idx="45">
                  <c:v>3466.8</c:v>
                </c:pt>
                <c:pt idx="46">
                  <c:v>#N/A</c:v>
                </c:pt>
                <c:pt idx="47">
                  <c:v>3394.7</c:v>
                </c:pt>
                <c:pt idx="48">
                  <c:v>3708.6</c:v>
                </c:pt>
                <c:pt idx="49">
                  <c:v>3676.1</c:v>
                </c:pt>
                <c:pt idx="50">
                  <c:v>3684.5</c:v>
                </c:pt>
                <c:pt idx="51">
                  <c:v>3608.1</c:v>
                </c:pt>
                <c:pt idx="52">
                  <c:v>3668.3</c:v>
                </c:pt>
                <c:pt idx="53">
                  <c:v>4626.5</c:v>
                </c:pt>
                <c:pt idx="54">
                  <c:v>4326.3999999999996</c:v>
                </c:pt>
                <c:pt idx="55">
                  <c:v>4184.3</c:v>
                </c:pt>
                <c:pt idx="56">
                  <c:v>4617.1000000000004</c:v>
                </c:pt>
                <c:pt idx="57">
                  <c:v>4716.1000000000004</c:v>
                </c:pt>
                <c:pt idx="58">
                  <c:v>4466.8999999999996</c:v>
                </c:pt>
                <c:pt idx="59">
                  <c:v>4379.1000000000004</c:v>
                </c:pt>
                <c:pt idx="60">
                  <c:v>4277.6000000000004</c:v>
                </c:pt>
                <c:pt idx="61">
                  <c:v>4063.4</c:v>
                </c:pt>
                <c:pt idx="62">
                  <c:v>3715.2</c:v>
                </c:pt>
                <c:pt idx="63">
                  <c:v>3588.4</c:v>
                </c:pt>
                <c:pt idx="64">
                  <c:v>3699.5</c:v>
                </c:pt>
                <c:pt idx="65">
                  <c:v>3549.3</c:v>
                </c:pt>
                <c:pt idx="66">
                  <c:v>4144.3</c:v>
                </c:pt>
                <c:pt idx="67">
                  <c:v>3892.2</c:v>
                </c:pt>
                <c:pt idx="68">
                  <c:v>3856</c:v>
                </c:pt>
                <c:pt idx="69">
                  <c:v>3924.4</c:v>
                </c:pt>
                <c:pt idx="70">
                  <c:v>4482</c:v>
                </c:pt>
                <c:pt idx="71">
                  <c:v>4732</c:v>
                </c:pt>
                <c:pt idx="72">
                  <c:v>4675.8999999999996</c:v>
                </c:pt>
                <c:pt idx="73">
                  <c:v>4736</c:v>
                </c:pt>
                <c:pt idx="74">
                  <c:v>5590</c:v>
                </c:pt>
                <c:pt idx="75">
                  <c:v>4719.6000000000004</c:v>
                </c:pt>
                <c:pt idx="76">
                  <c:v>4585.8</c:v>
                </c:pt>
                <c:pt idx="77">
                  <c:v>4372.2</c:v>
                </c:pt>
                <c:pt idx="78">
                  <c:v>4267.8999999999996</c:v>
                </c:pt>
                <c:pt idx="79">
                  <c:v>5246.8</c:v>
                </c:pt>
                <c:pt idx="80">
                  <c:v>5383.1</c:v>
                </c:pt>
                <c:pt idx="81">
                  <c:v>5492.1</c:v>
                </c:pt>
                <c:pt idx="82">
                  <c:v>5444.3</c:v>
                </c:pt>
                <c:pt idx="83">
                  <c:v>5172.2</c:v>
                </c:pt>
                <c:pt idx="84">
                  <c:v>4671.1000000000004</c:v>
                </c:pt>
                <c:pt idx="85">
                  <c:v>4414.6000000000004</c:v>
                </c:pt>
                <c:pt idx="86">
                  <c:v>4274.8</c:v>
                </c:pt>
                <c:pt idx="87">
                  <c:v>4779.1000000000004</c:v>
                </c:pt>
                <c:pt idx="88">
                  <c:v>4823.3</c:v>
                </c:pt>
                <c:pt idx="89">
                  <c:v>4979</c:v>
                </c:pt>
                <c:pt idx="90">
                  <c:v>5965.5</c:v>
                </c:pt>
                <c:pt idx="91">
                  <c:v>5892.5</c:v>
                </c:pt>
                <c:pt idx="92">
                  <c:v>5572.2</c:v>
                </c:pt>
                <c:pt idx="93">
                  <c:v>4847.2</c:v>
                </c:pt>
                <c:pt idx="94">
                  <c:v>4550.7</c:v>
                </c:pt>
                <c:pt idx="95">
                  <c:v>4297.7</c:v>
                </c:pt>
                <c:pt idx="96">
                  <c:v>4856.1000000000004</c:v>
                </c:pt>
                <c:pt idx="97">
                  <c:v>4702.3999999999996</c:v>
                </c:pt>
                <c:pt idx="98">
                  <c:v>#N/A</c:v>
                </c:pt>
                <c:pt idx="99">
                  <c:v>4943</c:v>
                </c:pt>
                <c:pt idx="100">
                  <c:v>5368.1</c:v>
                </c:pt>
                <c:pt idx="101">
                  <c:v>4564.3999999999996</c:v>
                </c:pt>
                <c:pt idx="102">
                  <c:v>3983.2</c:v>
                </c:pt>
                <c:pt idx="103">
                  <c:v>3488.9</c:v>
                </c:pt>
                <c:pt idx="104">
                  <c:v>3896.4</c:v>
                </c:pt>
                <c:pt idx="105">
                  <c:v>4554.3999999999996</c:v>
                </c:pt>
                <c:pt idx="106">
                  <c:v>4937.3999999999996</c:v>
                </c:pt>
                <c:pt idx="107">
                  <c:v>4433.6000000000004</c:v>
                </c:pt>
                <c:pt idx="108">
                  <c:v>4579</c:v>
                </c:pt>
                <c:pt idx="109">
                  <c:v>4284.3</c:v>
                </c:pt>
                <c:pt idx="110">
                  <c:v>4261.8</c:v>
                </c:pt>
                <c:pt idx="111">
                  <c:v>4136.3</c:v>
                </c:pt>
                <c:pt idx="112">
                  <c:v>4724.8999999999996</c:v>
                </c:pt>
                <c:pt idx="113">
                  <c:v>4485.2</c:v>
                </c:pt>
                <c:pt idx="114">
                  <c:v>4111.3</c:v>
                </c:pt>
                <c:pt idx="115">
                  <c:v>4412.8999999999996</c:v>
                </c:pt>
                <c:pt idx="116">
                  <c:v>4119.2</c:v>
                </c:pt>
                <c:pt idx="117">
                  <c:v>4528.8999999999996</c:v>
                </c:pt>
                <c:pt idx="118">
                  <c:v>4726.8999999999996</c:v>
                </c:pt>
                <c:pt idx="119">
                  <c:v>4672.1000000000004</c:v>
                </c:pt>
                <c:pt idx="120">
                  <c:v>4854.1000000000004</c:v>
                </c:pt>
                <c:pt idx="121">
                  <c:v>5279.9</c:v>
                </c:pt>
                <c:pt idx="122">
                  <c:v>4797.2</c:v>
                </c:pt>
                <c:pt idx="123">
                  <c:v>4241.5</c:v>
                </c:pt>
                <c:pt idx="124">
                  <c:v>3709.4</c:v>
                </c:pt>
                <c:pt idx="125">
                  <c:v>3163.6</c:v>
                </c:pt>
                <c:pt idx="126">
                  <c:v>3339.8</c:v>
                </c:pt>
                <c:pt idx="127">
                  <c:v>3214.4</c:v>
                </c:pt>
                <c:pt idx="128">
                  <c:v>3040.1</c:v>
                </c:pt>
                <c:pt idx="129">
                  <c:v>2573.4</c:v>
                </c:pt>
                <c:pt idx="130">
                  <c:v>#N/A</c:v>
                </c:pt>
                <c:pt idx="131">
                  <c:v>2242.1999999999998</c:v>
                </c:pt>
                <c:pt idx="132">
                  <c:v>2288</c:v>
                </c:pt>
                <c:pt idx="133">
                  <c:v>2218.3000000000002</c:v>
                </c:pt>
                <c:pt idx="134">
                  <c:v>2228.9</c:v>
                </c:pt>
                <c:pt idx="135">
                  <c:v>2110.6</c:v>
                </c:pt>
                <c:pt idx="136">
                  <c:v>1935.1</c:v>
                </c:pt>
                <c:pt idx="137">
                  <c:v>1842.6</c:v>
                </c:pt>
                <c:pt idx="138">
                  <c:v>1909</c:v>
                </c:pt>
                <c:pt idx="139">
                  <c:v>1512.9</c:v>
                </c:pt>
                <c:pt idx="140">
                  <c:v>1814</c:v>
                </c:pt>
                <c:pt idx="141">
                  <c:v>1922.9</c:v>
                </c:pt>
                <c:pt idx="142">
                  <c:v>1956.6</c:v>
                </c:pt>
                <c:pt idx="143">
                  <c:v>2025.3</c:v>
                </c:pt>
                <c:pt idx="144">
                  <c:v>2102.6999999999998</c:v>
                </c:pt>
                <c:pt idx="145">
                  <c:v>2033.7</c:v>
                </c:pt>
                <c:pt idx="146">
                  <c:v>2211.8000000000002</c:v>
                </c:pt>
                <c:pt idx="147">
                  <c:v>2105.6</c:v>
                </c:pt>
                <c:pt idx="148">
                  <c:v>2056.9</c:v>
                </c:pt>
                <c:pt idx="149">
                  <c:v>1903.5</c:v>
                </c:pt>
                <c:pt idx="150">
                  <c:v>1917.2</c:v>
                </c:pt>
                <c:pt idx="151">
                  <c:v>#N/A</c:v>
                </c:pt>
                <c:pt idx="152">
                  <c:v>1599.4</c:v>
                </c:pt>
                <c:pt idx="153">
                  <c:v>1529.8</c:v>
                </c:pt>
                <c:pt idx="154">
                  <c:v>1426.7</c:v>
                </c:pt>
                <c:pt idx="155">
                  <c:v>1277.8</c:v>
                </c:pt>
                <c:pt idx="156">
                  <c:v>1352.7</c:v>
                </c:pt>
                <c:pt idx="157">
                  <c:v>1507</c:v>
                </c:pt>
                <c:pt idx="158">
                  <c:v>1675.8</c:v>
                </c:pt>
                <c:pt idx="159">
                  <c:v>1601.2</c:v>
                </c:pt>
                <c:pt idx="160">
                  <c:v>1667.5</c:v>
                </c:pt>
                <c:pt idx="161">
                  <c:v>1674.2</c:v>
                </c:pt>
                <c:pt idx="162">
                  <c:v>1650.6</c:v>
                </c:pt>
                <c:pt idx="163">
                  <c:v>1442.3</c:v>
                </c:pt>
                <c:pt idx="164">
                  <c:v>1600.6</c:v>
                </c:pt>
                <c:pt idx="165">
                  <c:v>1528</c:v>
                </c:pt>
                <c:pt idx="166">
                  <c:v>1552.1</c:v>
                </c:pt>
                <c:pt idx="167">
                  <c:v>1426.3</c:v>
                </c:pt>
                <c:pt idx="168">
                  <c:v>1383.5</c:v>
                </c:pt>
                <c:pt idx="169">
                  <c:v>1324.7</c:v>
                </c:pt>
                <c:pt idx="170">
                  <c:v>1429.9</c:v>
                </c:pt>
                <c:pt idx="171">
                  <c:v>1370.9</c:v>
                </c:pt>
                <c:pt idx="172">
                  <c:v>1298.0999999999999</c:v>
                </c:pt>
                <c:pt idx="173">
                  <c:v>1323.9</c:v>
                </c:pt>
                <c:pt idx="174">
                  <c:v>1400.9</c:v>
                </c:pt>
                <c:pt idx="175">
                  <c:v>1460.6</c:v>
                </c:pt>
                <c:pt idx="176">
                  <c:v>1453.4</c:v>
                </c:pt>
                <c:pt idx="177">
                  <c:v>1382.6</c:v>
                </c:pt>
                <c:pt idx="178">
                  <c:v>1516.9</c:v>
                </c:pt>
                <c:pt idx="179">
                  <c:v>1321.3</c:v>
                </c:pt>
                <c:pt idx="180">
                  <c:v>1333.5</c:v>
                </c:pt>
                <c:pt idx="181">
                  <c:v>1341.8</c:v>
                </c:pt>
                <c:pt idx="182">
                  <c:v>1346.8</c:v>
                </c:pt>
                <c:pt idx="183">
                  <c:v>1329.7</c:v>
                </c:pt>
                <c:pt idx="184">
                  <c:v>1400.7</c:v>
                </c:pt>
                <c:pt idx="185">
                  <c:v>1327.5</c:v>
                </c:pt>
                <c:pt idx="186">
                  <c:v>1373.9</c:v>
                </c:pt>
                <c:pt idx="187">
                  <c:v>1342.6</c:v>
                </c:pt>
                <c:pt idx="188">
                  <c:v>1404.9</c:v>
                </c:pt>
                <c:pt idx="189">
                  <c:v>1439.4</c:v>
                </c:pt>
                <c:pt idx="190">
                  <c:v>1436</c:v>
                </c:pt>
                <c:pt idx="191">
                  <c:v>1275.8</c:v>
                </c:pt>
                <c:pt idx="192">
                  <c:v>1398.4</c:v>
                </c:pt>
                <c:pt idx="193">
                  <c:v>1335.1</c:v>
                </c:pt>
                <c:pt idx="194">
                  <c:v>1326.2</c:v>
                </c:pt>
                <c:pt idx="195">
                  <c:v>1387.1</c:v>
                </c:pt>
                <c:pt idx="196">
                  <c:v>1560.6</c:v>
                </c:pt>
                <c:pt idx="197">
                  <c:v>1898.2</c:v>
                </c:pt>
                <c:pt idx="198">
                  <c:v>1713.6</c:v>
                </c:pt>
                <c:pt idx="199">
                  <c:v>1604.8</c:v>
                </c:pt>
                <c:pt idx="200">
                  <c:v>1565.3</c:v>
                </c:pt>
                <c:pt idx="201">
                  <c:v>1563.2</c:v>
                </c:pt>
                <c:pt idx="202">
                  <c:v>1547.9</c:v>
                </c:pt>
                <c:pt idx="203">
                  <c:v>#N/A</c:v>
                </c:pt>
                <c:pt idx="204">
                  <c:v>1548.6</c:v>
                </c:pt>
                <c:pt idx="205">
                  <c:v>1518.8</c:v>
                </c:pt>
                <c:pt idx="206">
                  <c:v>1538.7</c:v>
                </c:pt>
                <c:pt idx="207">
                  <c:v>#N/A</c:v>
                </c:pt>
                <c:pt idx="208">
                  <c:v>#N/A</c:v>
                </c:pt>
                <c:pt idx="209">
                  <c:v>2271.5</c:v>
                </c:pt>
                <c:pt idx="210">
                  <c:v>2799.3</c:v>
                </c:pt>
                <c:pt idx="211">
                  <c:v>2572.3000000000002</c:v>
                </c:pt>
                <c:pt idx="212">
                  <c:v>2584.8000000000002</c:v>
                </c:pt>
                <c:pt idx="213">
                  <c:v>2291.3000000000002</c:v>
                </c:pt>
                <c:pt idx="214">
                  <c:v>1904.2</c:v>
                </c:pt>
                <c:pt idx="215">
                  <c:v>1703.1</c:v>
                </c:pt>
                <c:pt idx="216">
                  <c:v>1740.3</c:v>
                </c:pt>
                <c:pt idx="217">
                  <c:v>1685.7</c:v>
                </c:pt>
                <c:pt idx="218">
                  <c:v>1623.6</c:v>
                </c:pt>
                <c:pt idx="219">
                  <c:v>1860.8</c:v>
                </c:pt>
                <c:pt idx="220">
                  <c:v>1941.6</c:v>
                </c:pt>
                <c:pt idx="221">
                  <c:v>1854.7</c:v>
                </c:pt>
                <c:pt idx="222">
                  <c:v>1804.6</c:v>
                </c:pt>
                <c:pt idx="223">
                  <c:v>1817</c:v>
                </c:pt>
                <c:pt idx="224">
                  <c:v>#N/A</c:v>
                </c:pt>
              </c:numCache>
            </c:numRef>
          </c:val>
          <c:smooth val="0"/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211725696"/>
        <c:axId val="211723776"/>
      </c:lineChart>
      <c:dateAx>
        <c:axId val="211695488"/>
        <c:scaling>
          <c:orientation val="minMax"/>
        </c:scaling>
        <c:delete val="0"/>
        <c:axPos val="b"/>
        <c:numFmt formatCode="m/d/yyyy" sourceLinked="1"/>
        <c:majorTickMark val="out"/>
        <c:minorTickMark val="none"/>
        <c:tickLblPos val="nextTo"/>
        <c:crossAx val="211697024"/>
        <c:crosses val="autoZero"/>
        <c:auto val="1"/>
        <c:lblOffset val="100"/>
        <c:baseTimeUnit val="days"/>
        <c:majorUnit val="6"/>
        <c:majorTimeUnit val="months"/>
      </c:dateAx>
      <c:valAx>
        <c:axId val="211697024"/>
        <c:scaling>
          <c:orientation val="minMax"/>
          <c:max val="1"/>
        </c:scaling>
        <c:delete val="0"/>
        <c:axPos val="l"/>
        <c:majorGridlines/>
        <c:title>
          <c:tx>
            <c:rich>
              <a:bodyPr rot="-5400000" vert="horz"/>
              <a:lstStyle/>
              <a:p>
                <a:pPr>
                  <a:defRPr/>
                </a:pPr>
                <a:r>
                  <a:rPr lang="en-US"/>
                  <a:t>Refinancible Percentage</a:t>
                </a:r>
              </a:p>
            </c:rich>
          </c:tx>
          <c:layout/>
          <c:overlay val="0"/>
        </c:title>
        <c:numFmt formatCode="0%" sourceLinked="1"/>
        <c:majorTickMark val="out"/>
        <c:minorTickMark val="none"/>
        <c:tickLblPos val="nextTo"/>
        <c:crossAx val="211695488"/>
        <c:crosses val="autoZero"/>
        <c:crossBetween val="between"/>
        <c:majorUnit val="0.2"/>
      </c:valAx>
      <c:valAx>
        <c:axId val="211723776"/>
        <c:scaling>
          <c:orientation val="minMax"/>
        </c:scaling>
        <c:delete val="0"/>
        <c:axPos val="r"/>
        <c:title>
          <c:tx>
            <c:rich>
              <a:bodyPr rot="-5400000" vert="horz"/>
              <a:lstStyle/>
              <a:p>
                <a:pPr>
                  <a:defRPr/>
                </a:pPr>
                <a:r>
                  <a:rPr lang="en-US"/>
                  <a:t>Refi Index</a:t>
                </a:r>
              </a:p>
            </c:rich>
          </c:tx>
          <c:layout/>
          <c:overlay val="0"/>
        </c:title>
        <c:numFmt formatCode="General" sourceLinked="1"/>
        <c:majorTickMark val="out"/>
        <c:minorTickMark val="none"/>
        <c:tickLblPos val="nextTo"/>
        <c:crossAx val="211725696"/>
        <c:crosses val="max"/>
        <c:crossBetween val="between"/>
      </c:valAx>
      <c:dateAx>
        <c:axId val="211725696"/>
        <c:scaling>
          <c:orientation val="minMax"/>
        </c:scaling>
        <c:delete val="1"/>
        <c:axPos val="b"/>
        <c:numFmt formatCode="m/d/yyyy" sourceLinked="1"/>
        <c:majorTickMark val="out"/>
        <c:minorTickMark val="none"/>
        <c:tickLblPos val="nextTo"/>
        <c:crossAx val="211723776"/>
        <c:crosses val="autoZero"/>
        <c:auto val="1"/>
        <c:lblOffset val="100"/>
        <c:baseTimeUnit val="days"/>
      </c:dateAx>
    </c:plotArea>
    <c:legend>
      <c:legendPos val="b"/>
      <c:legendEntry>
        <c:idx val="1"/>
        <c:delete val="1"/>
      </c:legendEntry>
      <c:legendEntry>
        <c:idx val="2"/>
        <c:delete val="1"/>
      </c:legendEntry>
      <c:legendEntry>
        <c:idx val="3"/>
        <c:delete val="1"/>
      </c:legendEntry>
      <c:legendEntry>
        <c:idx val="4"/>
        <c:delete val="1"/>
      </c:legendEntry>
      <c:layout/>
      <c:overlay val="0"/>
    </c:legend>
    <c:plotVisOnly val="1"/>
    <c:dispBlanksAs val="gap"/>
    <c:showDLblsOverMax val="0"/>
  </c:chart>
  <c:spPr>
    <a:solidFill>
      <a:schemeClr val="bg1"/>
    </a:solidFill>
  </c:spPr>
  <c:externalData r:id="rId1">
    <c:autoUpdate val="0"/>
  </c:externalData>
</c:chartSpace>
</file>

<file path=ppt/charts/chart19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0"/>
    <c:plotArea>
      <c:layout/>
      <c:lineChart>
        <c:grouping val="standard"/>
        <c:varyColors val="0"/>
        <c:ser>
          <c:idx val="0"/>
          <c:order val="0"/>
          <c:tx>
            <c:strRef>
              <c:f>PoolRefinancible!$C$2</c:f>
              <c:strCache>
                <c:ptCount val="1"/>
                <c:pt idx="0">
                  <c:v>Pool Level</c:v>
                </c:pt>
              </c:strCache>
            </c:strRef>
          </c:tx>
          <c:spPr>
            <a:ln w="19050">
              <a:solidFill>
                <a:srgbClr val="2E398A"/>
              </a:solidFill>
            </a:ln>
          </c:spPr>
          <c:marker>
            <c:symbol val="none"/>
          </c:marker>
          <c:cat>
            <c:numRef>
              <c:f>PoolRefinancible!$B$3:$B$227</c:f>
              <c:numCache>
                <c:formatCode>m/d/yyyy</c:formatCode>
                <c:ptCount val="225"/>
                <c:pt idx="0">
                  <c:v>40549</c:v>
                </c:pt>
                <c:pt idx="1">
                  <c:v>40556</c:v>
                </c:pt>
                <c:pt idx="2">
                  <c:v>40563</c:v>
                </c:pt>
                <c:pt idx="3">
                  <c:v>40570</c:v>
                </c:pt>
                <c:pt idx="4">
                  <c:v>40577</c:v>
                </c:pt>
                <c:pt idx="5">
                  <c:v>40584</c:v>
                </c:pt>
                <c:pt idx="6">
                  <c:v>40591</c:v>
                </c:pt>
                <c:pt idx="7">
                  <c:v>40598</c:v>
                </c:pt>
                <c:pt idx="8">
                  <c:v>40605</c:v>
                </c:pt>
                <c:pt idx="9">
                  <c:v>40612</c:v>
                </c:pt>
                <c:pt idx="10">
                  <c:v>40619</c:v>
                </c:pt>
                <c:pt idx="11">
                  <c:v>40626</c:v>
                </c:pt>
                <c:pt idx="12">
                  <c:v>40633</c:v>
                </c:pt>
                <c:pt idx="13">
                  <c:v>40640</c:v>
                </c:pt>
                <c:pt idx="14">
                  <c:v>40647</c:v>
                </c:pt>
                <c:pt idx="15">
                  <c:v>40654</c:v>
                </c:pt>
                <c:pt idx="16">
                  <c:v>40661</c:v>
                </c:pt>
                <c:pt idx="17">
                  <c:v>40668</c:v>
                </c:pt>
                <c:pt idx="18">
                  <c:v>40675</c:v>
                </c:pt>
                <c:pt idx="19">
                  <c:v>40682</c:v>
                </c:pt>
                <c:pt idx="20">
                  <c:v>40689</c:v>
                </c:pt>
                <c:pt idx="21">
                  <c:v>40696</c:v>
                </c:pt>
                <c:pt idx="22">
                  <c:v>40703</c:v>
                </c:pt>
                <c:pt idx="23">
                  <c:v>40710</c:v>
                </c:pt>
                <c:pt idx="24">
                  <c:v>40717</c:v>
                </c:pt>
                <c:pt idx="25">
                  <c:v>40724</c:v>
                </c:pt>
                <c:pt idx="26">
                  <c:v>40731</c:v>
                </c:pt>
                <c:pt idx="27">
                  <c:v>40738</c:v>
                </c:pt>
                <c:pt idx="28">
                  <c:v>40745</c:v>
                </c:pt>
                <c:pt idx="29">
                  <c:v>40752</c:v>
                </c:pt>
                <c:pt idx="30">
                  <c:v>40759</c:v>
                </c:pt>
                <c:pt idx="31">
                  <c:v>40766</c:v>
                </c:pt>
                <c:pt idx="32">
                  <c:v>40773</c:v>
                </c:pt>
                <c:pt idx="33">
                  <c:v>40780</c:v>
                </c:pt>
                <c:pt idx="34">
                  <c:v>40787</c:v>
                </c:pt>
                <c:pt idx="35">
                  <c:v>40794</c:v>
                </c:pt>
                <c:pt idx="36">
                  <c:v>40801</c:v>
                </c:pt>
                <c:pt idx="37">
                  <c:v>40808</c:v>
                </c:pt>
                <c:pt idx="38">
                  <c:v>40815</c:v>
                </c:pt>
                <c:pt idx="39">
                  <c:v>40822</c:v>
                </c:pt>
                <c:pt idx="40">
                  <c:v>40829</c:v>
                </c:pt>
                <c:pt idx="41">
                  <c:v>40836</c:v>
                </c:pt>
                <c:pt idx="42">
                  <c:v>40843</c:v>
                </c:pt>
                <c:pt idx="43">
                  <c:v>40850</c:v>
                </c:pt>
                <c:pt idx="44">
                  <c:v>40857</c:v>
                </c:pt>
                <c:pt idx="45">
                  <c:v>40864</c:v>
                </c:pt>
                <c:pt idx="46">
                  <c:v>40870</c:v>
                </c:pt>
                <c:pt idx="47">
                  <c:v>40878</c:v>
                </c:pt>
                <c:pt idx="48">
                  <c:v>40885</c:v>
                </c:pt>
                <c:pt idx="49">
                  <c:v>40892</c:v>
                </c:pt>
                <c:pt idx="50">
                  <c:v>40899</c:v>
                </c:pt>
                <c:pt idx="51">
                  <c:v>40906</c:v>
                </c:pt>
                <c:pt idx="52">
                  <c:v>40913</c:v>
                </c:pt>
                <c:pt idx="53">
                  <c:v>40920</c:v>
                </c:pt>
                <c:pt idx="54">
                  <c:v>40927</c:v>
                </c:pt>
                <c:pt idx="55">
                  <c:v>40934</c:v>
                </c:pt>
                <c:pt idx="56">
                  <c:v>40941</c:v>
                </c:pt>
                <c:pt idx="57">
                  <c:v>40948</c:v>
                </c:pt>
                <c:pt idx="58">
                  <c:v>40955</c:v>
                </c:pt>
                <c:pt idx="59">
                  <c:v>40962</c:v>
                </c:pt>
                <c:pt idx="60">
                  <c:v>40969</c:v>
                </c:pt>
                <c:pt idx="61">
                  <c:v>40976</c:v>
                </c:pt>
                <c:pt idx="62">
                  <c:v>40983</c:v>
                </c:pt>
                <c:pt idx="63">
                  <c:v>40990</c:v>
                </c:pt>
                <c:pt idx="64">
                  <c:v>40997</c:v>
                </c:pt>
                <c:pt idx="65">
                  <c:v>41004</c:v>
                </c:pt>
                <c:pt idx="66">
                  <c:v>41011</c:v>
                </c:pt>
                <c:pt idx="67">
                  <c:v>41018</c:v>
                </c:pt>
                <c:pt idx="68">
                  <c:v>41025</c:v>
                </c:pt>
                <c:pt idx="69">
                  <c:v>41032</c:v>
                </c:pt>
                <c:pt idx="70">
                  <c:v>41039</c:v>
                </c:pt>
                <c:pt idx="71">
                  <c:v>41046</c:v>
                </c:pt>
                <c:pt idx="72">
                  <c:v>41053</c:v>
                </c:pt>
                <c:pt idx="73">
                  <c:v>41060</c:v>
                </c:pt>
                <c:pt idx="74">
                  <c:v>41067</c:v>
                </c:pt>
                <c:pt idx="75">
                  <c:v>41074</c:v>
                </c:pt>
                <c:pt idx="76">
                  <c:v>41081</c:v>
                </c:pt>
                <c:pt idx="77">
                  <c:v>41088</c:v>
                </c:pt>
                <c:pt idx="78">
                  <c:v>41095</c:v>
                </c:pt>
                <c:pt idx="79">
                  <c:v>41102</c:v>
                </c:pt>
                <c:pt idx="80">
                  <c:v>41109</c:v>
                </c:pt>
                <c:pt idx="81">
                  <c:v>41116</c:v>
                </c:pt>
                <c:pt idx="82">
                  <c:v>41123</c:v>
                </c:pt>
                <c:pt idx="83">
                  <c:v>41130</c:v>
                </c:pt>
                <c:pt idx="84">
                  <c:v>41137</c:v>
                </c:pt>
                <c:pt idx="85">
                  <c:v>41144</c:v>
                </c:pt>
                <c:pt idx="86">
                  <c:v>41151</c:v>
                </c:pt>
                <c:pt idx="87">
                  <c:v>41158</c:v>
                </c:pt>
                <c:pt idx="88">
                  <c:v>41165</c:v>
                </c:pt>
                <c:pt idx="89">
                  <c:v>41172</c:v>
                </c:pt>
                <c:pt idx="90">
                  <c:v>41179</c:v>
                </c:pt>
                <c:pt idx="91">
                  <c:v>41186</c:v>
                </c:pt>
                <c:pt idx="92">
                  <c:v>41193</c:v>
                </c:pt>
                <c:pt idx="93">
                  <c:v>41200</c:v>
                </c:pt>
                <c:pt idx="94">
                  <c:v>41207</c:v>
                </c:pt>
                <c:pt idx="95">
                  <c:v>41214</c:v>
                </c:pt>
                <c:pt idx="96">
                  <c:v>41221</c:v>
                </c:pt>
                <c:pt idx="97">
                  <c:v>41228</c:v>
                </c:pt>
                <c:pt idx="98">
                  <c:v>41234</c:v>
                </c:pt>
                <c:pt idx="99">
                  <c:v>41242</c:v>
                </c:pt>
                <c:pt idx="100">
                  <c:v>41249</c:v>
                </c:pt>
                <c:pt idx="101">
                  <c:v>41256</c:v>
                </c:pt>
                <c:pt idx="102">
                  <c:v>41263</c:v>
                </c:pt>
                <c:pt idx="103">
                  <c:v>41270</c:v>
                </c:pt>
                <c:pt idx="104">
                  <c:v>41277</c:v>
                </c:pt>
                <c:pt idx="105">
                  <c:v>41284</c:v>
                </c:pt>
                <c:pt idx="106">
                  <c:v>41291</c:v>
                </c:pt>
                <c:pt idx="107">
                  <c:v>41298</c:v>
                </c:pt>
                <c:pt idx="108">
                  <c:v>41305</c:v>
                </c:pt>
                <c:pt idx="109">
                  <c:v>41312</c:v>
                </c:pt>
                <c:pt idx="110">
                  <c:v>41319</c:v>
                </c:pt>
                <c:pt idx="111">
                  <c:v>41326</c:v>
                </c:pt>
                <c:pt idx="112">
                  <c:v>41333</c:v>
                </c:pt>
                <c:pt idx="113">
                  <c:v>41340</c:v>
                </c:pt>
                <c:pt idx="114">
                  <c:v>41347</c:v>
                </c:pt>
                <c:pt idx="115">
                  <c:v>41354</c:v>
                </c:pt>
                <c:pt idx="116">
                  <c:v>41361</c:v>
                </c:pt>
                <c:pt idx="117">
                  <c:v>41368</c:v>
                </c:pt>
                <c:pt idx="118">
                  <c:v>41375</c:v>
                </c:pt>
                <c:pt idx="119">
                  <c:v>41382</c:v>
                </c:pt>
                <c:pt idx="120">
                  <c:v>41389</c:v>
                </c:pt>
                <c:pt idx="121">
                  <c:v>41396</c:v>
                </c:pt>
                <c:pt idx="122">
                  <c:v>41403</c:v>
                </c:pt>
                <c:pt idx="123">
                  <c:v>41410</c:v>
                </c:pt>
                <c:pt idx="124">
                  <c:v>41417</c:v>
                </c:pt>
                <c:pt idx="125">
                  <c:v>41424</c:v>
                </c:pt>
                <c:pt idx="126">
                  <c:v>41431</c:v>
                </c:pt>
                <c:pt idx="127">
                  <c:v>41438</c:v>
                </c:pt>
                <c:pt idx="128">
                  <c:v>41445</c:v>
                </c:pt>
                <c:pt idx="129">
                  <c:v>41452</c:v>
                </c:pt>
                <c:pt idx="130">
                  <c:v>41458</c:v>
                </c:pt>
                <c:pt idx="131">
                  <c:v>41466</c:v>
                </c:pt>
                <c:pt idx="132">
                  <c:v>41473</c:v>
                </c:pt>
                <c:pt idx="133">
                  <c:v>41480</c:v>
                </c:pt>
                <c:pt idx="134">
                  <c:v>41487</c:v>
                </c:pt>
                <c:pt idx="135">
                  <c:v>41494</c:v>
                </c:pt>
                <c:pt idx="136">
                  <c:v>41501</c:v>
                </c:pt>
                <c:pt idx="137">
                  <c:v>41508</c:v>
                </c:pt>
                <c:pt idx="138">
                  <c:v>41515</c:v>
                </c:pt>
                <c:pt idx="139">
                  <c:v>41522</c:v>
                </c:pt>
                <c:pt idx="140">
                  <c:v>41529</c:v>
                </c:pt>
                <c:pt idx="141">
                  <c:v>41536</c:v>
                </c:pt>
                <c:pt idx="142">
                  <c:v>41543</c:v>
                </c:pt>
                <c:pt idx="143">
                  <c:v>41550</c:v>
                </c:pt>
                <c:pt idx="144">
                  <c:v>41557</c:v>
                </c:pt>
                <c:pt idx="145">
                  <c:v>41564</c:v>
                </c:pt>
                <c:pt idx="146">
                  <c:v>41571</c:v>
                </c:pt>
                <c:pt idx="147">
                  <c:v>41578</c:v>
                </c:pt>
                <c:pt idx="148">
                  <c:v>41585</c:v>
                </c:pt>
                <c:pt idx="149">
                  <c:v>41592</c:v>
                </c:pt>
                <c:pt idx="150">
                  <c:v>41599</c:v>
                </c:pt>
                <c:pt idx="151">
                  <c:v>41605</c:v>
                </c:pt>
                <c:pt idx="152">
                  <c:v>41613</c:v>
                </c:pt>
                <c:pt idx="153">
                  <c:v>41620</c:v>
                </c:pt>
                <c:pt idx="154">
                  <c:v>41627</c:v>
                </c:pt>
                <c:pt idx="155">
                  <c:v>41634</c:v>
                </c:pt>
                <c:pt idx="156">
                  <c:v>41641</c:v>
                </c:pt>
                <c:pt idx="157">
                  <c:v>41648</c:v>
                </c:pt>
                <c:pt idx="158">
                  <c:v>41655</c:v>
                </c:pt>
                <c:pt idx="159">
                  <c:v>41662</c:v>
                </c:pt>
                <c:pt idx="160">
                  <c:v>41669</c:v>
                </c:pt>
                <c:pt idx="161">
                  <c:v>41676</c:v>
                </c:pt>
                <c:pt idx="162">
                  <c:v>41683</c:v>
                </c:pt>
                <c:pt idx="163">
                  <c:v>41690</c:v>
                </c:pt>
                <c:pt idx="164">
                  <c:v>41697</c:v>
                </c:pt>
                <c:pt idx="165">
                  <c:v>41704</c:v>
                </c:pt>
                <c:pt idx="166">
                  <c:v>41711</c:v>
                </c:pt>
                <c:pt idx="167">
                  <c:v>41718</c:v>
                </c:pt>
                <c:pt idx="168">
                  <c:v>41725</c:v>
                </c:pt>
                <c:pt idx="169">
                  <c:v>41732</c:v>
                </c:pt>
                <c:pt idx="170">
                  <c:v>41739</c:v>
                </c:pt>
                <c:pt idx="171">
                  <c:v>41746</c:v>
                </c:pt>
                <c:pt idx="172">
                  <c:v>41753</c:v>
                </c:pt>
                <c:pt idx="173">
                  <c:v>41760</c:v>
                </c:pt>
                <c:pt idx="174">
                  <c:v>41767</c:v>
                </c:pt>
                <c:pt idx="175">
                  <c:v>41774</c:v>
                </c:pt>
                <c:pt idx="176">
                  <c:v>41781</c:v>
                </c:pt>
                <c:pt idx="177">
                  <c:v>41788</c:v>
                </c:pt>
                <c:pt idx="178">
                  <c:v>41795</c:v>
                </c:pt>
                <c:pt idx="179">
                  <c:v>41802</c:v>
                </c:pt>
                <c:pt idx="180">
                  <c:v>41809</c:v>
                </c:pt>
                <c:pt idx="181">
                  <c:v>41816</c:v>
                </c:pt>
                <c:pt idx="182">
                  <c:v>41823</c:v>
                </c:pt>
                <c:pt idx="183">
                  <c:v>41830</c:v>
                </c:pt>
                <c:pt idx="184">
                  <c:v>41837</c:v>
                </c:pt>
                <c:pt idx="185">
                  <c:v>41844</c:v>
                </c:pt>
                <c:pt idx="186">
                  <c:v>41851</c:v>
                </c:pt>
                <c:pt idx="187">
                  <c:v>41858</c:v>
                </c:pt>
                <c:pt idx="188">
                  <c:v>41865</c:v>
                </c:pt>
                <c:pt idx="189">
                  <c:v>41872</c:v>
                </c:pt>
                <c:pt idx="190">
                  <c:v>41879</c:v>
                </c:pt>
                <c:pt idx="191">
                  <c:v>41886</c:v>
                </c:pt>
                <c:pt idx="192">
                  <c:v>41893</c:v>
                </c:pt>
                <c:pt idx="193">
                  <c:v>41900</c:v>
                </c:pt>
                <c:pt idx="194">
                  <c:v>41907</c:v>
                </c:pt>
                <c:pt idx="195">
                  <c:v>41914</c:v>
                </c:pt>
                <c:pt idx="196">
                  <c:v>41921</c:v>
                </c:pt>
                <c:pt idx="197">
                  <c:v>41928</c:v>
                </c:pt>
                <c:pt idx="198">
                  <c:v>41935</c:v>
                </c:pt>
                <c:pt idx="199">
                  <c:v>41942</c:v>
                </c:pt>
                <c:pt idx="200">
                  <c:v>41949</c:v>
                </c:pt>
                <c:pt idx="201">
                  <c:v>41956</c:v>
                </c:pt>
                <c:pt idx="202">
                  <c:v>41963</c:v>
                </c:pt>
                <c:pt idx="203">
                  <c:v>41969</c:v>
                </c:pt>
                <c:pt idx="204">
                  <c:v>41977</c:v>
                </c:pt>
                <c:pt idx="205">
                  <c:v>41984</c:v>
                </c:pt>
                <c:pt idx="206">
                  <c:v>41991</c:v>
                </c:pt>
                <c:pt idx="207">
                  <c:v>41997</c:v>
                </c:pt>
                <c:pt idx="208">
                  <c:v>42004</c:v>
                </c:pt>
                <c:pt idx="209">
                  <c:v>42012</c:v>
                </c:pt>
                <c:pt idx="210">
                  <c:v>42019</c:v>
                </c:pt>
                <c:pt idx="211">
                  <c:v>42026</c:v>
                </c:pt>
                <c:pt idx="212">
                  <c:v>42033</c:v>
                </c:pt>
                <c:pt idx="213">
                  <c:v>42040</c:v>
                </c:pt>
                <c:pt idx="214">
                  <c:v>42047</c:v>
                </c:pt>
                <c:pt idx="215">
                  <c:v>42054</c:v>
                </c:pt>
                <c:pt idx="216">
                  <c:v>42061</c:v>
                </c:pt>
                <c:pt idx="217">
                  <c:v>42068</c:v>
                </c:pt>
                <c:pt idx="218">
                  <c:v>42075</c:v>
                </c:pt>
                <c:pt idx="219">
                  <c:v>42082</c:v>
                </c:pt>
                <c:pt idx="220">
                  <c:v>42089</c:v>
                </c:pt>
                <c:pt idx="221">
                  <c:v>42096</c:v>
                </c:pt>
                <c:pt idx="222">
                  <c:v>42103</c:v>
                </c:pt>
                <c:pt idx="223">
                  <c:v>42110</c:v>
                </c:pt>
                <c:pt idx="224">
                  <c:v>42117</c:v>
                </c:pt>
              </c:numCache>
            </c:numRef>
          </c:cat>
          <c:val>
            <c:numRef>
              <c:f>PoolRefinancible!$C$3:$C$227</c:f>
              <c:numCache>
                <c:formatCode>0%</c:formatCode>
                <c:ptCount val="225"/>
                <c:pt idx="0">
                  <c:v>0.62402170072443153</c:v>
                </c:pt>
                <c:pt idx="1">
                  <c:v>0.62817294477626939</c:v>
                </c:pt>
                <c:pt idx="2">
                  <c:v>0.62597730951219899</c:v>
                </c:pt>
                <c:pt idx="3">
                  <c:v>0.62392159162868732</c:v>
                </c:pt>
                <c:pt idx="4">
                  <c:v>0.60653142223595213</c:v>
                </c:pt>
                <c:pt idx="5">
                  <c:v>0.50868797673712363</c:v>
                </c:pt>
                <c:pt idx="6">
                  <c:v>0.52965901814335548</c:v>
                </c:pt>
                <c:pt idx="7">
                  <c:v>0.57709503787578109</c:v>
                </c:pt>
                <c:pt idx="8">
                  <c:v>0.59224775585706535</c:v>
                </c:pt>
                <c:pt idx="9">
                  <c:v>0.59090570789662444</c:v>
                </c:pt>
                <c:pt idx="10">
                  <c:v>0.60261779474869925</c:v>
                </c:pt>
                <c:pt idx="11">
                  <c:v>0.59950595681897523</c:v>
                </c:pt>
                <c:pt idx="12">
                  <c:v>0.593225708201635</c:v>
                </c:pt>
                <c:pt idx="13">
                  <c:v>0.58542144661011908</c:v>
                </c:pt>
                <c:pt idx="14">
                  <c:v>0.58155199492979581</c:v>
                </c:pt>
                <c:pt idx="15">
                  <c:v>0.59356262313394537</c:v>
                </c:pt>
                <c:pt idx="16">
                  <c:v>0.59445921362542997</c:v>
                </c:pt>
                <c:pt idx="17">
                  <c:v>0.59391131067456038</c:v>
                </c:pt>
                <c:pt idx="18">
                  <c:v>0.60662155942020002</c:v>
                </c:pt>
                <c:pt idx="19">
                  <c:v>0.61264076908113763</c:v>
                </c:pt>
                <c:pt idx="20">
                  <c:v>0.61599363608099678</c:v>
                </c:pt>
                <c:pt idx="21">
                  <c:v>0.66311590107349083</c:v>
                </c:pt>
                <c:pt idx="22">
                  <c:v>0.74517189360077984</c:v>
                </c:pt>
                <c:pt idx="23">
                  <c:v>0.72397022872334449</c:v>
                </c:pt>
                <c:pt idx="24">
                  <c:v>0.66311590107349083</c:v>
                </c:pt>
                <c:pt idx="25">
                  <c:v>0.69050447134038251</c:v>
                </c:pt>
                <c:pt idx="26">
                  <c:v>0.60410549631050647</c:v>
                </c:pt>
                <c:pt idx="27">
                  <c:v>0.684475421712615</c:v>
                </c:pt>
                <c:pt idx="28">
                  <c:v>0.66675683999516944</c:v>
                </c:pt>
                <c:pt idx="29">
                  <c:v>0.61660059317974736</c:v>
                </c:pt>
                <c:pt idx="30">
                  <c:v>0.81803711941746404</c:v>
                </c:pt>
                <c:pt idx="31">
                  <c:v>0.83404184296119399</c:v>
                </c:pt>
                <c:pt idx="32">
                  <c:v>0.86117434904403212</c:v>
                </c:pt>
                <c:pt idx="33">
                  <c:v>0.84714025108084823</c:v>
                </c:pt>
                <c:pt idx="34">
                  <c:v>0.84129278814437181</c:v>
                </c:pt>
                <c:pt idx="35">
                  <c:v>0.87859103936280614</c:v>
                </c:pt>
                <c:pt idx="36">
                  <c:v>0.90242289630359074</c:v>
                </c:pt>
                <c:pt idx="37">
                  <c:v>0.90242289630359074</c:v>
                </c:pt>
                <c:pt idx="38">
                  <c:v>0.94644262124543443</c:v>
                </c:pt>
                <c:pt idx="39">
                  <c:v>0.96725200604215567</c:v>
                </c:pt>
                <c:pt idx="40">
                  <c:v>0.84917694017596268</c:v>
                </c:pt>
                <c:pt idx="41">
                  <c:v>0.85635864773186432</c:v>
                </c:pt>
                <c:pt idx="42">
                  <c:v>0.86512672485653175</c:v>
                </c:pt>
                <c:pt idx="43">
                  <c:v>0.93485323798856346</c:v>
                </c:pt>
                <c:pt idx="44">
                  <c:v>0.94404770550683115</c:v>
                </c:pt>
                <c:pt idx="45">
                  <c:v>0.93485323798856346</c:v>
                </c:pt>
                <c:pt idx="46">
                  <c:v>0.94997170807452469</c:v>
                </c:pt>
                <c:pt idx="47">
                  <c:v>0.91542628506626045</c:v>
                </c:pt>
                <c:pt idx="48">
                  <c:v>0.9248746068169833</c:v>
                </c:pt>
                <c:pt idx="49">
                  <c:v>0.93969161247928745</c:v>
                </c:pt>
                <c:pt idx="50">
                  <c:v>0.9601958662364245</c:v>
                </c:pt>
                <c:pt idx="51">
                  <c:v>0.94762260030460288</c:v>
                </c:pt>
                <c:pt idx="52">
                  <c:v>0.94481773750585774</c:v>
                </c:pt>
                <c:pt idx="53">
                  <c:v>0.95320351892281485</c:v>
                </c:pt>
                <c:pt idx="54">
                  <c:v>0.95182771809710431</c:v>
                </c:pt>
                <c:pt idx="55">
                  <c:v>0.91861521434498927</c:v>
                </c:pt>
                <c:pt idx="56">
                  <c:v>0.94107838104995334</c:v>
                </c:pt>
                <c:pt idx="57">
                  <c:v>0.94107838104995334</c:v>
                </c:pt>
                <c:pt idx="58">
                  <c:v>0.94107838104995334</c:v>
                </c:pt>
                <c:pt idx="59">
                  <c:v>0.90921329115869776</c:v>
                </c:pt>
                <c:pt idx="60">
                  <c:v>0.91584710240533518</c:v>
                </c:pt>
                <c:pt idx="61">
                  <c:v>0.91902765125865959</c:v>
                </c:pt>
                <c:pt idx="62">
                  <c:v>0.90514599034862198</c:v>
                </c:pt>
                <c:pt idx="63">
                  <c:v>0.78959380464288376</c:v>
                </c:pt>
                <c:pt idx="64">
                  <c:v>0.87490910290764468</c:v>
                </c:pt>
                <c:pt idx="65">
                  <c:v>0.86928745494692716</c:v>
                </c:pt>
                <c:pt idx="66">
                  <c:v>0.90849340717481886</c:v>
                </c:pt>
                <c:pt idx="67">
                  <c:v>0.9034983903169389</c:v>
                </c:pt>
                <c:pt idx="68">
                  <c:v>0.90849340717481886</c:v>
                </c:pt>
                <c:pt idx="69">
                  <c:v>0.89225108632442729</c:v>
                </c:pt>
                <c:pt idx="70">
                  <c:v>0.89337268606647302</c:v>
                </c:pt>
                <c:pt idx="71">
                  <c:v>0.8948997967143093</c:v>
                </c:pt>
                <c:pt idx="72">
                  <c:v>0.89443957907281746</c:v>
                </c:pt>
                <c:pt idx="73">
                  <c:v>0.89512122084695944</c:v>
                </c:pt>
                <c:pt idx="74">
                  <c:v>0.8920195449585564</c:v>
                </c:pt>
                <c:pt idx="75">
                  <c:v>0.88667449797815956</c:v>
                </c:pt>
                <c:pt idx="76">
                  <c:v>0.89407594990163874</c:v>
                </c:pt>
                <c:pt idx="77">
                  <c:v>0.89407594990163874</c:v>
                </c:pt>
                <c:pt idx="78">
                  <c:v>0.8819114104860859</c:v>
                </c:pt>
                <c:pt idx="79">
                  <c:v>0.94551237246929465</c:v>
                </c:pt>
                <c:pt idx="80">
                  <c:v>0.97186924857158052</c:v>
                </c:pt>
                <c:pt idx="81">
                  <c:v>0.98451993370244106</c:v>
                </c:pt>
                <c:pt idx="82">
                  <c:v>0.9385222539497815</c:v>
                </c:pt>
                <c:pt idx="83">
                  <c:v>0.92408794393225557</c:v>
                </c:pt>
                <c:pt idx="84">
                  <c:v>0.88445471641937157</c:v>
                </c:pt>
                <c:pt idx="85">
                  <c:v>0.85694996797233836</c:v>
                </c:pt>
                <c:pt idx="86">
                  <c:v>0.92408794393225557</c:v>
                </c:pt>
                <c:pt idx="87">
                  <c:v>0.91761037893987563</c:v>
                </c:pt>
                <c:pt idx="88">
                  <c:v>0.94047646256577366</c:v>
                </c:pt>
                <c:pt idx="89">
                  <c:v>0.95891425076544745</c:v>
                </c:pt>
                <c:pt idx="90">
                  <c:v>0.96459917415866681</c:v>
                </c:pt>
                <c:pt idx="91">
                  <c:v>0.95362908529618629</c:v>
                </c:pt>
                <c:pt idx="92">
                  <c:v>0.95159604304738465</c:v>
                </c:pt>
                <c:pt idx="93">
                  <c:v>0.95277295236812309</c:v>
                </c:pt>
                <c:pt idx="94">
                  <c:v>0.95079229345734595</c:v>
                </c:pt>
                <c:pt idx="95">
                  <c:v>0.92571311512973709</c:v>
                </c:pt>
                <c:pt idx="96">
                  <c:v>0.9252942527060104</c:v>
                </c:pt>
                <c:pt idx="97">
                  <c:v>0.92772026190850965</c:v>
                </c:pt>
                <c:pt idx="98">
                  <c:v>0.9299301195282087</c:v>
                </c:pt>
                <c:pt idx="99">
                  <c:v>0.92756020040727527</c:v>
                </c:pt>
                <c:pt idx="100">
                  <c:v>0.9105479087849232</c:v>
                </c:pt>
                <c:pt idx="101">
                  <c:v>0.9126136851792267</c:v>
                </c:pt>
                <c:pt idx="102">
                  <c:v>0.90965157918840345</c:v>
                </c:pt>
                <c:pt idx="103">
                  <c:v>0.91018597538933266</c:v>
                </c:pt>
                <c:pt idx="104">
                  <c:v>0.88829814088555981</c:v>
                </c:pt>
                <c:pt idx="105">
                  <c:v>0.88507237465236011</c:v>
                </c:pt>
                <c:pt idx="106">
                  <c:v>0.88631407683414742</c:v>
                </c:pt>
                <c:pt idx="107">
                  <c:v>0.88379536104531342</c:v>
                </c:pt>
                <c:pt idx="108">
                  <c:v>0.84748759806752005</c:v>
                </c:pt>
                <c:pt idx="109">
                  <c:v>0.79744674672768578</c:v>
                </c:pt>
                <c:pt idx="110">
                  <c:v>0.79744674672768578</c:v>
                </c:pt>
                <c:pt idx="111">
                  <c:v>0.75767121274967097</c:v>
                </c:pt>
                <c:pt idx="112">
                  <c:v>0.81599621049204552</c:v>
                </c:pt>
                <c:pt idx="113">
                  <c:v>0.81254588826988361</c:v>
                </c:pt>
                <c:pt idx="114">
                  <c:v>0.70260073761186825</c:v>
                </c:pt>
                <c:pt idx="115">
                  <c:v>0.76832708554350626</c:v>
                </c:pt>
                <c:pt idx="116">
                  <c:v>0.73085022058809757</c:v>
                </c:pt>
                <c:pt idx="117">
                  <c:v>0.74812714109915845</c:v>
                </c:pt>
                <c:pt idx="118">
                  <c:v>0.81951890925716175</c:v>
                </c:pt>
                <c:pt idx="119">
                  <c:v>0.8263799320049966</c:v>
                </c:pt>
                <c:pt idx="120">
                  <c:v>0.82478602429419701</c:v>
                </c:pt>
                <c:pt idx="121">
                  <c:v>0.81686282095814366</c:v>
                </c:pt>
                <c:pt idx="122">
                  <c:v>0.80807149473903783</c:v>
                </c:pt>
                <c:pt idx="123">
                  <c:v>0.77783403735744605</c:v>
                </c:pt>
                <c:pt idx="124">
                  <c:v>0.69528028144531095</c:v>
                </c:pt>
                <c:pt idx="125">
                  <c:v>0.63267241864898449</c:v>
                </c:pt>
                <c:pt idx="126">
                  <c:v>0.60569175356282723</c:v>
                </c:pt>
                <c:pt idx="127">
                  <c:v>0.57343184072471942</c:v>
                </c:pt>
                <c:pt idx="128">
                  <c:v>0.58795254732817659</c:v>
                </c:pt>
                <c:pt idx="129">
                  <c:v>0.39082116641682313</c:v>
                </c:pt>
                <c:pt idx="130">
                  <c:v>0.4330864642120939</c:v>
                </c:pt>
                <c:pt idx="131">
                  <c:v>0.31856955774356621</c:v>
                </c:pt>
                <c:pt idx="132">
                  <c:v>0.42624975952077765</c:v>
                </c:pt>
                <c:pt idx="133">
                  <c:v>0.42922629610906576</c:v>
                </c:pt>
                <c:pt idx="134">
                  <c:v>0.40917398895537016</c:v>
                </c:pt>
                <c:pt idx="135">
                  <c:v>0.40797811985401045</c:v>
                </c:pt>
                <c:pt idx="136">
                  <c:v>0.40797811985401045</c:v>
                </c:pt>
                <c:pt idx="137">
                  <c:v>0.28211495793674252</c:v>
                </c:pt>
                <c:pt idx="138">
                  <c:v>0.32707732602530493</c:v>
                </c:pt>
                <c:pt idx="139">
                  <c:v>0.2818649256036454</c:v>
                </c:pt>
                <c:pt idx="140">
                  <c:v>0.27463010199382165</c:v>
                </c:pt>
                <c:pt idx="141">
                  <c:v>0.33277831045649614</c:v>
                </c:pt>
                <c:pt idx="142">
                  <c:v>0.40445747526612724</c:v>
                </c:pt>
                <c:pt idx="143">
                  <c:v>0.41528178559290679</c:v>
                </c:pt>
                <c:pt idx="144">
                  <c:v>0.41314719259777027</c:v>
                </c:pt>
                <c:pt idx="145">
                  <c:v>0.40232481590336117</c:v>
                </c:pt>
                <c:pt idx="146">
                  <c:v>0.43156912924668556</c:v>
                </c:pt>
                <c:pt idx="147">
                  <c:v>0.4605405147219428</c:v>
                </c:pt>
                <c:pt idx="148">
                  <c:v>0.42159370418067171</c:v>
                </c:pt>
                <c:pt idx="149">
                  <c:v>0.38756459325455095</c:v>
                </c:pt>
                <c:pt idx="150">
                  <c:v>0.41410653536495057</c:v>
                </c:pt>
                <c:pt idx="151">
                  <c:v>0.3969981593322805</c:v>
                </c:pt>
                <c:pt idx="152">
                  <c:v>0.37338021104571051</c:v>
                </c:pt>
                <c:pt idx="153">
                  <c:v>0.3707206267478419</c:v>
                </c:pt>
                <c:pt idx="154">
                  <c:v>0.33974567777608206</c:v>
                </c:pt>
                <c:pt idx="155">
                  <c:v>0.33029809597210952</c:v>
                </c:pt>
                <c:pt idx="156">
                  <c:v>0.26212623729092371</c:v>
                </c:pt>
                <c:pt idx="157">
                  <c:v>0.2902260049252946</c:v>
                </c:pt>
                <c:pt idx="158">
                  <c:v>0.36774882579493112</c:v>
                </c:pt>
                <c:pt idx="159">
                  <c:v>0.37084428304329614</c:v>
                </c:pt>
                <c:pt idx="160">
                  <c:v>0.38160196936392621</c:v>
                </c:pt>
                <c:pt idx="161">
                  <c:v>0.40068103493110224</c:v>
                </c:pt>
                <c:pt idx="162">
                  <c:v>0.38532630107916044</c:v>
                </c:pt>
                <c:pt idx="163">
                  <c:v>0.3755719775185945</c:v>
                </c:pt>
                <c:pt idx="164">
                  <c:v>0.36967404481869215</c:v>
                </c:pt>
                <c:pt idx="165">
                  <c:v>0.38316963725836589</c:v>
                </c:pt>
                <c:pt idx="166">
                  <c:v>0.36933430427665681</c:v>
                </c:pt>
                <c:pt idx="167">
                  <c:v>0.38030249532079374</c:v>
                </c:pt>
                <c:pt idx="168">
                  <c:v>0.36565400061256043</c:v>
                </c:pt>
                <c:pt idx="169">
                  <c:v>0.35521926568999218</c:v>
                </c:pt>
                <c:pt idx="170">
                  <c:v>0.36683376695248865</c:v>
                </c:pt>
                <c:pt idx="171">
                  <c:v>0.38166972699665563</c:v>
                </c:pt>
                <c:pt idx="172">
                  <c:v>0.37393962817107157</c:v>
                </c:pt>
                <c:pt idx="173">
                  <c:v>0.37360583835556432</c:v>
                </c:pt>
                <c:pt idx="174">
                  <c:v>0.40975674753773905</c:v>
                </c:pt>
                <c:pt idx="175">
                  <c:v>0.4132153406951769</c:v>
                </c:pt>
                <c:pt idx="176">
                  <c:v>0.44799454346559853</c:v>
                </c:pt>
                <c:pt idx="177">
                  <c:v>0.46362020494951672</c:v>
                </c:pt>
                <c:pt idx="178">
                  <c:v>0.46847875373528863</c:v>
                </c:pt>
                <c:pt idx="179">
                  <c:v>0.41096738430920449</c:v>
                </c:pt>
                <c:pt idx="180">
                  <c:v>0.42635938692148717</c:v>
                </c:pt>
                <c:pt idx="181">
                  <c:v>0.46847875373528863</c:v>
                </c:pt>
                <c:pt idx="182">
                  <c:v>0.48178321750260522</c:v>
                </c:pt>
                <c:pt idx="183">
                  <c:v>0.42147742037560049</c:v>
                </c:pt>
                <c:pt idx="184">
                  <c:v>0.45155296827836544</c:v>
                </c:pt>
                <c:pt idx="185">
                  <c:v>0.45155296827836544</c:v>
                </c:pt>
                <c:pt idx="186">
                  <c:v>0.45923072088835232</c:v>
                </c:pt>
                <c:pt idx="187">
                  <c:v>0.42413376349642812</c:v>
                </c:pt>
                <c:pt idx="188">
                  <c:v>0.45575254137027688</c:v>
                </c:pt>
                <c:pt idx="189">
                  <c:v>0.49084413664233395</c:v>
                </c:pt>
                <c:pt idx="190">
                  <c:v>0.49084413664233395</c:v>
                </c:pt>
                <c:pt idx="191">
                  <c:v>0.4873264191007175</c:v>
                </c:pt>
                <c:pt idx="192">
                  <c:v>0.4741591952243816</c:v>
                </c:pt>
                <c:pt idx="193">
                  <c:v>0.3981672862675662</c:v>
                </c:pt>
                <c:pt idx="194">
                  <c:v>0.41373230170663788</c:v>
                </c:pt>
                <c:pt idx="195">
                  <c:v>0.43232059685066798</c:v>
                </c:pt>
                <c:pt idx="196">
                  <c:v>0.47165449273347226</c:v>
                </c:pt>
                <c:pt idx="197">
                  <c:v>0.57517284737260799</c:v>
                </c:pt>
                <c:pt idx="198">
                  <c:v>0.58745733896979668</c:v>
                </c:pt>
                <c:pt idx="199">
                  <c:v>0.57181297396619646</c:v>
                </c:pt>
                <c:pt idx="200">
                  <c:v>0.54857982917990311</c:v>
                </c:pt>
                <c:pt idx="201">
                  <c:v>0.55497671209744126</c:v>
                </c:pt>
                <c:pt idx="202">
                  <c:v>0.56606721089043732</c:v>
                </c:pt>
                <c:pt idx="203">
                  <c:v>0.57290983086857539</c:v>
                </c:pt>
                <c:pt idx="204">
                  <c:v>0.59279776197128353</c:v>
                </c:pt>
                <c:pt idx="205">
                  <c:v>0.5786710507683992</c:v>
                </c:pt>
                <c:pt idx="206">
                  <c:v>0.6155496963810797</c:v>
                </c:pt>
                <c:pt idx="207">
                  <c:v>0.60574636223541978</c:v>
                </c:pt>
                <c:pt idx="208">
                  <c:v>0.59072795930158906</c:v>
                </c:pt>
                <c:pt idx="209">
                  <c:v>0.63580141506138355</c:v>
                </c:pt>
                <c:pt idx="210">
                  <c:v>0.66264885680249008</c:v>
                </c:pt>
                <c:pt idx="211">
                  <c:v>0.66474126748702123</c:v>
                </c:pt>
                <c:pt idx="212">
                  <c:v>0.66264885680249008</c:v>
                </c:pt>
                <c:pt idx="213">
                  <c:v>0.68438167594716182</c:v>
                </c:pt>
                <c:pt idx="214">
                  <c:v>0.64890841265420796</c:v>
                </c:pt>
                <c:pt idx="215">
                  <c:v>0.62651628119673453</c:v>
                </c:pt>
                <c:pt idx="216">
                  <c:v>0.61098575112407738</c:v>
                </c:pt>
                <c:pt idx="217">
                  <c:v>0.61966926616186646</c:v>
                </c:pt>
                <c:pt idx="218">
                  <c:v>0.57559445438514367</c:v>
                </c:pt>
                <c:pt idx="219">
                  <c:v>0.60937196228640689</c:v>
                </c:pt>
                <c:pt idx="220">
                  <c:v>0.64195316325793905</c:v>
                </c:pt>
                <c:pt idx="221">
                  <c:v>0.62778439660000751</c:v>
                </c:pt>
                <c:pt idx="222">
                  <c:v>0.64459292642165245</c:v>
                </c:pt>
                <c:pt idx="223">
                  <c:v>0.63055503904182508</c:v>
                </c:pt>
                <c:pt idx="224">
                  <c:v>0.64951370522505292</c:v>
                </c:pt>
              </c:numCache>
            </c:numRef>
          </c:val>
          <c:smooth val="0"/>
        </c:ser>
        <c:ser>
          <c:idx val="7"/>
          <c:order val="2"/>
          <c:tx>
            <c:strRef>
              <c:f>PoolRefinancible!$J$2</c:f>
              <c:strCache>
                <c:ptCount val="1"/>
                <c:pt idx="0">
                  <c:v>HARP</c:v>
                </c:pt>
              </c:strCache>
            </c:strRef>
          </c:tx>
          <c:spPr>
            <a:ln w="19050">
              <a:solidFill>
                <a:srgbClr val="AD275C"/>
              </a:solidFill>
            </a:ln>
          </c:spPr>
          <c:marker>
            <c:symbol val="none"/>
          </c:marker>
          <c:cat>
            <c:numRef>
              <c:f>PoolRefinancible!$B$3:$B$227</c:f>
              <c:numCache>
                <c:formatCode>m/d/yyyy</c:formatCode>
                <c:ptCount val="225"/>
                <c:pt idx="0">
                  <c:v>40549</c:v>
                </c:pt>
                <c:pt idx="1">
                  <c:v>40556</c:v>
                </c:pt>
                <c:pt idx="2">
                  <c:v>40563</c:v>
                </c:pt>
                <c:pt idx="3">
                  <c:v>40570</c:v>
                </c:pt>
                <c:pt idx="4">
                  <c:v>40577</c:v>
                </c:pt>
                <c:pt idx="5">
                  <c:v>40584</c:v>
                </c:pt>
                <c:pt idx="6">
                  <c:v>40591</c:v>
                </c:pt>
                <c:pt idx="7">
                  <c:v>40598</c:v>
                </c:pt>
                <c:pt idx="8">
                  <c:v>40605</c:v>
                </c:pt>
                <c:pt idx="9">
                  <c:v>40612</c:v>
                </c:pt>
                <c:pt idx="10">
                  <c:v>40619</c:v>
                </c:pt>
                <c:pt idx="11">
                  <c:v>40626</c:v>
                </c:pt>
                <c:pt idx="12">
                  <c:v>40633</c:v>
                </c:pt>
                <c:pt idx="13">
                  <c:v>40640</c:v>
                </c:pt>
                <c:pt idx="14">
                  <c:v>40647</c:v>
                </c:pt>
                <c:pt idx="15">
                  <c:v>40654</c:v>
                </c:pt>
                <c:pt idx="16">
                  <c:v>40661</c:v>
                </c:pt>
                <c:pt idx="17">
                  <c:v>40668</c:v>
                </c:pt>
                <c:pt idx="18">
                  <c:v>40675</c:v>
                </c:pt>
                <c:pt idx="19">
                  <c:v>40682</c:v>
                </c:pt>
                <c:pt idx="20">
                  <c:v>40689</c:v>
                </c:pt>
                <c:pt idx="21">
                  <c:v>40696</c:v>
                </c:pt>
                <c:pt idx="22">
                  <c:v>40703</c:v>
                </c:pt>
                <c:pt idx="23">
                  <c:v>40710</c:v>
                </c:pt>
                <c:pt idx="24">
                  <c:v>40717</c:v>
                </c:pt>
                <c:pt idx="25">
                  <c:v>40724</c:v>
                </c:pt>
                <c:pt idx="26">
                  <c:v>40731</c:v>
                </c:pt>
                <c:pt idx="27">
                  <c:v>40738</c:v>
                </c:pt>
                <c:pt idx="28">
                  <c:v>40745</c:v>
                </c:pt>
                <c:pt idx="29">
                  <c:v>40752</c:v>
                </c:pt>
                <c:pt idx="30">
                  <c:v>40759</c:v>
                </c:pt>
                <c:pt idx="31">
                  <c:v>40766</c:v>
                </c:pt>
                <c:pt idx="32">
                  <c:v>40773</c:v>
                </c:pt>
                <c:pt idx="33">
                  <c:v>40780</c:v>
                </c:pt>
                <c:pt idx="34">
                  <c:v>40787</c:v>
                </c:pt>
                <c:pt idx="35">
                  <c:v>40794</c:v>
                </c:pt>
                <c:pt idx="36">
                  <c:v>40801</c:v>
                </c:pt>
                <c:pt idx="37">
                  <c:v>40808</c:v>
                </c:pt>
                <c:pt idx="38">
                  <c:v>40815</c:v>
                </c:pt>
                <c:pt idx="39">
                  <c:v>40822</c:v>
                </c:pt>
                <c:pt idx="40">
                  <c:v>40829</c:v>
                </c:pt>
                <c:pt idx="41">
                  <c:v>40836</c:v>
                </c:pt>
                <c:pt idx="42">
                  <c:v>40843</c:v>
                </c:pt>
                <c:pt idx="43">
                  <c:v>40850</c:v>
                </c:pt>
                <c:pt idx="44">
                  <c:v>40857</c:v>
                </c:pt>
                <c:pt idx="45">
                  <c:v>40864</c:v>
                </c:pt>
                <c:pt idx="46">
                  <c:v>40870</c:v>
                </c:pt>
                <c:pt idx="47">
                  <c:v>40878</c:v>
                </c:pt>
                <c:pt idx="48">
                  <c:v>40885</c:v>
                </c:pt>
                <c:pt idx="49">
                  <c:v>40892</c:v>
                </c:pt>
                <c:pt idx="50">
                  <c:v>40899</c:v>
                </c:pt>
                <c:pt idx="51">
                  <c:v>40906</c:v>
                </c:pt>
                <c:pt idx="52">
                  <c:v>40913</c:v>
                </c:pt>
                <c:pt idx="53">
                  <c:v>40920</c:v>
                </c:pt>
                <c:pt idx="54">
                  <c:v>40927</c:v>
                </c:pt>
                <c:pt idx="55">
                  <c:v>40934</c:v>
                </c:pt>
                <c:pt idx="56">
                  <c:v>40941</c:v>
                </c:pt>
                <c:pt idx="57">
                  <c:v>40948</c:v>
                </c:pt>
                <c:pt idx="58">
                  <c:v>40955</c:v>
                </c:pt>
                <c:pt idx="59">
                  <c:v>40962</c:v>
                </c:pt>
                <c:pt idx="60">
                  <c:v>40969</c:v>
                </c:pt>
                <c:pt idx="61">
                  <c:v>40976</c:v>
                </c:pt>
                <c:pt idx="62">
                  <c:v>40983</c:v>
                </c:pt>
                <c:pt idx="63">
                  <c:v>40990</c:v>
                </c:pt>
                <c:pt idx="64">
                  <c:v>40997</c:v>
                </c:pt>
                <c:pt idx="65">
                  <c:v>41004</c:v>
                </c:pt>
                <c:pt idx="66">
                  <c:v>41011</c:v>
                </c:pt>
                <c:pt idx="67">
                  <c:v>41018</c:v>
                </c:pt>
                <c:pt idx="68">
                  <c:v>41025</c:v>
                </c:pt>
                <c:pt idx="69">
                  <c:v>41032</c:v>
                </c:pt>
                <c:pt idx="70">
                  <c:v>41039</c:v>
                </c:pt>
                <c:pt idx="71">
                  <c:v>41046</c:v>
                </c:pt>
                <c:pt idx="72">
                  <c:v>41053</c:v>
                </c:pt>
                <c:pt idx="73">
                  <c:v>41060</c:v>
                </c:pt>
                <c:pt idx="74">
                  <c:v>41067</c:v>
                </c:pt>
                <c:pt idx="75">
                  <c:v>41074</c:v>
                </c:pt>
                <c:pt idx="76">
                  <c:v>41081</c:v>
                </c:pt>
                <c:pt idx="77">
                  <c:v>41088</c:v>
                </c:pt>
                <c:pt idx="78">
                  <c:v>41095</c:v>
                </c:pt>
                <c:pt idx="79">
                  <c:v>41102</c:v>
                </c:pt>
                <c:pt idx="80">
                  <c:v>41109</c:v>
                </c:pt>
                <c:pt idx="81">
                  <c:v>41116</c:v>
                </c:pt>
                <c:pt idx="82">
                  <c:v>41123</c:v>
                </c:pt>
                <c:pt idx="83">
                  <c:v>41130</c:v>
                </c:pt>
                <c:pt idx="84">
                  <c:v>41137</c:v>
                </c:pt>
                <c:pt idx="85">
                  <c:v>41144</c:v>
                </c:pt>
                <c:pt idx="86">
                  <c:v>41151</c:v>
                </c:pt>
                <c:pt idx="87">
                  <c:v>41158</c:v>
                </c:pt>
                <c:pt idx="88">
                  <c:v>41165</c:v>
                </c:pt>
                <c:pt idx="89">
                  <c:v>41172</c:v>
                </c:pt>
                <c:pt idx="90">
                  <c:v>41179</c:v>
                </c:pt>
                <c:pt idx="91">
                  <c:v>41186</c:v>
                </c:pt>
                <c:pt idx="92">
                  <c:v>41193</c:v>
                </c:pt>
                <c:pt idx="93">
                  <c:v>41200</c:v>
                </c:pt>
                <c:pt idx="94">
                  <c:v>41207</c:v>
                </c:pt>
                <c:pt idx="95">
                  <c:v>41214</c:v>
                </c:pt>
                <c:pt idx="96">
                  <c:v>41221</c:v>
                </c:pt>
                <c:pt idx="97">
                  <c:v>41228</c:v>
                </c:pt>
                <c:pt idx="98">
                  <c:v>41234</c:v>
                </c:pt>
                <c:pt idx="99">
                  <c:v>41242</c:v>
                </c:pt>
                <c:pt idx="100">
                  <c:v>41249</c:v>
                </c:pt>
                <c:pt idx="101">
                  <c:v>41256</c:v>
                </c:pt>
                <c:pt idx="102">
                  <c:v>41263</c:v>
                </c:pt>
                <c:pt idx="103">
                  <c:v>41270</c:v>
                </c:pt>
                <c:pt idx="104">
                  <c:v>41277</c:v>
                </c:pt>
                <c:pt idx="105">
                  <c:v>41284</c:v>
                </c:pt>
                <c:pt idx="106">
                  <c:v>41291</c:v>
                </c:pt>
                <c:pt idx="107">
                  <c:v>41298</c:v>
                </c:pt>
                <c:pt idx="108">
                  <c:v>41305</c:v>
                </c:pt>
                <c:pt idx="109">
                  <c:v>41312</c:v>
                </c:pt>
                <c:pt idx="110">
                  <c:v>41319</c:v>
                </c:pt>
                <c:pt idx="111">
                  <c:v>41326</c:v>
                </c:pt>
                <c:pt idx="112">
                  <c:v>41333</c:v>
                </c:pt>
                <c:pt idx="113">
                  <c:v>41340</c:v>
                </c:pt>
                <c:pt idx="114">
                  <c:v>41347</c:v>
                </c:pt>
                <c:pt idx="115">
                  <c:v>41354</c:v>
                </c:pt>
                <c:pt idx="116">
                  <c:v>41361</c:v>
                </c:pt>
                <c:pt idx="117">
                  <c:v>41368</c:v>
                </c:pt>
                <c:pt idx="118">
                  <c:v>41375</c:v>
                </c:pt>
                <c:pt idx="119">
                  <c:v>41382</c:v>
                </c:pt>
                <c:pt idx="120">
                  <c:v>41389</c:v>
                </c:pt>
                <c:pt idx="121">
                  <c:v>41396</c:v>
                </c:pt>
                <c:pt idx="122">
                  <c:v>41403</c:v>
                </c:pt>
                <c:pt idx="123">
                  <c:v>41410</c:v>
                </c:pt>
                <c:pt idx="124">
                  <c:v>41417</c:v>
                </c:pt>
                <c:pt idx="125">
                  <c:v>41424</c:v>
                </c:pt>
                <c:pt idx="126">
                  <c:v>41431</c:v>
                </c:pt>
                <c:pt idx="127">
                  <c:v>41438</c:v>
                </c:pt>
                <c:pt idx="128">
                  <c:v>41445</c:v>
                </c:pt>
                <c:pt idx="129">
                  <c:v>41452</c:v>
                </c:pt>
                <c:pt idx="130">
                  <c:v>41458</c:v>
                </c:pt>
                <c:pt idx="131">
                  <c:v>41466</c:v>
                </c:pt>
                <c:pt idx="132">
                  <c:v>41473</c:v>
                </c:pt>
                <c:pt idx="133">
                  <c:v>41480</c:v>
                </c:pt>
                <c:pt idx="134">
                  <c:v>41487</c:v>
                </c:pt>
                <c:pt idx="135">
                  <c:v>41494</c:v>
                </c:pt>
                <c:pt idx="136">
                  <c:v>41501</c:v>
                </c:pt>
                <c:pt idx="137">
                  <c:v>41508</c:v>
                </c:pt>
                <c:pt idx="138">
                  <c:v>41515</c:v>
                </c:pt>
                <c:pt idx="139">
                  <c:v>41522</c:v>
                </c:pt>
                <c:pt idx="140">
                  <c:v>41529</c:v>
                </c:pt>
                <c:pt idx="141">
                  <c:v>41536</c:v>
                </c:pt>
                <c:pt idx="142">
                  <c:v>41543</c:v>
                </c:pt>
                <c:pt idx="143">
                  <c:v>41550</c:v>
                </c:pt>
                <c:pt idx="144">
                  <c:v>41557</c:v>
                </c:pt>
                <c:pt idx="145">
                  <c:v>41564</c:v>
                </c:pt>
                <c:pt idx="146">
                  <c:v>41571</c:v>
                </c:pt>
                <c:pt idx="147">
                  <c:v>41578</c:v>
                </c:pt>
                <c:pt idx="148">
                  <c:v>41585</c:v>
                </c:pt>
                <c:pt idx="149">
                  <c:v>41592</c:v>
                </c:pt>
                <c:pt idx="150">
                  <c:v>41599</c:v>
                </c:pt>
                <c:pt idx="151">
                  <c:v>41605</c:v>
                </c:pt>
                <c:pt idx="152">
                  <c:v>41613</c:v>
                </c:pt>
                <c:pt idx="153">
                  <c:v>41620</c:v>
                </c:pt>
                <c:pt idx="154">
                  <c:v>41627</c:v>
                </c:pt>
                <c:pt idx="155">
                  <c:v>41634</c:v>
                </c:pt>
                <c:pt idx="156">
                  <c:v>41641</c:v>
                </c:pt>
                <c:pt idx="157">
                  <c:v>41648</c:v>
                </c:pt>
                <c:pt idx="158">
                  <c:v>41655</c:v>
                </c:pt>
                <c:pt idx="159">
                  <c:v>41662</c:v>
                </c:pt>
                <c:pt idx="160">
                  <c:v>41669</c:v>
                </c:pt>
                <c:pt idx="161">
                  <c:v>41676</c:v>
                </c:pt>
                <c:pt idx="162">
                  <c:v>41683</c:v>
                </c:pt>
                <c:pt idx="163">
                  <c:v>41690</c:v>
                </c:pt>
                <c:pt idx="164">
                  <c:v>41697</c:v>
                </c:pt>
                <c:pt idx="165">
                  <c:v>41704</c:v>
                </c:pt>
                <c:pt idx="166">
                  <c:v>41711</c:v>
                </c:pt>
                <c:pt idx="167">
                  <c:v>41718</c:v>
                </c:pt>
                <c:pt idx="168">
                  <c:v>41725</c:v>
                </c:pt>
                <c:pt idx="169">
                  <c:v>41732</c:v>
                </c:pt>
                <c:pt idx="170">
                  <c:v>41739</c:v>
                </c:pt>
                <c:pt idx="171">
                  <c:v>41746</c:v>
                </c:pt>
                <c:pt idx="172">
                  <c:v>41753</c:v>
                </c:pt>
                <c:pt idx="173">
                  <c:v>41760</c:v>
                </c:pt>
                <c:pt idx="174">
                  <c:v>41767</c:v>
                </c:pt>
                <c:pt idx="175">
                  <c:v>41774</c:v>
                </c:pt>
                <c:pt idx="176">
                  <c:v>41781</c:v>
                </c:pt>
                <c:pt idx="177">
                  <c:v>41788</c:v>
                </c:pt>
                <c:pt idx="178">
                  <c:v>41795</c:v>
                </c:pt>
                <c:pt idx="179">
                  <c:v>41802</c:v>
                </c:pt>
                <c:pt idx="180">
                  <c:v>41809</c:v>
                </c:pt>
                <c:pt idx="181">
                  <c:v>41816</c:v>
                </c:pt>
                <c:pt idx="182">
                  <c:v>41823</c:v>
                </c:pt>
                <c:pt idx="183">
                  <c:v>41830</c:v>
                </c:pt>
                <c:pt idx="184">
                  <c:v>41837</c:v>
                </c:pt>
                <c:pt idx="185">
                  <c:v>41844</c:v>
                </c:pt>
                <c:pt idx="186">
                  <c:v>41851</c:v>
                </c:pt>
                <c:pt idx="187">
                  <c:v>41858</c:v>
                </c:pt>
                <c:pt idx="188">
                  <c:v>41865</c:v>
                </c:pt>
                <c:pt idx="189">
                  <c:v>41872</c:v>
                </c:pt>
                <c:pt idx="190">
                  <c:v>41879</c:v>
                </c:pt>
                <c:pt idx="191">
                  <c:v>41886</c:v>
                </c:pt>
                <c:pt idx="192">
                  <c:v>41893</c:v>
                </c:pt>
                <c:pt idx="193">
                  <c:v>41900</c:v>
                </c:pt>
                <c:pt idx="194">
                  <c:v>41907</c:v>
                </c:pt>
                <c:pt idx="195">
                  <c:v>41914</c:v>
                </c:pt>
                <c:pt idx="196">
                  <c:v>41921</c:v>
                </c:pt>
                <c:pt idx="197">
                  <c:v>41928</c:v>
                </c:pt>
                <c:pt idx="198">
                  <c:v>41935</c:v>
                </c:pt>
                <c:pt idx="199">
                  <c:v>41942</c:v>
                </c:pt>
                <c:pt idx="200">
                  <c:v>41949</c:v>
                </c:pt>
                <c:pt idx="201">
                  <c:v>41956</c:v>
                </c:pt>
                <c:pt idx="202">
                  <c:v>41963</c:v>
                </c:pt>
                <c:pt idx="203">
                  <c:v>41969</c:v>
                </c:pt>
                <c:pt idx="204">
                  <c:v>41977</c:v>
                </c:pt>
                <c:pt idx="205">
                  <c:v>41984</c:v>
                </c:pt>
                <c:pt idx="206">
                  <c:v>41991</c:v>
                </c:pt>
                <c:pt idx="207">
                  <c:v>41997</c:v>
                </c:pt>
                <c:pt idx="208">
                  <c:v>42004</c:v>
                </c:pt>
                <c:pt idx="209">
                  <c:v>42012</c:v>
                </c:pt>
                <c:pt idx="210">
                  <c:v>42019</c:v>
                </c:pt>
                <c:pt idx="211">
                  <c:v>42026</c:v>
                </c:pt>
                <c:pt idx="212">
                  <c:v>42033</c:v>
                </c:pt>
                <c:pt idx="213">
                  <c:v>42040</c:v>
                </c:pt>
                <c:pt idx="214">
                  <c:v>42047</c:v>
                </c:pt>
                <c:pt idx="215">
                  <c:v>42054</c:v>
                </c:pt>
                <c:pt idx="216">
                  <c:v>42061</c:v>
                </c:pt>
                <c:pt idx="217">
                  <c:v>42068</c:v>
                </c:pt>
                <c:pt idx="218">
                  <c:v>42075</c:v>
                </c:pt>
                <c:pt idx="219">
                  <c:v>42082</c:v>
                </c:pt>
                <c:pt idx="220">
                  <c:v>42089</c:v>
                </c:pt>
                <c:pt idx="221">
                  <c:v>42096</c:v>
                </c:pt>
                <c:pt idx="222">
                  <c:v>42103</c:v>
                </c:pt>
                <c:pt idx="223">
                  <c:v>42110</c:v>
                </c:pt>
                <c:pt idx="224">
                  <c:v>42117</c:v>
                </c:pt>
              </c:numCache>
            </c:numRef>
          </c:cat>
          <c:val>
            <c:numRef>
              <c:f>PoolRefinancible!$J$3:$J$227</c:f>
              <c:numCache>
                <c:formatCode>0%</c:formatCode>
                <c:ptCount val="225"/>
                <c:pt idx="0">
                  <c:v>0.41917445646047702</c:v>
                </c:pt>
                <c:pt idx="1">
                  <c:v>0.43621985629656101</c:v>
                </c:pt>
                <c:pt idx="2">
                  <c:v>0.41944708561696598</c:v>
                </c:pt>
                <c:pt idx="3">
                  <c:v>0.418710148423519</c:v>
                </c:pt>
                <c:pt idx="4">
                  <c:v>0.38887560757790002</c:v>
                </c:pt>
                <c:pt idx="5">
                  <c:v>0.35101070043975402</c:v>
                </c:pt>
                <c:pt idx="6">
                  <c:v>0.36422873018148</c:v>
                </c:pt>
                <c:pt idx="7">
                  <c:v>0.37426156705539698</c:v>
                </c:pt>
                <c:pt idx="8">
                  <c:v>0.378077073966118</c:v>
                </c:pt>
                <c:pt idx="9">
                  <c:v>0.37803494484535199</c:v>
                </c:pt>
                <c:pt idx="10">
                  <c:v>0.407679162563724</c:v>
                </c:pt>
                <c:pt idx="11">
                  <c:v>0.39154691259907098</c:v>
                </c:pt>
                <c:pt idx="12">
                  <c:v>0.37809391960358502</c:v>
                </c:pt>
                <c:pt idx="13">
                  <c:v>0.36996472497765398</c:v>
                </c:pt>
                <c:pt idx="14">
                  <c:v>0.36984016473175102</c:v>
                </c:pt>
                <c:pt idx="15">
                  <c:v>0.38384871096807699</c:v>
                </c:pt>
                <c:pt idx="16">
                  <c:v>0.38433074982262799</c:v>
                </c:pt>
                <c:pt idx="17">
                  <c:v>0.394871405610702</c:v>
                </c:pt>
                <c:pt idx="18">
                  <c:v>0.43079303669576202</c:v>
                </c:pt>
                <c:pt idx="19">
                  <c:v>0.43090192835496699</c:v>
                </c:pt>
                <c:pt idx="20">
                  <c:v>0.431110671725766</c:v>
                </c:pt>
                <c:pt idx="21">
                  <c:v>0.45342303565958197</c:v>
                </c:pt>
                <c:pt idx="22">
                  <c:v>0.47629557608974499</c:v>
                </c:pt>
                <c:pt idx="23">
                  <c:v>0.47626301055025799</c:v>
                </c:pt>
                <c:pt idx="24">
                  <c:v>0.45342303565958197</c:v>
                </c:pt>
                <c:pt idx="25">
                  <c:v>0.47533111966863201</c:v>
                </c:pt>
                <c:pt idx="26">
                  <c:v>0.42115773967800002</c:v>
                </c:pt>
                <c:pt idx="27">
                  <c:v>0.47005900282082203</c:v>
                </c:pt>
                <c:pt idx="28">
                  <c:v>0.44797749734765901</c:v>
                </c:pt>
                <c:pt idx="29">
                  <c:v>0.44409861209358098</c:v>
                </c:pt>
                <c:pt idx="30">
                  <c:v>0.515379400381896</c:v>
                </c:pt>
                <c:pt idx="31">
                  <c:v>0.61745026323361196</c:v>
                </c:pt>
                <c:pt idx="32">
                  <c:v>0.71103111098302996</c:v>
                </c:pt>
                <c:pt idx="33">
                  <c:v>0.66735967344709601</c:v>
                </c:pt>
                <c:pt idx="34">
                  <c:v>0.66070318293374397</c:v>
                </c:pt>
                <c:pt idx="35">
                  <c:v>0.72862294428542695</c:v>
                </c:pt>
                <c:pt idx="36">
                  <c:v>0.73180955418473204</c:v>
                </c:pt>
                <c:pt idx="37">
                  <c:v>0.73180955418473204</c:v>
                </c:pt>
                <c:pt idx="38">
                  <c:v>0.78537510001402</c:v>
                </c:pt>
                <c:pt idx="39">
                  <c:v>0.77200889405912698</c:v>
                </c:pt>
                <c:pt idx="40">
                  <c:v>0.68762581065136796</c:v>
                </c:pt>
                <c:pt idx="41">
                  <c:v>0.70907311332117495</c:v>
                </c:pt>
                <c:pt idx="42">
                  <c:v>0.71096371307505601</c:v>
                </c:pt>
                <c:pt idx="43">
                  <c:v>0.75213064967891696</c:v>
                </c:pt>
                <c:pt idx="44">
                  <c:v>0.75215343752934904</c:v>
                </c:pt>
                <c:pt idx="45">
                  <c:v>0.75213064967891696</c:v>
                </c:pt>
                <c:pt idx="46">
                  <c:v>0.75451882195048703</c:v>
                </c:pt>
                <c:pt idx="47">
                  <c:v>0.73701250506221705</c:v>
                </c:pt>
                <c:pt idx="48">
                  <c:v>0.737034618623016</c:v>
                </c:pt>
                <c:pt idx="49">
                  <c:v>0.74005848510739902</c:v>
                </c:pt>
                <c:pt idx="50">
                  <c:v>0.77262482249298603</c:v>
                </c:pt>
                <c:pt idx="51">
                  <c:v>0.76353022654842795</c:v>
                </c:pt>
                <c:pt idx="52">
                  <c:v>0.75017446397926801</c:v>
                </c:pt>
                <c:pt idx="53">
                  <c:v>0.76194885743932395</c:v>
                </c:pt>
                <c:pt idx="54">
                  <c:v>0.76015152542719999</c:v>
                </c:pt>
                <c:pt idx="55">
                  <c:v>0.72538795894175401</c:v>
                </c:pt>
                <c:pt idx="56">
                  <c:v>0.73976850442679698</c:v>
                </c:pt>
                <c:pt idx="57">
                  <c:v>0.73976850442679698</c:v>
                </c:pt>
                <c:pt idx="58">
                  <c:v>0.73976850442679698</c:v>
                </c:pt>
                <c:pt idx="59">
                  <c:v>0.70482380254349597</c:v>
                </c:pt>
                <c:pt idx="60">
                  <c:v>0.71197045097818001</c:v>
                </c:pt>
                <c:pt idx="61">
                  <c:v>0.72185562668080905</c:v>
                </c:pt>
                <c:pt idx="62">
                  <c:v>0.71184965643423004</c:v>
                </c:pt>
                <c:pt idx="63">
                  <c:v>0.63003810447880604</c:v>
                </c:pt>
                <c:pt idx="64">
                  <c:v>0.68476549375243201</c:v>
                </c:pt>
                <c:pt idx="65">
                  <c:v>0.68702063249841105</c:v>
                </c:pt>
                <c:pt idx="66">
                  <c:v>0.74360097428026795</c:v>
                </c:pt>
                <c:pt idx="67">
                  <c:v>0.71319163212853798</c:v>
                </c:pt>
                <c:pt idx="68">
                  <c:v>0.74360097428026795</c:v>
                </c:pt>
                <c:pt idx="69">
                  <c:v>0.74458940201611601</c:v>
                </c:pt>
                <c:pt idx="70">
                  <c:v>0.74880992852224404</c:v>
                </c:pt>
                <c:pt idx="71">
                  <c:v>0.77533293010841997</c:v>
                </c:pt>
                <c:pt idx="72">
                  <c:v>0.77252849495486897</c:v>
                </c:pt>
                <c:pt idx="73">
                  <c:v>0.77719223327132003</c:v>
                </c:pt>
                <c:pt idx="74">
                  <c:v>0.81161668458948799</c:v>
                </c:pt>
                <c:pt idx="75">
                  <c:v>0.79320998802631504</c:v>
                </c:pt>
                <c:pt idx="76">
                  <c:v>0.81309219550150202</c:v>
                </c:pt>
                <c:pt idx="77">
                  <c:v>0.81309219550150202</c:v>
                </c:pt>
                <c:pt idx="78">
                  <c:v>0.80304589352971401</c:v>
                </c:pt>
                <c:pt idx="79">
                  <c:v>0.83475833318603099</c:v>
                </c:pt>
                <c:pt idx="80">
                  <c:v>0.839279067165004</c:v>
                </c:pt>
                <c:pt idx="81">
                  <c:v>0.85583686182580798</c:v>
                </c:pt>
                <c:pt idx="82">
                  <c:v>0.81672598038940503</c:v>
                </c:pt>
                <c:pt idx="83">
                  <c:v>0.81660096914097402</c:v>
                </c:pt>
                <c:pt idx="84">
                  <c:v>0.80039531716996504</c:v>
                </c:pt>
                <c:pt idx="85">
                  <c:v>0.78286282867668</c:v>
                </c:pt>
                <c:pt idx="86">
                  <c:v>0.81660096914097402</c:v>
                </c:pt>
                <c:pt idx="87">
                  <c:v>0.80003630895948397</c:v>
                </c:pt>
                <c:pt idx="88">
                  <c:v>0.80517464210851997</c:v>
                </c:pt>
                <c:pt idx="89">
                  <c:v>0.82579336591607799</c:v>
                </c:pt>
                <c:pt idx="90">
                  <c:v>0.87352757054468799</c:v>
                </c:pt>
                <c:pt idx="91">
                  <c:v>0.85283995726602502</c:v>
                </c:pt>
                <c:pt idx="92">
                  <c:v>0.82980253162130702</c:v>
                </c:pt>
                <c:pt idx="93">
                  <c:v>0.84996407134381802</c:v>
                </c:pt>
                <c:pt idx="94">
                  <c:v>0.828248760892495</c:v>
                </c:pt>
                <c:pt idx="95">
                  <c:v>0.79915808926981402</c:v>
                </c:pt>
                <c:pt idx="96">
                  <c:v>0.79873425180913604</c:v>
                </c:pt>
                <c:pt idx="97">
                  <c:v>0.82276956639306598</c:v>
                </c:pt>
                <c:pt idx="98">
                  <c:v>0.84066676404946505</c:v>
                </c:pt>
                <c:pt idx="99">
                  <c:v>0.82275551487300902</c:v>
                </c:pt>
                <c:pt idx="100">
                  <c:v>0.80649977939682505</c:v>
                </c:pt>
                <c:pt idx="101">
                  <c:v>0.82418991295466604</c:v>
                </c:pt>
                <c:pt idx="102">
                  <c:v>0.80390223047279097</c:v>
                </c:pt>
                <c:pt idx="103">
                  <c:v>0.80591432289546205</c:v>
                </c:pt>
                <c:pt idx="104">
                  <c:v>0.78440164177592298</c:v>
                </c:pt>
                <c:pt idx="105">
                  <c:v>0.759606662501778</c:v>
                </c:pt>
                <c:pt idx="106">
                  <c:v>0.78142443901466097</c:v>
                </c:pt>
                <c:pt idx="107">
                  <c:v>0.75700205657756403</c:v>
                </c:pt>
                <c:pt idx="108">
                  <c:v>0.70776343414969201</c:v>
                </c:pt>
                <c:pt idx="109">
                  <c:v>0.68149824697650396</c:v>
                </c:pt>
                <c:pt idx="110">
                  <c:v>0.68149824697650396</c:v>
                </c:pt>
                <c:pt idx="111">
                  <c:v>0.66443156184372798</c:v>
                </c:pt>
                <c:pt idx="112">
                  <c:v>0.68474077330080096</c:v>
                </c:pt>
                <c:pt idx="113">
                  <c:v>0.65965341103045605</c:v>
                </c:pt>
                <c:pt idx="114">
                  <c:v>0.622542311024053</c:v>
                </c:pt>
                <c:pt idx="115">
                  <c:v>0.65490269555006198</c:v>
                </c:pt>
                <c:pt idx="116">
                  <c:v>0.63814443106247998</c:v>
                </c:pt>
                <c:pt idx="117">
                  <c:v>0.63701726572087702</c:v>
                </c:pt>
                <c:pt idx="118">
                  <c:v>0.66472248963496305</c:v>
                </c:pt>
                <c:pt idx="119">
                  <c:v>0.691617287637183</c:v>
                </c:pt>
                <c:pt idx="120">
                  <c:v>0.68894417616710202</c:v>
                </c:pt>
                <c:pt idx="121">
                  <c:v>0.70646423511043499</c:v>
                </c:pt>
                <c:pt idx="122">
                  <c:v>0.67710126151444505</c:v>
                </c:pt>
                <c:pt idx="123">
                  <c:v>0.64608424059300296</c:v>
                </c:pt>
                <c:pt idx="124">
                  <c:v>0.60492342195832605</c:v>
                </c:pt>
                <c:pt idx="125">
                  <c:v>0.52986130193183101</c:v>
                </c:pt>
                <c:pt idx="126">
                  <c:v>0.48936320762315699</c:v>
                </c:pt>
                <c:pt idx="127">
                  <c:v>0.46803712037587902</c:v>
                </c:pt>
                <c:pt idx="128">
                  <c:v>0.46841833416873302</c:v>
                </c:pt>
                <c:pt idx="129">
                  <c:v>0.25930726321944902</c:v>
                </c:pt>
                <c:pt idx="130">
                  <c:v>0.34399747197441399</c:v>
                </c:pt>
                <c:pt idx="131">
                  <c:v>0.23052122039717299</c:v>
                </c:pt>
                <c:pt idx="132">
                  <c:v>0.313528938106932</c:v>
                </c:pt>
                <c:pt idx="133">
                  <c:v>0.31410556361706699</c:v>
                </c:pt>
                <c:pt idx="134">
                  <c:v>0.26871710621385497</c:v>
                </c:pt>
                <c:pt idx="135">
                  <c:v>0.26842687745364402</c:v>
                </c:pt>
                <c:pt idx="136">
                  <c:v>0.26842687745364402</c:v>
                </c:pt>
                <c:pt idx="137">
                  <c:v>0.20545197668606799</c:v>
                </c:pt>
                <c:pt idx="138">
                  <c:v>0.23763744646630799</c:v>
                </c:pt>
                <c:pt idx="139">
                  <c:v>0.21149349910069001</c:v>
                </c:pt>
                <c:pt idx="140">
                  <c:v>0.19827486089892299</c:v>
                </c:pt>
                <c:pt idx="141">
                  <c:v>0.230982049953562</c:v>
                </c:pt>
                <c:pt idx="142">
                  <c:v>0.32130927271021897</c:v>
                </c:pt>
                <c:pt idx="143">
                  <c:v>0.34374501426377402</c:v>
                </c:pt>
                <c:pt idx="144">
                  <c:v>0.343362461707855</c:v>
                </c:pt>
                <c:pt idx="145">
                  <c:v>0.31435548538393299</c:v>
                </c:pt>
                <c:pt idx="146">
                  <c:v>0.36279732883580901</c:v>
                </c:pt>
                <c:pt idx="147">
                  <c:v>0.38076704542262901</c:v>
                </c:pt>
                <c:pt idx="148">
                  <c:v>0.35403891055164699</c:v>
                </c:pt>
                <c:pt idx="149">
                  <c:v>0.27765033429796598</c:v>
                </c:pt>
                <c:pt idx="150">
                  <c:v>0.33620447417750299</c:v>
                </c:pt>
                <c:pt idx="151">
                  <c:v>0.30662338263190497</c:v>
                </c:pt>
                <c:pt idx="152">
                  <c:v>0.238872261686181</c:v>
                </c:pt>
                <c:pt idx="153">
                  <c:v>0.23869230352122101</c:v>
                </c:pt>
                <c:pt idx="154">
                  <c:v>0.20595646030872</c:v>
                </c:pt>
                <c:pt idx="155">
                  <c:v>0.20588522084022601</c:v>
                </c:pt>
                <c:pt idx="156">
                  <c:v>0.18270041372936699</c:v>
                </c:pt>
                <c:pt idx="157">
                  <c:v>0.20349751001168101</c:v>
                </c:pt>
                <c:pt idx="158">
                  <c:v>0.23285648019755101</c:v>
                </c:pt>
                <c:pt idx="159">
                  <c:v>0.23330797794566899</c:v>
                </c:pt>
                <c:pt idx="160">
                  <c:v>0.29089795893761</c:v>
                </c:pt>
                <c:pt idx="161">
                  <c:v>0.31424671770039497</c:v>
                </c:pt>
                <c:pt idx="162">
                  <c:v>0.28654188629747801</c:v>
                </c:pt>
                <c:pt idx="163">
                  <c:v>0.25823477101989301</c:v>
                </c:pt>
                <c:pt idx="164">
                  <c:v>0.25744034883327499</c:v>
                </c:pt>
                <c:pt idx="165">
                  <c:v>0.28216102843400898</c:v>
                </c:pt>
                <c:pt idx="166">
                  <c:v>0.25339035668079501</c:v>
                </c:pt>
                <c:pt idx="167">
                  <c:v>0.28102818996708701</c:v>
                </c:pt>
                <c:pt idx="168">
                  <c:v>0.25299751732949799</c:v>
                </c:pt>
                <c:pt idx="169">
                  <c:v>0.222143720081627</c:v>
                </c:pt>
                <c:pt idx="170">
                  <c:v>0.25169457423695202</c:v>
                </c:pt>
                <c:pt idx="171">
                  <c:v>0.28058021231610197</c:v>
                </c:pt>
                <c:pt idx="172">
                  <c:v>0.279448840397376</c:v>
                </c:pt>
                <c:pt idx="173">
                  <c:v>0.27758425345188897</c:v>
                </c:pt>
                <c:pt idx="174">
                  <c:v>0.32550344763156402</c:v>
                </c:pt>
                <c:pt idx="175">
                  <c:v>0.32552411046597202</c:v>
                </c:pt>
                <c:pt idx="176">
                  <c:v>0.347488455871724</c:v>
                </c:pt>
                <c:pt idx="177">
                  <c:v>0.34818390220270101</c:v>
                </c:pt>
                <c:pt idx="178">
                  <c:v>0.346238128399389</c:v>
                </c:pt>
                <c:pt idx="179">
                  <c:v>0.32274759646781798</c:v>
                </c:pt>
                <c:pt idx="180">
                  <c:v>0.324184407069465</c:v>
                </c:pt>
                <c:pt idx="181">
                  <c:v>0.346238128399389</c:v>
                </c:pt>
                <c:pt idx="182">
                  <c:v>0.36578907876503403</c:v>
                </c:pt>
                <c:pt idx="183">
                  <c:v>0.31805600486192798</c:v>
                </c:pt>
                <c:pt idx="184">
                  <c:v>0.34009498441958502</c:v>
                </c:pt>
                <c:pt idx="185">
                  <c:v>0.34009498441958502</c:v>
                </c:pt>
                <c:pt idx="186">
                  <c:v>0.34042369497045799</c:v>
                </c:pt>
                <c:pt idx="187">
                  <c:v>0.31036061365073903</c:v>
                </c:pt>
                <c:pt idx="188">
                  <c:v>0.33263554438079002</c:v>
                </c:pt>
                <c:pt idx="189">
                  <c:v>0.35838762838330102</c:v>
                </c:pt>
                <c:pt idx="190">
                  <c:v>0.35838762838330102</c:v>
                </c:pt>
                <c:pt idx="191">
                  <c:v>0.35124395630609401</c:v>
                </c:pt>
                <c:pt idx="192">
                  <c:v>0.350821387629207</c:v>
                </c:pt>
                <c:pt idx="193">
                  <c:v>0.30185821114737799</c:v>
                </c:pt>
                <c:pt idx="194">
                  <c:v>0.303134887573904</c:v>
                </c:pt>
                <c:pt idx="195">
                  <c:v>0.31668157332951902</c:v>
                </c:pt>
                <c:pt idx="196">
                  <c:v>0.34232551793557098</c:v>
                </c:pt>
                <c:pt idx="197">
                  <c:v>0.40285473187500098</c:v>
                </c:pt>
                <c:pt idx="198">
                  <c:v>0.43224640519919799</c:v>
                </c:pt>
                <c:pt idx="199">
                  <c:v>0.40279530551033699</c:v>
                </c:pt>
                <c:pt idx="200">
                  <c:v>0.363805283856794</c:v>
                </c:pt>
                <c:pt idx="201">
                  <c:v>0.36393083176118401</c:v>
                </c:pt>
                <c:pt idx="202">
                  <c:v>0.39464243161649398</c:v>
                </c:pt>
                <c:pt idx="203">
                  <c:v>0.39478657813594797</c:v>
                </c:pt>
                <c:pt idx="204">
                  <c:v>0.41779394948311799</c:v>
                </c:pt>
                <c:pt idx="205">
                  <c:v>0.41674162737276199</c:v>
                </c:pt>
                <c:pt idx="206">
                  <c:v>0.45273770907866101</c:v>
                </c:pt>
                <c:pt idx="207">
                  <c:v>0.44996183796017403</c:v>
                </c:pt>
                <c:pt idx="208">
                  <c:v>0.41775040408126601</c:v>
                </c:pt>
                <c:pt idx="209">
                  <c:v>0.47713334056444601</c:v>
                </c:pt>
                <c:pt idx="210">
                  <c:v>0.53296054461027997</c:v>
                </c:pt>
                <c:pt idx="211">
                  <c:v>0.53525908703488601</c:v>
                </c:pt>
                <c:pt idx="212">
                  <c:v>0.53296054461027997</c:v>
                </c:pt>
                <c:pt idx="213">
                  <c:v>0.531964205535849</c:v>
                </c:pt>
                <c:pt idx="214">
                  <c:v>0.50112937152177495</c:v>
                </c:pt>
                <c:pt idx="215">
                  <c:v>0.46787253141998503</c:v>
                </c:pt>
                <c:pt idx="216">
                  <c:v>0.43720530063230401</c:v>
                </c:pt>
                <c:pt idx="217">
                  <c:v>0.45959407492170601</c:v>
                </c:pt>
                <c:pt idx="218">
                  <c:v>0.394169404360453</c:v>
                </c:pt>
                <c:pt idx="219">
                  <c:v>0.45850870301610303</c:v>
                </c:pt>
                <c:pt idx="220">
                  <c:v>0.49264013227543102</c:v>
                </c:pt>
                <c:pt idx="221">
                  <c:v>0.47700652645494301</c:v>
                </c:pt>
                <c:pt idx="222">
                  <c:v>0.505305541519944</c:v>
                </c:pt>
                <c:pt idx="223">
                  <c:v>0.47885281621922599</c:v>
                </c:pt>
                <c:pt idx="224">
                  <c:v>0.50775672845638498</c:v>
                </c:pt>
              </c:numCache>
            </c:numRef>
          </c:val>
          <c:smooth val="0"/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211742080"/>
        <c:axId val="211936384"/>
      </c:lineChart>
      <c:lineChart>
        <c:grouping val="standard"/>
        <c:varyColors val="0"/>
        <c:ser>
          <c:idx val="2"/>
          <c:order val="1"/>
          <c:tx>
            <c:strRef>
              <c:f>PoolRefinancible!$E$2</c:f>
              <c:strCache>
                <c:ptCount val="1"/>
                <c:pt idx="0">
                  <c:v>Conv Refi Index</c:v>
                </c:pt>
              </c:strCache>
            </c:strRef>
          </c:tx>
          <c:spPr>
            <a:ln w="19050">
              <a:solidFill>
                <a:srgbClr val="2E8A60"/>
              </a:solidFill>
            </a:ln>
          </c:spPr>
          <c:marker>
            <c:symbol val="none"/>
          </c:marker>
          <c:cat>
            <c:numRef>
              <c:f>PoolRefinancible!$B$3:$B$227</c:f>
              <c:numCache>
                <c:formatCode>m/d/yyyy</c:formatCode>
                <c:ptCount val="225"/>
                <c:pt idx="0">
                  <c:v>40549</c:v>
                </c:pt>
                <c:pt idx="1">
                  <c:v>40556</c:v>
                </c:pt>
                <c:pt idx="2">
                  <c:v>40563</c:v>
                </c:pt>
                <c:pt idx="3">
                  <c:v>40570</c:v>
                </c:pt>
                <c:pt idx="4">
                  <c:v>40577</c:v>
                </c:pt>
                <c:pt idx="5">
                  <c:v>40584</c:v>
                </c:pt>
                <c:pt idx="6">
                  <c:v>40591</c:v>
                </c:pt>
                <c:pt idx="7">
                  <c:v>40598</c:v>
                </c:pt>
                <c:pt idx="8">
                  <c:v>40605</c:v>
                </c:pt>
                <c:pt idx="9">
                  <c:v>40612</c:v>
                </c:pt>
                <c:pt idx="10">
                  <c:v>40619</c:v>
                </c:pt>
                <c:pt idx="11">
                  <c:v>40626</c:v>
                </c:pt>
                <c:pt idx="12">
                  <c:v>40633</c:v>
                </c:pt>
                <c:pt idx="13">
                  <c:v>40640</c:v>
                </c:pt>
                <c:pt idx="14">
                  <c:v>40647</c:v>
                </c:pt>
                <c:pt idx="15">
                  <c:v>40654</c:v>
                </c:pt>
                <c:pt idx="16">
                  <c:v>40661</c:v>
                </c:pt>
                <c:pt idx="17">
                  <c:v>40668</c:v>
                </c:pt>
                <c:pt idx="18">
                  <c:v>40675</c:v>
                </c:pt>
                <c:pt idx="19">
                  <c:v>40682</c:v>
                </c:pt>
                <c:pt idx="20">
                  <c:v>40689</c:v>
                </c:pt>
                <c:pt idx="21">
                  <c:v>40696</c:v>
                </c:pt>
                <c:pt idx="22">
                  <c:v>40703</c:v>
                </c:pt>
                <c:pt idx="23">
                  <c:v>40710</c:v>
                </c:pt>
                <c:pt idx="24">
                  <c:v>40717</c:v>
                </c:pt>
                <c:pt idx="25">
                  <c:v>40724</c:v>
                </c:pt>
                <c:pt idx="26">
                  <c:v>40731</c:v>
                </c:pt>
                <c:pt idx="27">
                  <c:v>40738</c:v>
                </c:pt>
                <c:pt idx="28">
                  <c:v>40745</c:v>
                </c:pt>
                <c:pt idx="29">
                  <c:v>40752</c:v>
                </c:pt>
                <c:pt idx="30">
                  <c:v>40759</c:v>
                </c:pt>
                <c:pt idx="31">
                  <c:v>40766</c:v>
                </c:pt>
                <c:pt idx="32">
                  <c:v>40773</c:v>
                </c:pt>
                <c:pt idx="33">
                  <c:v>40780</c:v>
                </c:pt>
                <c:pt idx="34">
                  <c:v>40787</c:v>
                </c:pt>
                <c:pt idx="35">
                  <c:v>40794</c:v>
                </c:pt>
                <c:pt idx="36">
                  <c:v>40801</c:v>
                </c:pt>
                <c:pt idx="37">
                  <c:v>40808</c:v>
                </c:pt>
                <c:pt idx="38">
                  <c:v>40815</c:v>
                </c:pt>
                <c:pt idx="39">
                  <c:v>40822</c:v>
                </c:pt>
                <c:pt idx="40">
                  <c:v>40829</c:v>
                </c:pt>
                <c:pt idx="41">
                  <c:v>40836</c:v>
                </c:pt>
                <c:pt idx="42">
                  <c:v>40843</c:v>
                </c:pt>
                <c:pt idx="43">
                  <c:v>40850</c:v>
                </c:pt>
                <c:pt idx="44">
                  <c:v>40857</c:v>
                </c:pt>
                <c:pt idx="45">
                  <c:v>40864</c:v>
                </c:pt>
                <c:pt idx="46">
                  <c:v>40870</c:v>
                </c:pt>
                <c:pt idx="47">
                  <c:v>40878</c:v>
                </c:pt>
                <c:pt idx="48">
                  <c:v>40885</c:v>
                </c:pt>
                <c:pt idx="49">
                  <c:v>40892</c:v>
                </c:pt>
                <c:pt idx="50">
                  <c:v>40899</c:v>
                </c:pt>
                <c:pt idx="51">
                  <c:v>40906</c:v>
                </c:pt>
                <c:pt idx="52">
                  <c:v>40913</c:v>
                </c:pt>
                <c:pt idx="53">
                  <c:v>40920</c:v>
                </c:pt>
                <c:pt idx="54">
                  <c:v>40927</c:v>
                </c:pt>
                <c:pt idx="55">
                  <c:v>40934</c:v>
                </c:pt>
                <c:pt idx="56">
                  <c:v>40941</c:v>
                </c:pt>
                <c:pt idx="57">
                  <c:v>40948</c:v>
                </c:pt>
                <c:pt idx="58">
                  <c:v>40955</c:v>
                </c:pt>
                <c:pt idx="59">
                  <c:v>40962</c:v>
                </c:pt>
                <c:pt idx="60">
                  <c:v>40969</c:v>
                </c:pt>
                <c:pt idx="61">
                  <c:v>40976</c:v>
                </c:pt>
                <c:pt idx="62">
                  <c:v>40983</c:v>
                </c:pt>
                <c:pt idx="63">
                  <c:v>40990</c:v>
                </c:pt>
                <c:pt idx="64">
                  <c:v>40997</c:v>
                </c:pt>
                <c:pt idx="65">
                  <c:v>41004</c:v>
                </c:pt>
                <c:pt idx="66">
                  <c:v>41011</c:v>
                </c:pt>
                <c:pt idx="67">
                  <c:v>41018</c:v>
                </c:pt>
                <c:pt idx="68">
                  <c:v>41025</c:v>
                </c:pt>
                <c:pt idx="69">
                  <c:v>41032</c:v>
                </c:pt>
                <c:pt idx="70">
                  <c:v>41039</c:v>
                </c:pt>
                <c:pt idx="71">
                  <c:v>41046</c:v>
                </c:pt>
                <c:pt idx="72">
                  <c:v>41053</c:v>
                </c:pt>
                <c:pt idx="73">
                  <c:v>41060</c:v>
                </c:pt>
                <c:pt idx="74">
                  <c:v>41067</c:v>
                </c:pt>
                <c:pt idx="75">
                  <c:v>41074</c:v>
                </c:pt>
                <c:pt idx="76">
                  <c:v>41081</c:v>
                </c:pt>
                <c:pt idx="77">
                  <c:v>41088</c:v>
                </c:pt>
                <c:pt idx="78">
                  <c:v>41095</c:v>
                </c:pt>
                <c:pt idx="79">
                  <c:v>41102</c:v>
                </c:pt>
                <c:pt idx="80">
                  <c:v>41109</c:v>
                </c:pt>
                <c:pt idx="81">
                  <c:v>41116</c:v>
                </c:pt>
                <c:pt idx="82">
                  <c:v>41123</c:v>
                </c:pt>
                <c:pt idx="83">
                  <c:v>41130</c:v>
                </c:pt>
                <c:pt idx="84">
                  <c:v>41137</c:v>
                </c:pt>
                <c:pt idx="85">
                  <c:v>41144</c:v>
                </c:pt>
                <c:pt idx="86">
                  <c:v>41151</c:v>
                </c:pt>
                <c:pt idx="87">
                  <c:v>41158</c:v>
                </c:pt>
                <c:pt idx="88">
                  <c:v>41165</c:v>
                </c:pt>
                <c:pt idx="89">
                  <c:v>41172</c:v>
                </c:pt>
                <c:pt idx="90">
                  <c:v>41179</c:v>
                </c:pt>
                <c:pt idx="91">
                  <c:v>41186</c:v>
                </c:pt>
                <c:pt idx="92">
                  <c:v>41193</c:v>
                </c:pt>
                <c:pt idx="93">
                  <c:v>41200</c:v>
                </c:pt>
                <c:pt idx="94">
                  <c:v>41207</c:v>
                </c:pt>
                <c:pt idx="95">
                  <c:v>41214</c:v>
                </c:pt>
                <c:pt idx="96">
                  <c:v>41221</c:v>
                </c:pt>
                <c:pt idx="97">
                  <c:v>41228</c:v>
                </c:pt>
                <c:pt idx="98">
                  <c:v>41234</c:v>
                </c:pt>
                <c:pt idx="99">
                  <c:v>41242</c:v>
                </c:pt>
                <c:pt idx="100">
                  <c:v>41249</c:v>
                </c:pt>
                <c:pt idx="101">
                  <c:v>41256</c:v>
                </c:pt>
                <c:pt idx="102">
                  <c:v>41263</c:v>
                </c:pt>
                <c:pt idx="103">
                  <c:v>41270</c:v>
                </c:pt>
                <c:pt idx="104">
                  <c:v>41277</c:v>
                </c:pt>
                <c:pt idx="105">
                  <c:v>41284</c:v>
                </c:pt>
                <c:pt idx="106">
                  <c:v>41291</c:v>
                </c:pt>
                <c:pt idx="107">
                  <c:v>41298</c:v>
                </c:pt>
                <c:pt idx="108">
                  <c:v>41305</c:v>
                </c:pt>
                <c:pt idx="109">
                  <c:v>41312</c:v>
                </c:pt>
                <c:pt idx="110">
                  <c:v>41319</c:v>
                </c:pt>
                <c:pt idx="111">
                  <c:v>41326</c:v>
                </c:pt>
                <c:pt idx="112">
                  <c:v>41333</c:v>
                </c:pt>
                <c:pt idx="113">
                  <c:v>41340</c:v>
                </c:pt>
                <c:pt idx="114">
                  <c:v>41347</c:v>
                </c:pt>
                <c:pt idx="115">
                  <c:v>41354</c:v>
                </c:pt>
                <c:pt idx="116">
                  <c:v>41361</c:v>
                </c:pt>
                <c:pt idx="117">
                  <c:v>41368</c:v>
                </c:pt>
                <c:pt idx="118">
                  <c:v>41375</c:v>
                </c:pt>
                <c:pt idx="119">
                  <c:v>41382</c:v>
                </c:pt>
                <c:pt idx="120">
                  <c:v>41389</c:v>
                </c:pt>
                <c:pt idx="121">
                  <c:v>41396</c:v>
                </c:pt>
                <c:pt idx="122">
                  <c:v>41403</c:v>
                </c:pt>
                <c:pt idx="123">
                  <c:v>41410</c:v>
                </c:pt>
                <c:pt idx="124">
                  <c:v>41417</c:v>
                </c:pt>
                <c:pt idx="125">
                  <c:v>41424</c:v>
                </c:pt>
                <c:pt idx="126">
                  <c:v>41431</c:v>
                </c:pt>
                <c:pt idx="127">
                  <c:v>41438</c:v>
                </c:pt>
                <c:pt idx="128">
                  <c:v>41445</c:v>
                </c:pt>
                <c:pt idx="129">
                  <c:v>41452</c:v>
                </c:pt>
                <c:pt idx="130">
                  <c:v>41458</c:v>
                </c:pt>
                <c:pt idx="131">
                  <c:v>41466</c:v>
                </c:pt>
                <c:pt idx="132">
                  <c:v>41473</c:v>
                </c:pt>
                <c:pt idx="133">
                  <c:v>41480</c:v>
                </c:pt>
                <c:pt idx="134">
                  <c:v>41487</c:v>
                </c:pt>
                <c:pt idx="135">
                  <c:v>41494</c:v>
                </c:pt>
                <c:pt idx="136">
                  <c:v>41501</c:v>
                </c:pt>
                <c:pt idx="137">
                  <c:v>41508</c:v>
                </c:pt>
                <c:pt idx="138">
                  <c:v>41515</c:v>
                </c:pt>
                <c:pt idx="139">
                  <c:v>41522</c:v>
                </c:pt>
                <c:pt idx="140">
                  <c:v>41529</c:v>
                </c:pt>
                <c:pt idx="141">
                  <c:v>41536</c:v>
                </c:pt>
                <c:pt idx="142">
                  <c:v>41543</c:v>
                </c:pt>
                <c:pt idx="143">
                  <c:v>41550</c:v>
                </c:pt>
                <c:pt idx="144">
                  <c:v>41557</c:v>
                </c:pt>
                <c:pt idx="145">
                  <c:v>41564</c:v>
                </c:pt>
                <c:pt idx="146">
                  <c:v>41571</c:v>
                </c:pt>
                <c:pt idx="147">
                  <c:v>41578</c:v>
                </c:pt>
                <c:pt idx="148">
                  <c:v>41585</c:v>
                </c:pt>
                <c:pt idx="149">
                  <c:v>41592</c:v>
                </c:pt>
                <c:pt idx="150">
                  <c:v>41599</c:v>
                </c:pt>
                <c:pt idx="151">
                  <c:v>41605</c:v>
                </c:pt>
                <c:pt idx="152">
                  <c:v>41613</c:v>
                </c:pt>
                <c:pt idx="153">
                  <c:v>41620</c:v>
                </c:pt>
                <c:pt idx="154">
                  <c:v>41627</c:v>
                </c:pt>
                <c:pt idx="155">
                  <c:v>41634</c:v>
                </c:pt>
                <c:pt idx="156">
                  <c:v>41641</c:v>
                </c:pt>
                <c:pt idx="157">
                  <c:v>41648</c:v>
                </c:pt>
                <c:pt idx="158">
                  <c:v>41655</c:v>
                </c:pt>
                <c:pt idx="159">
                  <c:v>41662</c:v>
                </c:pt>
                <c:pt idx="160">
                  <c:v>41669</c:v>
                </c:pt>
                <c:pt idx="161">
                  <c:v>41676</c:v>
                </c:pt>
                <c:pt idx="162">
                  <c:v>41683</c:v>
                </c:pt>
                <c:pt idx="163">
                  <c:v>41690</c:v>
                </c:pt>
                <c:pt idx="164">
                  <c:v>41697</c:v>
                </c:pt>
                <c:pt idx="165">
                  <c:v>41704</c:v>
                </c:pt>
                <c:pt idx="166">
                  <c:v>41711</c:v>
                </c:pt>
                <c:pt idx="167">
                  <c:v>41718</c:v>
                </c:pt>
                <c:pt idx="168">
                  <c:v>41725</c:v>
                </c:pt>
                <c:pt idx="169">
                  <c:v>41732</c:v>
                </c:pt>
                <c:pt idx="170">
                  <c:v>41739</c:v>
                </c:pt>
                <c:pt idx="171">
                  <c:v>41746</c:v>
                </c:pt>
                <c:pt idx="172">
                  <c:v>41753</c:v>
                </c:pt>
                <c:pt idx="173">
                  <c:v>41760</c:v>
                </c:pt>
                <c:pt idx="174">
                  <c:v>41767</c:v>
                </c:pt>
                <c:pt idx="175">
                  <c:v>41774</c:v>
                </c:pt>
                <c:pt idx="176">
                  <c:v>41781</c:v>
                </c:pt>
                <c:pt idx="177">
                  <c:v>41788</c:v>
                </c:pt>
                <c:pt idx="178">
                  <c:v>41795</c:v>
                </c:pt>
                <c:pt idx="179">
                  <c:v>41802</c:v>
                </c:pt>
                <c:pt idx="180">
                  <c:v>41809</c:v>
                </c:pt>
                <c:pt idx="181">
                  <c:v>41816</c:v>
                </c:pt>
                <c:pt idx="182">
                  <c:v>41823</c:v>
                </c:pt>
                <c:pt idx="183">
                  <c:v>41830</c:v>
                </c:pt>
                <c:pt idx="184">
                  <c:v>41837</c:v>
                </c:pt>
                <c:pt idx="185">
                  <c:v>41844</c:v>
                </c:pt>
                <c:pt idx="186">
                  <c:v>41851</c:v>
                </c:pt>
                <c:pt idx="187">
                  <c:v>41858</c:v>
                </c:pt>
                <c:pt idx="188">
                  <c:v>41865</c:v>
                </c:pt>
                <c:pt idx="189">
                  <c:v>41872</c:v>
                </c:pt>
                <c:pt idx="190">
                  <c:v>41879</c:v>
                </c:pt>
                <c:pt idx="191">
                  <c:v>41886</c:v>
                </c:pt>
                <c:pt idx="192">
                  <c:v>41893</c:v>
                </c:pt>
                <c:pt idx="193">
                  <c:v>41900</c:v>
                </c:pt>
                <c:pt idx="194">
                  <c:v>41907</c:v>
                </c:pt>
                <c:pt idx="195">
                  <c:v>41914</c:v>
                </c:pt>
                <c:pt idx="196">
                  <c:v>41921</c:v>
                </c:pt>
                <c:pt idx="197">
                  <c:v>41928</c:v>
                </c:pt>
                <c:pt idx="198">
                  <c:v>41935</c:v>
                </c:pt>
                <c:pt idx="199">
                  <c:v>41942</c:v>
                </c:pt>
                <c:pt idx="200">
                  <c:v>41949</c:v>
                </c:pt>
                <c:pt idx="201">
                  <c:v>41956</c:v>
                </c:pt>
                <c:pt idx="202">
                  <c:v>41963</c:v>
                </c:pt>
                <c:pt idx="203">
                  <c:v>41969</c:v>
                </c:pt>
                <c:pt idx="204">
                  <c:v>41977</c:v>
                </c:pt>
                <c:pt idx="205">
                  <c:v>41984</c:v>
                </c:pt>
                <c:pt idx="206">
                  <c:v>41991</c:v>
                </c:pt>
                <c:pt idx="207">
                  <c:v>41997</c:v>
                </c:pt>
                <c:pt idx="208">
                  <c:v>42004</c:v>
                </c:pt>
                <c:pt idx="209">
                  <c:v>42012</c:v>
                </c:pt>
                <c:pt idx="210">
                  <c:v>42019</c:v>
                </c:pt>
                <c:pt idx="211">
                  <c:v>42026</c:v>
                </c:pt>
                <c:pt idx="212">
                  <c:v>42033</c:v>
                </c:pt>
                <c:pt idx="213">
                  <c:v>42040</c:v>
                </c:pt>
                <c:pt idx="214">
                  <c:v>42047</c:v>
                </c:pt>
                <c:pt idx="215">
                  <c:v>42054</c:v>
                </c:pt>
                <c:pt idx="216">
                  <c:v>42061</c:v>
                </c:pt>
                <c:pt idx="217">
                  <c:v>42068</c:v>
                </c:pt>
                <c:pt idx="218">
                  <c:v>42075</c:v>
                </c:pt>
                <c:pt idx="219">
                  <c:v>42082</c:v>
                </c:pt>
                <c:pt idx="220">
                  <c:v>42089</c:v>
                </c:pt>
                <c:pt idx="221">
                  <c:v>42096</c:v>
                </c:pt>
                <c:pt idx="222">
                  <c:v>42103</c:v>
                </c:pt>
                <c:pt idx="223">
                  <c:v>42110</c:v>
                </c:pt>
                <c:pt idx="224">
                  <c:v>42117</c:v>
                </c:pt>
              </c:numCache>
            </c:numRef>
          </c:cat>
          <c:val>
            <c:numRef>
              <c:f>PoolRefinancible!$E$3:$E$227</c:f>
              <c:numCache>
                <c:formatCode>General</c:formatCode>
                <c:ptCount val="225"/>
                <c:pt idx="0">
                  <c:v>2344.3000000000002</c:v>
                </c:pt>
                <c:pt idx="1">
                  <c:v>2528.6999999999998</c:v>
                </c:pt>
                <c:pt idx="2">
                  <c:v>2129.6999999999998</c:v>
                </c:pt>
                <c:pt idx="3">
                  <c:v>2371.1</c:v>
                </c:pt>
                <c:pt idx="4">
                  <c:v>2190.4</c:v>
                </c:pt>
                <c:pt idx="5">
                  <c:v>1953.2</c:v>
                </c:pt>
                <c:pt idx="6">
                  <c:v>2325.3000000000002</c:v>
                </c:pt>
                <c:pt idx="7">
                  <c:v>2155.5</c:v>
                </c:pt>
                <c:pt idx="8">
                  <c:v>2539.4</c:v>
                </c:pt>
                <c:pt idx="9">
                  <c:v>2563.6</c:v>
                </c:pt>
                <c:pt idx="10">
                  <c:v>2620.8000000000002</c:v>
                </c:pt>
                <c:pt idx="11">
                  <c:v>2350.6999999999998</c:v>
                </c:pt>
                <c:pt idx="12">
                  <c:v>2194.4</c:v>
                </c:pt>
                <c:pt idx="13">
                  <c:v>2010.6</c:v>
                </c:pt>
                <c:pt idx="14">
                  <c:v>2065.3000000000002</c:v>
                </c:pt>
                <c:pt idx="15">
                  <c:v>2091.4</c:v>
                </c:pt>
                <c:pt idx="16">
                  <c:v>2220.1</c:v>
                </c:pt>
                <c:pt idx="17">
                  <c:v>2414.9</c:v>
                </c:pt>
                <c:pt idx="18">
                  <c:v>2742.2</c:v>
                </c:pt>
                <c:pt idx="19">
                  <c:v>2764.6</c:v>
                </c:pt>
                <c:pt idx="20">
                  <c:v>2619.6999999999998</c:v>
                </c:pt>
                <c:pt idx="21">
                  <c:v>2648</c:v>
                </c:pt>
                <c:pt idx="22">
                  <c:v>3101.7</c:v>
                </c:pt>
                <c:pt idx="23">
                  <c:v>2857.9</c:v>
                </c:pt>
                <c:pt idx="24">
                  <c:v>2809.5</c:v>
                </c:pt>
                <c:pt idx="25">
                  <c:v>2527.5</c:v>
                </c:pt>
                <c:pt idx="26">
                  <c:v>2362.6999999999998</c:v>
                </c:pt>
                <c:pt idx="27">
                  <c:v>2923.8</c:v>
                </c:pt>
                <c:pt idx="28">
                  <c:v>2769.6</c:v>
                </c:pt>
                <c:pt idx="29">
                  <c:v>2974.1</c:v>
                </c:pt>
                <c:pt idx="30">
                  <c:v>3880.9</c:v>
                </c:pt>
                <c:pt idx="31">
                  <c:v>4184.3999999999996</c:v>
                </c:pt>
                <c:pt idx="32">
                  <c:v>4110.8</c:v>
                </c:pt>
                <c:pt idx="33">
                  <c:v>3601.3</c:v>
                </c:pt>
                <c:pt idx="34">
                  <c:v>3372</c:v>
                </c:pt>
                <c:pt idx="35">
                  <c:v>3571.7</c:v>
                </c:pt>
                <c:pt idx="36">
                  <c:v>4033.8</c:v>
                </c:pt>
                <c:pt idx="37">
                  <c:v>4512.1000000000004</c:v>
                </c:pt>
                <c:pt idx="38">
                  <c:v>4241.8</c:v>
                </c:pt>
                <c:pt idx="39">
                  <c:v>4251.1000000000004</c:v>
                </c:pt>
                <c:pt idx="40">
                  <c:v>3553.2</c:v>
                </c:pt>
                <c:pt idx="41">
                  <c:v>3719.3</c:v>
                </c:pt>
                <c:pt idx="42">
                  <c:v>3695</c:v>
                </c:pt>
                <c:pt idx="43">
                  <c:v>4137.6000000000004</c:v>
                </c:pt>
                <c:pt idx="44">
                  <c:v>3664.5</c:v>
                </c:pt>
                <c:pt idx="45">
                  <c:v>3466.8</c:v>
                </c:pt>
                <c:pt idx="46">
                  <c:v>#N/A</c:v>
                </c:pt>
                <c:pt idx="47">
                  <c:v>3394.7</c:v>
                </c:pt>
                <c:pt idx="48">
                  <c:v>3708.6</c:v>
                </c:pt>
                <c:pt idx="49">
                  <c:v>3676.1</c:v>
                </c:pt>
                <c:pt idx="50">
                  <c:v>3684.5</c:v>
                </c:pt>
                <c:pt idx="51">
                  <c:v>3608.1</c:v>
                </c:pt>
                <c:pt idx="52">
                  <c:v>3668.3</c:v>
                </c:pt>
                <c:pt idx="53">
                  <c:v>4626.5</c:v>
                </c:pt>
                <c:pt idx="54">
                  <c:v>4326.3999999999996</c:v>
                </c:pt>
                <c:pt idx="55">
                  <c:v>4184.3</c:v>
                </c:pt>
                <c:pt idx="56">
                  <c:v>4617.1000000000004</c:v>
                </c:pt>
                <c:pt idx="57">
                  <c:v>4716.1000000000004</c:v>
                </c:pt>
                <c:pt idx="58">
                  <c:v>4466.8999999999996</c:v>
                </c:pt>
                <c:pt idx="59">
                  <c:v>4379.1000000000004</c:v>
                </c:pt>
                <c:pt idx="60">
                  <c:v>4277.6000000000004</c:v>
                </c:pt>
                <c:pt idx="61">
                  <c:v>4063.4</c:v>
                </c:pt>
                <c:pt idx="62">
                  <c:v>3715.2</c:v>
                </c:pt>
                <c:pt idx="63">
                  <c:v>3588.4</c:v>
                </c:pt>
                <c:pt idx="64">
                  <c:v>3699.5</c:v>
                </c:pt>
                <c:pt idx="65">
                  <c:v>3549.3</c:v>
                </c:pt>
                <c:pt idx="66">
                  <c:v>4144.3</c:v>
                </c:pt>
                <c:pt idx="67">
                  <c:v>3892.2</c:v>
                </c:pt>
                <c:pt idx="68">
                  <c:v>3856</c:v>
                </c:pt>
                <c:pt idx="69">
                  <c:v>3924.4</c:v>
                </c:pt>
                <c:pt idx="70">
                  <c:v>4482</c:v>
                </c:pt>
                <c:pt idx="71">
                  <c:v>4732</c:v>
                </c:pt>
                <c:pt idx="72">
                  <c:v>4675.8999999999996</c:v>
                </c:pt>
                <c:pt idx="73">
                  <c:v>4736</c:v>
                </c:pt>
                <c:pt idx="74">
                  <c:v>5590</c:v>
                </c:pt>
                <c:pt idx="75">
                  <c:v>4719.6000000000004</c:v>
                </c:pt>
                <c:pt idx="76">
                  <c:v>4585.8</c:v>
                </c:pt>
                <c:pt idx="77">
                  <c:v>4372.2</c:v>
                </c:pt>
                <c:pt idx="78">
                  <c:v>4267.8999999999996</c:v>
                </c:pt>
                <c:pt idx="79">
                  <c:v>5246.8</c:v>
                </c:pt>
                <c:pt idx="80">
                  <c:v>5383.1</c:v>
                </c:pt>
                <c:pt idx="81">
                  <c:v>5492.1</c:v>
                </c:pt>
                <c:pt idx="82">
                  <c:v>5444.3</c:v>
                </c:pt>
                <c:pt idx="83">
                  <c:v>5172.2</c:v>
                </c:pt>
                <c:pt idx="84">
                  <c:v>4671.1000000000004</c:v>
                </c:pt>
                <c:pt idx="85">
                  <c:v>4414.6000000000004</c:v>
                </c:pt>
                <c:pt idx="86">
                  <c:v>4274.8</c:v>
                </c:pt>
                <c:pt idx="87">
                  <c:v>4779.1000000000004</c:v>
                </c:pt>
                <c:pt idx="88">
                  <c:v>4823.3</c:v>
                </c:pt>
                <c:pt idx="89">
                  <c:v>4979</c:v>
                </c:pt>
                <c:pt idx="90">
                  <c:v>5965.5</c:v>
                </c:pt>
                <c:pt idx="91">
                  <c:v>5892.5</c:v>
                </c:pt>
                <c:pt idx="92">
                  <c:v>5572.2</c:v>
                </c:pt>
                <c:pt idx="93">
                  <c:v>4847.2</c:v>
                </c:pt>
                <c:pt idx="94">
                  <c:v>4550.7</c:v>
                </c:pt>
                <c:pt idx="95">
                  <c:v>4297.7</c:v>
                </c:pt>
                <c:pt idx="96">
                  <c:v>4856.1000000000004</c:v>
                </c:pt>
                <c:pt idx="97">
                  <c:v>4702.3999999999996</c:v>
                </c:pt>
                <c:pt idx="98">
                  <c:v>#N/A</c:v>
                </c:pt>
                <c:pt idx="99">
                  <c:v>4943</c:v>
                </c:pt>
                <c:pt idx="100">
                  <c:v>5368.1</c:v>
                </c:pt>
                <c:pt idx="101">
                  <c:v>4564.3999999999996</c:v>
                </c:pt>
                <c:pt idx="102">
                  <c:v>3983.2</c:v>
                </c:pt>
                <c:pt idx="103">
                  <c:v>3488.9</c:v>
                </c:pt>
                <c:pt idx="104">
                  <c:v>3896.4</c:v>
                </c:pt>
                <c:pt idx="105">
                  <c:v>4554.3999999999996</c:v>
                </c:pt>
                <c:pt idx="106">
                  <c:v>4937.3999999999996</c:v>
                </c:pt>
                <c:pt idx="107">
                  <c:v>4433.6000000000004</c:v>
                </c:pt>
                <c:pt idx="108">
                  <c:v>4579</c:v>
                </c:pt>
                <c:pt idx="109">
                  <c:v>4284.3</c:v>
                </c:pt>
                <c:pt idx="110">
                  <c:v>4261.8</c:v>
                </c:pt>
                <c:pt idx="111">
                  <c:v>4136.3</c:v>
                </c:pt>
                <c:pt idx="112">
                  <c:v>4724.8999999999996</c:v>
                </c:pt>
                <c:pt idx="113">
                  <c:v>4485.2</c:v>
                </c:pt>
                <c:pt idx="114">
                  <c:v>4111.3</c:v>
                </c:pt>
                <c:pt idx="115">
                  <c:v>4412.8999999999996</c:v>
                </c:pt>
                <c:pt idx="116">
                  <c:v>4119.2</c:v>
                </c:pt>
                <c:pt idx="117">
                  <c:v>4528.8999999999996</c:v>
                </c:pt>
                <c:pt idx="118">
                  <c:v>4726.8999999999996</c:v>
                </c:pt>
                <c:pt idx="119">
                  <c:v>4672.1000000000004</c:v>
                </c:pt>
                <c:pt idx="120">
                  <c:v>4854.1000000000004</c:v>
                </c:pt>
                <c:pt idx="121">
                  <c:v>5279.9</c:v>
                </c:pt>
                <c:pt idx="122">
                  <c:v>4797.2</c:v>
                </c:pt>
                <c:pt idx="123">
                  <c:v>4241.5</c:v>
                </c:pt>
                <c:pt idx="124">
                  <c:v>3709.4</c:v>
                </c:pt>
                <c:pt idx="125">
                  <c:v>3163.6</c:v>
                </c:pt>
                <c:pt idx="126">
                  <c:v>3339.8</c:v>
                </c:pt>
                <c:pt idx="127">
                  <c:v>3214.4</c:v>
                </c:pt>
                <c:pt idx="128">
                  <c:v>3040.1</c:v>
                </c:pt>
                <c:pt idx="129">
                  <c:v>2573.4</c:v>
                </c:pt>
                <c:pt idx="130">
                  <c:v>#N/A</c:v>
                </c:pt>
                <c:pt idx="131">
                  <c:v>2242.1999999999998</c:v>
                </c:pt>
                <c:pt idx="132">
                  <c:v>2288</c:v>
                </c:pt>
                <c:pt idx="133">
                  <c:v>2218.3000000000002</c:v>
                </c:pt>
                <c:pt idx="134">
                  <c:v>2228.9</c:v>
                </c:pt>
                <c:pt idx="135">
                  <c:v>2110.6</c:v>
                </c:pt>
                <c:pt idx="136">
                  <c:v>1935.1</c:v>
                </c:pt>
                <c:pt idx="137">
                  <c:v>1842.6</c:v>
                </c:pt>
                <c:pt idx="138">
                  <c:v>1909</c:v>
                </c:pt>
                <c:pt idx="139">
                  <c:v>1512.9</c:v>
                </c:pt>
                <c:pt idx="140">
                  <c:v>1814</c:v>
                </c:pt>
                <c:pt idx="141">
                  <c:v>1922.9</c:v>
                </c:pt>
                <c:pt idx="142">
                  <c:v>1956.6</c:v>
                </c:pt>
                <c:pt idx="143">
                  <c:v>2025.3</c:v>
                </c:pt>
                <c:pt idx="144">
                  <c:v>2102.6999999999998</c:v>
                </c:pt>
                <c:pt idx="145">
                  <c:v>2033.7</c:v>
                </c:pt>
                <c:pt idx="146">
                  <c:v>2211.8000000000002</c:v>
                </c:pt>
                <c:pt idx="147">
                  <c:v>2105.6</c:v>
                </c:pt>
                <c:pt idx="148">
                  <c:v>2056.9</c:v>
                </c:pt>
                <c:pt idx="149">
                  <c:v>1903.5</c:v>
                </c:pt>
                <c:pt idx="150">
                  <c:v>1917.2</c:v>
                </c:pt>
                <c:pt idx="151">
                  <c:v>#N/A</c:v>
                </c:pt>
                <c:pt idx="152">
                  <c:v>1599.4</c:v>
                </c:pt>
                <c:pt idx="153">
                  <c:v>1529.8</c:v>
                </c:pt>
                <c:pt idx="154">
                  <c:v>1426.7</c:v>
                </c:pt>
                <c:pt idx="155">
                  <c:v>1277.8</c:v>
                </c:pt>
                <c:pt idx="156">
                  <c:v>1352.7</c:v>
                </c:pt>
                <c:pt idx="157">
                  <c:v>1507</c:v>
                </c:pt>
                <c:pt idx="158">
                  <c:v>1675.8</c:v>
                </c:pt>
                <c:pt idx="159">
                  <c:v>1601.2</c:v>
                </c:pt>
                <c:pt idx="160">
                  <c:v>1667.5</c:v>
                </c:pt>
                <c:pt idx="161">
                  <c:v>1674.2</c:v>
                </c:pt>
                <c:pt idx="162">
                  <c:v>1650.6</c:v>
                </c:pt>
                <c:pt idx="163">
                  <c:v>1442.3</c:v>
                </c:pt>
                <c:pt idx="164">
                  <c:v>1600.6</c:v>
                </c:pt>
                <c:pt idx="165">
                  <c:v>1528</c:v>
                </c:pt>
                <c:pt idx="166">
                  <c:v>1552.1</c:v>
                </c:pt>
                <c:pt idx="167">
                  <c:v>1426.3</c:v>
                </c:pt>
                <c:pt idx="168">
                  <c:v>1383.5</c:v>
                </c:pt>
                <c:pt idx="169">
                  <c:v>1324.7</c:v>
                </c:pt>
                <c:pt idx="170">
                  <c:v>1429.9</c:v>
                </c:pt>
                <c:pt idx="171">
                  <c:v>1370.9</c:v>
                </c:pt>
                <c:pt idx="172">
                  <c:v>1298.0999999999999</c:v>
                </c:pt>
                <c:pt idx="173">
                  <c:v>1323.9</c:v>
                </c:pt>
                <c:pt idx="174">
                  <c:v>1400.9</c:v>
                </c:pt>
                <c:pt idx="175">
                  <c:v>1460.6</c:v>
                </c:pt>
                <c:pt idx="176">
                  <c:v>1453.4</c:v>
                </c:pt>
                <c:pt idx="177">
                  <c:v>1382.6</c:v>
                </c:pt>
                <c:pt idx="178">
                  <c:v>1516.9</c:v>
                </c:pt>
                <c:pt idx="179">
                  <c:v>1321.3</c:v>
                </c:pt>
                <c:pt idx="180">
                  <c:v>1333.5</c:v>
                </c:pt>
                <c:pt idx="181">
                  <c:v>1341.8</c:v>
                </c:pt>
                <c:pt idx="182">
                  <c:v>1346.8</c:v>
                </c:pt>
                <c:pt idx="183">
                  <c:v>1329.7</c:v>
                </c:pt>
                <c:pt idx="184">
                  <c:v>1400.7</c:v>
                </c:pt>
                <c:pt idx="185">
                  <c:v>1327.5</c:v>
                </c:pt>
                <c:pt idx="186">
                  <c:v>1373.9</c:v>
                </c:pt>
                <c:pt idx="187">
                  <c:v>1342.6</c:v>
                </c:pt>
                <c:pt idx="188">
                  <c:v>1404.9</c:v>
                </c:pt>
                <c:pt idx="189">
                  <c:v>1439.4</c:v>
                </c:pt>
                <c:pt idx="190">
                  <c:v>1436</c:v>
                </c:pt>
                <c:pt idx="191">
                  <c:v>1275.8</c:v>
                </c:pt>
                <c:pt idx="192">
                  <c:v>1398.4</c:v>
                </c:pt>
                <c:pt idx="193">
                  <c:v>1335.1</c:v>
                </c:pt>
                <c:pt idx="194">
                  <c:v>1326.2</c:v>
                </c:pt>
                <c:pt idx="195">
                  <c:v>1387.1</c:v>
                </c:pt>
                <c:pt idx="196">
                  <c:v>1560.6</c:v>
                </c:pt>
                <c:pt idx="197">
                  <c:v>1898.2</c:v>
                </c:pt>
                <c:pt idx="198">
                  <c:v>1713.6</c:v>
                </c:pt>
                <c:pt idx="199">
                  <c:v>1604.8</c:v>
                </c:pt>
                <c:pt idx="200">
                  <c:v>1565.3</c:v>
                </c:pt>
                <c:pt idx="201">
                  <c:v>1563.2</c:v>
                </c:pt>
                <c:pt idx="202">
                  <c:v>1547.9</c:v>
                </c:pt>
                <c:pt idx="203">
                  <c:v>#N/A</c:v>
                </c:pt>
                <c:pt idx="204">
                  <c:v>1548.6</c:v>
                </c:pt>
                <c:pt idx="205">
                  <c:v>1518.8</c:v>
                </c:pt>
                <c:pt idx="206">
                  <c:v>1538.7</c:v>
                </c:pt>
                <c:pt idx="207">
                  <c:v>#N/A</c:v>
                </c:pt>
                <c:pt idx="208">
                  <c:v>#N/A</c:v>
                </c:pt>
                <c:pt idx="209">
                  <c:v>2271.5</c:v>
                </c:pt>
                <c:pt idx="210">
                  <c:v>2799.3</c:v>
                </c:pt>
                <c:pt idx="211">
                  <c:v>2572.3000000000002</c:v>
                </c:pt>
                <c:pt idx="212">
                  <c:v>2584.8000000000002</c:v>
                </c:pt>
                <c:pt idx="213">
                  <c:v>2291.3000000000002</c:v>
                </c:pt>
                <c:pt idx="214">
                  <c:v>1904.2</c:v>
                </c:pt>
                <c:pt idx="215">
                  <c:v>1703.1</c:v>
                </c:pt>
                <c:pt idx="216">
                  <c:v>1740.3</c:v>
                </c:pt>
                <c:pt idx="217">
                  <c:v>1685.7</c:v>
                </c:pt>
                <c:pt idx="218">
                  <c:v>1623.6</c:v>
                </c:pt>
                <c:pt idx="219">
                  <c:v>1860.8</c:v>
                </c:pt>
                <c:pt idx="220">
                  <c:v>1941.6</c:v>
                </c:pt>
                <c:pt idx="221">
                  <c:v>1854.7</c:v>
                </c:pt>
                <c:pt idx="222">
                  <c:v>1804.6</c:v>
                </c:pt>
                <c:pt idx="223">
                  <c:v>1817</c:v>
                </c:pt>
                <c:pt idx="224">
                  <c:v>#N/A</c:v>
                </c:pt>
              </c:numCache>
            </c:numRef>
          </c:val>
          <c:smooth val="0"/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211940480"/>
        <c:axId val="211938304"/>
      </c:lineChart>
      <c:dateAx>
        <c:axId val="211742080"/>
        <c:scaling>
          <c:orientation val="minMax"/>
        </c:scaling>
        <c:delete val="0"/>
        <c:axPos val="b"/>
        <c:numFmt formatCode="m/d/yyyy" sourceLinked="1"/>
        <c:majorTickMark val="out"/>
        <c:minorTickMark val="none"/>
        <c:tickLblPos val="nextTo"/>
        <c:crossAx val="211936384"/>
        <c:crosses val="autoZero"/>
        <c:auto val="1"/>
        <c:lblOffset val="100"/>
        <c:baseTimeUnit val="days"/>
        <c:majorUnit val="6"/>
        <c:majorTimeUnit val="months"/>
      </c:dateAx>
      <c:valAx>
        <c:axId val="211936384"/>
        <c:scaling>
          <c:orientation val="minMax"/>
          <c:max val="1"/>
        </c:scaling>
        <c:delete val="0"/>
        <c:axPos val="l"/>
        <c:majorGridlines/>
        <c:title>
          <c:tx>
            <c:rich>
              <a:bodyPr rot="-5400000" vert="horz"/>
              <a:lstStyle/>
              <a:p>
                <a:pPr>
                  <a:defRPr/>
                </a:pPr>
                <a:r>
                  <a:rPr lang="en-US"/>
                  <a:t>Refinancible Percentage</a:t>
                </a:r>
              </a:p>
            </c:rich>
          </c:tx>
          <c:layout/>
          <c:overlay val="0"/>
        </c:title>
        <c:numFmt formatCode="0%" sourceLinked="1"/>
        <c:majorTickMark val="out"/>
        <c:minorTickMark val="none"/>
        <c:tickLblPos val="nextTo"/>
        <c:crossAx val="211742080"/>
        <c:crosses val="autoZero"/>
        <c:crossBetween val="between"/>
        <c:majorUnit val="0.2"/>
      </c:valAx>
      <c:valAx>
        <c:axId val="211938304"/>
        <c:scaling>
          <c:orientation val="minMax"/>
        </c:scaling>
        <c:delete val="0"/>
        <c:axPos val="r"/>
        <c:title>
          <c:tx>
            <c:rich>
              <a:bodyPr rot="-5400000" vert="horz"/>
              <a:lstStyle/>
              <a:p>
                <a:pPr>
                  <a:defRPr/>
                </a:pPr>
                <a:r>
                  <a:rPr lang="en-US"/>
                  <a:t>Refi Index</a:t>
                </a:r>
              </a:p>
            </c:rich>
          </c:tx>
          <c:layout/>
          <c:overlay val="0"/>
        </c:title>
        <c:numFmt formatCode="General" sourceLinked="1"/>
        <c:majorTickMark val="out"/>
        <c:minorTickMark val="none"/>
        <c:tickLblPos val="nextTo"/>
        <c:crossAx val="211940480"/>
        <c:crosses val="max"/>
        <c:crossBetween val="between"/>
      </c:valAx>
      <c:dateAx>
        <c:axId val="211940480"/>
        <c:scaling>
          <c:orientation val="minMax"/>
        </c:scaling>
        <c:delete val="1"/>
        <c:axPos val="b"/>
        <c:numFmt formatCode="m/d/yyyy" sourceLinked="1"/>
        <c:majorTickMark val="out"/>
        <c:minorTickMark val="none"/>
        <c:tickLblPos val="nextTo"/>
        <c:crossAx val="211938304"/>
        <c:crosses val="autoZero"/>
        <c:auto val="1"/>
        <c:lblOffset val="100"/>
        <c:baseTimeUnit val="days"/>
      </c:dateAx>
    </c:plotArea>
    <c:legend>
      <c:legendPos val="b"/>
      <c:layout/>
      <c:overlay val="0"/>
    </c:legend>
    <c:plotVisOnly val="1"/>
    <c:dispBlanksAs val="gap"/>
    <c:showDLblsOverMax val="0"/>
  </c:chart>
  <c:spPr>
    <a:solidFill>
      <a:schemeClr val="bg1"/>
    </a:solidFill>
  </c:spPr>
  <c:externalData r:id="rId1">
    <c:autoUpdate val="0"/>
  </c:externalData>
</c:chartSpace>
</file>

<file path=ppt/charts/chart20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0"/>
    <c:plotArea>
      <c:layout/>
      <c:barChart>
        <c:barDir val="col"/>
        <c:grouping val="clustered"/>
        <c:varyColors val="0"/>
        <c:ser>
          <c:idx val="3"/>
          <c:order val="3"/>
          <c:tx>
            <c:strRef>
              <c:f>'Current Paying PMI'!$O$2</c:f>
              <c:strCache>
                <c:ptCount val="1"/>
                <c:pt idx="0">
                  <c:v>Diff(New-HARP)</c:v>
                </c:pt>
              </c:strCache>
            </c:strRef>
          </c:tx>
          <c:spPr>
            <a:solidFill>
              <a:schemeClr val="accent6">
                <a:lumMod val="40000"/>
                <a:lumOff val="60000"/>
              </a:schemeClr>
            </a:solidFill>
            <a:ln>
              <a:noFill/>
            </a:ln>
          </c:spPr>
          <c:invertIfNegative val="0"/>
          <c:cat>
            <c:numRef>
              <c:f>'Current Paying PMI'!$K$3:$K$227</c:f>
              <c:numCache>
                <c:formatCode>m/d/yyyy</c:formatCode>
                <c:ptCount val="225"/>
                <c:pt idx="0">
                  <c:v>40549</c:v>
                </c:pt>
                <c:pt idx="1">
                  <c:v>40556</c:v>
                </c:pt>
                <c:pt idx="2">
                  <c:v>40563</c:v>
                </c:pt>
                <c:pt idx="3">
                  <c:v>40570</c:v>
                </c:pt>
                <c:pt idx="4">
                  <c:v>40577</c:v>
                </c:pt>
                <c:pt idx="5">
                  <c:v>40584</c:v>
                </c:pt>
                <c:pt idx="6">
                  <c:v>40591</c:v>
                </c:pt>
                <c:pt idx="7">
                  <c:v>40598</c:v>
                </c:pt>
                <c:pt idx="8">
                  <c:v>40605</c:v>
                </c:pt>
                <c:pt idx="9">
                  <c:v>40612</c:v>
                </c:pt>
                <c:pt idx="10">
                  <c:v>40619</c:v>
                </c:pt>
                <c:pt idx="11">
                  <c:v>40626</c:v>
                </c:pt>
                <c:pt idx="12">
                  <c:v>40633</c:v>
                </c:pt>
                <c:pt idx="13">
                  <c:v>40640</c:v>
                </c:pt>
                <c:pt idx="14">
                  <c:v>40647</c:v>
                </c:pt>
                <c:pt idx="15">
                  <c:v>40654</c:v>
                </c:pt>
                <c:pt idx="16">
                  <c:v>40661</c:v>
                </c:pt>
                <c:pt idx="17">
                  <c:v>40668</c:v>
                </c:pt>
                <c:pt idx="18">
                  <c:v>40675</c:v>
                </c:pt>
                <c:pt idx="19">
                  <c:v>40682</c:v>
                </c:pt>
                <c:pt idx="20">
                  <c:v>40689</c:v>
                </c:pt>
                <c:pt idx="21">
                  <c:v>40696</c:v>
                </c:pt>
                <c:pt idx="22">
                  <c:v>40703</c:v>
                </c:pt>
                <c:pt idx="23">
                  <c:v>40710</c:v>
                </c:pt>
                <c:pt idx="24">
                  <c:v>40717</c:v>
                </c:pt>
                <c:pt idx="25">
                  <c:v>40724</c:v>
                </c:pt>
                <c:pt idx="26">
                  <c:v>40731</c:v>
                </c:pt>
                <c:pt idx="27">
                  <c:v>40738</c:v>
                </c:pt>
                <c:pt idx="28">
                  <c:v>40745</c:v>
                </c:pt>
                <c:pt idx="29">
                  <c:v>40752</c:v>
                </c:pt>
                <c:pt idx="30">
                  <c:v>40759</c:v>
                </c:pt>
                <c:pt idx="31">
                  <c:v>40766</c:v>
                </c:pt>
                <c:pt idx="32">
                  <c:v>40773</c:v>
                </c:pt>
                <c:pt idx="33">
                  <c:v>40780</c:v>
                </c:pt>
                <c:pt idx="34">
                  <c:v>40787</c:v>
                </c:pt>
                <c:pt idx="35">
                  <c:v>40794</c:v>
                </c:pt>
                <c:pt idx="36">
                  <c:v>40801</c:v>
                </c:pt>
                <c:pt idx="37">
                  <c:v>40808</c:v>
                </c:pt>
                <c:pt idx="38">
                  <c:v>40815</c:v>
                </c:pt>
                <c:pt idx="39">
                  <c:v>40822</c:v>
                </c:pt>
                <c:pt idx="40">
                  <c:v>40829</c:v>
                </c:pt>
                <c:pt idx="41">
                  <c:v>40836</c:v>
                </c:pt>
                <c:pt idx="42">
                  <c:v>40843</c:v>
                </c:pt>
                <c:pt idx="43">
                  <c:v>40850</c:v>
                </c:pt>
                <c:pt idx="44">
                  <c:v>40857</c:v>
                </c:pt>
                <c:pt idx="45">
                  <c:v>40864</c:v>
                </c:pt>
                <c:pt idx="46">
                  <c:v>40870</c:v>
                </c:pt>
                <c:pt idx="47">
                  <c:v>40878</c:v>
                </c:pt>
                <c:pt idx="48">
                  <c:v>40885</c:v>
                </c:pt>
                <c:pt idx="49">
                  <c:v>40892</c:v>
                </c:pt>
                <c:pt idx="50">
                  <c:v>40899</c:v>
                </c:pt>
                <c:pt idx="51">
                  <c:v>40906</c:v>
                </c:pt>
                <c:pt idx="52">
                  <c:v>40913</c:v>
                </c:pt>
                <c:pt idx="53">
                  <c:v>40920</c:v>
                </c:pt>
                <c:pt idx="54">
                  <c:v>40927</c:v>
                </c:pt>
                <c:pt idx="55">
                  <c:v>40934</c:v>
                </c:pt>
                <c:pt idx="56">
                  <c:v>40941</c:v>
                </c:pt>
                <c:pt idx="57">
                  <c:v>40948</c:v>
                </c:pt>
                <c:pt idx="58">
                  <c:v>40955</c:v>
                </c:pt>
                <c:pt idx="59">
                  <c:v>40962</c:v>
                </c:pt>
                <c:pt idx="60">
                  <c:v>40969</c:v>
                </c:pt>
                <c:pt idx="61">
                  <c:v>40976</c:v>
                </c:pt>
                <c:pt idx="62">
                  <c:v>40983</c:v>
                </c:pt>
                <c:pt idx="63">
                  <c:v>40990</c:v>
                </c:pt>
                <c:pt idx="64">
                  <c:v>40997</c:v>
                </c:pt>
                <c:pt idx="65">
                  <c:v>41004</c:v>
                </c:pt>
                <c:pt idx="66">
                  <c:v>41011</c:v>
                </c:pt>
                <c:pt idx="67">
                  <c:v>41018</c:v>
                </c:pt>
                <c:pt idx="68">
                  <c:v>41025</c:v>
                </c:pt>
                <c:pt idx="69">
                  <c:v>41032</c:v>
                </c:pt>
                <c:pt idx="70">
                  <c:v>41039</c:v>
                </c:pt>
                <c:pt idx="71">
                  <c:v>41046</c:v>
                </c:pt>
                <c:pt idx="72">
                  <c:v>41053</c:v>
                </c:pt>
                <c:pt idx="73">
                  <c:v>41060</c:v>
                </c:pt>
                <c:pt idx="74">
                  <c:v>41067</c:v>
                </c:pt>
                <c:pt idx="75">
                  <c:v>41074</c:v>
                </c:pt>
                <c:pt idx="76">
                  <c:v>41081</c:v>
                </c:pt>
                <c:pt idx="77">
                  <c:v>41088</c:v>
                </c:pt>
                <c:pt idx="78">
                  <c:v>41095</c:v>
                </c:pt>
                <c:pt idx="79">
                  <c:v>41102</c:v>
                </c:pt>
                <c:pt idx="80">
                  <c:v>41109</c:v>
                </c:pt>
                <c:pt idx="81">
                  <c:v>41116</c:v>
                </c:pt>
                <c:pt idx="82">
                  <c:v>41123</c:v>
                </c:pt>
                <c:pt idx="83">
                  <c:v>41130</c:v>
                </c:pt>
                <c:pt idx="84">
                  <c:v>41137</c:v>
                </c:pt>
                <c:pt idx="85">
                  <c:v>41144</c:v>
                </c:pt>
                <c:pt idx="86">
                  <c:v>41151</c:v>
                </c:pt>
                <c:pt idx="87">
                  <c:v>41158</c:v>
                </c:pt>
                <c:pt idx="88">
                  <c:v>41165</c:v>
                </c:pt>
                <c:pt idx="89">
                  <c:v>41172</c:v>
                </c:pt>
                <c:pt idx="90">
                  <c:v>41179</c:v>
                </c:pt>
                <c:pt idx="91">
                  <c:v>41186</c:v>
                </c:pt>
                <c:pt idx="92">
                  <c:v>41193</c:v>
                </c:pt>
                <c:pt idx="93">
                  <c:v>41200</c:v>
                </c:pt>
                <c:pt idx="94">
                  <c:v>41207</c:v>
                </c:pt>
                <c:pt idx="95">
                  <c:v>41214</c:v>
                </c:pt>
                <c:pt idx="96">
                  <c:v>41221</c:v>
                </c:pt>
                <c:pt idx="97">
                  <c:v>41228</c:v>
                </c:pt>
                <c:pt idx="98">
                  <c:v>41234</c:v>
                </c:pt>
                <c:pt idx="99">
                  <c:v>41242</c:v>
                </c:pt>
                <c:pt idx="100">
                  <c:v>41249</c:v>
                </c:pt>
                <c:pt idx="101">
                  <c:v>41256</c:v>
                </c:pt>
                <c:pt idx="102">
                  <c:v>41263</c:v>
                </c:pt>
                <c:pt idx="103">
                  <c:v>41270</c:v>
                </c:pt>
                <c:pt idx="104">
                  <c:v>41277</c:v>
                </c:pt>
                <c:pt idx="105">
                  <c:v>41284</c:v>
                </c:pt>
                <c:pt idx="106">
                  <c:v>41291</c:v>
                </c:pt>
                <c:pt idx="107">
                  <c:v>41298</c:v>
                </c:pt>
                <c:pt idx="108">
                  <c:v>41305</c:v>
                </c:pt>
                <c:pt idx="109">
                  <c:v>41312</c:v>
                </c:pt>
                <c:pt idx="110">
                  <c:v>41319</c:v>
                </c:pt>
                <c:pt idx="111">
                  <c:v>41326</c:v>
                </c:pt>
                <c:pt idx="112">
                  <c:v>41333</c:v>
                </c:pt>
                <c:pt idx="113">
                  <c:v>41340</c:v>
                </c:pt>
                <c:pt idx="114">
                  <c:v>41347</c:v>
                </c:pt>
                <c:pt idx="115">
                  <c:v>41354</c:v>
                </c:pt>
                <c:pt idx="116">
                  <c:v>41361</c:v>
                </c:pt>
                <c:pt idx="117">
                  <c:v>41368</c:v>
                </c:pt>
                <c:pt idx="118">
                  <c:v>41375</c:v>
                </c:pt>
                <c:pt idx="119">
                  <c:v>41382</c:v>
                </c:pt>
                <c:pt idx="120">
                  <c:v>41389</c:v>
                </c:pt>
                <c:pt idx="121">
                  <c:v>41396</c:v>
                </c:pt>
                <c:pt idx="122">
                  <c:v>41403</c:v>
                </c:pt>
                <c:pt idx="123">
                  <c:v>41410</c:v>
                </c:pt>
                <c:pt idx="124">
                  <c:v>41417</c:v>
                </c:pt>
                <c:pt idx="125">
                  <c:v>41424</c:v>
                </c:pt>
                <c:pt idx="126">
                  <c:v>41431</c:v>
                </c:pt>
                <c:pt idx="127">
                  <c:v>41438</c:v>
                </c:pt>
                <c:pt idx="128">
                  <c:v>41445</c:v>
                </c:pt>
                <c:pt idx="129">
                  <c:v>41452</c:v>
                </c:pt>
                <c:pt idx="130">
                  <c:v>41458</c:v>
                </c:pt>
                <c:pt idx="131">
                  <c:v>41466</c:v>
                </c:pt>
                <c:pt idx="132">
                  <c:v>41473</c:v>
                </c:pt>
                <c:pt idx="133">
                  <c:v>41480</c:v>
                </c:pt>
                <c:pt idx="134">
                  <c:v>41487</c:v>
                </c:pt>
                <c:pt idx="135">
                  <c:v>41494</c:v>
                </c:pt>
                <c:pt idx="136">
                  <c:v>41501</c:v>
                </c:pt>
                <c:pt idx="137">
                  <c:v>41508</c:v>
                </c:pt>
                <c:pt idx="138">
                  <c:v>41515</c:v>
                </c:pt>
                <c:pt idx="139">
                  <c:v>41522</c:v>
                </c:pt>
                <c:pt idx="140">
                  <c:v>41529</c:v>
                </c:pt>
                <c:pt idx="141">
                  <c:v>41536</c:v>
                </c:pt>
                <c:pt idx="142">
                  <c:v>41543</c:v>
                </c:pt>
                <c:pt idx="143">
                  <c:v>41550</c:v>
                </c:pt>
                <c:pt idx="144">
                  <c:v>41557</c:v>
                </c:pt>
                <c:pt idx="145">
                  <c:v>41564</c:v>
                </c:pt>
                <c:pt idx="146">
                  <c:v>41571</c:v>
                </c:pt>
                <c:pt idx="147">
                  <c:v>41578</c:v>
                </c:pt>
                <c:pt idx="148">
                  <c:v>41585</c:v>
                </c:pt>
                <c:pt idx="149">
                  <c:v>41592</c:v>
                </c:pt>
                <c:pt idx="150">
                  <c:v>41599</c:v>
                </c:pt>
                <c:pt idx="151">
                  <c:v>41605</c:v>
                </c:pt>
                <c:pt idx="152">
                  <c:v>41613</c:v>
                </c:pt>
                <c:pt idx="153">
                  <c:v>41620</c:v>
                </c:pt>
                <c:pt idx="154">
                  <c:v>41627</c:v>
                </c:pt>
                <c:pt idx="155">
                  <c:v>41634</c:v>
                </c:pt>
                <c:pt idx="156">
                  <c:v>41641</c:v>
                </c:pt>
                <c:pt idx="157">
                  <c:v>41648</c:v>
                </c:pt>
                <c:pt idx="158">
                  <c:v>41655</c:v>
                </c:pt>
                <c:pt idx="159">
                  <c:v>41662</c:v>
                </c:pt>
                <c:pt idx="160">
                  <c:v>41669</c:v>
                </c:pt>
                <c:pt idx="161">
                  <c:v>41676</c:v>
                </c:pt>
                <c:pt idx="162">
                  <c:v>41683</c:v>
                </c:pt>
                <c:pt idx="163">
                  <c:v>41690</c:v>
                </c:pt>
                <c:pt idx="164">
                  <c:v>41697</c:v>
                </c:pt>
                <c:pt idx="165">
                  <c:v>41704</c:v>
                </c:pt>
                <c:pt idx="166">
                  <c:v>41711</c:v>
                </c:pt>
                <c:pt idx="167">
                  <c:v>41718</c:v>
                </c:pt>
                <c:pt idx="168">
                  <c:v>41725</c:v>
                </c:pt>
                <c:pt idx="169">
                  <c:v>41732</c:v>
                </c:pt>
                <c:pt idx="170">
                  <c:v>41739</c:v>
                </c:pt>
                <c:pt idx="171">
                  <c:v>41746</c:v>
                </c:pt>
                <c:pt idx="172">
                  <c:v>41753</c:v>
                </c:pt>
                <c:pt idx="173">
                  <c:v>41760</c:v>
                </c:pt>
                <c:pt idx="174">
                  <c:v>41767</c:v>
                </c:pt>
                <c:pt idx="175">
                  <c:v>41774</c:v>
                </c:pt>
                <c:pt idx="176">
                  <c:v>41781</c:v>
                </c:pt>
                <c:pt idx="177">
                  <c:v>41788</c:v>
                </c:pt>
                <c:pt idx="178">
                  <c:v>41795</c:v>
                </c:pt>
                <c:pt idx="179">
                  <c:v>41802</c:v>
                </c:pt>
                <c:pt idx="180">
                  <c:v>41809</c:v>
                </c:pt>
                <c:pt idx="181">
                  <c:v>41816</c:v>
                </c:pt>
                <c:pt idx="182">
                  <c:v>41823</c:v>
                </c:pt>
                <c:pt idx="183">
                  <c:v>41830</c:v>
                </c:pt>
                <c:pt idx="184">
                  <c:v>41837</c:v>
                </c:pt>
                <c:pt idx="185">
                  <c:v>41844</c:v>
                </c:pt>
                <c:pt idx="186">
                  <c:v>41851</c:v>
                </c:pt>
                <c:pt idx="187">
                  <c:v>41858</c:v>
                </c:pt>
                <c:pt idx="188">
                  <c:v>41865</c:v>
                </c:pt>
                <c:pt idx="189">
                  <c:v>41872</c:v>
                </c:pt>
                <c:pt idx="190">
                  <c:v>41879</c:v>
                </c:pt>
                <c:pt idx="191">
                  <c:v>41886</c:v>
                </c:pt>
                <c:pt idx="192">
                  <c:v>41893</c:v>
                </c:pt>
                <c:pt idx="193">
                  <c:v>41900</c:v>
                </c:pt>
                <c:pt idx="194">
                  <c:v>41907</c:v>
                </c:pt>
                <c:pt idx="195">
                  <c:v>41914</c:v>
                </c:pt>
                <c:pt idx="196">
                  <c:v>41921</c:v>
                </c:pt>
                <c:pt idx="197">
                  <c:v>41928</c:v>
                </c:pt>
                <c:pt idx="198">
                  <c:v>41935</c:v>
                </c:pt>
                <c:pt idx="199">
                  <c:v>41942</c:v>
                </c:pt>
                <c:pt idx="200">
                  <c:v>41949</c:v>
                </c:pt>
                <c:pt idx="201">
                  <c:v>41956</c:v>
                </c:pt>
                <c:pt idx="202">
                  <c:v>41963</c:v>
                </c:pt>
                <c:pt idx="203">
                  <c:v>41969</c:v>
                </c:pt>
                <c:pt idx="204">
                  <c:v>41977</c:v>
                </c:pt>
                <c:pt idx="205">
                  <c:v>41984</c:v>
                </c:pt>
                <c:pt idx="206">
                  <c:v>41991</c:v>
                </c:pt>
                <c:pt idx="207">
                  <c:v>41997</c:v>
                </c:pt>
                <c:pt idx="208">
                  <c:v>42004</c:v>
                </c:pt>
                <c:pt idx="209">
                  <c:v>42012</c:v>
                </c:pt>
                <c:pt idx="210">
                  <c:v>42019</c:v>
                </c:pt>
                <c:pt idx="211">
                  <c:v>42026</c:v>
                </c:pt>
                <c:pt idx="212">
                  <c:v>42033</c:v>
                </c:pt>
                <c:pt idx="213">
                  <c:v>42040</c:v>
                </c:pt>
                <c:pt idx="214">
                  <c:v>42047</c:v>
                </c:pt>
                <c:pt idx="215">
                  <c:v>42054</c:v>
                </c:pt>
                <c:pt idx="216">
                  <c:v>42061</c:v>
                </c:pt>
                <c:pt idx="217">
                  <c:v>42068</c:v>
                </c:pt>
                <c:pt idx="218">
                  <c:v>42075</c:v>
                </c:pt>
                <c:pt idx="219">
                  <c:v>42082</c:v>
                </c:pt>
                <c:pt idx="220">
                  <c:v>42089</c:v>
                </c:pt>
                <c:pt idx="221">
                  <c:v>42096</c:v>
                </c:pt>
                <c:pt idx="222">
                  <c:v>42103</c:v>
                </c:pt>
                <c:pt idx="223">
                  <c:v>42110</c:v>
                </c:pt>
                <c:pt idx="224">
                  <c:v>42117</c:v>
                </c:pt>
              </c:numCache>
            </c:numRef>
          </c:cat>
          <c:val>
            <c:numRef>
              <c:f>'Current Paying PMI'!$O$3:$O$227</c:f>
              <c:numCache>
                <c:formatCode>0%</c:formatCode>
                <c:ptCount val="225"/>
                <c:pt idx="0">
                  <c:v>9.3495241385430083E-3</c:v>
                </c:pt>
                <c:pt idx="1">
                  <c:v>9.7764953835769997E-3</c:v>
                </c:pt>
                <c:pt idx="2">
                  <c:v>1.0318153007277009E-2</c:v>
                </c:pt>
                <c:pt idx="3">
                  <c:v>9.3339138419399892E-3</c:v>
                </c:pt>
                <c:pt idx="4">
                  <c:v>8.475346466158995E-3</c:v>
                </c:pt>
                <c:pt idx="5">
                  <c:v>9.2530243339870033E-3</c:v>
                </c:pt>
                <c:pt idx="6">
                  <c:v>7.5123916485980158E-3</c:v>
                </c:pt>
                <c:pt idx="7">
                  <c:v>8.4254797116330438E-3</c:v>
                </c:pt>
                <c:pt idx="8">
                  <c:v>7.2636580526129757E-3</c:v>
                </c:pt>
                <c:pt idx="9">
                  <c:v>7.2671544618709838E-3</c:v>
                </c:pt>
                <c:pt idx="10">
                  <c:v>8.5764331301529939E-3</c:v>
                </c:pt>
                <c:pt idx="11">
                  <c:v>8.3215869708520018E-3</c:v>
                </c:pt>
                <c:pt idx="12">
                  <c:v>7.5233280501109667E-3</c:v>
                </c:pt>
                <c:pt idx="13">
                  <c:v>7.3718362209940214E-3</c:v>
                </c:pt>
                <c:pt idx="14">
                  <c:v>7.3236168429789972E-3</c:v>
                </c:pt>
                <c:pt idx="15">
                  <c:v>8.9599073183029843E-3</c:v>
                </c:pt>
                <c:pt idx="16">
                  <c:v>9.1440288694429883E-3</c:v>
                </c:pt>
                <c:pt idx="17">
                  <c:v>1.0089053710369E-2</c:v>
                </c:pt>
                <c:pt idx="18">
                  <c:v>1.1604541103639954E-2</c:v>
                </c:pt>
                <c:pt idx="19">
                  <c:v>1.1736471472792998E-2</c:v>
                </c:pt>
                <c:pt idx="20">
                  <c:v>1.2194486948020999E-2</c:v>
                </c:pt>
                <c:pt idx="21">
                  <c:v>1.4666242077077007E-2</c:v>
                </c:pt>
                <c:pt idx="22">
                  <c:v>1.4801730708252026E-2</c:v>
                </c:pt>
                <c:pt idx="23">
                  <c:v>1.4719262800910016E-2</c:v>
                </c:pt>
                <c:pt idx="24">
                  <c:v>1.4666242077077007E-2</c:v>
                </c:pt>
                <c:pt idx="25">
                  <c:v>1.4604701783771989E-2</c:v>
                </c:pt>
                <c:pt idx="26">
                  <c:v>1.3429700826978974E-2</c:v>
                </c:pt>
                <c:pt idx="27">
                  <c:v>1.5049871557931971E-2</c:v>
                </c:pt>
                <c:pt idx="28">
                  <c:v>1.5205300219296003E-2</c:v>
                </c:pt>
                <c:pt idx="29">
                  <c:v>1.3799936595487006E-2</c:v>
                </c:pt>
                <c:pt idx="30">
                  <c:v>1.7408259272822968E-2</c:v>
                </c:pt>
                <c:pt idx="31">
                  <c:v>1.8418134978159029E-2</c:v>
                </c:pt>
                <c:pt idx="32">
                  <c:v>1.9647746254231047E-2</c:v>
                </c:pt>
                <c:pt idx="33">
                  <c:v>1.7430095710167959E-2</c:v>
                </c:pt>
                <c:pt idx="34">
                  <c:v>1.8215036501237014E-2</c:v>
                </c:pt>
                <c:pt idx="35">
                  <c:v>2.0206441572086065E-2</c:v>
                </c:pt>
                <c:pt idx="36">
                  <c:v>1.9247265884268949E-2</c:v>
                </c:pt>
                <c:pt idx="37">
                  <c:v>1.9247265884268949E-2</c:v>
                </c:pt>
                <c:pt idx="38">
                  <c:v>2.0028947162988975E-2</c:v>
                </c:pt>
                <c:pt idx="39">
                  <c:v>1.8573776239296014E-2</c:v>
                </c:pt>
                <c:pt idx="40">
                  <c:v>1.9709494658493032E-2</c:v>
                </c:pt>
                <c:pt idx="41">
                  <c:v>1.9647685019433037E-2</c:v>
                </c:pt>
                <c:pt idx="42">
                  <c:v>1.9293741162645039E-2</c:v>
                </c:pt>
                <c:pt idx="43">
                  <c:v>1.8904364698372089E-2</c:v>
                </c:pt>
                <c:pt idx="44">
                  <c:v>1.8929213469001005E-2</c:v>
                </c:pt>
                <c:pt idx="45">
                  <c:v>1.8904364698372089E-2</c:v>
                </c:pt>
                <c:pt idx="46">
                  <c:v>1.7936046178664955E-2</c:v>
                </c:pt>
                <c:pt idx="47">
                  <c:v>1.8382652160383928E-2</c:v>
                </c:pt>
                <c:pt idx="48">
                  <c:v>1.8408175809995986E-2</c:v>
                </c:pt>
                <c:pt idx="49">
                  <c:v>1.7583763647146977E-2</c:v>
                </c:pt>
                <c:pt idx="50">
                  <c:v>1.8559332718324995E-2</c:v>
                </c:pt>
                <c:pt idx="51">
                  <c:v>1.7981692797587101E-2</c:v>
                </c:pt>
                <c:pt idx="52">
                  <c:v>1.8600258976843032E-2</c:v>
                </c:pt>
                <c:pt idx="53">
                  <c:v>1.8665984509633082E-2</c:v>
                </c:pt>
                <c:pt idx="54">
                  <c:v>1.8547178324596958E-2</c:v>
                </c:pt>
                <c:pt idx="55">
                  <c:v>1.7308349356765951E-2</c:v>
                </c:pt>
                <c:pt idx="56">
                  <c:v>1.8243782482877058E-2</c:v>
                </c:pt>
                <c:pt idx="57">
                  <c:v>1.8243782482877058E-2</c:v>
                </c:pt>
                <c:pt idx="58">
                  <c:v>1.8243782482877058E-2</c:v>
                </c:pt>
                <c:pt idx="59">
                  <c:v>1.693489903586598E-2</c:v>
                </c:pt>
                <c:pt idx="60">
                  <c:v>1.8326113974864944E-2</c:v>
                </c:pt>
                <c:pt idx="61">
                  <c:v>1.7934817450554918E-2</c:v>
                </c:pt>
                <c:pt idx="62">
                  <c:v>1.7797705219311011E-2</c:v>
                </c:pt>
                <c:pt idx="63">
                  <c:v>1.5990790065342986E-2</c:v>
                </c:pt>
                <c:pt idx="64">
                  <c:v>1.746434616697301E-2</c:v>
                </c:pt>
                <c:pt idx="65">
                  <c:v>1.9564630295097918E-2</c:v>
                </c:pt>
                <c:pt idx="66">
                  <c:v>1.991736462615501E-2</c:v>
                </c:pt>
                <c:pt idx="67">
                  <c:v>2.1602036666818036E-2</c:v>
                </c:pt>
                <c:pt idx="68">
                  <c:v>1.991736462615501E-2</c:v>
                </c:pt>
                <c:pt idx="69">
                  <c:v>2.1714787323291018E-2</c:v>
                </c:pt>
                <c:pt idx="70">
                  <c:v>2.0728347991117002E-2</c:v>
                </c:pt>
                <c:pt idx="71">
                  <c:v>2.2740230821109986E-2</c:v>
                </c:pt>
                <c:pt idx="72">
                  <c:v>2.3102469259690062E-2</c:v>
                </c:pt>
                <c:pt idx="73">
                  <c:v>2.2230821022807934E-2</c:v>
                </c:pt>
                <c:pt idx="74">
                  <c:v>2.2843554143903044E-2</c:v>
                </c:pt>
                <c:pt idx="75">
                  <c:v>2.130927465103194E-2</c:v>
                </c:pt>
                <c:pt idx="76">
                  <c:v>2.2115915769991945E-2</c:v>
                </c:pt>
                <c:pt idx="77">
                  <c:v>2.2115915769991945E-2</c:v>
                </c:pt>
                <c:pt idx="78">
                  <c:v>2.2677880181799948E-2</c:v>
                </c:pt>
                <c:pt idx="79">
                  <c:v>2.3080661909188005E-2</c:v>
                </c:pt>
                <c:pt idx="80">
                  <c:v>2.1594538110413009E-2</c:v>
                </c:pt>
                <c:pt idx="81">
                  <c:v>2.1243881609642967E-2</c:v>
                </c:pt>
                <c:pt idx="82">
                  <c:v>2.3646964380398927E-2</c:v>
                </c:pt>
                <c:pt idx="83">
                  <c:v>2.3511077421998983E-2</c:v>
                </c:pt>
                <c:pt idx="84">
                  <c:v>2.1865379268423912E-2</c:v>
                </c:pt>
                <c:pt idx="85">
                  <c:v>2.3011168931345027E-2</c:v>
                </c:pt>
                <c:pt idx="86">
                  <c:v>2.3511077421998983E-2</c:v>
                </c:pt>
                <c:pt idx="87">
                  <c:v>2.3879648060012082E-2</c:v>
                </c:pt>
                <c:pt idx="88">
                  <c:v>2.2185781271320981E-2</c:v>
                </c:pt>
                <c:pt idx="89">
                  <c:v>2.1499852763206984E-2</c:v>
                </c:pt>
                <c:pt idx="90">
                  <c:v>2.2623213265619002E-2</c:v>
                </c:pt>
                <c:pt idx="91">
                  <c:v>2.2028660134635003E-2</c:v>
                </c:pt>
                <c:pt idx="92">
                  <c:v>2.323860005587397E-2</c:v>
                </c:pt>
                <c:pt idx="93">
                  <c:v>2.3045104413206952E-2</c:v>
                </c:pt>
                <c:pt idx="94">
                  <c:v>2.3281195485508999E-2</c:v>
                </c:pt>
                <c:pt idx="95">
                  <c:v>2.3045894514512999E-2</c:v>
                </c:pt>
                <c:pt idx="96">
                  <c:v>2.3116433002183912E-2</c:v>
                </c:pt>
                <c:pt idx="97">
                  <c:v>2.1940207735437034E-2</c:v>
                </c:pt>
                <c:pt idx="98">
                  <c:v>2.5474221239196959E-2</c:v>
                </c:pt>
                <c:pt idx="99">
                  <c:v>2.192245353908695E-2</c:v>
                </c:pt>
                <c:pt idx="100">
                  <c:v>2.2006042072019949E-2</c:v>
                </c:pt>
                <c:pt idx="101">
                  <c:v>2.5400728001473971E-2</c:v>
                </c:pt>
                <c:pt idx="102">
                  <c:v>2.2933742337526986E-2</c:v>
                </c:pt>
                <c:pt idx="103">
                  <c:v>2.2159728908155985E-2</c:v>
                </c:pt>
                <c:pt idx="104">
                  <c:v>2.2334868622206017E-2</c:v>
                </c:pt>
                <c:pt idx="105">
                  <c:v>2.3285771323386051E-2</c:v>
                </c:pt>
                <c:pt idx="106">
                  <c:v>2.3012611082431023E-2</c:v>
                </c:pt>
                <c:pt idx="107">
                  <c:v>2.395908768709798E-2</c:v>
                </c:pt>
                <c:pt idx="108">
                  <c:v>2.182584852505598E-2</c:v>
                </c:pt>
                <c:pt idx="109">
                  <c:v>2.3138061689571998E-2</c:v>
                </c:pt>
                <c:pt idx="110">
                  <c:v>2.3138061689571998E-2</c:v>
                </c:pt>
                <c:pt idx="111">
                  <c:v>2.1574399682273038E-2</c:v>
                </c:pt>
                <c:pt idx="112">
                  <c:v>2.2049529166050075E-2</c:v>
                </c:pt>
                <c:pt idx="113">
                  <c:v>2.1712951748458997E-2</c:v>
                </c:pt>
                <c:pt idx="114">
                  <c:v>2.1006711837945002E-2</c:v>
                </c:pt>
                <c:pt idx="115">
                  <c:v>2.2718223243017976E-2</c:v>
                </c:pt>
                <c:pt idx="116">
                  <c:v>2.1336673395858985E-2</c:v>
                </c:pt>
                <c:pt idx="117">
                  <c:v>2.3934707665684951E-2</c:v>
                </c:pt>
                <c:pt idx="118">
                  <c:v>2.3885746565118993E-2</c:v>
                </c:pt>
                <c:pt idx="119">
                  <c:v>2.4636886181579998E-2</c:v>
                </c:pt>
                <c:pt idx="120">
                  <c:v>2.5954770465140942E-2</c:v>
                </c:pt>
                <c:pt idx="121">
                  <c:v>2.7387624846188063E-2</c:v>
                </c:pt>
                <c:pt idx="122">
                  <c:v>2.7396846707897993E-2</c:v>
                </c:pt>
                <c:pt idx="123">
                  <c:v>2.4356249349563042E-2</c:v>
                </c:pt>
                <c:pt idx="124">
                  <c:v>2.4748707436991979E-2</c:v>
                </c:pt>
                <c:pt idx="125">
                  <c:v>2.3721983966421001E-2</c:v>
                </c:pt>
                <c:pt idx="126">
                  <c:v>2.4015035680918007E-2</c:v>
                </c:pt>
                <c:pt idx="127">
                  <c:v>2.4586657410025969E-2</c:v>
                </c:pt>
                <c:pt idx="128">
                  <c:v>2.5020140115835976E-2</c:v>
                </c:pt>
                <c:pt idx="129">
                  <c:v>2.448780499499198E-2</c:v>
                </c:pt>
                <c:pt idx="130">
                  <c:v>2.5234444143474033E-2</c:v>
                </c:pt>
                <c:pt idx="131">
                  <c:v>2.3436581748615015E-2</c:v>
                </c:pt>
                <c:pt idx="132">
                  <c:v>2.4698216777366E-2</c:v>
                </c:pt>
                <c:pt idx="133">
                  <c:v>2.5923790087743037E-2</c:v>
                </c:pt>
                <c:pt idx="134">
                  <c:v>2.5579483137793013E-2</c:v>
                </c:pt>
                <c:pt idx="135">
                  <c:v>2.5253844188383001E-2</c:v>
                </c:pt>
                <c:pt idx="136">
                  <c:v>2.5253844188383001E-2</c:v>
                </c:pt>
                <c:pt idx="137">
                  <c:v>2.2354680914343006E-2</c:v>
                </c:pt>
                <c:pt idx="138">
                  <c:v>2.3237239610985033E-2</c:v>
                </c:pt>
                <c:pt idx="139">
                  <c:v>2.2833508159864985E-2</c:v>
                </c:pt>
                <c:pt idx="140">
                  <c:v>2.2826442408018011E-2</c:v>
                </c:pt>
                <c:pt idx="141">
                  <c:v>2.3657600623909009E-2</c:v>
                </c:pt>
                <c:pt idx="142">
                  <c:v>2.4411442429122021E-2</c:v>
                </c:pt>
                <c:pt idx="143">
                  <c:v>2.4521120670748964E-2</c:v>
                </c:pt>
                <c:pt idx="144">
                  <c:v>2.4364301177299985E-2</c:v>
                </c:pt>
                <c:pt idx="145">
                  <c:v>2.4726941736278041E-2</c:v>
                </c:pt>
                <c:pt idx="146">
                  <c:v>2.442832455333499E-2</c:v>
                </c:pt>
                <c:pt idx="147">
                  <c:v>2.5445593911785969E-2</c:v>
                </c:pt>
                <c:pt idx="148">
                  <c:v>2.4544578239795001E-2</c:v>
                </c:pt>
                <c:pt idx="149">
                  <c:v>2.4962760610098E-2</c:v>
                </c:pt>
                <c:pt idx="150">
                  <c:v>2.4443345160808039E-2</c:v>
                </c:pt>
                <c:pt idx="151">
                  <c:v>2.4714769010983018E-2</c:v>
                </c:pt>
                <c:pt idx="152">
                  <c:v>2.4132577762210977E-2</c:v>
                </c:pt>
                <c:pt idx="153">
                  <c:v>2.3910182191404006E-2</c:v>
                </c:pt>
                <c:pt idx="154">
                  <c:v>2.0677936525821006E-2</c:v>
                </c:pt>
                <c:pt idx="155">
                  <c:v>2.0405939315742999E-2</c:v>
                </c:pt>
                <c:pt idx="156">
                  <c:v>1.9012181649803006E-2</c:v>
                </c:pt>
                <c:pt idx="157">
                  <c:v>2.1725041379872995E-2</c:v>
                </c:pt>
                <c:pt idx="158">
                  <c:v>2.385631641094299E-2</c:v>
                </c:pt>
                <c:pt idx="159">
                  <c:v>2.4133376864509004E-2</c:v>
                </c:pt>
                <c:pt idx="160">
                  <c:v>2.3490582878840982E-2</c:v>
                </c:pt>
                <c:pt idx="161">
                  <c:v>2.3734404029613021E-2</c:v>
                </c:pt>
                <c:pt idx="162">
                  <c:v>2.4015377742685973E-2</c:v>
                </c:pt>
                <c:pt idx="163">
                  <c:v>2.4006639656241002E-2</c:v>
                </c:pt>
                <c:pt idx="164">
                  <c:v>2.2864760551051022E-2</c:v>
                </c:pt>
                <c:pt idx="165">
                  <c:v>2.4163207379861051E-2</c:v>
                </c:pt>
                <c:pt idx="166">
                  <c:v>2.4001956463504004E-2</c:v>
                </c:pt>
                <c:pt idx="167">
                  <c:v>2.4129946993109996E-2</c:v>
                </c:pt>
                <c:pt idx="168">
                  <c:v>2.2717125856637987E-2</c:v>
                </c:pt>
                <c:pt idx="169">
                  <c:v>2.4922595095405009E-2</c:v>
                </c:pt>
                <c:pt idx="170">
                  <c:v>2.5262059710907003E-2</c:v>
                </c:pt>
                <c:pt idx="171">
                  <c:v>2.5789543754646038E-2</c:v>
                </c:pt>
                <c:pt idx="172">
                  <c:v>2.5282717803924992E-2</c:v>
                </c:pt>
                <c:pt idx="173">
                  <c:v>2.7081223449143044E-2</c:v>
                </c:pt>
                <c:pt idx="174">
                  <c:v>2.9228013361092986E-2</c:v>
                </c:pt>
                <c:pt idx="175">
                  <c:v>2.9583398933585969E-2</c:v>
                </c:pt>
                <c:pt idx="176">
                  <c:v>3.0650699740589982E-2</c:v>
                </c:pt>
                <c:pt idx="177">
                  <c:v>3.189345616816297E-2</c:v>
                </c:pt>
                <c:pt idx="178">
                  <c:v>3.5124617247681011E-2</c:v>
                </c:pt>
                <c:pt idx="179">
                  <c:v>3.1810678137463022E-2</c:v>
                </c:pt>
                <c:pt idx="180">
                  <c:v>3.2199345902175991E-2</c:v>
                </c:pt>
                <c:pt idx="181">
                  <c:v>3.5124617247681011E-2</c:v>
                </c:pt>
                <c:pt idx="182">
                  <c:v>4.0894418191104953E-2</c:v>
                </c:pt>
                <c:pt idx="183">
                  <c:v>3.3218408855878012E-2</c:v>
                </c:pt>
                <c:pt idx="184">
                  <c:v>3.560048076730099E-2</c:v>
                </c:pt>
                <c:pt idx="185">
                  <c:v>3.560048076730099E-2</c:v>
                </c:pt>
                <c:pt idx="186">
                  <c:v>3.6682465672604025E-2</c:v>
                </c:pt>
                <c:pt idx="187">
                  <c:v>3.4538022001328994E-2</c:v>
                </c:pt>
                <c:pt idx="188">
                  <c:v>3.7848045871507974E-2</c:v>
                </c:pt>
                <c:pt idx="189">
                  <c:v>4.311865390370101E-2</c:v>
                </c:pt>
                <c:pt idx="190">
                  <c:v>4.311865390370101E-2</c:v>
                </c:pt>
                <c:pt idx="191">
                  <c:v>4.4396531936435002E-2</c:v>
                </c:pt>
                <c:pt idx="192">
                  <c:v>4.3202912888349987E-2</c:v>
                </c:pt>
                <c:pt idx="193">
                  <c:v>3.3927986103489016E-2</c:v>
                </c:pt>
                <c:pt idx="194">
                  <c:v>3.4664119688267991E-2</c:v>
                </c:pt>
                <c:pt idx="195">
                  <c:v>3.6299018885005974E-2</c:v>
                </c:pt>
                <c:pt idx="196">
                  <c:v>4.320778348878801E-2</c:v>
                </c:pt>
                <c:pt idx="197">
                  <c:v>5.5767371436922009E-2</c:v>
                </c:pt>
                <c:pt idx="198">
                  <c:v>5.7854243434436015E-2</c:v>
                </c:pt>
                <c:pt idx="199">
                  <c:v>5.5119685426901988E-2</c:v>
                </c:pt>
                <c:pt idx="200">
                  <c:v>4.9176612529252983E-2</c:v>
                </c:pt>
                <c:pt idx="201">
                  <c:v>4.922814110974999E-2</c:v>
                </c:pt>
                <c:pt idx="202">
                  <c:v>5.4910159185180996E-2</c:v>
                </c:pt>
                <c:pt idx="203">
                  <c:v>5.5879986587148045E-2</c:v>
                </c:pt>
                <c:pt idx="204">
                  <c:v>6.0133306816469001E-2</c:v>
                </c:pt>
                <c:pt idx="205">
                  <c:v>5.7371946942211982E-2</c:v>
                </c:pt>
                <c:pt idx="206">
                  <c:v>6.5990729484909971E-2</c:v>
                </c:pt>
                <c:pt idx="207">
                  <c:v>6.5567374115548971E-2</c:v>
                </c:pt>
                <c:pt idx="208">
                  <c:v>6.0112688684925975E-2</c:v>
                </c:pt>
                <c:pt idx="209">
                  <c:v>6.9436754868894002E-2</c:v>
                </c:pt>
                <c:pt idx="210">
                  <c:v>7.7699256329745059E-2</c:v>
                </c:pt>
                <c:pt idx="211">
                  <c:v>7.6952677594411045E-2</c:v>
                </c:pt>
                <c:pt idx="212">
                  <c:v>7.7699256329745059E-2</c:v>
                </c:pt>
                <c:pt idx="213">
                  <c:v>7.8919066492824985E-2</c:v>
                </c:pt>
                <c:pt idx="214">
                  <c:v>7.8500810862844106E-2</c:v>
                </c:pt>
                <c:pt idx="215">
                  <c:v>6.8989937785272015E-2</c:v>
                </c:pt>
                <c:pt idx="216">
                  <c:v>6.7065716502306971E-2</c:v>
                </c:pt>
                <c:pt idx="217">
                  <c:v>6.9638092828048004E-2</c:v>
                </c:pt>
                <c:pt idx="218">
                  <c:v>6.058929716573902E-2</c:v>
                </c:pt>
                <c:pt idx="219">
                  <c:v>6.8121076713101969E-2</c:v>
                </c:pt>
                <c:pt idx="220">
                  <c:v>7.8989527008370031E-2</c:v>
                </c:pt>
                <c:pt idx="221">
                  <c:v>7.8781843340151037E-2</c:v>
                </c:pt>
                <c:pt idx="222">
                  <c:v>7.9865453436108957E-2</c:v>
                </c:pt>
                <c:pt idx="223">
                  <c:v>7.8117664757740013E-2</c:v>
                </c:pt>
                <c:pt idx="224">
                  <c:v>7.9362525783738036E-2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212159104"/>
        <c:axId val="212157184"/>
      </c:barChart>
      <c:lineChart>
        <c:grouping val="standard"/>
        <c:varyColors val="0"/>
        <c:ser>
          <c:idx val="0"/>
          <c:order val="0"/>
          <c:tx>
            <c:strRef>
              <c:f>'Current Paying PMI'!$L$2</c:f>
              <c:strCache>
                <c:ptCount val="1"/>
                <c:pt idx="0">
                  <c:v>Pool Level</c:v>
                </c:pt>
              </c:strCache>
            </c:strRef>
          </c:tx>
          <c:spPr>
            <a:ln w="19050">
              <a:solidFill>
                <a:srgbClr val="AD275C"/>
              </a:solidFill>
            </a:ln>
          </c:spPr>
          <c:marker>
            <c:symbol val="none"/>
          </c:marker>
          <c:cat>
            <c:numRef>
              <c:f>'Current Paying PMI'!$K$3:$K$227</c:f>
              <c:numCache>
                <c:formatCode>m/d/yyyy</c:formatCode>
                <c:ptCount val="225"/>
                <c:pt idx="0">
                  <c:v>40549</c:v>
                </c:pt>
                <c:pt idx="1">
                  <c:v>40556</c:v>
                </c:pt>
                <c:pt idx="2">
                  <c:v>40563</c:v>
                </c:pt>
                <c:pt idx="3">
                  <c:v>40570</c:v>
                </c:pt>
                <c:pt idx="4">
                  <c:v>40577</c:v>
                </c:pt>
                <c:pt idx="5">
                  <c:v>40584</c:v>
                </c:pt>
                <c:pt idx="6">
                  <c:v>40591</c:v>
                </c:pt>
                <c:pt idx="7">
                  <c:v>40598</c:v>
                </c:pt>
                <c:pt idx="8">
                  <c:v>40605</c:v>
                </c:pt>
                <c:pt idx="9">
                  <c:v>40612</c:v>
                </c:pt>
                <c:pt idx="10">
                  <c:v>40619</c:v>
                </c:pt>
                <c:pt idx="11">
                  <c:v>40626</c:v>
                </c:pt>
                <c:pt idx="12">
                  <c:v>40633</c:v>
                </c:pt>
                <c:pt idx="13">
                  <c:v>40640</c:v>
                </c:pt>
                <c:pt idx="14">
                  <c:v>40647</c:v>
                </c:pt>
                <c:pt idx="15">
                  <c:v>40654</c:v>
                </c:pt>
                <c:pt idx="16">
                  <c:v>40661</c:v>
                </c:pt>
                <c:pt idx="17">
                  <c:v>40668</c:v>
                </c:pt>
                <c:pt idx="18">
                  <c:v>40675</c:v>
                </c:pt>
                <c:pt idx="19">
                  <c:v>40682</c:v>
                </c:pt>
                <c:pt idx="20">
                  <c:v>40689</c:v>
                </c:pt>
                <c:pt idx="21">
                  <c:v>40696</c:v>
                </c:pt>
                <c:pt idx="22">
                  <c:v>40703</c:v>
                </c:pt>
                <c:pt idx="23">
                  <c:v>40710</c:v>
                </c:pt>
                <c:pt idx="24">
                  <c:v>40717</c:v>
                </c:pt>
                <c:pt idx="25">
                  <c:v>40724</c:v>
                </c:pt>
                <c:pt idx="26">
                  <c:v>40731</c:v>
                </c:pt>
                <c:pt idx="27">
                  <c:v>40738</c:v>
                </c:pt>
                <c:pt idx="28">
                  <c:v>40745</c:v>
                </c:pt>
                <c:pt idx="29">
                  <c:v>40752</c:v>
                </c:pt>
                <c:pt idx="30">
                  <c:v>40759</c:v>
                </c:pt>
                <c:pt idx="31">
                  <c:v>40766</c:v>
                </c:pt>
                <c:pt idx="32">
                  <c:v>40773</c:v>
                </c:pt>
                <c:pt idx="33">
                  <c:v>40780</c:v>
                </c:pt>
                <c:pt idx="34">
                  <c:v>40787</c:v>
                </c:pt>
                <c:pt idx="35">
                  <c:v>40794</c:v>
                </c:pt>
                <c:pt idx="36">
                  <c:v>40801</c:v>
                </c:pt>
                <c:pt idx="37">
                  <c:v>40808</c:v>
                </c:pt>
                <c:pt idx="38">
                  <c:v>40815</c:v>
                </c:pt>
                <c:pt idx="39">
                  <c:v>40822</c:v>
                </c:pt>
                <c:pt idx="40">
                  <c:v>40829</c:v>
                </c:pt>
                <c:pt idx="41">
                  <c:v>40836</c:v>
                </c:pt>
                <c:pt idx="42">
                  <c:v>40843</c:v>
                </c:pt>
                <c:pt idx="43">
                  <c:v>40850</c:v>
                </c:pt>
                <c:pt idx="44">
                  <c:v>40857</c:v>
                </c:pt>
                <c:pt idx="45">
                  <c:v>40864</c:v>
                </c:pt>
                <c:pt idx="46">
                  <c:v>40870</c:v>
                </c:pt>
                <c:pt idx="47">
                  <c:v>40878</c:v>
                </c:pt>
                <c:pt idx="48">
                  <c:v>40885</c:v>
                </c:pt>
                <c:pt idx="49">
                  <c:v>40892</c:v>
                </c:pt>
                <c:pt idx="50">
                  <c:v>40899</c:v>
                </c:pt>
                <c:pt idx="51">
                  <c:v>40906</c:v>
                </c:pt>
                <c:pt idx="52">
                  <c:v>40913</c:v>
                </c:pt>
                <c:pt idx="53">
                  <c:v>40920</c:v>
                </c:pt>
                <c:pt idx="54">
                  <c:v>40927</c:v>
                </c:pt>
                <c:pt idx="55">
                  <c:v>40934</c:v>
                </c:pt>
                <c:pt idx="56">
                  <c:v>40941</c:v>
                </c:pt>
                <c:pt idx="57">
                  <c:v>40948</c:v>
                </c:pt>
                <c:pt idx="58">
                  <c:v>40955</c:v>
                </c:pt>
                <c:pt idx="59">
                  <c:v>40962</c:v>
                </c:pt>
                <c:pt idx="60">
                  <c:v>40969</c:v>
                </c:pt>
                <c:pt idx="61">
                  <c:v>40976</c:v>
                </c:pt>
                <c:pt idx="62">
                  <c:v>40983</c:v>
                </c:pt>
                <c:pt idx="63">
                  <c:v>40990</c:v>
                </c:pt>
                <c:pt idx="64">
                  <c:v>40997</c:v>
                </c:pt>
                <c:pt idx="65">
                  <c:v>41004</c:v>
                </c:pt>
                <c:pt idx="66">
                  <c:v>41011</c:v>
                </c:pt>
                <c:pt idx="67">
                  <c:v>41018</c:v>
                </c:pt>
                <c:pt idx="68">
                  <c:v>41025</c:v>
                </c:pt>
                <c:pt idx="69">
                  <c:v>41032</c:v>
                </c:pt>
                <c:pt idx="70">
                  <c:v>41039</c:v>
                </c:pt>
                <c:pt idx="71">
                  <c:v>41046</c:v>
                </c:pt>
                <c:pt idx="72">
                  <c:v>41053</c:v>
                </c:pt>
                <c:pt idx="73">
                  <c:v>41060</c:v>
                </c:pt>
                <c:pt idx="74">
                  <c:v>41067</c:v>
                </c:pt>
                <c:pt idx="75">
                  <c:v>41074</c:v>
                </c:pt>
                <c:pt idx="76">
                  <c:v>41081</c:v>
                </c:pt>
                <c:pt idx="77">
                  <c:v>41088</c:v>
                </c:pt>
                <c:pt idx="78">
                  <c:v>41095</c:v>
                </c:pt>
                <c:pt idx="79">
                  <c:v>41102</c:v>
                </c:pt>
                <c:pt idx="80">
                  <c:v>41109</c:v>
                </c:pt>
                <c:pt idx="81">
                  <c:v>41116</c:v>
                </c:pt>
                <c:pt idx="82">
                  <c:v>41123</c:v>
                </c:pt>
                <c:pt idx="83">
                  <c:v>41130</c:v>
                </c:pt>
                <c:pt idx="84">
                  <c:v>41137</c:v>
                </c:pt>
                <c:pt idx="85">
                  <c:v>41144</c:v>
                </c:pt>
                <c:pt idx="86">
                  <c:v>41151</c:v>
                </c:pt>
                <c:pt idx="87">
                  <c:v>41158</c:v>
                </c:pt>
                <c:pt idx="88">
                  <c:v>41165</c:v>
                </c:pt>
                <c:pt idx="89">
                  <c:v>41172</c:v>
                </c:pt>
                <c:pt idx="90">
                  <c:v>41179</c:v>
                </c:pt>
                <c:pt idx="91">
                  <c:v>41186</c:v>
                </c:pt>
                <c:pt idx="92">
                  <c:v>41193</c:v>
                </c:pt>
                <c:pt idx="93">
                  <c:v>41200</c:v>
                </c:pt>
                <c:pt idx="94">
                  <c:v>41207</c:v>
                </c:pt>
                <c:pt idx="95">
                  <c:v>41214</c:v>
                </c:pt>
                <c:pt idx="96">
                  <c:v>41221</c:v>
                </c:pt>
                <c:pt idx="97">
                  <c:v>41228</c:v>
                </c:pt>
                <c:pt idx="98">
                  <c:v>41234</c:v>
                </c:pt>
                <c:pt idx="99">
                  <c:v>41242</c:v>
                </c:pt>
                <c:pt idx="100">
                  <c:v>41249</c:v>
                </c:pt>
                <c:pt idx="101">
                  <c:v>41256</c:v>
                </c:pt>
                <c:pt idx="102">
                  <c:v>41263</c:v>
                </c:pt>
                <c:pt idx="103">
                  <c:v>41270</c:v>
                </c:pt>
                <c:pt idx="104">
                  <c:v>41277</c:v>
                </c:pt>
                <c:pt idx="105">
                  <c:v>41284</c:v>
                </c:pt>
                <c:pt idx="106">
                  <c:v>41291</c:v>
                </c:pt>
                <c:pt idx="107">
                  <c:v>41298</c:v>
                </c:pt>
                <c:pt idx="108">
                  <c:v>41305</c:v>
                </c:pt>
                <c:pt idx="109">
                  <c:v>41312</c:v>
                </c:pt>
                <c:pt idx="110">
                  <c:v>41319</c:v>
                </c:pt>
                <c:pt idx="111">
                  <c:v>41326</c:v>
                </c:pt>
                <c:pt idx="112">
                  <c:v>41333</c:v>
                </c:pt>
                <c:pt idx="113">
                  <c:v>41340</c:v>
                </c:pt>
                <c:pt idx="114">
                  <c:v>41347</c:v>
                </c:pt>
                <c:pt idx="115">
                  <c:v>41354</c:v>
                </c:pt>
                <c:pt idx="116">
                  <c:v>41361</c:v>
                </c:pt>
                <c:pt idx="117">
                  <c:v>41368</c:v>
                </c:pt>
                <c:pt idx="118">
                  <c:v>41375</c:v>
                </c:pt>
                <c:pt idx="119">
                  <c:v>41382</c:v>
                </c:pt>
                <c:pt idx="120">
                  <c:v>41389</c:v>
                </c:pt>
                <c:pt idx="121">
                  <c:v>41396</c:v>
                </c:pt>
                <c:pt idx="122">
                  <c:v>41403</c:v>
                </c:pt>
                <c:pt idx="123">
                  <c:v>41410</c:v>
                </c:pt>
                <c:pt idx="124">
                  <c:v>41417</c:v>
                </c:pt>
                <c:pt idx="125">
                  <c:v>41424</c:v>
                </c:pt>
                <c:pt idx="126">
                  <c:v>41431</c:v>
                </c:pt>
                <c:pt idx="127">
                  <c:v>41438</c:v>
                </c:pt>
                <c:pt idx="128">
                  <c:v>41445</c:v>
                </c:pt>
                <c:pt idx="129">
                  <c:v>41452</c:v>
                </c:pt>
                <c:pt idx="130">
                  <c:v>41458</c:v>
                </c:pt>
                <c:pt idx="131">
                  <c:v>41466</c:v>
                </c:pt>
                <c:pt idx="132">
                  <c:v>41473</c:v>
                </c:pt>
                <c:pt idx="133">
                  <c:v>41480</c:v>
                </c:pt>
                <c:pt idx="134">
                  <c:v>41487</c:v>
                </c:pt>
                <c:pt idx="135">
                  <c:v>41494</c:v>
                </c:pt>
                <c:pt idx="136">
                  <c:v>41501</c:v>
                </c:pt>
                <c:pt idx="137">
                  <c:v>41508</c:v>
                </c:pt>
                <c:pt idx="138">
                  <c:v>41515</c:v>
                </c:pt>
                <c:pt idx="139">
                  <c:v>41522</c:v>
                </c:pt>
                <c:pt idx="140">
                  <c:v>41529</c:v>
                </c:pt>
                <c:pt idx="141">
                  <c:v>41536</c:v>
                </c:pt>
                <c:pt idx="142">
                  <c:v>41543</c:v>
                </c:pt>
                <c:pt idx="143">
                  <c:v>41550</c:v>
                </c:pt>
                <c:pt idx="144">
                  <c:v>41557</c:v>
                </c:pt>
                <c:pt idx="145">
                  <c:v>41564</c:v>
                </c:pt>
                <c:pt idx="146">
                  <c:v>41571</c:v>
                </c:pt>
                <c:pt idx="147">
                  <c:v>41578</c:v>
                </c:pt>
                <c:pt idx="148">
                  <c:v>41585</c:v>
                </c:pt>
                <c:pt idx="149">
                  <c:v>41592</c:v>
                </c:pt>
                <c:pt idx="150">
                  <c:v>41599</c:v>
                </c:pt>
                <c:pt idx="151">
                  <c:v>41605</c:v>
                </c:pt>
                <c:pt idx="152">
                  <c:v>41613</c:v>
                </c:pt>
                <c:pt idx="153">
                  <c:v>41620</c:v>
                </c:pt>
                <c:pt idx="154">
                  <c:v>41627</c:v>
                </c:pt>
                <c:pt idx="155">
                  <c:v>41634</c:v>
                </c:pt>
                <c:pt idx="156">
                  <c:v>41641</c:v>
                </c:pt>
                <c:pt idx="157">
                  <c:v>41648</c:v>
                </c:pt>
                <c:pt idx="158">
                  <c:v>41655</c:v>
                </c:pt>
                <c:pt idx="159">
                  <c:v>41662</c:v>
                </c:pt>
                <c:pt idx="160">
                  <c:v>41669</c:v>
                </c:pt>
                <c:pt idx="161">
                  <c:v>41676</c:v>
                </c:pt>
                <c:pt idx="162">
                  <c:v>41683</c:v>
                </c:pt>
                <c:pt idx="163">
                  <c:v>41690</c:v>
                </c:pt>
                <c:pt idx="164">
                  <c:v>41697</c:v>
                </c:pt>
                <c:pt idx="165">
                  <c:v>41704</c:v>
                </c:pt>
                <c:pt idx="166">
                  <c:v>41711</c:v>
                </c:pt>
                <c:pt idx="167">
                  <c:v>41718</c:v>
                </c:pt>
                <c:pt idx="168">
                  <c:v>41725</c:v>
                </c:pt>
                <c:pt idx="169">
                  <c:v>41732</c:v>
                </c:pt>
                <c:pt idx="170">
                  <c:v>41739</c:v>
                </c:pt>
                <c:pt idx="171">
                  <c:v>41746</c:v>
                </c:pt>
                <c:pt idx="172">
                  <c:v>41753</c:v>
                </c:pt>
                <c:pt idx="173">
                  <c:v>41760</c:v>
                </c:pt>
                <c:pt idx="174">
                  <c:v>41767</c:v>
                </c:pt>
                <c:pt idx="175">
                  <c:v>41774</c:v>
                </c:pt>
                <c:pt idx="176">
                  <c:v>41781</c:v>
                </c:pt>
                <c:pt idx="177">
                  <c:v>41788</c:v>
                </c:pt>
                <c:pt idx="178">
                  <c:v>41795</c:v>
                </c:pt>
                <c:pt idx="179">
                  <c:v>41802</c:v>
                </c:pt>
                <c:pt idx="180">
                  <c:v>41809</c:v>
                </c:pt>
                <c:pt idx="181">
                  <c:v>41816</c:v>
                </c:pt>
                <c:pt idx="182">
                  <c:v>41823</c:v>
                </c:pt>
                <c:pt idx="183">
                  <c:v>41830</c:v>
                </c:pt>
                <c:pt idx="184">
                  <c:v>41837</c:v>
                </c:pt>
                <c:pt idx="185">
                  <c:v>41844</c:v>
                </c:pt>
                <c:pt idx="186">
                  <c:v>41851</c:v>
                </c:pt>
                <c:pt idx="187">
                  <c:v>41858</c:v>
                </c:pt>
                <c:pt idx="188">
                  <c:v>41865</c:v>
                </c:pt>
                <c:pt idx="189">
                  <c:v>41872</c:v>
                </c:pt>
                <c:pt idx="190">
                  <c:v>41879</c:v>
                </c:pt>
                <c:pt idx="191">
                  <c:v>41886</c:v>
                </c:pt>
                <c:pt idx="192">
                  <c:v>41893</c:v>
                </c:pt>
                <c:pt idx="193">
                  <c:v>41900</c:v>
                </c:pt>
                <c:pt idx="194">
                  <c:v>41907</c:v>
                </c:pt>
                <c:pt idx="195">
                  <c:v>41914</c:v>
                </c:pt>
                <c:pt idx="196">
                  <c:v>41921</c:v>
                </c:pt>
                <c:pt idx="197">
                  <c:v>41928</c:v>
                </c:pt>
                <c:pt idx="198">
                  <c:v>41935</c:v>
                </c:pt>
                <c:pt idx="199">
                  <c:v>41942</c:v>
                </c:pt>
                <c:pt idx="200">
                  <c:v>41949</c:v>
                </c:pt>
                <c:pt idx="201">
                  <c:v>41956</c:v>
                </c:pt>
                <c:pt idx="202">
                  <c:v>41963</c:v>
                </c:pt>
                <c:pt idx="203">
                  <c:v>41969</c:v>
                </c:pt>
                <c:pt idx="204">
                  <c:v>41977</c:v>
                </c:pt>
                <c:pt idx="205">
                  <c:v>41984</c:v>
                </c:pt>
                <c:pt idx="206">
                  <c:v>41991</c:v>
                </c:pt>
                <c:pt idx="207">
                  <c:v>41997</c:v>
                </c:pt>
                <c:pt idx="208">
                  <c:v>42004</c:v>
                </c:pt>
                <c:pt idx="209">
                  <c:v>42012</c:v>
                </c:pt>
                <c:pt idx="210">
                  <c:v>42019</c:v>
                </c:pt>
                <c:pt idx="211">
                  <c:v>42026</c:v>
                </c:pt>
                <c:pt idx="212">
                  <c:v>42033</c:v>
                </c:pt>
                <c:pt idx="213">
                  <c:v>42040</c:v>
                </c:pt>
                <c:pt idx="214">
                  <c:v>42047</c:v>
                </c:pt>
                <c:pt idx="215">
                  <c:v>42054</c:v>
                </c:pt>
                <c:pt idx="216">
                  <c:v>42061</c:v>
                </c:pt>
                <c:pt idx="217">
                  <c:v>42068</c:v>
                </c:pt>
                <c:pt idx="218">
                  <c:v>42075</c:v>
                </c:pt>
                <c:pt idx="219">
                  <c:v>42082</c:v>
                </c:pt>
                <c:pt idx="220">
                  <c:v>42089</c:v>
                </c:pt>
                <c:pt idx="221">
                  <c:v>42096</c:v>
                </c:pt>
                <c:pt idx="222">
                  <c:v>42103</c:v>
                </c:pt>
                <c:pt idx="223">
                  <c:v>42110</c:v>
                </c:pt>
                <c:pt idx="224">
                  <c:v>42117</c:v>
                </c:pt>
              </c:numCache>
            </c:numRef>
          </c:cat>
          <c:val>
            <c:numRef>
              <c:f>'Current Paying PMI'!$L$3:$L$227</c:f>
              <c:numCache>
                <c:formatCode>0%</c:formatCode>
                <c:ptCount val="225"/>
                <c:pt idx="0">
                  <c:v>0.62402170072443153</c:v>
                </c:pt>
                <c:pt idx="1">
                  <c:v>0.62817294477626939</c:v>
                </c:pt>
                <c:pt idx="2">
                  <c:v>0.62597730951219899</c:v>
                </c:pt>
                <c:pt idx="3">
                  <c:v>0.62392159162868732</c:v>
                </c:pt>
                <c:pt idx="4">
                  <c:v>0.60653142223595213</c:v>
                </c:pt>
                <c:pt idx="5">
                  <c:v>0.50868797673712363</c:v>
                </c:pt>
                <c:pt idx="6">
                  <c:v>0.52965901814335548</c:v>
                </c:pt>
                <c:pt idx="7">
                  <c:v>0.57709503787578109</c:v>
                </c:pt>
                <c:pt idx="8">
                  <c:v>0.59224775585706535</c:v>
                </c:pt>
                <c:pt idx="9">
                  <c:v>0.59090570789662444</c:v>
                </c:pt>
                <c:pt idx="10">
                  <c:v>0.60261779474869925</c:v>
                </c:pt>
                <c:pt idx="11">
                  <c:v>0.59950595681897523</c:v>
                </c:pt>
                <c:pt idx="12">
                  <c:v>0.593225708201635</c:v>
                </c:pt>
                <c:pt idx="13">
                  <c:v>0.58542144661011908</c:v>
                </c:pt>
                <c:pt idx="14">
                  <c:v>0.58155199492979581</c:v>
                </c:pt>
                <c:pt idx="15">
                  <c:v>0.59356262313394537</c:v>
                </c:pt>
                <c:pt idx="16">
                  <c:v>0.59445921362542997</c:v>
                </c:pt>
                <c:pt idx="17">
                  <c:v>0.59391131067456038</c:v>
                </c:pt>
                <c:pt idx="18">
                  <c:v>0.60662155942020002</c:v>
                </c:pt>
                <c:pt idx="19">
                  <c:v>0.61264076908113763</c:v>
                </c:pt>
                <c:pt idx="20">
                  <c:v>0.61599363608099678</c:v>
                </c:pt>
                <c:pt idx="21">
                  <c:v>0.66311590107349083</c:v>
                </c:pt>
                <c:pt idx="22">
                  <c:v>0.74517189360077984</c:v>
                </c:pt>
                <c:pt idx="23">
                  <c:v>0.72397022872334449</c:v>
                </c:pt>
                <c:pt idx="24">
                  <c:v>0.66311590107349083</c:v>
                </c:pt>
                <c:pt idx="25">
                  <c:v>0.69050447134038251</c:v>
                </c:pt>
                <c:pt idx="26">
                  <c:v>0.60410549631050647</c:v>
                </c:pt>
                <c:pt idx="27">
                  <c:v>0.684475421712615</c:v>
                </c:pt>
                <c:pt idx="28">
                  <c:v>0.66675683999516944</c:v>
                </c:pt>
                <c:pt idx="29">
                  <c:v>0.61660059317974736</c:v>
                </c:pt>
                <c:pt idx="30">
                  <c:v>0.81803711941746404</c:v>
                </c:pt>
                <c:pt idx="31">
                  <c:v>0.83404184296119399</c:v>
                </c:pt>
                <c:pt idx="32">
                  <c:v>0.86117434904403212</c:v>
                </c:pt>
                <c:pt idx="33">
                  <c:v>0.84714025108084823</c:v>
                </c:pt>
                <c:pt idx="34">
                  <c:v>0.84129278814437181</c:v>
                </c:pt>
                <c:pt idx="35">
                  <c:v>0.87859103936280614</c:v>
                </c:pt>
                <c:pt idx="36">
                  <c:v>0.90242289630359074</c:v>
                </c:pt>
                <c:pt idx="37">
                  <c:v>0.90242289630359074</c:v>
                </c:pt>
                <c:pt idx="38">
                  <c:v>0.94644262124543443</c:v>
                </c:pt>
                <c:pt idx="39">
                  <c:v>0.96725200604215567</c:v>
                </c:pt>
                <c:pt idx="40">
                  <c:v>0.84917694017596268</c:v>
                </c:pt>
                <c:pt idx="41">
                  <c:v>0.85635864773186432</c:v>
                </c:pt>
                <c:pt idx="42">
                  <c:v>0.86512672485653175</c:v>
                </c:pt>
                <c:pt idx="43">
                  <c:v>0.93485323798856346</c:v>
                </c:pt>
                <c:pt idx="44">
                  <c:v>0.94404770550683115</c:v>
                </c:pt>
                <c:pt idx="45">
                  <c:v>0.93485323798856346</c:v>
                </c:pt>
                <c:pt idx="46">
                  <c:v>0.94997170807452469</c:v>
                </c:pt>
                <c:pt idx="47">
                  <c:v>0.91542628506626045</c:v>
                </c:pt>
                <c:pt idx="48">
                  <c:v>0.9248746068169833</c:v>
                </c:pt>
                <c:pt idx="49">
                  <c:v>0.93969161247928745</c:v>
                </c:pt>
                <c:pt idx="50">
                  <c:v>0.9601958662364245</c:v>
                </c:pt>
                <c:pt idx="51">
                  <c:v>0.94762260030460288</c:v>
                </c:pt>
                <c:pt idx="52">
                  <c:v>0.94481773750585774</c:v>
                </c:pt>
                <c:pt idx="53">
                  <c:v>0.95320351892281485</c:v>
                </c:pt>
                <c:pt idx="54">
                  <c:v>0.95182771809710431</c:v>
                </c:pt>
                <c:pt idx="55">
                  <c:v>0.91861521434498927</c:v>
                </c:pt>
                <c:pt idx="56">
                  <c:v>0.94107838104995334</c:v>
                </c:pt>
                <c:pt idx="57">
                  <c:v>0.94107838104995334</c:v>
                </c:pt>
                <c:pt idx="58">
                  <c:v>0.94107838104995334</c:v>
                </c:pt>
                <c:pt idx="59">
                  <c:v>0.90921329115869776</c:v>
                </c:pt>
                <c:pt idx="60">
                  <c:v>0.91584710240533518</c:v>
                </c:pt>
                <c:pt idx="61">
                  <c:v>0.91902765125865959</c:v>
                </c:pt>
                <c:pt idx="62">
                  <c:v>0.90514599034862198</c:v>
                </c:pt>
                <c:pt idx="63">
                  <c:v>0.78959380464288376</c:v>
                </c:pt>
                <c:pt idx="64">
                  <c:v>0.87490910290764468</c:v>
                </c:pt>
                <c:pt idx="65">
                  <c:v>0.86928745494692716</c:v>
                </c:pt>
                <c:pt idx="66">
                  <c:v>0.90849340717481886</c:v>
                </c:pt>
                <c:pt idx="67">
                  <c:v>0.9034983903169389</c:v>
                </c:pt>
                <c:pt idx="68">
                  <c:v>0.90849340717481886</c:v>
                </c:pt>
                <c:pt idx="69">
                  <c:v>0.89225108632442729</c:v>
                </c:pt>
                <c:pt idx="70">
                  <c:v>0.89337268606647302</c:v>
                </c:pt>
                <c:pt idx="71">
                  <c:v>0.8948997967143093</c:v>
                </c:pt>
                <c:pt idx="72">
                  <c:v>0.89443957907281746</c:v>
                </c:pt>
                <c:pt idx="73">
                  <c:v>0.89512122084695944</c:v>
                </c:pt>
                <c:pt idx="74">
                  <c:v>0.8920195449585564</c:v>
                </c:pt>
                <c:pt idx="75">
                  <c:v>0.88667449797815956</c:v>
                </c:pt>
                <c:pt idx="76">
                  <c:v>0.89407594990163874</c:v>
                </c:pt>
                <c:pt idx="77">
                  <c:v>0.89407594990163874</c:v>
                </c:pt>
                <c:pt idx="78">
                  <c:v>0.8819114104860859</c:v>
                </c:pt>
                <c:pt idx="79">
                  <c:v>0.94551237246929465</c:v>
                </c:pt>
                <c:pt idx="80">
                  <c:v>0.97186924857158052</c:v>
                </c:pt>
                <c:pt idx="81">
                  <c:v>0.98451993370244106</c:v>
                </c:pt>
                <c:pt idx="82">
                  <c:v>0.9385222539497815</c:v>
                </c:pt>
                <c:pt idx="83">
                  <c:v>0.92408794393225557</c:v>
                </c:pt>
                <c:pt idx="84">
                  <c:v>0.88445471641937157</c:v>
                </c:pt>
                <c:pt idx="85">
                  <c:v>0.85694996797233836</c:v>
                </c:pt>
                <c:pt idx="86">
                  <c:v>0.92408794393225557</c:v>
                </c:pt>
                <c:pt idx="87">
                  <c:v>0.91761037893987563</c:v>
                </c:pt>
                <c:pt idx="88">
                  <c:v>0.94047646256577366</c:v>
                </c:pt>
                <c:pt idx="89">
                  <c:v>0.95891425076544745</c:v>
                </c:pt>
                <c:pt idx="90">
                  <c:v>0.96459917415866681</c:v>
                </c:pt>
                <c:pt idx="91">
                  <c:v>0.95362908529618629</c:v>
                </c:pt>
                <c:pt idx="92">
                  <c:v>0.95159604304738465</c:v>
                </c:pt>
                <c:pt idx="93">
                  <c:v>0.95277295236812309</c:v>
                </c:pt>
                <c:pt idx="94">
                  <c:v>0.95079229345734595</c:v>
                </c:pt>
                <c:pt idx="95">
                  <c:v>0.92571311512973709</c:v>
                </c:pt>
                <c:pt idx="96">
                  <c:v>0.9252942527060104</c:v>
                </c:pt>
                <c:pt idx="97">
                  <c:v>0.92772026190850965</c:v>
                </c:pt>
                <c:pt idx="98">
                  <c:v>0.9299301195282087</c:v>
                </c:pt>
                <c:pt idx="99">
                  <c:v>0.92756020040727527</c:v>
                </c:pt>
                <c:pt idx="100">
                  <c:v>0.9105479087849232</c:v>
                </c:pt>
                <c:pt idx="101">
                  <c:v>0.9126136851792267</c:v>
                </c:pt>
                <c:pt idx="102">
                  <c:v>0.90965157918840345</c:v>
                </c:pt>
                <c:pt idx="103">
                  <c:v>0.91018597538933266</c:v>
                </c:pt>
                <c:pt idx="104">
                  <c:v>0.88829814088555981</c:v>
                </c:pt>
                <c:pt idx="105">
                  <c:v>0.88507237465236011</c:v>
                </c:pt>
                <c:pt idx="106">
                  <c:v>0.88631407683414742</c:v>
                </c:pt>
                <c:pt idx="107">
                  <c:v>0.88379536104531342</c:v>
                </c:pt>
                <c:pt idx="108">
                  <c:v>0.84748759806752005</c:v>
                </c:pt>
                <c:pt idx="109">
                  <c:v>0.79744674672768578</c:v>
                </c:pt>
                <c:pt idx="110">
                  <c:v>0.79744674672768578</c:v>
                </c:pt>
                <c:pt idx="111">
                  <c:v>0.75767121274967097</c:v>
                </c:pt>
                <c:pt idx="112">
                  <c:v>0.81599621049204552</c:v>
                </c:pt>
                <c:pt idx="113">
                  <c:v>0.81254588826988361</c:v>
                </c:pt>
                <c:pt idx="114">
                  <c:v>0.70260073761186825</c:v>
                </c:pt>
                <c:pt idx="115">
                  <c:v>0.76832708554350626</c:v>
                </c:pt>
                <c:pt idx="116">
                  <c:v>0.73085022058809757</c:v>
                </c:pt>
                <c:pt idx="117">
                  <c:v>0.74812714109915845</c:v>
                </c:pt>
                <c:pt idx="118">
                  <c:v>0.81951890925716175</c:v>
                </c:pt>
                <c:pt idx="119">
                  <c:v>0.8263799320049966</c:v>
                </c:pt>
                <c:pt idx="120">
                  <c:v>0.82478602429419701</c:v>
                </c:pt>
                <c:pt idx="121">
                  <c:v>0.81686282095814366</c:v>
                </c:pt>
                <c:pt idx="122">
                  <c:v>0.80807149473903783</c:v>
                </c:pt>
                <c:pt idx="123">
                  <c:v>0.77783403735744605</c:v>
                </c:pt>
                <c:pt idx="124">
                  <c:v>0.69528028144531095</c:v>
                </c:pt>
                <c:pt idx="125">
                  <c:v>0.63267241864898449</c:v>
                </c:pt>
                <c:pt idx="126">
                  <c:v>0.60569175356282723</c:v>
                </c:pt>
                <c:pt idx="127">
                  <c:v>0.57343184072471942</c:v>
                </c:pt>
                <c:pt idx="128">
                  <c:v>0.58795254732817659</c:v>
                </c:pt>
                <c:pt idx="129">
                  <c:v>0.39082116641682313</c:v>
                </c:pt>
                <c:pt idx="130">
                  <c:v>0.4330864642120939</c:v>
                </c:pt>
                <c:pt idx="131">
                  <c:v>0.31856955774356621</c:v>
                </c:pt>
                <c:pt idx="132">
                  <c:v>0.42624975952077765</c:v>
                </c:pt>
                <c:pt idx="133">
                  <c:v>0.42922629610906576</c:v>
                </c:pt>
                <c:pt idx="134">
                  <c:v>0.40917398895537016</c:v>
                </c:pt>
                <c:pt idx="135">
                  <c:v>0.40797811985401045</c:v>
                </c:pt>
                <c:pt idx="136">
                  <c:v>0.40797811985401045</c:v>
                </c:pt>
                <c:pt idx="137">
                  <c:v>0.28211495793674252</c:v>
                </c:pt>
                <c:pt idx="138">
                  <c:v>0.32707732602530493</c:v>
                </c:pt>
                <c:pt idx="139">
                  <c:v>0.2818649256036454</c:v>
                </c:pt>
                <c:pt idx="140">
                  <c:v>0.27463010199382165</c:v>
                </c:pt>
                <c:pt idx="141">
                  <c:v>0.33277831045649614</c:v>
                </c:pt>
                <c:pt idx="142">
                  <c:v>0.40445747526612724</c:v>
                </c:pt>
                <c:pt idx="143">
                  <c:v>0.41528178559290679</c:v>
                </c:pt>
                <c:pt idx="144">
                  <c:v>0.41314719259777027</c:v>
                </c:pt>
                <c:pt idx="145">
                  <c:v>0.40232481590336117</c:v>
                </c:pt>
                <c:pt idx="146">
                  <c:v>0.43156912924668556</c:v>
                </c:pt>
                <c:pt idx="147">
                  <c:v>0.4605405147219428</c:v>
                </c:pt>
                <c:pt idx="148">
                  <c:v>0.42159370418067171</c:v>
                </c:pt>
                <c:pt idx="149">
                  <c:v>0.38756459325455095</c:v>
                </c:pt>
                <c:pt idx="150">
                  <c:v>0.41410653536495057</c:v>
                </c:pt>
                <c:pt idx="151">
                  <c:v>0.3969981593322805</c:v>
                </c:pt>
                <c:pt idx="152">
                  <c:v>0.37338021104571051</c:v>
                </c:pt>
                <c:pt idx="153">
                  <c:v>0.3707206267478419</c:v>
                </c:pt>
                <c:pt idx="154">
                  <c:v>0.33974567777608206</c:v>
                </c:pt>
                <c:pt idx="155">
                  <c:v>0.33029809597210952</c:v>
                </c:pt>
                <c:pt idx="156">
                  <c:v>0.26212623729092371</c:v>
                </c:pt>
                <c:pt idx="157">
                  <c:v>0.2902260049252946</c:v>
                </c:pt>
                <c:pt idx="158">
                  <c:v>0.36774882579493112</c:v>
                </c:pt>
                <c:pt idx="159">
                  <c:v>0.37084428304329614</c:v>
                </c:pt>
                <c:pt idx="160">
                  <c:v>0.38160196936392621</c:v>
                </c:pt>
                <c:pt idx="161">
                  <c:v>0.40068103493110224</c:v>
                </c:pt>
                <c:pt idx="162">
                  <c:v>0.38532630107916044</c:v>
                </c:pt>
                <c:pt idx="163">
                  <c:v>0.3755719775185945</c:v>
                </c:pt>
                <c:pt idx="164">
                  <c:v>0.36967404481869215</c:v>
                </c:pt>
                <c:pt idx="165">
                  <c:v>0.38316963725836589</c:v>
                </c:pt>
                <c:pt idx="166">
                  <c:v>0.36933430427665681</c:v>
                </c:pt>
                <c:pt idx="167">
                  <c:v>0.38030249532079374</c:v>
                </c:pt>
                <c:pt idx="168">
                  <c:v>0.36565400061256043</c:v>
                </c:pt>
                <c:pt idx="169">
                  <c:v>0.35521926568999218</c:v>
                </c:pt>
                <c:pt idx="170">
                  <c:v>0.36683376695248865</c:v>
                </c:pt>
                <c:pt idx="171">
                  <c:v>0.38166972699665563</c:v>
                </c:pt>
                <c:pt idx="172">
                  <c:v>0.37393962817107157</c:v>
                </c:pt>
                <c:pt idx="173">
                  <c:v>0.37360583835556432</c:v>
                </c:pt>
                <c:pt idx="174">
                  <c:v>0.40975674753773905</c:v>
                </c:pt>
                <c:pt idx="175">
                  <c:v>0.4132153406951769</c:v>
                </c:pt>
                <c:pt idx="176">
                  <c:v>0.44799454346559853</c:v>
                </c:pt>
                <c:pt idx="177">
                  <c:v>0.46362020494951672</c:v>
                </c:pt>
                <c:pt idx="178">
                  <c:v>0.46847875373528863</c:v>
                </c:pt>
                <c:pt idx="179">
                  <c:v>0.41096738430920449</c:v>
                </c:pt>
                <c:pt idx="180">
                  <c:v>0.42635938692148717</c:v>
                </c:pt>
                <c:pt idx="181">
                  <c:v>0.46847875373528863</c:v>
                </c:pt>
                <c:pt idx="182">
                  <c:v>0.48178321750260522</c:v>
                </c:pt>
                <c:pt idx="183">
                  <c:v>0.42147742037560049</c:v>
                </c:pt>
                <c:pt idx="184">
                  <c:v>0.45155296827836544</c:v>
                </c:pt>
                <c:pt idx="185">
                  <c:v>0.45155296827836544</c:v>
                </c:pt>
                <c:pt idx="186">
                  <c:v>0.45923072088835232</c:v>
                </c:pt>
                <c:pt idx="187">
                  <c:v>0.42413376349642812</c:v>
                </c:pt>
                <c:pt idx="188">
                  <c:v>0.45575254137027688</c:v>
                </c:pt>
                <c:pt idx="189">
                  <c:v>0.49084413664233395</c:v>
                </c:pt>
                <c:pt idx="190">
                  <c:v>0.49084413664233395</c:v>
                </c:pt>
                <c:pt idx="191">
                  <c:v>0.4873264191007175</c:v>
                </c:pt>
                <c:pt idx="192">
                  <c:v>0.4741591952243816</c:v>
                </c:pt>
                <c:pt idx="193">
                  <c:v>0.3981672862675662</c:v>
                </c:pt>
                <c:pt idx="194">
                  <c:v>0.41373230170663788</c:v>
                </c:pt>
                <c:pt idx="195">
                  <c:v>0.43232059685066798</c:v>
                </c:pt>
                <c:pt idx="196">
                  <c:v>0.47165449273347226</c:v>
                </c:pt>
                <c:pt idx="197">
                  <c:v>0.57517284737260799</c:v>
                </c:pt>
                <c:pt idx="198">
                  <c:v>0.58745733896979668</c:v>
                </c:pt>
                <c:pt idx="199">
                  <c:v>0.57181297396619646</c:v>
                </c:pt>
                <c:pt idx="200">
                  <c:v>0.54857982917990311</c:v>
                </c:pt>
                <c:pt idx="201">
                  <c:v>0.55497671209744126</c:v>
                </c:pt>
                <c:pt idx="202">
                  <c:v>0.56606721089043732</c:v>
                </c:pt>
                <c:pt idx="203">
                  <c:v>0.57290983086857539</c:v>
                </c:pt>
                <c:pt idx="204">
                  <c:v>0.59279776197128353</c:v>
                </c:pt>
                <c:pt idx="205">
                  <c:v>0.5786710507683992</c:v>
                </c:pt>
                <c:pt idx="206">
                  <c:v>0.6155496963810797</c:v>
                </c:pt>
                <c:pt idx="207">
                  <c:v>0.60574636223541978</c:v>
                </c:pt>
                <c:pt idx="208">
                  <c:v>0.59072795930158906</c:v>
                </c:pt>
                <c:pt idx="209">
                  <c:v>0.63580141506138355</c:v>
                </c:pt>
                <c:pt idx="210">
                  <c:v>0.66264885680249008</c:v>
                </c:pt>
                <c:pt idx="211">
                  <c:v>0.66474126748702123</c:v>
                </c:pt>
                <c:pt idx="212">
                  <c:v>0.66264885680249008</c:v>
                </c:pt>
                <c:pt idx="213">
                  <c:v>0.68438167594716182</c:v>
                </c:pt>
                <c:pt idx="214">
                  <c:v>0.64890841265420796</c:v>
                </c:pt>
                <c:pt idx="215">
                  <c:v>0.62651628119673453</c:v>
                </c:pt>
                <c:pt idx="216">
                  <c:v>0.61098575112407738</c:v>
                </c:pt>
                <c:pt idx="217">
                  <c:v>0.61966926616186646</c:v>
                </c:pt>
                <c:pt idx="218">
                  <c:v>0.57559445438514367</c:v>
                </c:pt>
                <c:pt idx="219">
                  <c:v>0.60937196228640689</c:v>
                </c:pt>
                <c:pt idx="220">
                  <c:v>0.64195316325793905</c:v>
                </c:pt>
                <c:pt idx="221">
                  <c:v>0.62778439660000751</c:v>
                </c:pt>
                <c:pt idx="222">
                  <c:v>0.64459292642165245</c:v>
                </c:pt>
                <c:pt idx="223">
                  <c:v>0.63055503904182508</c:v>
                </c:pt>
                <c:pt idx="224">
                  <c:v>0.64951370522505292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'Current Paying PMI'!$M$2</c:f>
              <c:strCache>
                <c:ptCount val="1"/>
                <c:pt idx="0">
                  <c:v>HARP</c:v>
                </c:pt>
              </c:strCache>
            </c:strRef>
          </c:tx>
          <c:spPr>
            <a:ln w="19050">
              <a:solidFill>
                <a:schemeClr val="accent6">
                  <a:lumMod val="60000"/>
                  <a:lumOff val="40000"/>
                </a:schemeClr>
              </a:solidFill>
            </a:ln>
          </c:spPr>
          <c:marker>
            <c:symbol val="none"/>
          </c:marker>
          <c:cat>
            <c:numRef>
              <c:f>'Current Paying PMI'!$K$3:$K$227</c:f>
              <c:numCache>
                <c:formatCode>m/d/yyyy</c:formatCode>
                <c:ptCount val="225"/>
                <c:pt idx="0">
                  <c:v>40549</c:v>
                </c:pt>
                <c:pt idx="1">
                  <c:v>40556</c:v>
                </c:pt>
                <c:pt idx="2">
                  <c:v>40563</c:v>
                </c:pt>
                <c:pt idx="3">
                  <c:v>40570</c:v>
                </c:pt>
                <c:pt idx="4">
                  <c:v>40577</c:v>
                </c:pt>
                <c:pt idx="5">
                  <c:v>40584</c:v>
                </c:pt>
                <c:pt idx="6">
                  <c:v>40591</c:v>
                </c:pt>
                <c:pt idx="7">
                  <c:v>40598</c:v>
                </c:pt>
                <c:pt idx="8">
                  <c:v>40605</c:v>
                </c:pt>
                <c:pt idx="9">
                  <c:v>40612</c:v>
                </c:pt>
                <c:pt idx="10">
                  <c:v>40619</c:v>
                </c:pt>
                <c:pt idx="11">
                  <c:v>40626</c:v>
                </c:pt>
                <c:pt idx="12">
                  <c:v>40633</c:v>
                </c:pt>
                <c:pt idx="13">
                  <c:v>40640</c:v>
                </c:pt>
                <c:pt idx="14">
                  <c:v>40647</c:v>
                </c:pt>
                <c:pt idx="15">
                  <c:v>40654</c:v>
                </c:pt>
                <c:pt idx="16">
                  <c:v>40661</c:v>
                </c:pt>
                <c:pt idx="17">
                  <c:v>40668</c:v>
                </c:pt>
                <c:pt idx="18">
                  <c:v>40675</c:v>
                </c:pt>
                <c:pt idx="19">
                  <c:v>40682</c:v>
                </c:pt>
                <c:pt idx="20">
                  <c:v>40689</c:v>
                </c:pt>
                <c:pt idx="21">
                  <c:v>40696</c:v>
                </c:pt>
                <c:pt idx="22">
                  <c:v>40703</c:v>
                </c:pt>
                <c:pt idx="23">
                  <c:v>40710</c:v>
                </c:pt>
                <c:pt idx="24">
                  <c:v>40717</c:v>
                </c:pt>
                <c:pt idx="25">
                  <c:v>40724</c:v>
                </c:pt>
                <c:pt idx="26">
                  <c:v>40731</c:v>
                </c:pt>
                <c:pt idx="27">
                  <c:v>40738</c:v>
                </c:pt>
                <c:pt idx="28">
                  <c:v>40745</c:v>
                </c:pt>
                <c:pt idx="29">
                  <c:v>40752</c:v>
                </c:pt>
                <c:pt idx="30">
                  <c:v>40759</c:v>
                </c:pt>
                <c:pt idx="31">
                  <c:v>40766</c:v>
                </c:pt>
                <c:pt idx="32">
                  <c:v>40773</c:v>
                </c:pt>
                <c:pt idx="33">
                  <c:v>40780</c:v>
                </c:pt>
                <c:pt idx="34">
                  <c:v>40787</c:v>
                </c:pt>
                <c:pt idx="35">
                  <c:v>40794</c:v>
                </c:pt>
                <c:pt idx="36">
                  <c:v>40801</c:v>
                </c:pt>
                <c:pt idx="37">
                  <c:v>40808</c:v>
                </c:pt>
                <c:pt idx="38">
                  <c:v>40815</c:v>
                </c:pt>
                <c:pt idx="39">
                  <c:v>40822</c:v>
                </c:pt>
                <c:pt idx="40">
                  <c:v>40829</c:v>
                </c:pt>
                <c:pt idx="41">
                  <c:v>40836</c:v>
                </c:pt>
                <c:pt idx="42">
                  <c:v>40843</c:v>
                </c:pt>
                <c:pt idx="43">
                  <c:v>40850</c:v>
                </c:pt>
                <c:pt idx="44">
                  <c:v>40857</c:v>
                </c:pt>
                <c:pt idx="45">
                  <c:v>40864</c:v>
                </c:pt>
                <c:pt idx="46">
                  <c:v>40870</c:v>
                </c:pt>
                <c:pt idx="47">
                  <c:v>40878</c:v>
                </c:pt>
                <c:pt idx="48">
                  <c:v>40885</c:v>
                </c:pt>
                <c:pt idx="49">
                  <c:v>40892</c:v>
                </c:pt>
                <c:pt idx="50">
                  <c:v>40899</c:v>
                </c:pt>
                <c:pt idx="51">
                  <c:v>40906</c:v>
                </c:pt>
                <c:pt idx="52">
                  <c:v>40913</c:v>
                </c:pt>
                <c:pt idx="53">
                  <c:v>40920</c:v>
                </c:pt>
                <c:pt idx="54">
                  <c:v>40927</c:v>
                </c:pt>
                <c:pt idx="55">
                  <c:v>40934</c:v>
                </c:pt>
                <c:pt idx="56">
                  <c:v>40941</c:v>
                </c:pt>
                <c:pt idx="57">
                  <c:v>40948</c:v>
                </c:pt>
                <c:pt idx="58">
                  <c:v>40955</c:v>
                </c:pt>
                <c:pt idx="59">
                  <c:v>40962</c:v>
                </c:pt>
                <c:pt idx="60">
                  <c:v>40969</c:v>
                </c:pt>
                <c:pt idx="61">
                  <c:v>40976</c:v>
                </c:pt>
                <c:pt idx="62">
                  <c:v>40983</c:v>
                </c:pt>
                <c:pt idx="63">
                  <c:v>40990</c:v>
                </c:pt>
                <c:pt idx="64">
                  <c:v>40997</c:v>
                </c:pt>
                <c:pt idx="65">
                  <c:v>41004</c:v>
                </c:pt>
                <c:pt idx="66">
                  <c:v>41011</c:v>
                </c:pt>
                <c:pt idx="67">
                  <c:v>41018</c:v>
                </c:pt>
                <c:pt idx="68">
                  <c:v>41025</c:v>
                </c:pt>
                <c:pt idx="69">
                  <c:v>41032</c:v>
                </c:pt>
                <c:pt idx="70">
                  <c:v>41039</c:v>
                </c:pt>
                <c:pt idx="71">
                  <c:v>41046</c:v>
                </c:pt>
                <c:pt idx="72">
                  <c:v>41053</c:v>
                </c:pt>
                <c:pt idx="73">
                  <c:v>41060</c:v>
                </c:pt>
                <c:pt idx="74">
                  <c:v>41067</c:v>
                </c:pt>
                <c:pt idx="75">
                  <c:v>41074</c:v>
                </c:pt>
                <c:pt idx="76">
                  <c:v>41081</c:v>
                </c:pt>
                <c:pt idx="77">
                  <c:v>41088</c:v>
                </c:pt>
                <c:pt idx="78">
                  <c:v>41095</c:v>
                </c:pt>
                <c:pt idx="79">
                  <c:v>41102</c:v>
                </c:pt>
                <c:pt idx="80">
                  <c:v>41109</c:v>
                </c:pt>
                <c:pt idx="81">
                  <c:v>41116</c:v>
                </c:pt>
                <c:pt idx="82">
                  <c:v>41123</c:v>
                </c:pt>
                <c:pt idx="83">
                  <c:v>41130</c:v>
                </c:pt>
                <c:pt idx="84">
                  <c:v>41137</c:v>
                </c:pt>
                <c:pt idx="85">
                  <c:v>41144</c:v>
                </c:pt>
                <c:pt idx="86">
                  <c:v>41151</c:v>
                </c:pt>
                <c:pt idx="87">
                  <c:v>41158</c:v>
                </c:pt>
                <c:pt idx="88">
                  <c:v>41165</c:v>
                </c:pt>
                <c:pt idx="89">
                  <c:v>41172</c:v>
                </c:pt>
                <c:pt idx="90">
                  <c:v>41179</c:v>
                </c:pt>
                <c:pt idx="91">
                  <c:v>41186</c:v>
                </c:pt>
                <c:pt idx="92">
                  <c:v>41193</c:v>
                </c:pt>
                <c:pt idx="93">
                  <c:v>41200</c:v>
                </c:pt>
                <c:pt idx="94">
                  <c:v>41207</c:v>
                </c:pt>
                <c:pt idx="95">
                  <c:v>41214</c:v>
                </c:pt>
                <c:pt idx="96">
                  <c:v>41221</c:v>
                </c:pt>
                <c:pt idx="97">
                  <c:v>41228</c:v>
                </c:pt>
                <c:pt idx="98">
                  <c:v>41234</c:v>
                </c:pt>
                <c:pt idx="99">
                  <c:v>41242</c:v>
                </c:pt>
                <c:pt idx="100">
                  <c:v>41249</c:v>
                </c:pt>
                <c:pt idx="101">
                  <c:v>41256</c:v>
                </c:pt>
                <c:pt idx="102">
                  <c:v>41263</c:v>
                </c:pt>
                <c:pt idx="103">
                  <c:v>41270</c:v>
                </c:pt>
                <c:pt idx="104">
                  <c:v>41277</c:v>
                </c:pt>
                <c:pt idx="105">
                  <c:v>41284</c:v>
                </c:pt>
                <c:pt idx="106">
                  <c:v>41291</c:v>
                </c:pt>
                <c:pt idx="107">
                  <c:v>41298</c:v>
                </c:pt>
                <c:pt idx="108">
                  <c:v>41305</c:v>
                </c:pt>
                <c:pt idx="109">
                  <c:v>41312</c:v>
                </c:pt>
                <c:pt idx="110">
                  <c:v>41319</c:v>
                </c:pt>
                <c:pt idx="111">
                  <c:v>41326</c:v>
                </c:pt>
                <c:pt idx="112">
                  <c:v>41333</c:v>
                </c:pt>
                <c:pt idx="113">
                  <c:v>41340</c:v>
                </c:pt>
                <c:pt idx="114">
                  <c:v>41347</c:v>
                </c:pt>
                <c:pt idx="115">
                  <c:v>41354</c:v>
                </c:pt>
                <c:pt idx="116">
                  <c:v>41361</c:v>
                </c:pt>
                <c:pt idx="117">
                  <c:v>41368</c:v>
                </c:pt>
                <c:pt idx="118">
                  <c:v>41375</c:v>
                </c:pt>
                <c:pt idx="119">
                  <c:v>41382</c:v>
                </c:pt>
                <c:pt idx="120">
                  <c:v>41389</c:v>
                </c:pt>
                <c:pt idx="121">
                  <c:v>41396</c:v>
                </c:pt>
                <c:pt idx="122">
                  <c:v>41403</c:v>
                </c:pt>
                <c:pt idx="123">
                  <c:v>41410</c:v>
                </c:pt>
                <c:pt idx="124">
                  <c:v>41417</c:v>
                </c:pt>
                <c:pt idx="125">
                  <c:v>41424</c:v>
                </c:pt>
                <c:pt idx="126">
                  <c:v>41431</c:v>
                </c:pt>
                <c:pt idx="127">
                  <c:v>41438</c:v>
                </c:pt>
                <c:pt idx="128">
                  <c:v>41445</c:v>
                </c:pt>
                <c:pt idx="129">
                  <c:v>41452</c:v>
                </c:pt>
                <c:pt idx="130">
                  <c:v>41458</c:v>
                </c:pt>
                <c:pt idx="131">
                  <c:v>41466</c:v>
                </c:pt>
                <c:pt idx="132">
                  <c:v>41473</c:v>
                </c:pt>
                <c:pt idx="133">
                  <c:v>41480</c:v>
                </c:pt>
                <c:pt idx="134">
                  <c:v>41487</c:v>
                </c:pt>
                <c:pt idx="135">
                  <c:v>41494</c:v>
                </c:pt>
                <c:pt idx="136">
                  <c:v>41501</c:v>
                </c:pt>
                <c:pt idx="137">
                  <c:v>41508</c:v>
                </c:pt>
                <c:pt idx="138">
                  <c:v>41515</c:v>
                </c:pt>
                <c:pt idx="139">
                  <c:v>41522</c:v>
                </c:pt>
                <c:pt idx="140">
                  <c:v>41529</c:v>
                </c:pt>
                <c:pt idx="141">
                  <c:v>41536</c:v>
                </c:pt>
                <c:pt idx="142">
                  <c:v>41543</c:v>
                </c:pt>
                <c:pt idx="143">
                  <c:v>41550</c:v>
                </c:pt>
                <c:pt idx="144">
                  <c:v>41557</c:v>
                </c:pt>
                <c:pt idx="145">
                  <c:v>41564</c:v>
                </c:pt>
                <c:pt idx="146">
                  <c:v>41571</c:v>
                </c:pt>
                <c:pt idx="147">
                  <c:v>41578</c:v>
                </c:pt>
                <c:pt idx="148">
                  <c:v>41585</c:v>
                </c:pt>
                <c:pt idx="149">
                  <c:v>41592</c:v>
                </c:pt>
                <c:pt idx="150">
                  <c:v>41599</c:v>
                </c:pt>
                <c:pt idx="151">
                  <c:v>41605</c:v>
                </c:pt>
                <c:pt idx="152">
                  <c:v>41613</c:v>
                </c:pt>
                <c:pt idx="153">
                  <c:v>41620</c:v>
                </c:pt>
                <c:pt idx="154">
                  <c:v>41627</c:v>
                </c:pt>
                <c:pt idx="155">
                  <c:v>41634</c:v>
                </c:pt>
                <c:pt idx="156">
                  <c:v>41641</c:v>
                </c:pt>
                <c:pt idx="157">
                  <c:v>41648</c:v>
                </c:pt>
                <c:pt idx="158">
                  <c:v>41655</c:v>
                </c:pt>
                <c:pt idx="159">
                  <c:v>41662</c:v>
                </c:pt>
                <c:pt idx="160">
                  <c:v>41669</c:v>
                </c:pt>
                <c:pt idx="161">
                  <c:v>41676</c:v>
                </c:pt>
                <c:pt idx="162">
                  <c:v>41683</c:v>
                </c:pt>
                <c:pt idx="163">
                  <c:v>41690</c:v>
                </c:pt>
                <c:pt idx="164">
                  <c:v>41697</c:v>
                </c:pt>
                <c:pt idx="165">
                  <c:v>41704</c:v>
                </c:pt>
                <c:pt idx="166">
                  <c:v>41711</c:v>
                </c:pt>
                <c:pt idx="167">
                  <c:v>41718</c:v>
                </c:pt>
                <c:pt idx="168">
                  <c:v>41725</c:v>
                </c:pt>
                <c:pt idx="169">
                  <c:v>41732</c:v>
                </c:pt>
                <c:pt idx="170">
                  <c:v>41739</c:v>
                </c:pt>
                <c:pt idx="171">
                  <c:v>41746</c:v>
                </c:pt>
                <c:pt idx="172">
                  <c:v>41753</c:v>
                </c:pt>
                <c:pt idx="173">
                  <c:v>41760</c:v>
                </c:pt>
                <c:pt idx="174">
                  <c:v>41767</c:v>
                </c:pt>
                <c:pt idx="175">
                  <c:v>41774</c:v>
                </c:pt>
                <c:pt idx="176">
                  <c:v>41781</c:v>
                </c:pt>
                <c:pt idx="177">
                  <c:v>41788</c:v>
                </c:pt>
                <c:pt idx="178">
                  <c:v>41795</c:v>
                </c:pt>
                <c:pt idx="179">
                  <c:v>41802</c:v>
                </c:pt>
                <c:pt idx="180">
                  <c:v>41809</c:v>
                </c:pt>
                <c:pt idx="181">
                  <c:v>41816</c:v>
                </c:pt>
                <c:pt idx="182">
                  <c:v>41823</c:v>
                </c:pt>
                <c:pt idx="183">
                  <c:v>41830</c:v>
                </c:pt>
                <c:pt idx="184">
                  <c:v>41837</c:v>
                </c:pt>
                <c:pt idx="185">
                  <c:v>41844</c:v>
                </c:pt>
                <c:pt idx="186">
                  <c:v>41851</c:v>
                </c:pt>
                <c:pt idx="187">
                  <c:v>41858</c:v>
                </c:pt>
                <c:pt idx="188">
                  <c:v>41865</c:v>
                </c:pt>
                <c:pt idx="189">
                  <c:v>41872</c:v>
                </c:pt>
                <c:pt idx="190">
                  <c:v>41879</c:v>
                </c:pt>
                <c:pt idx="191">
                  <c:v>41886</c:v>
                </c:pt>
                <c:pt idx="192">
                  <c:v>41893</c:v>
                </c:pt>
                <c:pt idx="193">
                  <c:v>41900</c:v>
                </c:pt>
                <c:pt idx="194">
                  <c:v>41907</c:v>
                </c:pt>
                <c:pt idx="195">
                  <c:v>41914</c:v>
                </c:pt>
                <c:pt idx="196">
                  <c:v>41921</c:v>
                </c:pt>
                <c:pt idx="197">
                  <c:v>41928</c:v>
                </c:pt>
                <c:pt idx="198">
                  <c:v>41935</c:v>
                </c:pt>
                <c:pt idx="199">
                  <c:v>41942</c:v>
                </c:pt>
                <c:pt idx="200">
                  <c:v>41949</c:v>
                </c:pt>
                <c:pt idx="201">
                  <c:v>41956</c:v>
                </c:pt>
                <c:pt idx="202">
                  <c:v>41963</c:v>
                </c:pt>
                <c:pt idx="203">
                  <c:v>41969</c:v>
                </c:pt>
                <c:pt idx="204">
                  <c:v>41977</c:v>
                </c:pt>
                <c:pt idx="205">
                  <c:v>41984</c:v>
                </c:pt>
                <c:pt idx="206">
                  <c:v>41991</c:v>
                </c:pt>
                <c:pt idx="207">
                  <c:v>41997</c:v>
                </c:pt>
                <c:pt idx="208">
                  <c:v>42004</c:v>
                </c:pt>
                <c:pt idx="209">
                  <c:v>42012</c:v>
                </c:pt>
                <c:pt idx="210">
                  <c:v>42019</c:v>
                </c:pt>
                <c:pt idx="211">
                  <c:v>42026</c:v>
                </c:pt>
                <c:pt idx="212">
                  <c:v>42033</c:v>
                </c:pt>
                <c:pt idx="213">
                  <c:v>42040</c:v>
                </c:pt>
                <c:pt idx="214">
                  <c:v>42047</c:v>
                </c:pt>
                <c:pt idx="215">
                  <c:v>42054</c:v>
                </c:pt>
                <c:pt idx="216">
                  <c:v>42061</c:v>
                </c:pt>
                <c:pt idx="217">
                  <c:v>42068</c:v>
                </c:pt>
                <c:pt idx="218">
                  <c:v>42075</c:v>
                </c:pt>
                <c:pt idx="219">
                  <c:v>42082</c:v>
                </c:pt>
                <c:pt idx="220">
                  <c:v>42089</c:v>
                </c:pt>
                <c:pt idx="221">
                  <c:v>42096</c:v>
                </c:pt>
                <c:pt idx="222">
                  <c:v>42103</c:v>
                </c:pt>
                <c:pt idx="223">
                  <c:v>42110</c:v>
                </c:pt>
                <c:pt idx="224">
                  <c:v>42117</c:v>
                </c:pt>
              </c:numCache>
            </c:numRef>
          </c:cat>
          <c:val>
            <c:numRef>
              <c:f>'Current Paying PMI'!$M$3:$M$227</c:f>
              <c:numCache>
                <c:formatCode>0%</c:formatCode>
                <c:ptCount val="225"/>
                <c:pt idx="0">
                  <c:v>0.41917445646047702</c:v>
                </c:pt>
                <c:pt idx="1">
                  <c:v>0.43621985629656101</c:v>
                </c:pt>
                <c:pt idx="2">
                  <c:v>0.41944708561696598</c:v>
                </c:pt>
                <c:pt idx="3">
                  <c:v>0.418710148423519</c:v>
                </c:pt>
                <c:pt idx="4">
                  <c:v>0.38887560757790002</c:v>
                </c:pt>
                <c:pt idx="5">
                  <c:v>0.35101070043975402</c:v>
                </c:pt>
                <c:pt idx="6">
                  <c:v>0.36422873018148</c:v>
                </c:pt>
                <c:pt idx="7">
                  <c:v>0.37426156705539698</c:v>
                </c:pt>
                <c:pt idx="8">
                  <c:v>0.378077073966118</c:v>
                </c:pt>
                <c:pt idx="9">
                  <c:v>0.37803494484535199</c:v>
                </c:pt>
                <c:pt idx="10">
                  <c:v>0.407679162563724</c:v>
                </c:pt>
                <c:pt idx="11">
                  <c:v>0.39154691259907098</c:v>
                </c:pt>
                <c:pt idx="12">
                  <c:v>0.37809391960358502</c:v>
                </c:pt>
                <c:pt idx="13">
                  <c:v>0.36996472497765398</c:v>
                </c:pt>
                <c:pt idx="14">
                  <c:v>0.36984016473175102</c:v>
                </c:pt>
                <c:pt idx="15">
                  <c:v>0.38384871096807699</c:v>
                </c:pt>
                <c:pt idx="16">
                  <c:v>0.38433074982262799</c:v>
                </c:pt>
                <c:pt idx="17">
                  <c:v>0.394871405610702</c:v>
                </c:pt>
                <c:pt idx="18">
                  <c:v>0.43079303669576202</c:v>
                </c:pt>
                <c:pt idx="19">
                  <c:v>0.43090192835496699</c:v>
                </c:pt>
                <c:pt idx="20">
                  <c:v>0.431110671725766</c:v>
                </c:pt>
                <c:pt idx="21">
                  <c:v>0.45342303565958197</c:v>
                </c:pt>
                <c:pt idx="22">
                  <c:v>0.47629557608974499</c:v>
                </c:pt>
                <c:pt idx="23">
                  <c:v>0.47626301055025799</c:v>
                </c:pt>
                <c:pt idx="24">
                  <c:v>0.45342303565958197</c:v>
                </c:pt>
                <c:pt idx="25">
                  <c:v>0.47533111966863201</c:v>
                </c:pt>
                <c:pt idx="26">
                  <c:v>0.42115773967800002</c:v>
                </c:pt>
                <c:pt idx="27">
                  <c:v>0.47005900282082203</c:v>
                </c:pt>
                <c:pt idx="28">
                  <c:v>0.44797749734765901</c:v>
                </c:pt>
                <c:pt idx="29">
                  <c:v>0.44409861209358098</c:v>
                </c:pt>
                <c:pt idx="30">
                  <c:v>0.515379400381896</c:v>
                </c:pt>
                <c:pt idx="31">
                  <c:v>0.61745026323361196</c:v>
                </c:pt>
                <c:pt idx="32">
                  <c:v>0.71103111098302996</c:v>
                </c:pt>
                <c:pt idx="33">
                  <c:v>0.66735967344709601</c:v>
                </c:pt>
                <c:pt idx="34">
                  <c:v>0.66070318293374397</c:v>
                </c:pt>
                <c:pt idx="35">
                  <c:v>0.72862294428542695</c:v>
                </c:pt>
                <c:pt idx="36">
                  <c:v>0.73180955418473204</c:v>
                </c:pt>
                <c:pt idx="37">
                  <c:v>0.73180955418473204</c:v>
                </c:pt>
                <c:pt idx="38">
                  <c:v>0.78537510001402</c:v>
                </c:pt>
                <c:pt idx="39">
                  <c:v>0.77200889405912698</c:v>
                </c:pt>
                <c:pt idx="40">
                  <c:v>0.68762581065136796</c:v>
                </c:pt>
                <c:pt idx="41">
                  <c:v>0.70907311332117495</c:v>
                </c:pt>
                <c:pt idx="42">
                  <c:v>0.71096371307505601</c:v>
                </c:pt>
                <c:pt idx="43">
                  <c:v>0.75213064967891696</c:v>
                </c:pt>
                <c:pt idx="44">
                  <c:v>0.75215343752934904</c:v>
                </c:pt>
                <c:pt idx="45">
                  <c:v>0.75213064967891696</c:v>
                </c:pt>
                <c:pt idx="46">
                  <c:v>0.75451882195048703</c:v>
                </c:pt>
                <c:pt idx="47">
                  <c:v>0.73701250506221705</c:v>
                </c:pt>
                <c:pt idx="48">
                  <c:v>0.737034618623016</c:v>
                </c:pt>
                <c:pt idx="49">
                  <c:v>0.74005848510739902</c:v>
                </c:pt>
                <c:pt idx="50">
                  <c:v>0.77262482249298603</c:v>
                </c:pt>
                <c:pt idx="51">
                  <c:v>0.76353022654842795</c:v>
                </c:pt>
                <c:pt idx="52">
                  <c:v>0.75017446397926801</c:v>
                </c:pt>
                <c:pt idx="53">
                  <c:v>0.76194885743932395</c:v>
                </c:pt>
                <c:pt idx="54">
                  <c:v>0.76015152542719999</c:v>
                </c:pt>
                <c:pt idx="55">
                  <c:v>0.72538795894175401</c:v>
                </c:pt>
                <c:pt idx="56">
                  <c:v>0.73976850442679698</c:v>
                </c:pt>
                <c:pt idx="57">
                  <c:v>0.73976850442679698</c:v>
                </c:pt>
                <c:pt idx="58">
                  <c:v>0.73976850442679698</c:v>
                </c:pt>
                <c:pt idx="59">
                  <c:v>0.70482380254349597</c:v>
                </c:pt>
                <c:pt idx="60">
                  <c:v>0.71197045097818001</c:v>
                </c:pt>
                <c:pt idx="61">
                  <c:v>0.72185562668080905</c:v>
                </c:pt>
                <c:pt idx="62">
                  <c:v>0.71184965643423004</c:v>
                </c:pt>
                <c:pt idx="63">
                  <c:v>0.63003810447880604</c:v>
                </c:pt>
                <c:pt idx="64">
                  <c:v>0.68476549375243201</c:v>
                </c:pt>
                <c:pt idx="65">
                  <c:v>0.68702063249841105</c:v>
                </c:pt>
                <c:pt idx="66">
                  <c:v>0.74360097428026795</c:v>
                </c:pt>
                <c:pt idx="67">
                  <c:v>0.71319163212853798</c:v>
                </c:pt>
                <c:pt idx="68">
                  <c:v>0.74360097428026795</c:v>
                </c:pt>
                <c:pt idx="69">
                  <c:v>0.74458940201611601</c:v>
                </c:pt>
                <c:pt idx="70">
                  <c:v>0.74880992852224404</c:v>
                </c:pt>
                <c:pt idx="71">
                  <c:v>0.77533293010841997</c:v>
                </c:pt>
                <c:pt idx="72">
                  <c:v>0.77252849495486897</c:v>
                </c:pt>
                <c:pt idx="73">
                  <c:v>0.77719223327132003</c:v>
                </c:pt>
                <c:pt idx="74">
                  <c:v>0.81161668458948799</c:v>
                </c:pt>
                <c:pt idx="75">
                  <c:v>0.79320998802631504</c:v>
                </c:pt>
                <c:pt idx="76">
                  <c:v>0.81309219550150202</c:v>
                </c:pt>
                <c:pt idx="77">
                  <c:v>0.81309219550150202</c:v>
                </c:pt>
                <c:pt idx="78">
                  <c:v>0.80304589352971401</c:v>
                </c:pt>
                <c:pt idx="79">
                  <c:v>0.83475833318603099</c:v>
                </c:pt>
                <c:pt idx="80">
                  <c:v>0.839279067165004</c:v>
                </c:pt>
                <c:pt idx="81">
                  <c:v>0.85583686182580798</c:v>
                </c:pt>
                <c:pt idx="82">
                  <c:v>0.81672598038940503</c:v>
                </c:pt>
                <c:pt idx="83">
                  <c:v>0.81660096914097402</c:v>
                </c:pt>
                <c:pt idx="84">
                  <c:v>0.80039531716996504</c:v>
                </c:pt>
                <c:pt idx="85">
                  <c:v>0.78286282867668</c:v>
                </c:pt>
                <c:pt idx="86">
                  <c:v>0.81660096914097402</c:v>
                </c:pt>
                <c:pt idx="87">
                  <c:v>0.80003630895948397</c:v>
                </c:pt>
                <c:pt idx="88">
                  <c:v>0.80517464210851997</c:v>
                </c:pt>
                <c:pt idx="89">
                  <c:v>0.82579336591607799</c:v>
                </c:pt>
                <c:pt idx="90">
                  <c:v>0.87352757054468799</c:v>
                </c:pt>
                <c:pt idx="91">
                  <c:v>0.85283995726602502</c:v>
                </c:pt>
                <c:pt idx="92">
                  <c:v>0.82980253162130702</c:v>
                </c:pt>
                <c:pt idx="93">
                  <c:v>0.84996407134381802</c:v>
                </c:pt>
                <c:pt idx="94">
                  <c:v>0.828248760892495</c:v>
                </c:pt>
                <c:pt idx="95">
                  <c:v>0.79915808926981402</c:v>
                </c:pt>
                <c:pt idx="96">
                  <c:v>0.79873425180913604</c:v>
                </c:pt>
                <c:pt idx="97">
                  <c:v>0.82276956639306598</c:v>
                </c:pt>
                <c:pt idx="98">
                  <c:v>0.84066676404946505</c:v>
                </c:pt>
                <c:pt idx="99">
                  <c:v>0.82275551487300902</c:v>
                </c:pt>
                <c:pt idx="100">
                  <c:v>0.80649977939682505</c:v>
                </c:pt>
                <c:pt idx="101">
                  <c:v>0.82418991295466604</c:v>
                </c:pt>
                <c:pt idx="102">
                  <c:v>0.80390223047279097</c:v>
                </c:pt>
                <c:pt idx="103">
                  <c:v>0.80591432289546205</c:v>
                </c:pt>
                <c:pt idx="104">
                  <c:v>0.78440164177592298</c:v>
                </c:pt>
                <c:pt idx="105">
                  <c:v>0.759606662501778</c:v>
                </c:pt>
                <c:pt idx="106">
                  <c:v>0.78142443901466097</c:v>
                </c:pt>
                <c:pt idx="107">
                  <c:v>0.75700205657756403</c:v>
                </c:pt>
                <c:pt idx="108">
                  <c:v>0.70776343414969201</c:v>
                </c:pt>
                <c:pt idx="109">
                  <c:v>0.68149824697650396</c:v>
                </c:pt>
                <c:pt idx="110">
                  <c:v>0.68149824697650396</c:v>
                </c:pt>
                <c:pt idx="111">
                  <c:v>0.66443156184372798</c:v>
                </c:pt>
                <c:pt idx="112">
                  <c:v>0.68474077330080096</c:v>
                </c:pt>
                <c:pt idx="113">
                  <c:v>0.65965341103045605</c:v>
                </c:pt>
                <c:pt idx="114">
                  <c:v>0.622542311024053</c:v>
                </c:pt>
                <c:pt idx="115">
                  <c:v>0.65490269555006198</c:v>
                </c:pt>
                <c:pt idx="116">
                  <c:v>0.63814443106247998</c:v>
                </c:pt>
                <c:pt idx="117">
                  <c:v>0.63701726572087702</c:v>
                </c:pt>
                <c:pt idx="118">
                  <c:v>0.66472248963496305</c:v>
                </c:pt>
                <c:pt idx="119">
                  <c:v>0.691617287637183</c:v>
                </c:pt>
                <c:pt idx="120">
                  <c:v>0.68894417616710202</c:v>
                </c:pt>
                <c:pt idx="121">
                  <c:v>0.70646423511043499</c:v>
                </c:pt>
                <c:pt idx="122">
                  <c:v>0.67710126151444505</c:v>
                </c:pt>
                <c:pt idx="123">
                  <c:v>0.64608424059300296</c:v>
                </c:pt>
                <c:pt idx="124">
                  <c:v>0.60492342195832605</c:v>
                </c:pt>
                <c:pt idx="125">
                  <c:v>0.52986130193183101</c:v>
                </c:pt>
                <c:pt idx="126">
                  <c:v>0.48936320762315699</c:v>
                </c:pt>
                <c:pt idx="127">
                  <c:v>0.46803712037587902</c:v>
                </c:pt>
                <c:pt idx="128">
                  <c:v>0.46841833416873302</c:v>
                </c:pt>
                <c:pt idx="129">
                  <c:v>0.25930726321944902</c:v>
                </c:pt>
                <c:pt idx="130">
                  <c:v>0.34399747197441399</c:v>
                </c:pt>
                <c:pt idx="131">
                  <c:v>0.23052122039717299</c:v>
                </c:pt>
                <c:pt idx="132">
                  <c:v>0.313528938106932</c:v>
                </c:pt>
                <c:pt idx="133">
                  <c:v>0.31410556361706699</c:v>
                </c:pt>
                <c:pt idx="134">
                  <c:v>0.26871710621385497</c:v>
                </c:pt>
                <c:pt idx="135">
                  <c:v>0.26842687745364402</c:v>
                </c:pt>
                <c:pt idx="136">
                  <c:v>0.26842687745364402</c:v>
                </c:pt>
                <c:pt idx="137">
                  <c:v>0.20545197668606799</c:v>
                </c:pt>
                <c:pt idx="138">
                  <c:v>0.23763744646630799</c:v>
                </c:pt>
                <c:pt idx="139">
                  <c:v>0.21149349910069001</c:v>
                </c:pt>
                <c:pt idx="140">
                  <c:v>0.19827486089892299</c:v>
                </c:pt>
                <c:pt idx="141">
                  <c:v>0.230982049953562</c:v>
                </c:pt>
                <c:pt idx="142">
                  <c:v>0.32130927271021897</c:v>
                </c:pt>
                <c:pt idx="143">
                  <c:v>0.34374501426377402</c:v>
                </c:pt>
                <c:pt idx="144">
                  <c:v>0.343362461707855</c:v>
                </c:pt>
                <c:pt idx="145">
                  <c:v>0.31435548538393299</c:v>
                </c:pt>
                <c:pt idx="146">
                  <c:v>0.36279732883580901</c:v>
                </c:pt>
                <c:pt idx="147">
                  <c:v>0.38076704542262901</c:v>
                </c:pt>
                <c:pt idx="148">
                  <c:v>0.35403891055164699</c:v>
                </c:pt>
                <c:pt idx="149">
                  <c:v>0.27765033429796598</c:v>
                </c:pt>
                <c:pt idx="150">
                  <c:v>0.33620447417750299</c:v>
                </c:pt>
                <c:pt idx="151">
                  <c:v>0.30662338263190497</c:v>
                </c:pt>
                <c:pt idx="152">
                  <c:v>0.238872261686181</c:v>
                </c:pt>
                <c:pt idx="153">
                  <c:v>0.23869230352122101</c:v>
                </c:pt>
                <c:pt idx="154">
                  <c:v>0.20595646030872</c:v>
                </c:pt>
                <c:pt idx="155">
                  <c:v>0.20588522084022601</c:v>
                </c:pt>
                <c:pt idx="156">
                  <c:v>0.18270041372936699</c:v>
                </c:pt>
                <c:pt idx="157">
                  <c:v>0.20349751001168101</c:v>
                </c:pt>
                <c:pt idx="158">
                  <c:v>0.23285648019755101</c:v>
                </c:pt>
                <c:pt idx="159">
                  <c:v>0.23330797794566899</c:v>
                </c:pt>
                <c:pt idx="160">
                  <c:v>0.29089795893761</c:v>
                </c:pt>
                <c:pt idx="161">
                  <c:v>0.31424671770039497</c:v>
                </c:pt>
                <c:pt idx="162">
                  <c:v>0.28654188629747801</c:v>
                </c:pt>
                <c:pt idx="163">
                  <c:v>0.25823477101989301</c:v>
                </c:pt>
                <c:pt idx="164">
                  <c:v>0.25744034883327499</c:v>
                </c:pt>
                <c:pt idx="165">
                  <c:v>0.28216102843400898</c:v>
                </c:pt>
                <c:pt idx="166">
                  <c:v>0.25339035668079501</c:v>
                </c:pt>
                <c:pt idx="167">
                  <c:v>0.28102818996708701</c:v>
                </c:pt>
                <c:pt idx="168">
                  <c:v>0.25299751732949799</c:v>
                </c:pt>
                <c:pt idx="169">
                  <c:v>0.222143720081627</c:v>
                </c:pt>
                <c:pt idx="170">
                  <c:v>0.25169457423695202</c:v>
                </c:pt>
                <c:pt idx="171">
                  <c:v>0.28058021231610197</c:v>
                </c:pt>
                <c:pt idx="172">
                  <c:v>0.279448840397376</c:v>
                </c:pt>
                <c:pt idx="173">
                  <c:v>0.27758425345188897</c:v>
                </c:pt>
                <c:pt idx="174">
                  <c:v>0.32550344763156402</c:v>
                </c:pt>
                <c:pt idx="175">
                  <c:v>0.32552411046597202</c:v>
                </c:pt>
                <c:pt idx="176">
                  <c:v>0.347488455871724</c:v>
                </c:pt>
                <c:pt idx="177">
                  <c:v>0.34818390220270101</c:v>
                </c:pt>
                <c:pt idx="178">
                  <c:v>0.346238128399389</c:v>
                </c:pt>
                <c:pt idx="179">
                  <c:v>0.32274759646781798</c:v>
                </c:pt>
                <c:pt idx="180">
                  <c:v>0.324184407069465</c:v>
                </c:pt>
                <c:pt idx="181">
                  <c:v>0.346238128399389</c:v>
                </c:pt>
                <c:pt idx="182">
                  <c:v>0.36578907876503403</c:v>
                </c:pt>
                <c:pt idx="183">
                  <c:v>0.31805600486192798</c:v>
                </c:pt>
                <c:pt idx="184">
                  <c:v>0.34009498441958502</c:v>
                </c:pt>
                <c:pt idx="185">
                  <c:v>0.34009498441958502</c:v>
                </c:pt>
                <c:pt idx="186">
                  <c:v>0.34042369497045799</c:v>
                </c:pt>
                <c:pt idx="187">
                  <c:v>0.31036061365073903</c:v>
                </c:pt>
                <c:pt idx="188">
                  <c:v>0.33263554438079002</c:v>
                </c:pt>
                <c:pt idx="189">
                  <c:v>0.35838762838330102</c:v>
                </c:pt>
                <c:pt idx="190">
                  <c:v>0.35838762838330102</c:v>
                </c:pt>
                <c:pt idx="191">
                  <c:v>0.35124395630609401</c:v>
                </c:pt>
                <c:pt idx="192">
                  <c:v>0.350821387629207</c:v>
                </c:pt>
                <c:pt idx="193">
                  <c:v>0.30185821114737799</c:v>
                </c:pt>
                <c:pt idx="194">
                  <c:v>0.303134887573904</c:v>
                </c:pt>
                <c:pt idx="195">
                  <c:v>0.31668157332951902</c:v>
                </c:pt>
                <c:pt idx="196">
                  <c:v>0.34232551793557098</c:v>
                </c:pt>
                <c:pt idx="197">
                  <c:v>0.40285473187500098</c:v>
                </c:pt>
                <c:pt idx="198">
                  <c:v>0.43224640519919799</c:v>
                </c:pt>
                <c:pt idx="199">
                  <c:v>0.40279530551033699</c:v>
                </c:pt>
                <c:pt idx="200">
                  <c:v>0.363805283856794</c:v>
                </c:pt>
                <c:pt idx="201">
                  <c:v>0.36393083176118401</c:v>
                </c:pt>
                <c:pt idx="202">
                  <c:v>0.39464243161649398</c:v>
                </c:pt>
                <c:pt idx="203">
                  <c:v>0.39478657813594797</c:v>
                </c:pt>
                <c:pt idx="204">
                  <c:v>0.41779394948311799</c:v>
                </c:pt>
                <c:pt idx="205">
                  <c:v>0.41674162737276199</c:v>
                </c:pt>
                <c:pt idx="206">
                  <c:v>0.45273770907866101</c:v>
                </c:pt>
                <c:pt idx="207">
                  <c:v>0.44996183796017403</c:v>
                </c:pt>
                <c:pt idx="208">
                  <c:v>0.41775040408126601</c:v>
                </c:pt>
                <c:pt idx="209">
                  <c:v>0.47713334056444601</c:v>
                </c:pt>
                <c:pt idx="210">
                  <c:v>0.53296054461027997</c:v>
                </c:pt>
                <c:pt idx="211">
                  <c:v>0.53525908703488601</c:v>
                </c:pt>
                <c:pt idx="212">
                  <c:v>0.53296054461027997</c:v>
                </c:pt>
                <c:pt idx="213">
                  <c:v>0.531964205535849</c:v>
                </c:pt>
                <c:pt idx="214">
                  <c:v>0.50112937152177495</c:v>
                </c:pt>
                <c:pt idx="215">
                  <c:v>0.46787253141998503</c:v>
                </c:pt>
                <c:pt idx="216">
                  <c:v>0.43720530063230401</c:v>
                </c:pt>
                <c:pt idx="217">
                  <c:v>0.45959407492170601</c:v>
                </c:pt>
                <c:pt idx="218">
                  <c:v>0.394169404360453</c:v>
                </c:pt>
                <c:pt idx="219">
                  <c:v>0.45850870301610303</c:v>
                </c:pt>
                <c:pt idx="220">
                  <c:v>0.49264013227543102</c:v>
                </c:pt>
                <c:pt idx="221">
                  <c:v>0.47700652645494301</c:v>
                </c:pt>
                <c:pt idx="222">
                  <c:v>0.505305541519944</c:v>
                </c:pt>
                <c:pt idx="223">
                  <c:v>0.47885281621922599</c:v>
                </c:pt>
                <c:pt idx="224">
                  <c:v>0.50775672845638498</c:v>
                </c:pt>
              </c:numCache>
            </c:numRef>
          </c:val>
          <c:smooth val="0"/>
        </c:ser>
        <c:ser>
          <c:idx val="2"/>
          <c:order val="2"/>
          <c:tx>
            <c:strRef>
              <c:f>'Current Paying PMI'!$N$2</c:f>
              <c:strCache>
                <c:ptCount val="1"/>
                <c:pt idx="0">
                  <c:v>Currnet PMI</c:v>
                </c:pt>
              </c:strCache>
            </c:strRef>
          </c:tx>
          <c:spPr>
            <a:ln>
              <a:solidFill>
                <a:srgbClr val="2E398A"/>
              </a:solidFill>
            </a:ln>
          </c:spPr>
          <c:marker>
            <c:symbol val="none"/>
          </c:marker>
          <c:cat>
            <c:numRef>
              <c:f>'Current Paying PMI'!$K$3:$K$227</c:f>
              <c:numCache>
                <c:formatCode>m/d/yyyy</c:formatCode>
                <c:ptCount val="225"/>
                <c:pt idx="0">
                  <c:v>40549</c:v>
                </c:pt>
                <c:pt idx="1">
                  <c:v>40556</c:v>
                </c:pt>
                <c:pt idx="2">
                  <c:v>40563</c:v>
                </c:pt>
                <c:pt idx="3">
                  <c:v>40570</c:v>
                </c:pt>
                <c:pt idx="4">
                  <c:v>40577</c:v>
                </c:pt>
                <c:pt idx="5">
                  <c:v>40584</c:v>
                </c:pt>
                <c:pt idx="6">
                  <c:v>40591</c:v>
                </c:pt>
                <c:pt idx="7">
                  <c:v>40598</c:v>
                </c:pt>
                <c:pt idx="8">
                  <c:v>40605</c:v>
                </c:pt>
                <c:pt idx="9">
                  <c:v>40612</c:v>
                </c:pt>
                <c:pt idx="10">
                  <c:v>40619</c:v>
                </c:pt>
                <c:pt idx="11">
                  <c:v>40626</c:v>
                </c:pt>
                <c:pt idx="12">
                  <c:v>40633</c:v>
                </c:pt>
                <c:pt idx="13">
                  <c:v>40640</c:v>
                </c:pt>
                <c:pt idx="14">
                  <c:v>40647</c:v>
                </c:pt>
                <c:pt idx="15">
                  <c:v>40654</c:v>
                </c:pt>
                <c:pt idx="16">
                  <c:v>40661</c:v>
                </c:pt>
                <c:pt idx="17">
                  <c:v>40668</c:v>
                </c:pt>
                <c:pt idx="18">
                  <c:v>40675</c:v>
                </c:pt>
                <c:pt idx="19">
                  <c:v>40682</c:v>
                </c:pt>
                <c:pt idx="20">
                  <c:v>40689</c:v>
                </c:pt>
                <c:pt idx="21">
                  <c:v>40696</c:v>
                </c:pt>
                <c:pt idx="22">
                  <c:v>40703</c:v>
                </c:pt>
                <c:pt idx="23">
                  <c:v>40710</c:v>
                </c:pt>
                <c:pt idx="24">
                  <c:v>40717</c:v>
                </c:pt>
                <c:pt idx="25">
                  <c:v>40724</c:v>
                </c:pt>
                <c:pt idx="26">
                  <c:v>40731</c:v>
                </c:pt>
                <c:pt idx="27">
                  <c:v>40738</c:v>
                </c:pt>
                <c:pt idx="28">
                  <c:v>40745</c:v>
                </c:pt>
                <c:pt idx="29">
                  <c:v>40752</c:v>
                </c:pt>
                <c:pt idx="30">
                  <c:v>40759</c:v>
                </c:pt>
                <c:pt idx="31">
                  <c:v>40766</c:v>
                </c:pt>
                <c:pt idx="32">
                  <c:v>40773</c:v>
                </c:pt>
                <c:pt idx="33">
                  <c:v>40780</c:v>
                </c:pt>
                <c:pt idx="34">
                  <c:v>40787</c:v>
                </c:pt>
                <c:pt idx="35">
                  <c:v>40794</c:v>
                </c:pt>
                <c:pt idx="36">
                  <c:v>40801</c:v>
                </c:pt>
                <c:pt idx="37">
                  <c:v>40808</c:v>
                </c:pt>
                <c:pt idx="38">
                  <c:v>40815</c:v>
                </c:pt>
                <c:pt idx="39">
                  <c:v>40822</c:v>
                </c:pt>
                <c:pt idx="40">
                  <c:v>40829</c:v>
                </c:pt>
                <c:pt idx="41">
                  <c:v>40836</c:v>
                </c:pt>
                <c:pt idx="42">
                  <c:v>40843</c:v>
                </c:pt>
                <c:pt idx="43">
                  <c:v>40850</c:v>
                </c:pt>
                <c:pt idx="44">
                  <c:v>40857</c:v>
                </c:pt>
                <c:pt idx="45">
                  <c:v>40864</c:v>
                </c:pt>
                <c:pt idx="46">
                  <c:v>40870</c:v>
                </c:pt>
                <c:pt idx="47">
                  <c:v>40878</c:v>
                </c:pt>
                <c:pt idx="48">
                  <c:v>40885</c:v>
                </c:pt>
                <c:pt idx="49">
                  <c:v>40892</c:v>
                </c:pt>
                <c:pt idx="50">
                  <c:v>40899</c:v>
                </c:pt>
                <c:pt idx="51">
                  <c:v>40906</c:v>
                </c:pt>
                <c:pt idx="52">
                  <c:v>40913</c:v>
                </c:pt>
                <c:pt idx="53">
                  <c:v>40920</c:v>
                </c:pt>
                <c:pt idx="54">
                  <c:v>40927</c:v>
                </c:pt>
                <c:pt idx="55">
                  <c:v>40934</c:v>
                </c:pt>
                <c:pt idx="56">
                  <c:v>40941</c:v>
                </c:pt>
                <c:pt idx="57">
                  <c:v>40948</c:v>
                </c:pt>
                <c:pt idx="58">
                  <c:v>40955</c:v>
                </c:pt>
                <c:pt idx="59">
                  <c:v>40962</c:v>
                </c:pt>
                <c:pt idx="60">
                  <c:v>40969</c:v>
                </c:pt>
                <c:pt idx="61">
                  <c:v>40976</c:v>
                </c:pt>
                <c:pt idx="62">
                  <c:v>40983</c:v>
                </c:pt>
                <c:pt idx="63">
                  <c:v>40990</c:v>
                </c:pt>
                <c:pt idx="64">
                  <c:v>40997</c:v>
                </c:pt>
                <c:pt idx="65">
                  <c:v>41004</c:v>
                </c:pt>
                <c:pt idx="66">
                  <c:v>41011</c:v>
                </c:pt>
                <c:pt idx="67">
                  <c:v>41018</c:v>
                </c:pt>
                <c:pt idx="68">
                  <c:v>41025</c:v>
                </c:pt>
                <c:pt idx="69">
                  <c:v>41032</c:v>
                </c:pt>
                <c:pt idx="70">
                  <c:v>41039</c:v>
                </c:pt>
                <c:pt idx="71">
                  <c:v>41046</c:v>
                </c:pt>
                <c:pt idx="72">
                  <c:v>41053</c:v>
                </c:pt>
                <c:pt idx="73">
                  <c:v>41060</c:v>
                </c:pt>
                <c:pt idx="74">
                  <c:v>41067</c:v>
                </c:pt>
                <c:pt idx="75">
                  <c:v>41074</c:v>
                </c:pt>
                <c:pt idx="76">
                  <c:v>41081</c:v>
                </c:pt>
                <c:pt idx="77">
                  <c:v>41088</c:v>
                </c:pt>
                <c:pt idx="78">
                  <c:v>41095</c:v>
                </c:pt>
                <c:pt idx="79">
                  <c:v>41102</c:v>
                </c:pt>
                <c:pt idx="80">
                  <c:v>41109</c:v>
                </c:pt>
                <c:pt idx="81">
                  <c:v>41116</c:v>
                </c:pt>
                <c:pt idx="82">
                  <c:v>41123</c:v>
                </c:pt>
                <c:pt idx="83">
                  <c:v>41130</c:v>
                </c:pt>
                <c:pt idx="84">
                  <c:v>41137</c:v>
                </c:pt>
                <c:pt idx="85">
                  <c:v>41144</c:v>
                </c:pt>
                <c:pt idx="86">
                  <c:v>41151</c:v>
                </c:pt>
                <c:pt idx="87">
                  <c:v>41158</c:v>
                </c:pt>
                <c:pt idx="88">
                  <c:v>41165</c:v>
                </c:pt>
                <c:pt idx="89">
                  <c:v>41172</c:v>
                </c:pt>
                <c:pt idx="90">
                  <c:v>41179</c:v>
                </c:pt>
                <c:pt idx="91">
                  <c:v>41186</c:v>
                </c:pt>
                <c:pt idx="92">
                  <c:v>41193</c:v>
                </c:pt>
                <c:pt idx="93">
                  <c:v>41200</c:v>
                </c:pt>
                <c:pt idx="94">
                  <c:v>41207</c:v>
                </c:pt>
                <c:pt idx="95">
                  <c:v>41214</c:v>
                </c:pt>
                <c:pt idx="96">
                  <c:v>41221</c:v>
                </c:pt>
                <c:pt idx="97">
                  <c:v>41228</c:v>
                </c:pt>
                <c:pt idx="98">
                  <c:v>41234</c:v>
                </c:pt>
                <c:pt idx="99">
                  <c:v>41242</c:v>
                </c:pt>
                <c:pt idx="100">
                  <c:v>41249</c:v>
                </c:pt>
                <c:pt idx="101">
                  <c:v>41256</c:v>
                </c:pt>
                <c:pt idx="102">
                  <c:v>41263</c:v>
                </c:pt>
                <c:pt idx="103">
                  <c:v>41270</c:v>
                </c:pt>
                <c:pt idx="104">
                  <c:v>41277</c:v>
                </c:pt>
                <c:pt idx="105">
                  <c:v>41284</c:v>
                </c:pt>
                <c:pt idx="106">
                  <c:v>41291</c:v>
                </c:pt>
                <c:pt idx="107">
                  <c:v>41298</c:v>
                </c:pt>
                <c:pt idx="108">
                  <c:v>41305</c:v>
                </c:pt>
                <c:pt idx="109">
                  <c:v>41312</c:v>
                </c:pt>
                <c:pt idx="110">
                  <c:v>41319</c:v>
                </c:pt>
                <c:pt idx="111">
                  <c:v>41326</c:v>
                </c:pt>
                <c:pt idx="112">
                  <c:v>41333</c:v>
                </c:pt>
                <c:pt idx="113">
                  <c:v>41340</c:v>
                </c:pt>
                <c:pt idx="114">
                  <c:v>41347</c:v>
                </c:pt>
                <c:pt idx="115">
                  <c:v>41354</c:v>
                </c:pt>
                <c:pt idx="116">
                  <c:v>41361</c:v>
                </c:pt>
                <c:pt idx="117">
                  <c:v>41368</c:v>
                </c:pt>
                <c:pt idx="118">
                  <c:v>41375</c:v>
                </c:pt>
                <c:pt idx="119">
                  <c:v>41382</c:v>
                </c:pt>
                <c:pt idx="120">
                  <c:v>41389</c:v>
                </c:pt>
                <c:pt idx="121">
                  <c:v>41396</c:v>
                </c:pt>
                <c:pt idx="122">
                  <c:v>41403</c:v>
                </c:pt>
                <c:pt idx="123">
                  <c:v>41410</c:v>
                </c:pt>
                <c:pt idx="124">
                  <c:v>41417</c:v>
                </c:pt>
                <c:pt idx="125">
                  <c:v>41424</c:v>
                </c:pt>
                <c:pt idx="126">
                  <c:v>41431</c:v>
                </c:pt>
                <c:pt idx="127">
                  <c:v>41438</c:v>
                </c:pt>
                <c:pt idx="128">
                  <c:v>41445</c:v>
                </c:pt>
                <c:pt idx="129">
                  <c:v>41452</c:v>
                </c:pt>
                <c:pt idx="130">
                  <c:v>41458</c:v>
                </c:pt>
                <c:pt idx="131">
                  <c:v>41466</c:v>
                </c:pt>
                <c:pt idx="132">
                  <c:v>41473</c:v>
                </c:pt>
                <c:pt idx="133">
                  <c:v>41480</c:v>
                </c:pt>
                <c:pt idx="134">
                  <c:v>41487</c:v>
                </c:pt>
                <c:pt idx="135">
                  <c:v>41494</c:v>
                </c:pt>
                <c:pt idx="136">
                  <c:v>41501</c:v>
                </c:pt>
                <c:pt idx="137">
                  <c:v>41508</c:v>
                </c:pt>
                <c:pt idx="138">
                  <c:v>41515</c:v>
                </c:pt>
                <c:pt idx="139">
                  <c:v>41522</c:v>
                </c:pt>
                <c:pt idx="140">
                  <c:v>41529</c:v>
                </c:pt>
                <c:pt idx="141">
                  <c:v>41536</c:v>
                </c:pt>
                <c:pt idx="142">
                  <c:v>41543</c:v>
                </c:pt>
                <c:pt idx="143">
                  <c:v>41550</c:v>
                </c:pt>
                <c:pt idx="144">
                  <c:v>41557</c:v>
                </c:pt>
                <c:pt idx="145">
                  <c:v>41564</c:v>
                </c:pt>
                <c:pt idx="146">
                  <c:v>41571</c:v>
                </c:pt>
                <c:pt idx="147">
                  <c:v>41578</c:v>
                </c:pt>
                <c:pt idx="148">
                  <c:v>41585</c:v>
                </c:pt>
                <c:pt idx="149">
                  <c:v>41592</c:v>
                </c:pt>
                <c:pt idx="150">
                  <c:v>41599</c:v>
                </c:pt>
                <c:pt idx="151">
                  <c:v>41605</c:v>
                </c:pt>
                <c:pt idx="152">
                  <c:v>41613</c:v>
                </c:pt>
                <c:pt idx="153">
                  <c:v>41620</c:v>
                </c:pt>
                <c:pt idx="154">
                  <c:v>41627</c:v>
                </c:pt>
                <c:pt idx="155">
                  <c:v>41634</c:v>
                </c:pt>
                <c:pt idx="156">
                  <c:v>41641</c:v>
                </c:pt>
                <c:pt idx="157">
                  <c:v>41648</c:v>
                </c:pt>
                <c:pt idx="158">
                  <c:v>41655</c:v>
                </c:pt>
                <c:pt idx="159">
                  <c:v>41662</c:v>
                </c:pt>
                <c:pt idx="160">
                  <c:v>41669</c:v>
                </c:pt>
                <c:pt idx="161">
                  <c:v>41676</c:v>
                </c:pt>
                <c:pt idx="162">
                  <c:v>41683</c:v>
                </c:pt>
                <c:pt idx="163">
                  <c:v>41690</c:v>
                </c:pt>
                <c:pt idx="164">
                  <c:v>41697</c:v>
                </c:pt>
                <c:pt idx="165">
                  <c:v>41704</c:v>
                </c:pt>
                <c:pt idx="166">
                  <c:v>41711</c:v>
                </c:pt>
                <c:pt idx="167">
                  <c:v>41718</c:v>
                </c:pt>
                <c:pt idx="168">
                  <c:v>41725</c:v>
                </c:pt>
                <c:pt idx="169">
                  <c:v>41732</c:v>
                </c:pt>
                <c:pt idx="170">
                  <c:v>41739</c:v>
                </c:pt>
                <c:pt idx="171">
                  <c:v>41746</c:v>
                </c:pt>
                <c:pt idx="172">
                  <c:v>41753</c:v>
                </c:pt>
                <c:pt idx="173">
                  <c:v>41760</c:v>
                </c:pt>
                <c:pt idx="174">
                  <c:v>41767</c:v>
                </c:pt>
                <c:pt idx="175">
                  <c:v>41774</c:v>
                </c:pt>
                <c:pt idx="176">
                  <c:v>41781</c:v>
                </c:pt>
                <c:pt idx="177">
                  <c:v>41788</c:v>
                </c:pt>
                <c:pt idx="178">
                  <c:v>41795</c:v>
                </c:pt>
                <c:pt idx="179">
                  <c:v>41802</c:v>
                </c:pt>
                <c:pt idx="180">
                  <c:v>41809</c:v>
                </c:pt>
                <c:pt idx="181">
                  <c:v>41816</c:v>
                </c:pt>
                <c:pt idx="182">
                  <c:v>41823</c:v>
                </c:pt>
                <c:pt idx="183">
                  <c:v>41830</c:v>
                </c:pt>
                <c:pt idx="184">
                  <c:v>41837</c:v>
                </c:pt>
                <c:pt idx="185">
                  <c:v>41844</c:v>
                </c:pt>
                <c:pt idx="186">
                  <c:v>41851</c:v>
                </c:pt>
                <c:pt idx="187">
                  <c:v>41858</c:v>
                </c:pt>
                <c:pt idx="188">
                  <c:v>41865</c:v>
                </c:pt>
                <c:pt idx="189">
                  <c:v>41872</c:v>
                </c:pt>
                <c:pt idx="190">
                  <c:v>41879</c:v>
                </c:pt>
                <c:pt idx="191">
                  <c:v>41886</c:v>
                </c:pt>
                <c:pt idx="192">
                  <c:v>41893</c:v>
                </c:pt>
                <c:pt idx="193">
                  <c:v>41900</c:v>
                </c:pt>
                <c:pt idx="194">
                  <c:v>41907</c:v>
                </c:pt>
                <c:pt idx="195">
                  <c:v>41914</c:v>
                </c:pt>
                <c:pt idx="196">
                  <c:v>41921</c:v>
                </c:pt>
                <c:pt idx="197">
                  <c:v>41928</c:v>
                </c:pt>
                <c:pt idx="198">
                  <c:v>41935</c:v>
                </c:pt>
                <c:pt idx="199">
                  <c:v>41942</c:v>
                </c:pt>
                <c:pt idx="200">
                  <c:v>41949</c:v>
                </c:pt>
                <c:pt idx="201">
                  <c:v>41956</c:v>
                </c:pt>
                <c:pt idx="202">
                  <c:v>41963</c:v>
                </c:pt>
                <c:pt idx="203">
                  <c:v>41969</c:v>
                </c:pt>
                <c:pt idx="204">
                  <c:v>41977</c:v>
                </c:pt>
                <c:pt idx="205">
                  <c:v>41984</c:v>
                </c:pt>
                <c:pt idx="206">
                  <c:v>41991</c:v>
                </c:pt>
                <c:pt idx="207">
                  <c:v>41997</c:v>
                </c:pt>
                <c:pt idx="208">
                  <c:v>42004</c:v>
                </c:pt>
                <c:pt idx="209">
                  <c:v>42012</c:v>
                </c:pt>
                <c:pt idx="210">
                  <c:v>42019</c:v>
                </c:pt>
                <c:pt idx="211">
                  <c:v>42026</c:v>
                </c:pt>
                <c:pt idx="212">
                  <c:v>42033</c:v>
                </c:pt>
                <c:pt idx="213">
                  <c:v>42040</c:v>
                </c:pt>
                <c:pt idx="214">
                  <c:v>42047</c:v>
                </c:pt>
                <c:pt idx="215">
                  <c:v>42054</c:v>
                </c:pt>
                <c:pt idx="216">
                  <c:v>42061</c:v>
                </c:pt>
                <c:pt idx="217">
                  <c:v>42068</c:v>
                </c:pt>
                <c:pt idx="218">
                  <c:v>42075</c:v>
                </c:pt>
                <c:pt idx="219">
                  <c:v>42082</c:v>
                </c:pt>
                <c:pt idx="220">
                  <c:v>42089</c:v>
                </c:pt>
                <c:pt idx="221">
                  <c:v>42096</c:v>
                </c:pt>
                <c:pt idx="222">
                  <c:v>42103</c:v>
                </c:pt>
                <c:pt idx="223">
                  <c:v>42110</c:v>
                </c:pt>
                <c:pt idx="224">
                  <c:v>42117</c:v>
                </c:pt>
              </c:numCache>
            </c:numRef>
          </c:cat>
          <c:val>
            <c:numRef>
              <c:f>'Current Paying PMI'!$N$3:$N$227</c:f>
              <c:numCache>
                <c:formatCode>0%</c:formatCode>
                <c:ptCount val="225"/>
                <c:pt idx="0">
                  <c:v>0.42852398059902003</c:v>
                </c:pt>
                <c:pt idx="1">
                  <c:v>0.44599635168013801</c:v>
                </c:pt>
                <c:pt idx="2">
                  <c:v>0.42976523862424298</c:v>
                </c:pt>
                <c:pt idx="3">
                  <c:v>0.42804406226545899</c:v>
                </c:pt>
                <c:pt idx="4">
                  <c:v>0.39735095404405901</c:v>
                </c:pt>
                <c:pt idx="5">
                  <c:v>0.36026372477374102</c:v>
                </c:pt>
                <c:pt idx="6">
                  <c:v>0.37174112183007801</c:v>
                </c:pt>
                <c:pt idx="7">
                  <c:v>0.38268704676703003</c:v>
                </c:pt>
                <c:pt idx="8">
                  <c:v>0.38534073201873098</c:v>
                </c:pt>
                <c:pt idx="9">
                  <c:v>0.38530209930722298</c:v>
                </c:pt>
                <c:pt idx="10">
                  <c:v>0.41625559569387699</c:v>
                </c:pt>
                <c:pt idx="11">
                  <c:v>0.39986849956992299</c:v>
                </c:pt>
                <c:pt idx="12">
                  <c:v>0.38561724765369598</c:v>
                </c:pt>
                <c:pt idx="13">
                  <c:v>0.377336561198648</c:v>
                </c:pt>
                <c:pt idx="14">
                  <c:v>0.37716378157473002</c:v>
                </c:pt>
                <c:pt idx="15">
                  <c:v>0.39280861828637997</c:v>
                </c:pt>
                <c:pt idx="16">
                  <c:v>0.39347477869207098</c:v>
                </c:pt>
                <c:pt idx="17">
                  <c:v>0.404960459321071</c:v>
                </c:pt>
                <c:pt idx="18">
                  <c:v>0.44239757779940198</c:v>
                </c:pt>
                <c:pt idx="19">
                  <c:v>0.44263839982775999</c:v>
                </c:pt>
                <c:pt idx="20">
                  <c:v>0.443305158673787</c:v>
                </c:pt>
                <c:pt idx="21">
                  <c:v>0.46808927773665898</c:v>
                </c:pt>
                <c:pt idx="22">
                  <c:v>0.49109730679799701</c:v>
                </c:pt>
                <c:pt idx="23">
                  <c:v>0.49098227335116801</c:v>
                </c:pt>
                <c:pt idx="24">
                  <c:v>0.46808927773665898</c:v>
                </c:pt>
                <c:pt idx="25">
                  <c:v>0.489935821452404</c:v>
                </c:pt>
                <c:pt idx="26">
                  <c:v>0.43458744050497899</c:v>
                </c:pt>
                <c:pt idx="27">
                  <c:v>0.485108874378754</c:v>
                </c:pt>
                <c:pt idx="28">
                  <c:v>0.46318279756695502</c:v>
                </c:pt>
                <c:pt idx="29">
                  <c:v>0.45789854868906799</c:v>
                </c:pt>
                <c:pt idx="30">
                  <c:v>0.53278765965471897</c:v>
                </c:pt>
                <c:pt idx="31">
                  <c:v>0.63586839821177099</c:v>
                </c:pt>
                <c:pt idx="32">
                  <c:v>0.730678857237261</c:v>
                </c:pt>
                <c:pt idx="33">
                  <c:v>0.68478976915726397</c:v>
                </c:pt>
                <c:pt idx="34">
                  <c:v>0.67891821943498099</c:v>
                </c:pt>
                <c:pt idx="35">
                  <c:v>0.74882938585751302</c:v>
                </c:pt>
                <c:pt idx="36">
                  <c:v>0.75105682006900099</c:v>
                </c:pt>
                <c:pt idx="37">
                  <c:v>0.75105682006900099</c:v>
                </c:pt>
                <c:pt idx="38">
                  <c:v>0.80540404717700897</c:v>
                </c:pt>
                <c:pt idx="39">
                  <c:v>0.790582670298423</c:v>
                </c:pt>
                <c:pt idx="40">
                  <c:v>0.707335305309861</c:v>
                </c:pt>
                <c:pt idx="41">
                  <c:v>0.72872079834060799</c:v>
                </c:pt>
                <c:pt idx="42">
                  <c:v>0.73025745423770105</c:v>
                </c:pt>
                <c:pt idx="43">
                  <c:v>0.77103501437728905</c:v>
                </c:pt>
                <c:pt idx="44">
                  <c:v>0.77108265099835005</c:v>
                </c:pt>
                <c:pt idx="45">
                  <c:v>0.77103501437728905</c:v>
                </c:pt>
                <c:pt idx="46">
                  <c:v>0.77245486812915198</c:v>
                </c:pt>
                <c:pt idx="47">
                  <c:v>0.75539515722260098</c:v>
                </c:pt>
                <c:pt idx="48">
                  <c:v>0.75544279443301199</c:v>
                </c:pt>
                <c:pt idx="49">
                  <c:v>0.757642248754546</c:v>
                </c:pt>
                <c:pt idx="50">
                  <c:v>0.79118415521131102</c:v>
                </c:pt>
                <c:pt idx="51">
                  <c:v>0.78151191934601505</c:v>
                </c:pt>
                <c:pt idx="52">
                  <c:v>0.76877472295611105</c:v>
                </c:pt>
                <c:pt idx="53">
                  <c:v>0.78061484194895703</c:v>
                </c:pt>
                <c:pt idx="54">
                  <c:v>0.77869870375179695</c:v>
                </c:pt>
                <c:pt idx="55">
                  <c:v>0.74269630829851996</c:v>
                </c:pt>
                <c:pt idx="56">
                  <c:v>0.75801228690967404</c:v>
                </c:pt>
                <c:pt idx="57">
                  <c:v>0.75801228690967404</c:v>
                </c:pt>
                <c:pt idx="58">
                  <c:v>0.75801228690967404</c:v>
                </c:pt>
                <c:pt idx="59">
                  <c:v>0.72175870157936195</c:v>
                </c:pt>
                <c:pt idx="60">
                  <c:v>0.73029656495304496</c:v>
                </c:pt>
                <c:pt idx="61">
                  <c:v>0.73979044413136397</c:v>
                </c:pt>
                <c:pt idx="62">
                  <c:v>0.72964736165354105</c:v>
                </c:pt>
                <c:pt idx="63">
                  <c:v>0.64602889454414902</c:v>
                </c:pt>
                <c:pt idx="64">
                  <c:v>0.70222983991940502</c:v>
                </c:pt>
                <c:pt idx="65">
                  <c:v>0.70658526279350897</c:v>
                </c:pt>
                <c:pt idx="66">
                  <c:v>0.76351833890642296</c:v>
                </c:pt>
                <c:pt idx="67">
                  <c:v>0.73479366879535601</c:v>
                </c:pt>
                <c:pt idx="68">
                  <c:v>0.76351833890642296</c:v>
                </c:pt>
                <c:pt idx="69">
                  <c:v>0.76630418933940703</c:v>
                </c:pt>
                <c:pt idx="70">
                  <c:v>0.76953827651336104</c:v>
                </c:pt>
                <c:pt idx="71">
                  <c:v>0.79807316092952996</c:v>
                </c:pt>
                <c:pt idx="72">
                  <c:v>0.79563096421455903</c:v>
                </c:pt>
                <c:pt idx="73">
                  <c:v>0.79942305429412797</c:v>
                </c:pt>
                <c:pt idx="74">
                  <c:v>0.83446023873339104</c:v>
                </c:pt>
                <c:pt idx="75">
                  <c:v>0.81451926267734698</c:v>
                </c:pt>
                <c:pt idx="76">
                  <c:v>0.83520811127149397</c:v>
                </c:pt>
                <c:pt idx="77">
                  <c:v>0.83520811127149397</c:v>
                </c:pt>
                <c:pt idx="78">
                  <c:v>0.82572377371151395</c:v>
                </c:pt>
                <c:pt idx="79">
                  <c:v>0.85783899509521899</c:v>
                </c:pt>
                <c:pt idx="80">
                  <c:v>0.86087360527541701</c:v>
                </c:pt>
                <c:pt idx="81">
                  <c:v>0.87708074343545095</c:v>
                </c:pt>
                <c:pt idx="82">
                  <c:v>0.84037294476980395</c:v>
                </c:pt>
                <c:pt idx="83">
                  <c:v>0.840112046562973</c:v>
                </c:pt>
                <c:pt idx="84">
                  <c:v>0.82226069643838895</c:v>
                </c:pt>
                <c:pt idx="85">
                  <c:v>0.80587399760802503</c:v>
                </c:pt>
                <c:pt idx="86">
                  <c:v>0.840112046562973</c:v>
                </c:pt>
                <c:pt idx="87">
                  <c:v>0.82391595701949605</c:v>
                </c:pt>
                <c:pt idx="88">
                  <c:v>0.82736042337984095</c:v>
                </c:pt>
                <c:pt idx="89">
                  <c:v>0.84729321867928498</c:v>
                </c:pt>
                <c:pt idx="90">
                  <c:v>0.89615078381030699</c:v>
                </c:pt>
                <c:pt idx="91">
                  <c:v>0.87486861740066002</c:v>
                </c:pt>
                <c:pt idx="92">
                  <c:v>0.85304113167718099</c:v>
                </c:pt>
                <c:pt idx="93">
                  <c:v>0.87300917575702497</c:v>
                </c:pt>
                <c:pt idx="94">
                  <c:v>0.85152995637800399</c:v>
                </c:pt>
                <c:pt idx="95">
                  <c:v>0.82220398378432702</c:v>
                </c:pt>
                <c:pt idx="96">
                  <c:v>0.82185068481131995</c:v>
                </c:pt>
                <c:pt idx="97">
                  <c:v>0.84470977412850301</c:v>
                </c:pt>
                <c:pt idx="98">
                  <c:v>0.86614098528866201</c:v>
                </c:pt>
                <c:pt idx="99">
                  <c:v>0.84467796841209597</c:v>
                </c:pt>
                <c:pt idx="100">
                  <c:v>0.82850582146884499</c:v>
                </c:pt>
                <c:pt idx="101">
                  <c:v>0.84959064095614001</c:v>
                </c:pt>
                <c:pt idx="102">
                  <c:v>0.82683597281031795</c:v>
                </c:pt>
                <c:pt idx="103">
                  <c:v>0.82807405180361804</c:v>
                </c:pt>
                <c:pt idx="104">
                  <c:v>0.80673651039812899</c:v>
                </c:pt>
                <c:pt idx="105">
                  <c:v>0.78289243382516405</c:v>
                </c:pt>
                <c:pt idx="106">
                  <c:v>0.80443705009709199</c:v>
                </c:pt>
                <c:pt idx="107">
                  <c:v>0.78096114426466201</c:v>
                </c:pt>
                <c:pt idx="108">
                  <c:v>0.72958928267474799</c:v>
                </c:pt>
                <c:pt idx="109">
                  <c:v>0.70463630866607596</c:v>
                </c:pt>
                <c:pt idx="110">
                  <c:v>0.70463630866607596</c:v>
                </c:pt>
                <c:pt idx="111">
                  <c:v>0.68600596152600102</c:v>
                </c:pt>
                <c:pt idx="112">
                  <c:v>0.70679030246685104</c:v>
                </c:pt>
                <c:pt idx="113">
                  <c:v>0.68136636277891505</c:v>
                </c:pt>
                <c:pt idx="114">
                  <c:v>0.643549022861998</c:v>
                </c:pt>
                <c:pt idx="115">
                  <c:v>0.67762091879307995</c:v>
                </c:pt>
                <c:pt idx="116">
                  <c:v>0.65948110445833896</c:v>
                </c:pt>
                <c:pt idx="117">
                  <c:v>0.66095197338656198</c:v>
                </c:pt>
                <c:pt idx="118">
                  <c:v>0.68860823620008205</c:v>
                </c:pt>
                <c:pt idx="119">
                  <c:v>0.716254173818763</c:v>
                </c:pt>
                <c:pt idx="120">
                  <c:v>0.71489894663224296</c:v>
                </c:pt>
                <c:pt idx="121">
                  <c:v>0.73385185995662305</c:v>
                </c:pt>
                <c:pt idx="122">
                  <c:v>0.70449810822234304</c:v>
                </c:pt>
                <c:pt idx="123">
                  <c:v>0.670440489942566</c:v>
                </c:pt>
                <c:pt idx="124">
                  <c:v>0.62967212939531803</c:v>
                </c:pt>
                <c:pt idx="125">
                  <c:v>0.55358328589825201</c:v>
                </c:pt>
                <c:pt idx="126">
                  <c:v>0.513378243304075</c:v>
                </c:pt>
                <c:pt idx="127">
                  <c:v>0.49262377778590499</c:v>
                </c:pt>
                <c:pt idx="128">
                  <c:v>0.493438474284569</c:v>
                </c:pt>
                <c:pt idx="129">
                  <c:v>0.283795068214441</c:v>
                </c:pt>
                <c:pt idx="130">
                  <c:v>0.36923191611788803</c:v>
                </c:pt>
                <c:pt idx="131">
                  <c:v>0.253957802145788</c:v>
                </c:pt>
                <c:pt idx="132">
                  <c:v>0.338227154884298</c:v>
                </c:pt>
                <c:pt idx="133">
                  <c:v>0.34002935370481002</c:v>
                </c:pt>
                <c:pt idx="134">
                  <c:v>0.29429658935164799</c:v>
                </c:pt>
                <c:pt idx="135">
                  <c:v>0.29368072164202702</c:v>
                </c:pt>
                <c:pt idx="136">
                  <c:v>0.29368072164202702</c:v>
                </c:pt>
                <c:pt idx="137">
                  <c:v>0.22780665760041099</c:v>
                </c:pt>
                <c:pt idx="138">
                  <c:v>0.26087468607729303</c:v>
                </c:pt>
                <c:pt idx="139">
                  <c:v>0.234327007260555</c:v>
                </c:pt>
                <c:pt idx="140">
                  <c:v>0.221101303306941</c:v>
                </c:pt>
                <c:pt idx="141">
                  <c:v>0.25463965057747101</c:v>
                </c:pt>
                <c:pt idx="142">
                  <c:v>0.34572071513934099</c:v>
                </c:pt>
                <c:pt idx="143">
                  <c:v>0.36826613493452298</c:v>
                </c:pt>
                <c:pt idx="144">
                  <c:v>0.36772676288515499</c:v>
                </c:pt>
                <c:pt idx="145">
                  <c:v>0.33908242712021103</c:v>
                </c:pt>
                <c:pt idx="146">
                  <c:v>0.387225653389144</c:v>
                </c:pt>
                <c:pt idx="147">
                  <c:v>0.40621263933441498</c:v>
                </c:pt>
                <c:pt idx="148">
                  <c:v>0.37858348879144199</c:v>
                </c:pt>
                <c:pt idx="149">
                  <c:v>0.30261309490806398</c:v>
                </c:pt>
                <c:pt idx="150">
                  <c:v>0.36064781933831103</c:v>
                </c:pt>
                <c:pt idx="151">
                  <c:v>0.33133815164288799</c:v>
                </c:pt>
                <c:pt idx="152">
                  <c:v>0.26300483944839198</c:v>
                </c:pt>
                <c:pt idx="153">
                  <c:v>0.26260248571262501</c:v>
                </c:pt>
                <c:pt idx="154">
                  <c:v>0.22663439683454101</c:v>
                </c:pt>
                <c:pt idx="155">
                  <c:v>0.22629116015596901</c:v>
                </c:pt>
                <c:pt idx="156">
                  <c:v>0.20171259537917</c:v>
                </c:pt>
                <c:pt idx="157">
                  <c:v>0.225222551391554</c:v>
                </c:pt>
                <c:pt idx="158">
                  <c:v>0.256712796608494</c:v>
                </c:pt>
                <c:pt idx="159">
                  <c:v>0.25744135481017799</c:v>
                </c:pt>
                <c:pt idx="160">
                  <c:v>0.31438854181645098</c:v>
                </c:pt>
                <c:pt idx="161">
                  <c:v>0.33798112173000799</c:v>
                </c:pt>
                <c:pt idx="162">
                  <c:v>0.31055726404016398</c:v>
                </c:pt>
                <c:pt idx="163">
                  <c:v>0.28224141067613401</c:v>
                </c:pt>
                <c:pt idx="164">
                  <c:v>0.28030510938432601</c:v>
                </c:pt>
                <c:pt idx="165">
                  <c:v>0.30632423581387003</c:v>
                </c:pt>
                <c:pt idx="166">
                  <c:v>0.27739231314429902</c:v>
                </c:pt>
                <c:pt idx="167">
                  <c:v>0.305158136960197</c:v>
                </c:pt>
                <c:pt idx="168">
                  <c:v>0.27571464318613598</c:v>
                </c:pt>
                <c:pt idx="169">
                  <c:v>0.24706631517703201</c:v>
                </c:pt>
                <c:pt idx="170">
                  <c:v>0.27695663394785902</c:v>
                </c:pt>
                <c:pt idx="171">
                  <c:v>0.30636975607074801</c:v>
                </c:pt>
                <c:pt idx="172">
                  <c:v>0.30473155820130099</c:v>
                </c:pt>
                <c:pt idx="173">
                  <c:v>0.30466547690103202</c:v>
                </c:pt>
                <c:pt idx="174">
                  <c:v>0.35473146099265701</c:v>
                </c:pt>
                <c:pt idx="175">
                  <c:v>0.35510750939955799</c:v>
                </c:pt>
                <c:pt idx="176">
                  <c:v>0.37813915561231398</c:v>
                </c:pt>
                <c:pt idx="177">
                  <c:v>0.38007735837086398</c:v>
                </c:pt>
                <c:pt idx="178">
                  <c:v>0.38136274564707001</c:v>
                </c:pt>
                <c:pt idx="179">
                  <c:v>0.354558274605281</c:v>
                </c:pt>
                <c:pt idx="180">
                  <c:v>0.35638375297164099</c:v>
                </c:pt>
                <c:pt idx="181">
                  <c:v>0.38136274564707001</c:v>
                </c:pt>
                <c:pt idx="182">
                  <c:v>0.40668349695613898</c:v>
                </c:pt>
                <c:pt idx="183">
                  <c:v>0.35127441371780599</c:v>
                </c:pt>
                <c:pt idx="184">
                  <c:v>0.37569546518688601</c:v>
                </c:pt>
                <c:pt idx="185">
                  <c:v>0.37569546518688601</c:v>
                </c:pt>
                <c:pt idx="186">
                  <c:v>0.37710616064306202</c:v>
                </c:pt>
                <c:pt idx="187">
                  <c:v>0.34489863565206802</c:v>
                </c:pt>
                <c:pt idx="188">
                  <c:v>0.37048359025229799</c:v>
                </c:pt>
                <c:pt idx="189">
                  <c:v>0.40150628228700203</c:v>
                </c:pt>
                <c:pt idx="190">
                  <c:v>0.40150628228700203</c:v>
                </c:pt>
                <c:pt idx="191">
                  <c:v>0.39564048824252901</c:v>
                </c:pt>
                <c:pt idx="192">
                  <c:v>0.39402430051755699</c:v>
                </c:pt>
                <c:pt idx="193">
                  <c:v>0.335786197250867</c:v>
                </c:pt>
                <c:pt idx="194">
                  <c:v>0.33779900726217199</c:v>
                </c:pt>
                <c:pt idx="195">
                  <c:v>0.35298059221452499</c:v>
                </c:pt>
                <c:pt idx="196">
                  <c:v>0.38553330142435899</c:v>
                </c:pt>
                <c:pt idx="197">
                  <c:v>0.45862210331192299</c:v>
                </c:pt>
                <c:pt idx="198">
                  <c:v>0.49010064863363401</c:v>
                </c:pt>
                <c:pt idx="199">
                  <c:v>0.45791499093723897</c:v>
                </c:pt>
                <c:pt idx="200">
                  <c:v>0.41298189638604699</c:v>
                </c:pt>
                <c:pt idx="201">
                  <c:v>0.413158972870934</c:v>
                </c:pt>
                <c:pt idx="202">
                  <c:v>0.44955259080167498</c:v>
                </c:pt>
                <c:pt idx="203">
                  <c:v>0.45066656472309602</c:v>
                </c:pt>
                <c:pt idx="204">
                  <c:v>0.47792725629958699</c:v>
                </c:pt>
                <c:pt idx="205">
                  <c:v>0.47411357431497397</c:v>
                </c:pt>
                <c:pt idx="206">
                  <c:v>0.51872843856357098</c:v>
                </c:pt>
                <c:pt idx="207">
                  <c:v>0.515529212075723</c:v>
                </c:pt>
                <c:pt idx="208">
                  <c:v>0.47786309276619199</c:v>
                </c:pt>
                <c:pt idx="209">
                  <c:v>0.54657009543334001</c:v>
                </c:pt>
                <c:pt idx="210">
                  <c:v>0.61065980094002503</c:v>
                </c:pt>
                <c:pt idx="211">
                  <c:v>0.61221176462929705</c:v>
                </c:pt>
                <c:pt idx="212">
                  <c:v>0.61065980094002503</c:v>
                </c:pt>
                <c:pt idx="213">
                  <c:v>0.61088327202867398</c:v>
                </c:pt>
                <c:pt idx="214">
                  <c:v>0.57963018238461905</c:v>
                </c:pt>
                <c:pt idx="215">
                  <c:v>0.53686246920525704</c:v>
                </c:pt>
                <c:pt idx="216">
                  <c:v>0.50427101713461098</c:v>
                </c:pt>
                <c:pt idx="217">
                  <c:v>0.52923216774975401</c:v>
                </c:pt>
                <c:pt idx="218">
                  <c:v>0.45475870152619202</c:v>
                </c:pt>
                <c:pt idx="219">
                  <c:v>0.52662977972920499</c:v>
                </c:pt>
                <c:pt idx="220">
                  <c:v>0.57162965928380105</c:v>
                </c:pt>
                <c:pt idx="221">
                  <c:v>0.55578836979509405</c:v>
                </c:pt>
                <c:pt idx="222">
                  <c:v>0.58517099495605296</c:v>
                </c:pt>
                <c:pt idx="223">
                  <c:v>0.556970480976966</c:v>
                </c:pt>
                <c:pt idx="224">
                  <c:v>0.58711925424012301</c:v>
                </c:pt>
              </c:numCache>
            </c:numRef>
          </c:val>
          <c:smooth val="0"/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212141184"/>
        <c:axId val="212142720"/>
      </c:lineChart>
      <c:dateAx>
        <c:axId val="212141184"/>
        <c:scaling>
          <c:orientation val="minMax"/>
        </c:scaling>
        <c:delete val="0"/>
        <c:axPos val="b"/>
        <c:numFmt formatCode="m/d/yyyy" sourceLinked="1"/>
        <c:majorTickMark val="out"/>
        <c:minorTickMark val="none"/>
        <c:tickLblPos val="nextTo"/>
        <c:crossAx val="212142720"/>
        <c:crosses val="autoZero"/>
        <c:auto val="1"/>
        <c:lblOffset val="100"/>
        <c:baseTimeUnit val="days"/>
        <c:majorUnit val="6"/>
        <c:majorTimeUnit val="months"/>
      </c:dateAx>
      <c:valAx>
        <c:axId val="212142720"/>
        <c:scaling>
          <c:orientation val="minMax"/>
        </c:scaling>
        <c:delete val="0"/>
        <c:axPos val="l"/>
        <c:majorGridlines/>
        <c:title>
          <c:tx>
            <c:rich>
              <a:bodyPr rot="-5400000" vert="horz"/>
              <a:lstStyle/>
              <a:p>
                <a:pPr>
                  <a:defRPr/>
                </a:pPr>
                <a:r>
                  <a:rPr lang="en-US" dirty="0" err="1" smtClean="0"/>
                  <a:t>Refinancible</a:t>
                </a:r>
                <a:r>
                  <a:rPr lang="en-US" dirty="0" smtClean="0"/>
                  <a:t> Percentage</a:t>
                </a:r>
                <a:endParaRPr lang="en-US" dirty="0"/>
              </a:p>
            </c:rich>
          </c:tx>
          <c:layout/>
          <c:overlay val="0"/>
        </c:title>
        <c:numFmt formatCode="0%" sourceLinked="1"/>
        <c:majorTickMark val="out"/>
        <c:minorTickMark val="none"/>
        <c:tickLblPos val="nextTo"/>
        <c:crossAx val="212141184"/>
        <c:crosses val="autoZero"/>
        <c:crossBetween val="between"/>
      </c:valAx>
      <c:valAx>
        <c:axId val="212157184"/>
        <c:scaling>
          <c:orientation val="minMax"/>
        </c:scaling>
        <c:delete val="0"/>
        <c:axPos val="r"/>
        <c:title>
          <c:tx>
            <c:rich>
              <a:bodyPr rot="-5400000" vert="horz"/>
              <a:lstStyle/>
              <a:p>
                <a:pPr>
                  <a:defRPr/>
                </a:pPr>
                <a:r>
                  <a:rPr lang="en-US" dirty="0" smtClean="0"/>
                  <a:t>Difference</a:t>
                </a:r>
                <a:endParaRPr lang="en-US" dirty="0"/>
              </a:p>
            </c:rich>
          </c:tx>
          <c:layout/>
          <c:overlay val="0"/>
        </c:title>
        <c:numFmt formatCode="0%" sourceLinked="1"/>
        <c:majorTickMark val="out"/>
        <c:minorTickMark val="none"/>
        <c:tickLblPos val="nextTo"/>
        <c:crossAx val="212159104"/>
        <c:crosses val="max"/>
        <c:crossBetween val="between"/>
      </c:valAx>
      <c:dateAx>
        <c:axId val="212159104"/>
        <c:scaling>
          <c:orientation val="minMax"/>
        </c:scaling>
        <c:delete val="1"/>
        <c:axPos val="b"/>
        <c:numFmt formatCode="m/d/yyyy" sourceLinked="1"/>
        <c:majorTickMark val="out"/>
        <c:minorTickMark val="none"/>
        <c:tickLblPos val="nextTo"/>
        <c:crossAx val="212157184"/>
        <c:crosses val="autoZero"/>
        <c:auto val="1"/>
        <c:lblOffset val="100"/>
        <c:baseTimeUnit val="days"/>
      </c:dateAx>
    </c:plotArea>
    <c:legend>
      <c:legendPos val="b"/>
      <c:layout/>
      <c:overlay val="0"/>
    </c:legend>
    <c:plotVisOnly val="1"/>
    <c:dispBlanksAs val="gap"/>
    <c:showDLblsOverMax val="0"/>
  </c:chart>
  <c:externalData r:id="rId1">
    <c:autoUpdate val="0"/>
  </c:externalData>
</c:chartSpace>
</file>

<file path=ppt/charts/chart2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0"/>
    <c:plotArea>
      <c:layout/>
      <c:barChart>
        <c:barDir val="col"/>
        <c:grouping val="clustered"/>
        <c:varyColors val="0"/>
        <c:ser>
          <c:idx val="4"/>
          <c:order val="4"/>
          <c:tx>
            <c:strRef>
              <c:f>'Pre 2005'!$F$2</c:f>
              <c:strCache>
                <c:ptCount val="1"/>
                <c:pt idx="0">
                  <c:v>Diff(Pre2005,Current PMI)</c:v>
                </c:pt>
              </c:strCache>
            </c:strRef>
          </c:tx>
          <c:spPr>
            <a:solidFill>
              <a:schemeClr val="accent6">
                <a:lumMod val="40000"/>
                <a:lumOff val="60000"/>
              </a:schemeClr>
            </a:solidFill>
            <a:ln>
              <a:noFill/>
            </a:ln>
          </c:spPr>
          <c:invertIfNegative val="0"/>
          <c:cat>
            <c:numRef>
              <c:f>'Pre 2005'!$A$3:$A$227</c:f>
              <c:numCache>
                <c:formatCode>m/d/yyyy</c:formatCode>
                <c:ptCount val="225"/>
                <c:pt idx="0">
                  <c:v>40549</c:v>
                </c:pt>
                <c:pt idx="1">
                  <c:v>40556</c:v>
                </c:pt>
                <c:pt idx="2">
                  <c:v>40563</c:v>
                </c:pt>
                <c:pt idx="3">
                  <c:v>40570</c:v>
                </c:pt>
                <c:pt idx="4">
                  <c:v>40577</c:v>
                </c:pt>
                <c:pt idx="5">
                  <c:v>40584</c:v>
                </c:pt>
                <c:pt idx="6">
                  <c:v>40591</c:v>
                </c:pt>
                <c:pt idx="7">
                  <c:v>40598</c:v>
                </c:pt>
                <c:pt idx="8">
                  <c:v>40605</c:v>
                </c:pt>
                <c:pt idx="9">
                  <c:v>40612</c:v>
                </c:pt>
                <c:pt idx="10">
                  <c:v>40619</c:v>
                </c:pt>
                <c:pt idx="11">
                  <c:v>40626</c:v>
                </c:pt>
                <c:pt idx="12">
                  <c:v>40633</c:v>
                </c:pt>
                <c:pt idx="13">
                  <c:v>40640</c:v>
                </c:pt>
                <c:pt idx="14">
                  <c:v>40647</c:v>
                </c:pt>
                <c:pt idx="15">
                  <c:v>40654</c:v>
                </c:pt>
                <c:pt idx="16">
                  <c:v>40661</c:v>
                </c:pt>
                <c:pt idx="17">
                  <c:v>40668</c:v>
                </c:pt>
                <c:pt idx="18">
                  <c:v>40675</c:v>
                </c:pt>
                <c:pt idx="19">
                  <c:v>40682</c:v>
                </c:pt>
                <c:pt idx="20">
                  <c:v>40689</c:v>
                </c:pt>
                <c:pt idx="21">
                  <c:v>40696</c:v>
                </c:pt>
                <c:pt idx="22">
                  <c:v>40703</c:v>
                </c:pt>
                <c:pt idx="23">
                  <c:v>40710</c:v>
                </c:pt>
                <c:pt idx="24">
                  <c:v>40717</c:v>
                </c:pt>
                <c:pt idx="25">
                  <c:v>40724</c:v>
                </c:pt>
                <c:pt idx="26">
                  <c:v>40731</c:v>
                </c:pt>
                <c:pt idx="27">
                  <c:v>40738</c:v>
                </c:pt>
                <c:pt idx="28">
                  <c:v>40745</c:v>
                </c:pt>
                <c:pt idx="29">
                  <c:v>40752</c:v>
                </c:pt>
                <c:pt idx="30">
                  <c:v>40759</c:v>
                </c:pt>
                <c:pt idx="31">
                  <c:v>40766</c:v>
                </c:pt>
                <c:pt idx="32">
                  <c:v>40773</c:v>
                </c:pt>
                <c:pt idx="33">
                  <c:v>40780</c:v>
                </c:pt>
                <c:pt idx="34">
                  <c:v>40787</c:v>
                </c:pt>
                <c:pt idx="35">
                  <c:v>40794</c:v>
                </c:pt>
                <c:pt idx="36">
                  <c:v>40801</c:v>
                </c:pt>
                <c:pt idx="37">
                  <c:v>40808</c:v>
                </c:pt>
                <c:pt idx="38">
                  <c:v>40815</c:v>
                </c:pt>
                <c:pt idx="39">
                  <c:v>40822</c:v>
                </c:pt>
                <c:pt idx="40">
                  <c:v>40829</c:v>
                </c:pt>
                <c:pt idx="41">
                  <c:v>40836</c:v>
                </c:pt>
                <c:pt idx="42">
                  <c:v>40843</c:v>
                </c:pt>
                <c:pt idx="43">
                  <c:v>40850</c:v>
                </c:pt>
                <c:pt idx="44">
                  <c:v>40857</c:v>
                </c:pt>
                <c:pt idx="45">
                  <c:v>40864</c:v>
                </c:pt>
                <c:pt idx="46">
                  <c:v>40870</c:v>
                </c:pt>
                <c:pt idx="47">
                  <c:v>40878</c:v>
                </c:pt>
                <c:pt idx="48">
                  <c:v>40885</c:v>
                </c:pt>
                <c:pt idx="49">
                  <c:v>40892</c:v>
                </c:pt>
                <c:pt idx="50">
                  <c:v>40899</c:v>
                </c:pt>
                <c:pt idx="51">
                  <c:v>40906</c:v>
                </c:pt>
                <c:pt idx="52">
                  <c:v>40913</c:v>
                </c:pt>
                <c:pt idx="53">
                  <c:v>40920</c:v>
                </c:pt>
                <c:pt idx="54">
                  <c:v>40927</c:v>
                </c:pt>
                <c:pt idx="55">
                  <c:v>40934</c:v>
                </c:pt>
                <c:pt idx="56">
                  <c:v>40941</c:v>
                </c:pt>
                <c:pt idx="57">
                  <c:v>40948</c:v>
                </c:pt>
                <c:pt idx="58">
                  <c:v>40955</c:v>
                </c:pt>
                <c:pt idx="59">
                  <c:v>40962</c:v>
                </c:pt>
                <c:pt idx="60">
                  <c:v>40969</c:v>
                </c:pt>
                <c:pt idx="61">
                  <c:v>40976</c:v>
                </c:pt>
                <c:pt idx="62">
                  <c:v>40983</c:v>
                </c:pt>
                <c:pt idx="63">
                  <c:v>40990</c:v>
                </c:pt>
                <c:pt idx="64">
                  <c:v>40997</c:v>
                </c:pt>
                <c:pt idx="65">
                  <c:v>41004</c:v>
                </c:pt>
                <c:pt idx="66">
                  <c:v>41011</c:v>
                </c:pt>
                <c:pt idx="67">
                  <c:v>41018</c:v>
                </c:pt>
                <c:pt idx="68">
                  <c:v>41025</c:v>
                </c:pt>
                <c:pt idx="69">
                  <c:v>41032</c:v>
                </c:pt>
                <c:pt idx="70">
                  <c:v>41039</c:v>
                </c:pt>
                <c:pt idx="71">
                  <c:v>41046</c:v>
                </c:pt>
                <c:pt idx="72">
                  <c:v>41053</c:v>
                </c:pt>
                <c:pt idx="73">
                  <c:v>41060</c:v>
                </c:pt>
                <c:pt idx="74">
                  <c:v>41067</c:v>
                </c:pt>
                <c:pt idx="75">
                  <c:v>41074</c:v>
                </c:pt>
                <c:pt idx="76">
                  <c:v>41081</c:v>
                </c:pt>
                <c:pt idx="77">
                  <c:v>41088</c:v>
                </c:pt>
                <c:pt idx="78">
                  <c:v>41095</c:v>
                </c:pt>
                <c:pt idx="79">
                  <c:v>41102</c:v>
                </c:pt>
                <c:pt idx="80">
                  <c:v>41109</c:v>
                </c:pt>
                <c:pt idx="81">
                  <c:v>41116</c:v>
                </c:pt>
                <c:pt idx="82">
                  <c:v>41123</c:v>
                </c:pt>
                <c:pt idx="83">
                  <c:v>41130</c:v>
                </c:pt>
                <c:pt idx="84">
                  <c:v>41137</c:v>
                </c:pt>
                <c:pt idx="85">
                  <c:v>41144</c:v>
                </c:pt>
                <c:pt idx="86">
                  <c:v>41151</c:v>
                </c:pt>
                <c:pt idx="87">
                  <c:v>41158</c:v>
                </c:pt>
                <c:pt idx="88">
                  <c:v>41165</c:v>
                </c:pt>
                <c:pt idx="89">
                  <c:v>41172</c:v>
                </c:pt>
                <c:pt idx="90">
                  <c:v>41179</c:v>
                </c:pt>
                <c:pt idx="91">
                  <c:v>41186</c:v>
                </c:pt>
                <c:pt idx="92">
                  <c:v>41193</c:v>
                </c:pt>
                <c:pt idx="93">
                  <c:v>41200</c:v>
                </c:pt>
                <c:pt idx="94">
                  <c:v>41207</c:v>
                </c:pt>
                <c:pt idx="95">
                  <c:v>41214</c:v>
                </c:pt>
                <c:pt idx="96">
                  <c:v>41221</c:v>
                </c:pt>
                <c:pt idx="97">
                  <c:v>41228</c:v>
                </c:pt>
                <c:pt idx="98">
                  <c:v>41234</c:v>
                </c:pt>
                <c:pt idx="99">
                  <c:v>41242</c:v>
                </c:pt>
                <c:pt idx="100">
                  <c:v>41249</c:v>
                </c:pt>
                <c:pt idx="101">
                  <c:v>41256</c:v>
                </c:pt>
                <c:pt idx="102">
                  <c:v>41263</c:v>
                </c:pt>
                <c:pt idx="103">
                  <c:v>41270</c:v>
                </c:pt>
                <c:pt idx="104">
                  <c:v>41277</c:v>
                </c:pt>
                <c:pt idx="105">
                  <c:v>41284</c:v>
                </c:pt>
                <c:pt idx="106">
                  <c:v>41291</c:v>
                </c:pt>
                <c:pt idx="107">
                  <c:v>41298</c:v>
                </c:pt>
                <c:pt idx="108">
                  <c:v>41305</c:v>
                </c:pt>
                <c:pt idx="109">
                  <c:v>41312</c:v>
                </c:pt>
                <c:pt idx="110">
                  <c:v>41319</c:v>
                </c:pt>
                <c:pt idx="111">
                  <c:v>41326</c:v>
                </c:pt>
                <c:pt idx="112">
                  <c:v>41333</c:v>
                </c:pt>
                <c:pt idx="113">
                  <c:v>41340</c:v>
                </c:pt>
                <c:pt idx="114">
                  <c:v>41347</c:v>
                </c:pt>
                <c:pt idx="115">
                  <c:v>41354</c:v>
                </c:pt>
                <c:pt idx="116">
                  <c:v>41361</c:v>
                </c:pt>
                <c:pt idx="117">
                  <c:v>41368</c:v>
                </c:pt>
                <c:pt idx="118">
                  <c:v>41375</c:v>
                </c:pt>
                <c:pt idx="119">
                  <c:v>41382</c:v>
                </c:pt>
                <c:pt idx="120">
                  <c:v>41389</c:v>
                </c:pt>
                <c:pt idx="121">
                  <c:v>41396</c:v>
                </c:pt>
                <c:pt idx="122">
                  <c:v>41403</c:v>
                </c:pt>
                <c:pt idx="123">
                  <c:v>41410</c:v>
                </c:pt>
                <c:pt idx="124">
                  <c:v>41417</c:v>
                </c:pt>
                <c:pt idx="125">
                  <c:v>41424</c:v>
                </c:pt>
                <c:pt idx="126">
                  <c:v>41431</c:v>
                </c:pt>
                <c:pt idx="127">
                  <c:v>41438</c:v>
                </c:pt>
                <c:pt idx="128">
                  <c:v>41445</c:v>
                </c:pt>
                <c:pt idx="129">
                  <c:v>41452</c:v>
                </c:pt>
                <c:pt idx="130">
                  <c:v>41458</c:v>
                </c:pt>
                <c:pt idx="131">
                  <c:v>41466</c:v>
                </c:pt>
                <c:pt idx="132">
                  <c:v>41473</c:v>
                </c:pt>
                <c:pt idx="133">
                  <c:v>41480</c:v>
                </c:pt>
                <c:pt idx="134">
                  <c:v>41487</c:v>
                </c:pt>
                <c:pt idx="135">
                  <c:v>41494</c:v>
                </c:pt>
                <c:pt idx="136">
                  <c:v>41501</c:v>
                </c:pt>
                <c:pt idx="137">
                  <c:v>41508</c:v>
                </c:pt>
                <c:pt idx="138">
                  <c:v>41515</c:v>
                </c:pt>
                <c:pt idx="139">
                  <c:v>41522</c:v>
                </c:pt>
                <c:pt idx="140">
                  <c:v>41529</c:v>
                </c:pt>
                <c:pt idx="141">
                  <c:v>41536</c:v>
                </c:pt>
                <c:pt idx="142">
                  <c:v>41543</c:v>
                </c:pt>
                <c:pt idx="143">
                  <c:v>41550</c:v>
                </c:pt>
                <c:pt idx="144">
                  <c:v>41557</c:v>
                </c:pt>
                <c:pt idx="145">
                  <c:v>41564</c:v>
                </c:pt>
                <c:pt idx="146">
                  <c:v>41571</c:v>
                </c:pt>
                <c:pt idx="147">
                  <c:v>41578</c:v>
                </c:pt>
                <c:pt idx="148">
                  <c:v>41585</c:v>
                </c:pt>
                <c:pt idx="149">
                  <c:v>41592</c:v>
                </c:pt>
                <c:pt idx="150">
                  <c:v>41599</c:v>
                </c:pt>
                <c:pt idx="151">
                  <c:v>41605</c:v>
                </c:pt>
                <c:pt idx="152">
                  <c:v>41613</c:v>
                </c:pt>
                <c:pt idx="153">
                  <c:v>41620</c:v>
                </c:pt>
                <c:pt idx="154">
                  <c:v>41627</c:v>
                </c:pt>
                <c:pt idx="155">
                  <c:v>41634</c:v>
                </c:pt>
                <c:pt idx="156">
                  <c:v>41641</c:v>
                </c:pt>
                <c:pt idx="157">
                  <c:v>41648</c:v>
                </c:pt>
                <c:pt idx="158">
                  <c:v>41655</c:v>
                </c:pt>
                <c:pt idx="159">
                  <c:v>41662</c:v>
                </c:pt>
                <c:pt idx="160">
                  <c:v>41669</c:v>
                </c:pt>
                <c:pt idx="161">
                  <c:v>41676</c:v>
                </c:pt>
                <c:pt idx="162">
                  <c:v>41683</c:v>
                </c:pt>
                <c:pt idx="163">
                  <c:v>41690</c:v>
                </c:pt>
                <c:pt idx="164">
                  <c:v>41697</c:v>
                </c:pt>
                <c:pt idx="165">
                  <c:v>41704</c:v>
                </c:pt>
                <c:pt idx="166">
                  <c:v>41711</c:v>
                </c:pt>
                <c:pt idx="167">
                  <c:v>41718</c:v>
                </c:pt>
                <c:pt idx="168">
                  <c:v>41725</c:v>
                </c:pt>
                <c:pt idx="169">
                  <c:v>41732</c:v>
                </c:pt>
                <c:pt idx="170">
                  <c:v>41739</c:v>
                </c:pt>
                <c:pt idx="171">
                  <c:v>41746</c:v>
                </c:pt>
                <c:pt idx="172">
                  <c:v>41753</c:v>
                </c:pt>
                <c:pt idx="173">
                  <c:v>41760</c:v>
                </c:pt>
                <c:pt idx="174">
                  <c:v>41767</c:v>
                </c:pt>
                <c:pt idx="175">
                  <c:v>41774</c:v>
                </c:pt>
                <c:pt idx="176">
                  <c:v>41781</c:v>
                </c:pt>
                <c:pt idx="177">
                  <c:v>41788</c:v>
                </c:pt>
                <c:pt idx="178">
                  <c:v>41795</c:v>
                </c:pt>
                <c:pt idx="179">
                  <c:v>41802</c:v>
                </c:pt>
                <c:pt idx="180">
                  <c:v>41809</c:v>
                </c:pt>
                <c:pt idx="181">
                  <c:v>41816</c:v>
                </c:pt>
                <c:pt idx="182">
                  <c:v>41823</c:v>
                </c:pt>
                <c:pt idx="183">
                  <c:v>41830</c:v>
                </c:pt>
                <c:pt idx="184">
                  <c:v>41837</c:v>
                </c:pt>
                <c:pt idx="185">
                  <c:v>41844</c:v>
                </c:pt>
                <c:pt idx="186">
                  <c:v>41851</c:v>
                </c:pt>
                <c:pt idx="187">
                  <c:v>41858</c:v>
                </c:pt>
                <c:pt idx="188">
                  <c:v>41865</c:v>
                </c:pt>
                <c:pt idx="189">
                  <c:v>41872</c:v>
                </c:pt>
                <c:pt idx="190">
                  <c:v>41879</c:v>
                </c:pt>
                <c:pt idx="191">
                  <c:v>41886</c:v>
                </c:pt>
                <c:pt idx="192">
                  <c:v>41893</c:v>
                </c:pt>
                <c:pt idx="193">
                  <c:v>41900</c:v>
                </c:pt>
                <c:pt idx="194">
                  <c:v>41907</c:v>
                </c:pt>
                <c:pt idx="195">
                  <c:v>41914</c:v>
                </c:pt>
                <c:pt idx="196">
                  <c:v>41921</c:v>
                </c:pt>
                <c:pt idx="197">
                  <c:v>41928</c:v>
                </c:pt>
                <c:pt idx="198">
                  <c:v>41935</c:v>
                </c:pt>
                <c:pt idx="199">
                  <c:v>41942</c:v>
                </c:pt>
                <c:pt idx="200">
                  <c:v>41949</c:v>
                </c:pt>
                <c:pt idx="201">
                  <c:v>41956</c:v>
                </c:pt>
                <c:pt idx="202">
                  <c:v>41963</c:v>
                </c:pt>
                <c:pt idx="203">
                  <c:v>41969</c:v>
                </c:pt>
                <c:pt idx="204">
                  <c:v>41977</c:v>
                </c:pt>
                <c:pt idx="205">
                  <c:v>41984</c:v>
                </c:pt>
                <c:pt idx="206">
                  <c:v>41991</c:v>
                </c:pt>
                <c:pt idx="207">
                  <c:v>41997</c:v>
                </c:pt>
                <c:pt idx="208">
                  <c:v>42004</c:v>
                </c:pt>
                <c:pt idx="209">
                  <c:v>42012</c:v>
                </c:pt>
                <c:pt idx="210">
                  <c:v>42019</c:v>
                </c:pt>
                <c:pt idx="211">
                  <c:v>42026</c:v>
                </c:pt>
                <c:pt idx="212">
                  <c:v>42033</c:v>
                </c:pt>
                <c:pt idx="213">
                  <c:v>42040</c:v>
                </c:pt>
                <c:pt idx="214">
                  <c:v>42047</c:v>
                </c:pt>
                <c:pt idx="215">
                  <c:v>42054</c:v>
                </c:pt>
                <c:pt idx="216">
                  <c:v>42061</c:v>
                </c:pt>
                <c:pt idx="217">
                  <c:v>42068</c:v>
                </c:pt>
                <c:pt idx="218">
                  <c:v>42075</c:v>
                </c:pt>
                <c:pt idx="219">
                  <c:v>42082</c:v>
                </c:pt>
                <c:pt idx="220">
                  <c:v>42089</c:v>
                </c:pt>
                <c:pt idx="221">
                  <c:v>42096</c:v>
                </c:pt>
                <c:pt idx="222">
                  <c:v>42103</c:v>
                </c:pt>
                <c:pt idx="223">
                  <c:v>42110</c:v>
                </c:pt>
                <c:pt idx="224">
                  <c:v>42117</c:v>
                </c:pt>
              </c:numCache>
            </c:numRef>
          </c:cat>
          <c:val>
            <c:numRef>
              <c:f>'Pre 2005'!$F$3:$F$227</c:f>
              <c:numCache>
                <c:formatCode>0%</c:formatCode>
                <c:ptCount val="225"/>
                <c:pt idx="0">
                  <c:v>4.9488456440996975E-2</c:v>
                </c:pt>
                <c:pt idx="1">
                  <c:v>5.0529009845269979E-2</c:v>
                </c:pt>
                <c:pt idx="2">
                  <c:v>5.0546699661463024E-2</c:v>
                </c:pt>
                <c:pt idx="3">
                  <c:v>4.8767644715451031E-2</c:v>
                </c:pt>
                <c:pt idx="4">
                  <c:v>3.7274322494333989E-2</c:v>
                </c:pt>
                <c:pt idx="5">
                  <c:v>-4.9719580842720323E-3</c:v>
                </c:pt>
                <c:pt idx="6">
                  <c:v>5.0476470251930028E-3</c:v>
                </c:pt>
                <c:pt idx="7">
                  <c:v>3.2825350518134955E-2</c:v>
                </c:pt>
                <c:pt idx="8">
                  <c:v>3.6813860082698047E-2</c:v>
                </c:pt>
                <c:pt idx="9">
                  <c:v>3.5950712025775045E-2</c:v>
                </c:pt>
                <c:pt idx="10">
                  <c:v>5.1589604250593002E-2</c:v>
                </c:pt>
                <c:pt idx="11">
                  <c:v>5.0290414917454007E-2</c:v>
                </c:pt>
                <c:pt idx="12">
                  <c:v>3.721530510323301E-2</c:v>
                </c:pt>
                <c:pt idx="13">
                  <c:v>3.7457763566616009E-2</c:v>
                </c:pt>
                <c:pt idx="14">
                  <c:v>3.6257887269480982E-2</c:v>
                </c:pt>
                <c:pt idx="15">
                  <c:v>5.1072383269261001E-2</c:v>
                </c:pt>
                <c:pt idx="16">
                  <c:v>5.2243683774188032E-2</c:v>
                </c:pt>
                <c:pt idx="17">
                  <c:v>5.3984413383515006E-2</c:v>
                </c:pt>
                <c:pt idx="18">
                  <c:v>5.8039897980984023E-2</c:v>
                </c:pt>
                <c:pt idx="19">
                  <c:v>6.1849900700826965E-2</c:v>
                </c:pt>
                <c:pt idx="20">
                  <c:v>6.2394039017361014E-2</c:v>
                </c:pt>
                <c:pt idx="21">
                  <c:v>6.6510290528073002E-2</c:v>
                </c:pt>
                <c:pt idx="22">
                  <c:v>6.4573996342679019E-2</c:v>
                </c:pt>
                <c:pt idx="23">
                  <c:v>6.4567263438161937E-2</c:v>
                </c:pt>
                <c:pt idx="24">
                  <c:v>6.6510290528073002E-2</c:v>
                </c:pt>
                <c:pt idx="25">
                  <c:v>6.4624827880668034E-2</c:v>
                </c:pt>
                <c:pt idx="26">
                  <c:v>6.3195305185586026E-2</c:v>
                </c:pt>
                <c:pt idx="27">
                  <c:v>6.5126800513053029E-2</c:v>
                </c:pt>
                <c:pt idx="28">
                  <c:v>6.7079509913499979E-2</c:v>
                </c:pt>
                <c:pt idx="29">
                  <c:v>6.5537296441114057E-2</c:v>
                </c:pt>
                <c:pt idx="30">
                  <c:v>6.3591139526474993E-2</c:v>
                </c:pt>
                <c:pt idx="31">
                  <c:v>5.2057630346825978E-2</c:v>
                </c:pt>
                <c:pt idx="32">
                  <c:v>3.8951638571517955E-2</c:v>
                </c:pt>
                <c:pt idx="33">
                  <c:v>4.5294805526842064E-2</c:v>
                </c:pt>
                <c:pt idx="34">
                  <c:v>4.6220894550596969E-2</c:v>
                </c:pt>
                <c:pt idx="35">
                  <c:v>3.6878644744590017E-2</c:v>
                </c:pt>
                <c:pt idx="36">
                  <c:v>3.6785544229373968E-2</c:v>
                </c:pt>
                <c:pt idx="37">
                  <c:v>3.6785544229373968E-2</c:v>
                </c:pt>
                <c:pt idx="38">
                  <c:v>2.9693556256539022E-2</c:v>
                </c:pt>
                <c:pt idx="39">
                  <c:v>3.2762412228043991E-2</c:v>
                </c:pt>
                <c:pt idx="40">
                  <c:v>4.3083053506789981E-2</c:v>
                </c:pt>
                <c:pt idx="41">
                  <c:v>4.0210659018677042E-2</c:v>
                </c:pt>
                <c:pt idx="42">
                  <c:v>4.0115291049296897E-2</c:v>
                </c:pt>
                <c:pt idx="43">
                  <c:v>3.6348287748072972E-2</c:v>
                </c:pt>
                <c:pt idx="44">
                  <c:v>3.6348340333054896E-2</c:v>
                </c:pt>
                <c:pt idx="45">
                  <c:v>3.6348287748072972E-2</c:v>
                </c:pt>
                <c:pt idx="46">
                  <c:v>3.6233635685232968E-2</c:v>
                </c:pt>
                <c:pt idx="47">
                  <c:v>3.9233634631533065E-2</c:v>
                </c:pt>
                <c:pt idx="48">
                  <c:v>3.9234233124342044E-2</c:v>
                </c:pt>
                <c:pt idx="49">
                  <c:v>3.9028523797270953E-2</c:v>
                </c:pt>
                <c:pt idx="50">
                  <c:v>3.4417521071716028E-2</c:v>
                </c:pt>
                <c:pt idx="51">
                  <c:v>3.6105612625122907E-2</c:v>
                </c:pt>
                <c:pt idx="52">
                  <c:v>3.7980473320500918E-2</c:v>
                </c:pt>
                <c:pt idx="53">
                  <c:v>3.6034383654450997E-2</c:v>
                </c:pt>
                <c:pt idx="54">
                  <c:v>3.6319305572277027E-2</c:v>
                </c:pt>
                <c:pt idx="55">
                  <c:v>4.1036450555448023E-2</c:v>
                </c:pt>
                <c:pt idx="56">
                  <c:v>4.0633581612559921E-2</c:v>
                </c:pt>
                <c:pt idx="57">
                  <c:v>4.0633581612559921E-2</c:v>
                </c:pt>
                <c:pt idx="58">
                  <c:v>4.0633581612559921E-2</c:v>
                </c:pt>
                <c:pt idx="59">
                  <c:v>4.5202405422087089E-2</c:v>
                </c:pt>
                <c:pt idx="60">
                  <c:v>4.4742778993690058E-2</c:v>
                </c:pt>
                <c:pt idx="61">
                  <c:v>4.3282630975394087E-2</c:v>
                </c:pt>
                <c:pt idx="62">
                  <c:v>4.4795379028260918E-2</c:v>
                </c:pt>
                <c:pt idx="63">
                  <c:v>5.3551743735012924E-2</c:v>
                </c:pt>
                <c:pt idx="64">
                  <c:v>4.7729777133123985E-2</c:v>
                </c:pt>
                <c:pt idx="65">
                  <c:v>4.6230751755233057E-2</c:v>
                </c:pt>
                <c:pt idx="66">
                  <c:v>3.876739323121503E-2</c:v>
                </c:pt>
                <c:pt idx="67">
                  <c:v>4.3347220427047972E-2</c:v>
                </c:pt>
                <c:pt idx="68">
                  <c:v>3.876739323121503E-2</c:v>
                </c:pt>
                <c:pt idx="69">
                  <c:v>3.8235216702937946E-2</c:v>
                </c:pt>
                <c:pt idx="70">
                  <c:v>3.7782157100558988E-2</c:v>
                </c:pt>
                <c:pt idx="71">
                  <c:v>3.361365324163601E-2</c:v>
                </c:pt>
                <c:pt idx="72">
                  <c:v>3.4018441049064929E-2</c:v>
                </c:pt>
                <c:pt idx="73">
                  <c:v>3.3425996908618028E-2</c:v>
                </c:pt>
                <c:pt idx="74">
                  <c:v>2.818740320962998E-2</c:v>
                </c:pt>
                <c:pt idx="75">
                  <c:v>3.1210474704000069E-2</c:v>
                </c:pt>
                <c:pt idx="76">
                  <c:v>2.8064402067171978E-2</c:v>
                </c:pt>
                <c:pt idx="77">
                  <c:v>2.8064402067171978E-2</c:v>
                </c:pt>
                <c:pt idx="78">
                  <c:v>2.9828629688043007E-2</c:v>
                </c:pt>
                <c:pt idx="79">
                  <c:v>2.5037759970937046E-2</c:v>
                </c:pt>
                <c:pt idx="80">
                  <c:v>2.4491110063175947E-2</c:v>
                </c:pt>
                <c:pt idx="81">
                  <c:v>2.1258233706140106E-2</c:v>
                </c:pt>
                <c:pt idx="82">
                  <c:v>2.7560694347372072E-2</c:v>
                </c:pt>
                <c:pt idx="83">
                  <c:v>2.759443364625902E-2</c:v>
                </c:pt>
                <c:pt idx="84">
                  <c:v>2.995858920101202E-2</c:v>
                </c:pt>
                <c:pt idx="85">
                  <c:v>3.2553690221043929E-2</c:v>
                </c:pt>
                <c:pt idx="86">
                  <c:v>2.759443364625902E-2</c:v>
                </c:pt>
                <c:pt idx="87">
                  <c:v>3.0833346629270952E-2</c:v>
                </c:pt>
                <c:pt idx="88">
                  <c:v>3.0198179232183042E-2</c:v>
                </c:pt>
                <c:pt idx="89">
                  <c:v>2.6416282755001075E-2</c:v>
                </c:pt>
                <c:pt idx="90">
                  <c:v>1.6789578275939965E-2</c:v>
                </c:pt>
                <c:pt idx="91">
                  <c:v>2.0539413776172966E-2</c:v>
                </c:pt>
                <c:pt idx="92">
                  <c:v>2.5246369690445025E-2</c:v>
                </c:pt>
                <c:pt idx="93">
                  <c:v>2.0858176637501002E-2</c:v>
                </c:pt>
                <c:pt idx="94">
                  <c:v>2.5485123480433969E-2</c:v>
                </c:pt>
                <c:pt idx="95">
                  <c:v>3.0038729094662986E-2</c:v>
                </c:pt>
                <c:pt idx="96">
                  <c:v>3.0088094020416012E-2</c:v>
                </c:pt>
                <c:pt idx="97">
                  <c:v>2.5268754293864992E-2</c:v>
                </c:pt>
                <c:pt idx="98">
                  <c:v>2.146683552441897E-2</c:v>
                </c:pt>
                <c:pt idx="99">
                  <c:v>2.5271305523286047E-2</c:v>
                </c:pt>
                <c:pt idx="100">
                  <c:v>2.8154041154201059E-2</c:v>
                </c:pt>
                <c:pt idx="101">
                  <c:v>2.4466251303879027E-2</c:v>
                </c:pt>
                <c:pt idx="102">
                  <c:v>2.8433364285112006E-2</c:v>
                </c:pt>
                <c:pt idx="103">
                  <c:v>2.8225145378202976E-2</c:v>
                </c:pt>
                <c:pt idx="104">
                  <c:v>3.025049587679296E-2</c:v>
                </c:pt>
                <c:pt idx="105">
                  <c:v>3.5120493781590989E-2</c:v>
                </c:pt>
                <c:pt idx="106">
                  <c:v>3.0628607676109976E-2</c:v>
                </c:pt>
                <c:pt idx="107">
                  <c:v>3.5419437422880007E-2</c:v>
                </c:pt>
                <c:pt idx="108">
                  <c:v>4.3689415312084035E-2</c:v>
                </c:pt>
                <c:pt idx="109">
                  <c:v>4.6960323059720088E-2</c:v>
                </c:pt>
                <c:pt idx="110">
                  <c:v>4.6960323059720088E-2</c:v>
                </c:pt>
                <c:pt idx="111">
                  <c:v>4.8662520111955931E-2</c:v>
                </c:pt>
                <c:pt idx="112">
                  <c:v>4.6576931045634984E-2</c:v>
                </c:pt>
                <c:pt idx="113">
                  <c:v>5.052698100511499E-2</c:v>
                </c:pt>
                <c:pt idx="114">
                  <c:v>5.4410855549770987E-2</c:v>
                </c:pt>
                <c:pt idx="115">
                  <c:v>5.1083938454940081E-2</c:v>
                </c:pt>
                <c:pt idx="116">
                  <c:v>5.2575710085431049E-2</c:v>
                </c:pt>
                <c:pt idx="117">
                  <c:v>5.2744679384570059E-2</c:v>
                </c:pt>
                <c:pt idx="118">
                  <c:v>4.8626460775928915E-2</c:v>
                </c:pt>
                <c:pt idx="119">
                  <c:v>4.4892163890073E-2</c:v>
                </c:pt>
                <c:pt idx="120">
                  <c:v>4.5098589299104042E-2</c:v>
                </c:pt>
                <c:pt idx="121">
                  <c:v>4.1474698827229983E-2</c:v>
                </c:pt>
                <c:pt idx="122">
                  <c:v>4.6578866937930008E-2</c:v>
                </c:pt>
                <c:pt idx="123">
                  <c:v>5.1274156130255988E-2</c:v>
                </c:pt>
                <c:pt idx="124">
                  <c:v>5.5797008121089009E-2</c:v>
                </c:pt>
                <c:pt idx="125">
                  <c:v>6.2139047694143024E-2</c:v>
                </c:pt>
                <c:pt idx="126">
                  <c:v>6.5479569488400946E-2</c:v>
                </c:pt>
                <c:pt idx="127">
                  <c:v>6.6036682564467986E-2</c:v>
                </c:pt>
                <c:pt idx="128">
                  <c:v>6.5996550581632007E-2</c:v>
                </c:pt>
                <c:pt idx="129">
                  <c:v>6.6911349645386975E-2</c:v>
                </c:pt>
                <c:pt idx="130">
                  <c:v>7.0250779646390982E-2</c:v>
                </c:pt>
                <c:pt idx="131">
                  <c:v>6.6310756504361024E-2</c:v>
                </c:pt>
                <c:pt idx="132">
                  <c:v>6.9292572156613996E-2</c:v>
                </c:pt>
                <c:pt idx="133">
                  <c:v>6.9243099374504957E-2</c:v>
                </c:pt>
                <c:pt idx="134">
                  <c:v>6.9566028791875012E-2</c:v>
                </c:pt>
                <c:pt idx="135">
                  <c:v>6.9525282365491992E-2</c:v>
                </c:pt>
                <c:pt idx="136">
                  <c:v>6.9525282365491992E-2</c:v>
                </c:pt>
                <c:pt idx="137">
                  <c:v>6.0902813060101008E-2</c:v>
                </c:pt>
                <c:pt idx="138">
                  <c:v>6.675880378310195E-2</c:v>
                </c:pt>
                <c:pt idx="139">
                  <c:v>6.4842764347872006E-2</c:v>
                </c:pt>
                <c:pt idx="140">
                  <c:v>6.1627169670443016E-2</c:v>
                </c:pt>
                <c:pt idx="141">
                  <c:v>6.6532780323222962E-2</c:v>
                </c:pt>
                <c:pt idx="142">
                  <c:v>7.0643469398236014E-2</c:v>
                </c:pt>
                <c:pt idx="143">
                  <c:v>6.9543356172970028E-2</c:v>
                </c:pt>
                <c:pt idx="144">
                  <c:v>6.9580721937717027E-2</c:v>
                </c:pt>
                <c:pt idx="145">
                  <c:v>7.0264682596682948E-2</c:v>
                </c:pt>
                <c:pt idx="146">
                  <c:v>6.955294320580202E-2</c:v>
                </c:pt>
                <c:pt idx="147">
                  <c:v>6.9094261587319017E-2</c:v>
                </c:pt>
                <c:pt idx="148">
                  <c:v>6.9584037029775003E-2</c:v>
                </c:pt>
                <c:pt idx="149">
                  <c:v>6.8873603348620027E-2</c:v>
                </c:pt>
                <c:pt idx="150">
                  <c:v>6.9524971726296958E-2</c:v>
                </c:pt>
                <c:pt idx="151">
                  <c:v>7.0214615639454026E-2</c:v>
                </c:pt>
                <c:pt idx="152">
                  <c:v>6.8549496640635033E-2</c:v>
                </c:pt>
                <c:pt idx="153">
                  <c:v>6.8549696091667001E-2</c:v>
                </c:pt>
                <c:pt idx="154">
                  <c:v>6.5675926422710973E-2</c:v>
                </c:pt>
                <c:pt idx="155">
                  <c:v>6.5654039814543985E-2</c:v>
                </c:pt>
                <c:pt idx="156">
                  <c:v>6.386319183307701E-2</c:v>
                </c:pt>
                <c:pt idx="157">
                  <c:v>6.519609415053601E-2</c:v>
                </c:pt>
                <c:pt idx="158">
                  <c:v>6.8237475223827004E-2</c:v>
                </c:pt>
                <c:pt idx="159">
                  <c:v>6.8310701881455993E-2</c:v>
                </c:pt>
                <c:pt idx="160">
                  <c:v>7.038382341578403E-2</c:v>
                </c:pt>
                <c:pt idx="161">
                  <c:v>6.9562813525740008E-2</c:v>
                </c:pt>
                <c:pt idx="162">
                  <c:v>6.9927603367712032E-2</c:v>
                </c:pt>
                <c:pt idx="163">
                  <c:v>6.8421267467149993E-2</c:v>
                </c:pt>
                <c:pt idx="164">
                  <c:v>6.8468498471188965E-2</c:v>
                </c:pt>
                <c:pt idx="165">
                  <c:v>6.9682368532728967E-2</c:v>
                </c:pt>
                <c:pt idx="166">
                  <c:v>6.8148423828393978E-2</c:v>
                </c:pt>
                <c:pt idx="167">
                  <c:v>6.9752488875226004E-2</c:v>
                </c:pt>
                <c:pt idx="168">
                  <c:v>6.8186977948739014E-2</c:v>
                </c:pt>
                <c:pt idx="169">
                  <c:v>6.6971934363424995E-2</c:v>
                </c:pt>
                <c:pt idx="170">
                  <c:v>6.7718352338000998E-2</c:v>
                </c:pt>
                <c:pt idx="171">
                  <c:v>6.9328627830211986E-2</c:v>
                </c:pt>
                <c:pt idx="172">
                  <c:v>6.9392352340676033E-2</c:v>
                </c:pt>
                <c:pt idx="173">
                  <c:v>6.8953329924895002E-2</c:v>
                </c:pt>
                <c:pt idx="174">
                  <c:v>6.8557021928585982E-2</c:v>
                </c:pt>
                <c:pt idx="175">
                  <c:v>6.8519034523828015E-2</c:v>
                </c:pt>
                <c:pt idx="176">
                  <c:v>6.762055725039301E-2</c:v>
                </c:pt>
                <c:pt idx="177">
                  <c:v>6.7445814951733019E-2</c:v>
                </c:pt>
                <c:pt idx="178">
                  <c:v>6.6728124753439977E-2</c:v>
                </c:pt>
                <c:pt idx="179">
                  <c:v>6.8140227470597003E-2</c:v>
                </c:pt>
                <c:pt idx="180">
                  <c:v>6.807194787383003E-2</c:v>
                </c:pt>
                <c:pt idx="181">
                  <c:v>6.6728124753439977E-2</c:v>
                </c:pt>
                <c:pt idx="182">
                  <c:v>6.5819452115320032E-2</c:v>
                </c:pt>
                <c:pt idx="183">
                  <c:v>6.8099162508510003E-2</c:v>
                </c:pt>
                <c:pt idx="184">
                  <c:v>6.6801160894580991E-2</c:v>
                </c:pt>
                <c:pt idx="185">
                  <c:v>6.6801160894580991E-2</c:v>
                </c:pt>
                <c:pt idx="186">
                  <c:v>6.6636023073536998E-2</c:v>
                </c:pt>
                <c:pt idx="187">
                  <c:v>6.7985608018208965E-2</c:v>
                </c:pt>
                <c:pt idx="188">
                  <c:v>6.6542448381609998E-2</c:v>
                </c:pt>
                <c:pt idx="189">
                  <c:v>6.577732328977498E-2</c:v>
                </c:pt>
                <c:pt idx="190">
                  <c:v>6.577732328977498E-2</c:v>
                </c:pt>
                <c:pt idx="191">
                  <c:v>6.5909708911317977E-2</c:v>
                </c:pt>
                <c:pt idx="192">
                  <c:v>6.6021288994640992E-2</c:v>
                </c:pt>
                <c:pt idx="193">
                  <c:v>6.8130050660738017E-2</c:v>
                </c:pt>
                <c:pt idx="194">
                  <c:v>6.8039839537685998E-2</c:v>
                </c:pt>
                <c:pt idx="195">
                  <c:v>6.6998766162890022E-2</c:v>
                </c:pt>
                <c:pt idx="196">
                  <c:v>6.6162240542234019E-2</c:v>
                </c:pt>
                <c:pt idx="197">
                  <c:v>6.1182965277842061E-2</c:v>
                </c:pt>
                <c:pt idx="198">
                  <c:v>5.8261376461104963E-2</c:v>
                </c:pt>
                <c:pt idx="199">
                  <c:v>6.1278701980569061E-2</c:v>
                </c:pt>
                <c:pt idx="200">
                  <c:v>6.3769573862266005E-2</c:v>
                </c:pt>
                <c:pt idx="201">
                  <c:v>6.3762118135569978E-2</c:v>
                </c:pt>
                <c:pt idx="202">
                  <c:v>6.1671006284792051E-2</c:v>
                </c:pt>
                <c:pt idx="203">
                  <c:v>6.1529881744163017E-2</c:v>
                </c:pt>
                <c:pt idx="204">
                  <c:v>5.8761992353357995E-2</c:v>
                </c:pt>
                <c:pt idx="205">
                  <c:v>5.9253467735875975E-2</c:v>
                </c:pt>
                <c:pt idx="206">
                  <c:v>5.5613366791851027E-2</c:v>
                </c:pt>
                <c:pt idx="207">
                  <c:v>5.5983802061876031E-2</c:v>
                </c:pt>
                <c:pt idx="208">
                  <c:v>5.8771468512184066E-2</c:v>
                </c:pt>
                <c:pt idx="209">
                  <c:v>5.2598399374692018E-2</c:v>
                </c:pt>
                <c:pt idx="210">
                  <c:v>4.5372682738245018E-2</c:v>
                </c:pt>
                <c:pt idx="211">
                  <c:v>4.522601271544191E-2</c:v>
                </c:pt>
                <c:pt idx="212">
                  <c:v>4.5372682738245018E-2</c:v>
                </c:pt>
                <c:pt idx="213">
                  <c:v>4.5658771685404997E-2</c:v>
                </c:pt>
                <c:pt idx="214">
                  <c:v>4.9285486863871908E-2</c:v>
                </c:pt>
                <c:pt idx="215">
                  <c:v>5.4029424500717904E-2</c:v>
                </c:pt>
                <c:pt idx="216">
                  <c:v>5.7652986793638061E-2</c:v>
                </c:pt>
                <c:pt idx="217">
                  <c:v>5.5813968399360037E-2</c:v>
                </c:pt>
                <c:pt idx="218">
                  <c:v>6.2014271980531999E-2</c:v>
                </c:pt>
                <c:pt idx="219">
                  <c:v>5.6129496748115959E-2</c:v>
                </c:pt>
                <c:pt idx="220">
                  <c:v>5.1286975989614958E-2</c:v>
                </c:pt>
                <c:pt idx="221">
                  <c:v>5.4109360502346937E-2</c:v>
                </c:pt>
                <c:pt idx="222">
                  <c:v>5.0881743975076055E-2</c:v>
                </c:pt>
                <c:pt idx="223">
                  <c:v>5.4033523305923037E-2</c:v>
                </c:pt>
                <c:pt idx="224">
                  <c:v>5.0697906606040011E-2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212677376"/>
        <c:axId val="212671104"/>
      </c:barChart>
      <c:lineChart>
        <c:grouping val="standard"/>
        <c:varyColors val="0"/>
        <c:ser>
          <c:idx val="0"/>
          <c:order val="0"/>
          <c:tx>
            <c:strRef>
              <c:f>'Pre 2005'!$B$2</c:f>
              <c:strCache>
                <c:ptCount val="1"/>
                <c:pt idx="0">
                  <c:v>Pool Level</c:v>
                </c:pt>
              </c:strCache>
            </c:strRef>
          </c:tx>
          <c:spPr>
            <a:ln w="19050">
              <a:solidFill>
                <a:srgbClr val="AD275C"/>
              </a:solidFill>
            </a:ln>
          </c:spPr>
          <c:marker>
            <c:symbol val="none"/>
          </c:marker>
          <c:cat>
            <c:numRef>
              <c:f>'Pre 2005'!$A$3:$A$227</c:f>
              <c:numCache>
                <c:formatCode>m/d/yyyy</c:formatCode>
                <c:ptCount val="225"/>
                <c:pt idx="0">
                  <c:v>40549</c:v>
                </c:pt>
                <c:pt idx="1">
                  <c:v>40556</c:v>
                </c:pt>
                <c:pt idx="2">
                  <c:v>40563</c:v>
                </c:pt>
                <c:pt idx="3">
                  <c:v>40570</c:v>
                </c:pt>
                <c:pt idx="4">
                  <c:v>40577</c:v>
                </c:pt>
                <c:pt idx="5">
                  <c:v>40584</c:v>
                </c:pt>
                <c:pt idx="6">
                  <c:v>40591</c:v>
                </c:pt>
                <c:pt idx="7">
                  <c:v>40598</c:v>
                </c:pt>
                <c:pt idx="8">
                  <c:v>40605</c:v>
                </c:pt>
                <c:pt idx="9">
                  <c:v>40612</c:v>
                </c:pt>
                <c:pt idx="10">
                  <c:v>40619</c:v>
                </c:pt>
                <c:pt idx="11">
                  <c:v>40626</c:v>
                </c:pt>
                <c:pt idx="12">
                  <c:v>40633</c:v>
                </c:pt>
                <c:pt idx="13">
                  <c:v>40640</c:v>
                </c:pt>
                <c:pt idx="14">
                  <c:v>40647</c:v>
                </c:pt>
                <c:pt idx="15">
                  <c:v>40654</c:v>
                </c:pt>
                <c:pt idx="16">
                  <c:v>40661</c:v>
                </c:pt>
                <c:pt idx="17">
                  <c:v>40668</c:v>
                </c:pt>
                <c:pt idx="18">
                  <c:v>40675</c:v>
                </c:pt>
                <c:pt idx="19">
                  <c:v>40682</c:v>
                </c:pt>
                <c:pt idx="20">
                  <c:v>40689</c:v>
                </c:pt>
                <c:pt idx="21">
                  <c:v>40696</c:v>
                </c:pt>
                <c:pt idx="22">
                  <c:v>40703</c:v>
                </c:pt>
                <c:pt idx="23">
                  <c:v>40710</c:v>
                </c:pt>
                <c:pt idx="24">
                  <c:v>40717</c:v>
                </c:pt>
                <c:pt idx="25">
                  <c:v>40724</c:v>
                </c:pt>
                <c:pt idx="26">
                  <c:v>40731</c:v>
                </c:pt>
                <c:pt idx="27">
                  <c:v>40738</c:v>
                </c:pt>
                <c:pt idx="28">
                  <c:v>40745</c:v>
                </c:pt>
                <c:pt idx="29">
                  <c:v>40752</c:v>
                </c:pt>
                <c:pt idx="30">
                  <c:v>40759</c:v>
                </c:pt>
                <c:pt idx="31">
                  <c:v>40766</c:v>
                </c:pt>
                <c:pt idx="32">
                  <c:v>40773</c:v>
                </c:pt>
                <c:pt idx="33">
                  <c:v>40780</c:v>
                </c:pt>
                <c:pt idx="34">
                  <c:v>40787</c:v>
                </c:pt>
                <c:pt idx="35">
                  <c:v>40794</c:v>
                </c:pt>
                <c:pt idx="36">
                  <c:v>40801</c:v>
                </c:pt>
                <c:pt idx="37">
                  <c:v>40808</c:v>
                </c:pt>
                <c:pt idx="38">
                  <c:v>40815</c:v>
                </c:pt>
                <c:pt idx="39">
                  <c:v>40822</c:v>
                </c:pt>
                <c:pt idx="40">
                  <c:v>40829</c:v>
                </c:pt>
                <c:pt idx="41">
                  <c:v>40836</c:v>
                </c:pt>
                <c:pt idx="42">
                  <c:v>40843</c:v>
                </c:pt>
                <c:pt idx="43">
                  <c:v>40850</c:v>
                </c:pt>
                <c:pt idx="44">
                  <c:v>40857</c:v>
                </c:pt>
                <c:pt idx="45">
                  <c:v>40864</c:v>
                </c:pt>
                <c:pt idx="46">
                  <c:v>40870</c:v>
                </c:pt>
                <c:pt idx="47">
                  <c:v>40878</c:v>
                </c:pt>
                <c:pt idx="48">
                  <c:v>40885</c:v>
                </c:pt>
                <c:pt idx="49">
                  <c:v>40892</c:v>
                </c:pt>
                <c:pt idx="50">
                  <c:v>40899</c:v>
                </c:pt>
                <c:pt idx="51">
                  <c:v>40906</c:v>
                </c:pt>
                <c:pt idx="52">
                  <c:v>40913</c:v>
                </c:pt>
                <c:pt idx="53">
                  <c:v>40920</c:v>
                </c:pt>
                <c:pt idx="54">
                  <c:v>40927</c:v>
                </c:pt>
                <c:pt idx="55">
                  <c:v>40934</c:v>
                </c:pt>
                <c:pt idx="56">
                  <c:v>40941</c:v>
                </c:pt>
                <c:pt idx="57">
                  <c:v>40948</c:v>
                </c:pt>
                <c:pt idx="58">
                  <c:v>40955</c:v>
                </c:pt>
                <c:pt idx="59">
                  <c:v>40962</c:v>
                </c:pt>
                <c:pt idx="60">
                  <c:v>40969</c:v>
                </c:pt>
                <c:pt idx="61">
                  <c:v>40976</c:v>
                </c:pt>
                <c:pt idx="62">
                  <c:v>40983</c:v>
                </c:pt>
                <c:pt idx="63">
                  <c:v>40990</c:v>
                </c:pt>
                <c:pt idx="64">
                  <c:v>40997</c:v>
                </c:pt>
                <c:pt idx="65">
                  <c:v>41004</c:v>
                </c:pt>
                <c:pt idx="66">
                  <c:v>41011</c:v>
                </c:pt>
                <c:pt idx="67">
                  <c:v>41018</c:v>
                </c:pt>
                <c:pt idx="68">
                  <c:v>41025</c:v>
                </c:pt>
                <c:pt idx="69">
                  <c:v>41032</c:v>
                </c:pt>
                <c:pt idx="70">
                  <c:v>41039</c:v>
                </c:pt>
                <c:pt idx="71">
                  <c:v>41046</c:v>
                </c:pt>
                <c:pt idx="72">
                  <c:v>41053</c:v>
                </c:pt>
                <c:pt idx="73">
                  <c:v>41060</c:v>
                </c:pt>
                <c:pt idx="74">
                  <c:v>41067</c:v>
                </c:pt>
                <c:pt idx="75">
                  <c:v>41074</c:v>
                </c:pt>
                <c:pt idx="76">
                  <c:v>41081</c:v>
                </c:pt>
                <c:pt idx="77">
                  <c:v>41088</c:v>
                </c:pt>
                <c:pt idx="78">
                  <c:v>41095</c:v>
                </c:pt>
                <c:pt idx="79">
                  <c:v>41102</c:v>
                </c:pt>
                <c:pt idx="80">
                  <c:v>41109</c:v>
                </c:pt>
                <c:pt idx="81">
                  <c:v>41116</c:v>
                </c:pt>
                <c:pt idx="82">
                  <c:v>41123</c:v>
                </c:pt>
                <c:pt idx="83">
                  <c:v>41130</c:v>
                </c:pt>
                <c:pt idx="84">
                  <c:v>41137</c:v>
                </c:pt>
                <c:pt idx="85">
                  <c:v>41144</c:v>
                </c:pt>
                <c:pt idx="86">
                  <c:v>41151</c:v>
                </c:pt>
                <c:pt idx="87">
                  <c:v>41158</c:v>
                </c:pt>
                <c:pt idx="88">
                  <c:v>41165</c:v>
                </c:pt>
                <c:pt idx="89">
                  <c:v>41172</c:v>
                </c:pt>
                <c:pt idx="90">
                  <c:v>41179</c:v>
                </c:pt>
                <c:pt idx="91">
                  <c:v>41186</c:v>
                </c:pt>
                <c:pt idx="92">
                  <c:v>41193</c:v>
                </c:pt>
                <c:pt idx="93">
                  <c:v>41200</c:v>
                </c:pt>
                <c:pt idx="94">
                  <c:v>41207</c:v>
                </c:pt>
                <c:pt idx="95">
                  <c:v>41214</c:v>
                </c:pt>
                <c:pt idx="96">
                  <c:v>41221</c:v>
                </c:pt>
                <c:pt idx="97">
                  <c:v>41228</c:v>
                </c:pt>
                <c:pt idx="98">
                  <c:v>41234</c:v>
                </c:pt>
                <c:pt idx="99">
                  <c:v>41242</c:v>
                </c:pt>
                <c:pt idx="100">
                  <c:v>41249</c:v>
                </c:pt>
                <c:pt idx="101">
                  <c:v>41256</c:v>
                </c:pt>
                <c:pt idx="102">
                  <c:v>41263</c:v>
                </c:pt>
                <c:pt idx="103">
                  <c:v>41270</c:v>
                </c:pt>
                <c:pt idx="104">
                  <c:v>41277</c:v>
                </c:pt>
                <c:pt idx="105">
                  <c:v>41284</c:v>
                </c:pt>
                <c:pt idx="106">
                  <c:v>41291</c:v>
                </c:pt>
                <c:pt idx="107">
                  <c:v>41298</c:v>
                </c:pt>
                <c:pt idx="108">
                  <c:v>41305</c:v>
                </c:pt>
                <c:pt idx="109">
                  <c:v>41312</c:v>
                </c:pt>
                <c:pt idx="110">
                  <c:v>41319</c:v>
                </c:pt>
                <c:pt idx="111">
                  <c:v>41326</c:v>
                </c:pt>
                <c:pt idx="112">
                  <c:v>41333</c:v>
                </c:pt>
                <c:pt idx="113">
                  <c:v>41340</c:v>
                </c:pt>
                <c:pt idx="114">
                  <c:v>41347</c:v>
                </c:pt>
                <c:pt idx="115">
                  <c:v>41354</c:v>
                </c:pt>
                <c:pt idx="116">
                  <c:v>41361</c:v>
                </c:pt>
                <c:pt idx="117">
                  <c:v>41368</c:v>
                </c:pt>
                <c:pt idx="118">
                  <c:v>41375</c:v>
                </c:pt>
                <c:pt idx="119">
                  <c:v>41382</c:v>
                </c:pt>
                <c:pt idx="120">
                  <c:v>41389</c:v>
                </c:pt>
                <c:pt idx="121">
                  <c:v>41396</c:v>
                </c:pt>
                <c:pt idx="122">
                  <c:v>41403</c:v>
                </c:pt>
                <c:pt idx="123">
                  <c:v>41410</c:v>
                </c:pt>
                <c:pt idx="124">
                  <c:v>41417</c:v>
                </c:pt>
                <c:pt idx="125">
                  <c:v>41424</c:v>
                </c:pt>
                <c:pt idx="126">
                  <c:v>41431</c:v>
                </c:pt>
                <c:pt idx="127">
                  <c:v>41438</c:v>
                </c:pt>
                <c:pt idx="128">
                  <c:v>41445</c:v>
                </c:pt>
                <c:pt idx="129">
                  <c:v>41452</c:v>
                </c:pt>
                <c:pt idx="130">
                  <c:v>41458</c:v>
                </c:pt>
                <c:pt idx="131">
                  <c:v>41466</c:v>
                </c:pt>
                <c:pt idx="132">
                  <c:v>41473</c:v>
                </c:pt>
                <c:pt idx="133">
                  <c:v>41480</c:v>
                </c:pt>
                <c:pt idx="134">
                  <c:v>41487</c:v>
                </c:pt>
                <c:pt idx="135">
                  <c:v>41494</c:v>
                </c:pt>
                <c:pt idx="136">
                  <c:v>41501</c:v>
                </c:pt>
                <c:pt idx="137">
                  <c:v>41508</c:v>
                </c:pt>
                <c:pt idx="138">
                  <c:v>41515</c:v>
                </c:pt>
                <c:pt idx="139">
                  <c:v>41522</c:v>
                </c:pt>
                <c:pt idx="140">
                  <c:v>41529</c:v>
                </c:pt>
                <c:pt idx="141">
                  <c:v>41536</c:v>
                </c:pt>
                <c:pt idx="142">
                  <c:v>41543</c:v>
                </c:pt>
                <c:pt idx="143">
                  <c:v>41550</c:v>
                </c:pt>
                <c:pt idx="144">
                  <c:v>41557</c:v>
                </c:pt>
                <c:pt idx="145">
                  <c:v>41564</c:v>
                </c:pt>
                <c:pt idx="146">
                  <c:v>41571</c:v>
                </c:pt>
                <c:pt idx="147">
                  <c:v>41578</c:v>
                </c:pt>
                <c:pt idx="148">
                  <c:v>41585</c:v>
                </c:pt>
                <c:pt idx="149">
                  <c:v>41592</c:v>
                </c:pt>
                <c:pt idx="150">
                  <c:v>41599</c:v>
                </c:pt>
                <c:pt idx="151">
                  <c:v>41605</c:v>
                </c:pt>
                <c:pt idx="152">
                  <c:v>41613</c:v>
                </c:pt>
                <c:pt idx="153">
                  <c:v>41620</c:v>
                </c:pt>
                <c:pt idx="154">
                  <c:v>41627</c:v>
                </c:pt>
                <c:pt idx="155">
                  <c:v>41634</c:v>
                </c:pt>
                <c:pt idx="156">
                  <c:v>41641</c:v>
                </c:pt>
                <c:pt idx="157">
                  <c:v>41648</c:v>
                </c:pt>
                <c:pt idx="158">
                  <c:v>41655</c:v>
                </c:pt>
                <c:pt idx="159">
                  <c:v>41662</c:v>
                </c:pt>
                <c:pt idx="160">
                  <c:v>41669</c:v>
                </c:pt>
                <c:pt idx="161">
                  <c:v>41676</c:v>
                </c:pt>
                <c:pt idx="162">
                  <c:v>41683</c:v>
                </c:pt>
                <c:pt idx="163">
                  <c:v>41690</c:v>
                </c:pt>
                <c:pt idx="164">
                  <c:v>41697</c:v>
                </c:pt>
                <c:pt idx="165">
                  <c:v>41704</c:v>
                </c:pt>
                <c:pt idx="166">
                  <c:v>41711</c:v>
                </c:pt>
                <c:pt idx="167">
                  <c:v>41718</c:v>
                </c:pt>
                <c:pt idx="168">
                  <c:v>41725</c:v>
                </c:pt>
                <c:pt idx="169">
                  <c:v>41732</c:v>
                </c:pt>
                <c:pt idx="170">
                  <c:v>41739</c:v>
                </c:pt>
                <c:pt idx="171">
                  <c:v>41746</c:v>
                </c:pt>
                <c:pt idx="172">
                  <c:v>41753</c:v>
                </c:pt>
                <c:pt idx="173">
                  <c:v>41760</c:v>
                </c:pt>
                <c:pt idx="174">
                  <c:v>41767</c:v>
                </c:pt>
                <c:pt idx="175">
                  <c:v>41774</c:v>
                </c:pt>
                <c:pt idx="176">
                  <c:v>41781</c:v>
                </c:pt>
                <c:pt idx="177">
                  <c:v>41788</c:v>
                </c:pt>
                <c:pt idx="178">
                  <c:v>41795</c:v>
                </c:pt>
                <c:pt idx="179">
                  <c:v>41802</c:v>
                </c:pt>
                <c:pt idx="180">
                  <c:v>41809</c:v>
                </c:pt>
                <c:pt idx="181">
                  <c:v>41816</c:v>
                </c:pt>
                <c:pt idx="182">
                  <c:v>41823</c:v>
                </c:pt>
                <c:pt idx="183">
                  <c:v>41830</c:v>
                </c:pt>
                <c:pt idx="184">
                  <c:v>41837</c:v>
                </c:pt>
                <c:pt idx="185">
                  <c:v>41844</c:v>
                </c:pt>
                <c:pt idx="186">
                  <c:v>41851</c:v>
                </c:pt>
                <c:pt idx="187">
                  <c:v>41858</c:v>
                </c:pt>
                <c:pt idx="188">
                  <c:v>41865</c:v>
                </c:pt>
                <c:pt idx="189">
                  <c:v>41872</c:v>
                </c:pt>
                <c:pt idx="190">
                  <c:v>41879</c:v>
                </c:pt>
                <c:pt idx="191">
                  <c:v>41886</c:v>
                </c:pt>
                <c:pt idx="192">
                  <c:v>41893</c:v>
                </c:pt>
                <c:pt idx="193">
                  <c:v>41900</c:v>
                </c:pt>
                <c:pt idx="194">
                  <c:v>41907</c:v>
                </c:pt>
                <c:pt idx="195">
                  <c:v>41914</c:v>
                </c:pt>
                <c:pt idx="196">
                  <c:v>41921</c:v>
                </c:pt>
                <c:pt idx="197">
                  <c:v>41928</c:v>
                </c:pt>
                <c:pt idx="198">
                  <c:v>41935</c:v>
                </c:pt>
                <c:pt idx="199">
                  <c:v>41942</c:v>
                </c:pt>
                <c:pt idx="200">
                  <c:v>41949</c:v>
                </c:pt>
                <c:pt idx="201">
                  <c:v>41956</c:v>
                </c:pt>
                <c:pt idx="202">
                  <c:v>41963</c:v>
                </c:pt>
                <c:pt idx="203">
                  <c:v>41969</c:v>
                </c:pt>
                <c:pt idx="204">
                  <c:v>41977</c:v>
                </c:pt>
                <c:pt idx="205">
                  <c:v>41984</c:v>
                </c:pt>
                <c:pt idx="206">
                  <c:v>41991</c:v>
                </c:pt>
                <c:pt idx="207">
                  <c:v>41997</c:v>
                </c:pt>
                <c:pt idx="208">
                  <c:v>42004</c:v>
                </c:pt>
                <c:pt idx="209">
                  <c:v>42012</c:v>
                </c:pt>
                <c:pt idx="210">
                  <c:v>42019</c:v>
                </c:pt>
                <c:pt idx="211">
                  <c:v>42026</c:v>
                </c:pt>
                <c:pt idx="212">
                  <c:v>42033</c:v>
                </c:pt>
                <c:pt idx="213">
                  <c:v>42040</c:v>
                </c:pt>
                <c:pt idx="214">
                  <c:v>42047</c:v>
                </c:pt>
                <c:pt idx="215">
                  <c:v>42054</c:v>
                </c:pt>
                <c:pt idx="216">
                  <c:v>42061</c:v>
                </c:pt>
                <c:pt idx="217">
                  <c:v>42068</c:v>
                </c:pt>
                <c:pt idx="218">
                  <c:v>42075</c:v>
                </c:pt>
                <c:pt idx="219">
                  <c:v>42082</c:v>
                </c:pt>
                <c:pt idx="220">
                  <c:v>42089</c:v>
                </c:pt>
                <c:pt idx="221">
                  <c:v>42096</c:v>
                </c:pt>
                <c:pt idx="222">
                  <c:v>42103</c:v>
                </c:pt>
                <c:pt idx="223">
                  <c:v>42110</c:v>
                </c:pt>
                <c:pt idx="224">
                  <c:v>42117</c:v>
                </c:pt>
              </c:numCache>
            </c:numRef>
          </c:cat>
          <c:val>
            <c:numRef>
              <c:f>'Pre 2005'!$B$3:$B$227</c:f>
              <c:numCache>
                <c:formatCode>0%</c:formatCode>
                <c:ptCount val="225"/>
                <c:pt idx="0">
                  <c:v>0.62402170072443153</c:v>
                </c:pt>
                <c:pt idx="1">
                  <c:v>0.62817294477626939</c:v>
                </c:pt>
                <c:pt idx="2">
                  <c:v>0.62597730951219899</c:v>
                </c:pt>
                <c:pt idx="3">
                  <c:v>0.62392159162868732</c:v>
                </c:pt>
                <c:pt idx="4">
                  <c:v>0.60653142223595213</c:v>
                </c:pt>
                <c:pt idx="5">
                  <c:v>0.50868797673712363</c:v>
                </c:pt>
                <c:pt idx="6">
                  <c:v>0.52965901814335548</c:v>
                </c:pt>
                <c:pt idx="7">
                  <c:v>0.57709503787578109</c:v>
                </c:pt>
                <c:pt idx="8">
                  <c:v>0.59224775585706535</c:v>
                </c:pt>
                <c:pt idx="9">
                  <c:v>0.59090570789662444</c:v>
                </c:pt>
                <c:pt idx="10">
                  <c:v>0.60261779474869925</c:v>
                </c:pt>
                <c:pt idx="11">
                  <c:v>0.59950595681897523</c:v>
                </c:pt>
                <c:pt idx="12">
                  <c:v>0.593225708201635</c:v>
                </c:pt>
                <c:pt idx="13">
                  <c:v>0.58542144661011908</c:v>
                </c:pt>
                <c:pt idx="14">
                  <c:v>0.58155199492979581</c:v>
                </c:pt>
                <c:pt idx="15">
                  <c:v>0.59356262313394537</c:v>
                </c:pt>
                <c:pt idx="16">
                  <c:v>0.59445921362542997</c:v>
                </c:pt>
                <c:pt idx="17">
                  <c:v>0.59391131067456038</c:v>
                </c:pt>
                <c:pt idx="18">
                  <c:v>0.60662155942020002</c:v>
                </c:pt>
                <c:pt idx="19">
                  <c:v>0.61264076908113763</c:v>
                </c:pt>
                <c:pt idx="20">
                  <c:v>0.61599363608099678</c:v>
                </c:pt>
                <c:pt idx="21">
                  <c:v>0.66311590107349083</c:v>
                </c:pt>
                <c:pt idx="22">
                  <c:v>0.74517189360077984</c:v>
                </c:pt>
                <c:pt idx="23">
                  <c:v>0.72397022872334449</c:v>
                </c:pt>
                <c:pt idx="24">
                  <c:v>0.66311590107349083</c:v>
                </c:pt>
                <c:pt idx="25">
                  <c:v>0.69050447134038251</c:v>
                </c:pt>
                <c:pt idx="26">
                  <c:v>0.60410549631050647</c:v>
                </c:pt>
                <c:pt idx="27">
                  <c:v>0.684475421712615</c:v>
                </c:pt>
                <c:pt idx="28">
                  <c:v>0.66675683999516944</c:v>
                </c:pt>
                <c:pt idx="29">
                  <c:v>0.61660059317974736</c:v>
                </c:pt>
                <c:pt idx="30">
                  <c:v>0.81803711941746404</c:v>
                </c:pt>
                <c:pt idx="31">
                  <c:v>0.83404184296119399</c:v>
                </c:pt>
                <c:pt idx="32">
                  <c:v>0.86117434904403212</c:v>
                </c:pt>
                <c:pt idx="33">
                  <c:v>0.84714025108084823</c:v>
                </c:pt>
                <c:pt idx="34">
                  <c:v>0.84129278814437181</c:v>
                </c:pt>
                <c:pt idx="35">
                  <c:v>0.87859103936280614</c:v>
                </c:pt>
                <c:pt idx="36">
                  <c:v>0.90242289630359074</c:v>
                </c:pt>
                <c:pt idx="37">
                  <c:v>0.90242289630359074</c:v>
                </c:pt>
                <c:pt idx="38">
                  <c:v>0.94644262124543443</c:v>
                </c:pt>
                <c:pt idx="39">
                  <c:v>0.96725200604215567</c:v>
                </c:pt>
                <c:pt idx="40">
                  <c:v>0.84917694017596268</c:v>
                </c:pt>
                <c:pt idx="41">
                  <c:v>0.85635864773186432</c:v>
                </c:pt>
                <c:pt idx="42">
                  <c:v>0.86512672485653175</c:v>
                </c:pt>
                <c:pt idx="43">
                  <c:v>0.93485323798856346</c:v>
                </c:pt>
                <c:pt idx="44">
                  <c:v>0.94404770550683115</c:v>
                </c:pt>
                <c:pt idx="45">
                  <c:v>0.93485323798856346</c:v>
                </c:pt>
                <c:pt idx="46">
                  <c:v>0.94997170807452469</c:v>
                </c:pt>
                <c:pt idx="47">
                  <c:v>0.91542628506626045</c:v>
                </c:pt>
                <c:pt idx="48">
                  <c:v>0.9248746068169833</c:v>
                </c:pt>
                <c:pt idx="49">
                  <c:v>0.93969161247928745</c:v>
                </c:pt>
                <c:pt idx="50">
                  <c:v>0.9601958662364245</c:v>
                </c:pt>
                <c:pt idx="51">
                  <c:v>0.94762260030460288</c:v>
                </c:pt>
                <c:pt idx="52">
                  <c:v>0.94481773750585774</c:v>
                </c:pt>
                <c:pt idx="53">
                  <c:v>0.95320351892281485</c:v>
                </c:pt>
                <c:pt idx="54">
                  <c:v>0.95182771809710431</c:v>
                </c:pt>
                <c:pt idx="55">
                  <c:v>0.91861521434498927</c:v>
                </c:pt>
                <c:pt idx="56">
                  <c:v>0.94107838104995334</c:v>
                </c:pt>
                <c:pt idx="57">
                  <c:v>0.94107838104995334</c:v>
                </c:pt>
                <c:pt idx="58">
                  <c:v>0.94107838104995334</c:v>
                </c:pt>
                <c:pt idx="59">
                  <c:v>0.90921329115869776</c:v>
                </c:pt>
                <c:pt idx="60">
                  <c:v>0.91584710240533518</c:v>
                </c:pt>
                <c:pt idx="61">
                  <c:v>0.91902765125865959</c:v>
                </c:pt>
                <c:pt idx="62">
                  <c:v>0.90514599034862198</c:v>
                </c:pt>
                <c:pt idx="63">
                  <c:v>0.78959380464288376</c:v>
                </c:pt>
                <c:pt idx="64">
                  <c:v>0.87490910290764468</c:v>
                </c:pt>
                <c:pt idx="65">
                  <c:v>0.86928745494692716</c:v>
                </c:pt>
                <c:pt idx="66">
                  <c:v>0.90849340717481886</c:v>
                </c:pt>
                <c:pt idx="67">
                  <c:v>0.9034983903169389</c:v>
                </c:pt>
                <c:pt idx="68">
                  <c:v>0.90849340717481886</c:v>
                </c:pt>
                <c:pt idx="69">
                  <c:v>0.89225108632442729</c:v>
                </c:pt>
                <c:pt idx="70">
                  <c:v>0.89337268606647302</c:v>
                </c:pt>
                <c:pt idx="71">
                  <c:v>0.8948997967143093</c:v>
                </c:pt>
                <c:pt idx="72">
                  <c:v>0.89443957907281746</c:v>
                </c:pt>
                <c:pt idx="73">
                  <c:v>0.89512122084695944</c:v>
                </c:pt>
                <c:pt idx="74">
                  <c:v>0.8920195449585564</c:v>
                </c:pt>
                <c:pt idx="75">
                  <c:v>0.88667449797815956</c:v>
                </c:pt>
                <c:pt idx="76">
                  <c:v>0.89407594990163874</c:v>
                </c:pt>
                <c:pt idx="77">
                  <c:v>0.89407594990163874</c:v>
                </c:pt>
                <c:pt idx="78">
                  <c:v>0.8819114104860859</c:v>
                </c:pt>
                <c:pt idx="79">
                  <c:v>0.94551237246929465</c:v>
                </c:pt>
                <c:pt idx="80">
                  <c:v>0.97186924857158052</c:v>
                </c:pt>
                <c:pt idx="81">
                  <c:v>0.98451993370244106</c:v>
                </c:pt>
                <c:pt idx="82">
                  <c:v>0.9385222539497815</c:v>
                </c:pt>
                <c:pt idx="83">
                  <c:v>0.92408794393225557</c:v>
                </c:pt>
                <c:pt idx="84">
                  <c:v>0.88445471641937157</c:v>
                </c:pt>
                <c:pt idx="85">
                  <c:v>0.85694996797233836</c:v>
                </c:pt>
                <c:pt idx="86">
                  <c:v>0.92408794393225557</c:v>
                </c:pt>
                <c:pt idx="87">
                  <c:v>0.91761037893987563</c:v>
                </c:pt>
                <c:pt idx="88">
                  <c:v>0.94047646256577366</c:v>
                </c:pt>
                <c:pt idx="89">
                  <c:v>0.95891425076544745</c:v>
                </c:pt>
                <c:pt idx="90">
                  <c:v>0.96459917415866681</c:v>
                </c:pt>
                <c:pt idx="91">
                  <c:v>0.95362908529618629</c:v>
                </c:pt>
                <c:pt idx="92">
                  <c:v>0.95159604304738465</c:v>
                </c:pt>
                <c:pt idx="93">
                  <c:v>0.95277295236812309</c:v>
                </c:pt>
                <c:pt idx="94">
                  <c:v>0.95079229345734595</c:v>
                </c:pt>
                <c:pt idx="95">
                  <c:v>0.92571311512973709</c:v>
                </c:pt>
                <c:pt idx="96">
                  <c:v>0.9252942527060104</c:v>
                </c:pt>
                <c:pt idx="97">
                  <c:v>0.92772026190850965</c:v>
                </c:pt>
                <c:pt idx="98">
                  <c:v>0.9299301195282087</c:v>
                </c:pt>
                <c:pt idx="99">
                  <c:v>0.92756020040727527</c:v>
                </c:pt>
                <c:pt idx="100">
                  <c:v>0.9105479087849232</c:v>
                </c:pt>
                <c:pt idx="101">
                  <c:v>0.9126136851792267</c:v>
                </c:pt>
                <c:pt idx="102">
                  <c:v>0.90965157918840345</c:v>
                </c:pt>
                <c:pt idx="103">
                  <c:v>0.91018597538933266</c:v>
                </c:pt>
                <c:pt idx="104">
                  <c:v>0.88829814088555981</c:v>
                </c:pt>
                <c:pt idx="105">
                  <c:v>0.88507237465236011</c:v>
                </c:pt>
                <c:pt idx="106">
                  <c:v>0.88631407683414742</c:v>
                </c:pt>
                <c:pt idx="107">
                  <c:v>0.88379536104531342</c:v>
                </c:pt>
                <c:pt idx="108">
                  <c:v>0.84748759806752005</c:v>
                </c:pt>
                <c:pt idx="109">
                  <c:v>0.79744674672768578</c:v>
                </c:pt>
                <c:pt idx="110">
                  <c:v>0.79744674672768578</c:v>
                </c:pt>
                <c:pt idx="111">
                  <c:v>0.75767121274967097</c:v>
                </c:pt>
                <c:pt idx="112">
                  <c:v>0.81599621049204552</c:v>
                </c:pt>
                <c:pt idx="113">
                  <c:v>0.81254588826988361</c:v>
                </c:pt>
                <c:pt idx="114">
                  <c:v>0.70260073761186825</c:v>
                </c:pt>
                <c:pt idx="115">
                  <c:v>0.76832708554350626</c:v>
                </c:pt>
                <c:pt idx="116">
                  <c:v>0.73085022058809757</c:v>
                </c:pt>
                <c:pt idx="117">
                  <c:v>0.74812714109915845</c:v>
                </c:pt>
                <c:pt idx="118">
                  <c:v>0.81951890925716175</c:v>
                </c:pt>
                <c:pt idx="119">
                  <c:v>0.8263799320049966</c:v>
                </c:pt>
                <c:pt idx="120">
                  <c:v>0.82478602429419701</c:v>
                </c:pt>
                <c:pt idx="121">
                  <c:v>0.81686282095814366</c:v>
                </c:pt>
                <c:pt idx="122">
                  <c:v>0.80807149473903783</c:v>
                </c:pt>
                <c:pt idx="123">
                  <c:v>0.77783403735744605</c:v>
                </c:pt>
                <c:pt idx="124">
                  <c:v>0.69528028144531095</c:v>
                </c:pt>
                <c:pt idx="125">
                  <c:v>0.63267241864898449</c:v>
                </c:pt>
                <c:pt idx="126">
                  <c:v>0.60569175356282723</c:v>
                </c:pt>
                <c:pt idx="127">
                  <c:v>0.57343184072471942</c:v>
                </c:pt>
                <c:pt idx="128">
                  <c:v>0.58795254732817659</c:v>
                </c:pt>
                <c:pt idx="129">
                  <c:v>0.39082116641682313</c:v>
                </c:pt>
                <c:pt idx="130">
                  <c:v>0.4330864642120939</c:v>
                </c:pt>
                <c:pt idx="131">
                  <c:v>0.31856955774356621</c:v>
                </c:pt>
                <c:pt idx="132">
                  <c:v>0.42624975952077765</c:v>
                </c:pt>
                <c:pt idx="133">
                  <c:v>0.42922629610906576</c:v>
                </c:pt>
                <c:pt idx="134">
                  <c:v>0.40917398895537016</c:v>
                </c:pt>
                <c:pt idx="135">
                  <c:v>0.40797811985401045</c:v>
                </c:pt>
                <c:pt idx="136">
                  <c:v>0.40797811985401045</c:v>
                </c:pt>
                <c:pt idx="137">
                  <c:v>0.28211495793674252</c:v>
                </c:pt>
                <c:pt idx="138">
                  <c:v>0.32707732602530493</c:v>
                </c:pt>
                <c:pt idx="139">
                  <c:v>0.2818649256036454</c:v>
                </c:pt>
                <c:pt idx="140">
                  <c:v>0.27463010199382165</c:v>
                </c:pt>
                <c:pt idx="141">
                  <c:v>0.33277831045649614</c:v>
                </c:pt>
                <c:pt idx="142">
                  <c:v>0.40445747526612724</c:v>
                </c:pt>
                <c:pt idx="143">
                  <c:v>0.41528178559290679</c:v>
                </c:pt>
                <c:pt idx="144">
                  <c:v>0.41314719259777027</c:v>
                </c:pt>
                <c:pt idx="145">
                  <c:v>0.40232481590336117</c:v>
                </c:pt>
                <c:pt idx="146">
                  <c:v>0.43156912924668556</c:v>
                </c:pt>
                <c:pt idx="147">
                  <c:v>0.4605405147219428</c:v>
                </c:pt>
                <c:pt idx="148">
                  <c:v>0.42159370418067171</c:v>
                </c:pt>
                <c:pt idx="149">
                  <c:v>0.38756459325455095</c:v>
                </c:pt>
                <c:pt idx="150">
                  <c:v>0.41410653536495057</c:v>
                </c:pt>
                <c:pt idx="151">
                  <c:v>0.3969981593322805</c:v>
                </c:pt>
                <c:pt idx="152">
                  <c:v>0.37338021104571051</c:v>
                </c:pt>
                <c:pt idx="153">
                  <c:v>0.3707206267478419</c:v>
                </c:pt>
                <c:pt idx="154">
                  <c:v>0.33974567777608206</c:v>
                </c:pt>
                <c:pt idx="155">
                  <c:v>0.33029809597210952</c:v>
                </c:pt>
                <c:pt idx="156">
                  <c:v>0.26212623729092371</c:v>
                </c:pt>
                <c:pt idx="157">
                  <c:v>0.2902260049252946</c:v>
                </c:pt>
                <c:pt idx="158">
                  <c:v>0.36774882579493112</c:v>
                </c:pt>
                <c:pt idx="159">
                  <c:v>0.37084428304329614</c:v>
                </c:pt>
                <c:pt idx="160">
                  <c:v>0.38160196936392621</c:v>
                </c:pt>
                <c:pt idx="161">
                  <c:v>0.40068103493110224</c:v>
                </c:pt>
                <c:pt idx="162">
                  <c:v>0.38532630107916044</c:v>
                </c:pt>
                <c:pt idx="163">
                  <c:v>0.3755719775185945</c:v>
                </c:pt>
                <c:pt idx="164">
                  <c:v>0.36967404481869215</c:v>
                </c:pt>
                <c:pt idx="165">
                  <c:v>0.38316963725836589</c:v>
                </c:pt>
                <c:pt idx="166">
                  <c:v>0.36933430427665681</c:v>
                </c:pt>
                <c:pt idx="167">
                  <c:v>0.38030249532079374</c:v>
                </c:pt>
                <c:pt idx="168">
                  <c:v>0.36565400061256043</c:v>
                </c:pt>
                <c:pt idx="169">
                  <c:v>0.35521926568999218</c:v>
                </c:pt>
                <c:pt idx="170">
                  <c:v>0.36683376695248865</c:v>
                </c:pt>
                <c:pt idx="171">
                  <c:v>0.38166972699665563</c:v>
                </c:pt>
                <c:pt idx="172">
                  <c:v>0.37393962817107157</c:v>
                </c:pt>
                <c:pt idx="173">
                  <c:v>0.37360583835556432</c:v>
                </c:pt>
                <c:pt idx="174">
                  <c:v>0.40975674753773905</c:v>
                </c:pt>
                <c:pt idx="175">
                  <c:v>0.4132153406951769</c:v>
                </c:pt>
                <c:pt idx="176">
                  <c:v>0.44799454346559853</c:v>
                </c:pt>
                <c:pt idx="177">
                  <c:v>0.46362020494951672</c:v>
                </c:pt>
                <c:pt idx="178">
                  <c:v>0.46847875373528863</c:v>
                </c:pt>
                <c:pt idx="179">
                  <c:v>0.41096738430920449</c:v>
                </c:pt>
                <c:pt idx="180">
                  <c:v>0.42635938692148717</c:v>
                </c:pt>
                <c:pt idx="181">
                  <c:v>0.46847875373528863</c:v>
                </c:pt>
                <c:pt idx="182">
                  <c:v>0.48178321750260522</c:v>
                </c:pt>
                <c:pt idx="183">
                  <c:v>0.42147742037560049</c:v>
                </c:pt>
                <c:pt idx="184">
                  <c:v>0.45155296827836544</c:v>
                </c:pt>
                <c:pt idx="185">
                  <c:v>0.45155296827836544</c:v>
                </c:pt>
                <c:pt idx="186">
                  <c:v>0.45923072088835232</c:v>
                </c:pt>
                <c:pt idx="187">
                  <c:v>0.42413376349642812</c:v>
                </c:pt>
                <c:pt idx="188">
                  <c:v>0.45575254137027688</c:v>
                </c:pt>
                <c:pt idx="189">
                  <c:v>0.49084413664233395</c:v>
                </c:pt>
                <c:pt idx="190">
                  <c:v>0.49084413664233395</c:v>
                </c:pt>
                <c:pt idx="191">
                  <c:v>0.4873264191007175</c:v>
                </c:pt>
                <c:pt idx="192">
                  <c:v>0.4741591952243816</c:v>
                </c:pt>
                <c:pt idx="193">
                  <c:v>0.3981672862675662</c:v>
                </c:pt>
                <c:pt idx="194">
                  <c:v>0.41373230170663788</c:v>
                </c:pt>
                <c:pt idx="195">
                  <c:v>0.43232059685066798</c:v>
                </c:pt>
                <c:pt idx="196">
                  <c:v>0.47165449273347226</c:v>
                </c:pt>
                <c:pt idx="197">
                  <c:v>0.57517284737260799</c:v>
                </c:pt>
                <c:pt idx="198">
                  <c:v>0.58745733896979668</c:v>
                </c:pt>
                <c:pt idx="199">
                  <c:v>0.57181297396619646</c:v>
                </c:pt>
                <c:pt idx="200">
                  <c:v>0.54857982917990311</c:v>
                </c:pt>
                <c:pt idx="201">
                  <c:v>0.55497671209744126</c:v>
                </c:pt>
                <c:pt idx="202">
                  <c:v>0.56606721089043732</c:v>
                </c:pt>
                <c:pt idx="203">
                  <c:v>0.57290983086857539</c:v>
                </c:pt>
                <c:pt idx="204">
                  <c:v>0.59279776197128353</c:v>
                </c:pt>
                <c:pt idx="205">
                  <c:v>0.5786710507683992</c:v>
                </c:pt>
                <c:pt idx="206">
                  <c:v>0.6155496963810797</c:v>
                </c:pt>
                <c:pt idx="207">
                  <c:v>0.60574636223541978</c:v>
                </c:pt>
                <c:pt idx="208">
                  <c:v>0.59072795930158906</c:v>
                </c:pt>
                <c:pt idx="209">
                  <c:v>0.63580141506138355</c:v>
                </c:pt>
                <c:pt idx="210">
                  <c:v>0.66264885680249008</c:v>
                </c:pt>
                <c:pt idx="211">
                  <c:v>0.66474126748702123</c:v>
                </c:pt>
                <c:pt idx="212">
                  <c:v>0.66264885680249008</c:v>
                </c:pt>
                <c:pt idx="213">
                  <c:v>0.68438167594716182</c:v>
                </c:pt>
                <c:pt idx="214">
                  <c:v>0.64890841265420796</c:v>
                </c:pt>
                <c:pt idx="215">
                  <c:v>0.62651628119673453</c:v>
                </c:pt>
                <c:pt idx="216">
                  <c:v>0.61098575112407738</c:v>
                </c:pt>
                <c:pt idx="217">
                  <c:v>0.61966926616186646</c:v>
                </c:pt>
                <c:pt idx="218">
                  <c:v>0.57559445438514367</c:v>
                </c:pt>
                <c:pt idx="219">
                  <c:v>0.60937196228640689</c:v>
                </c:pt>
                <c:pt idx="220">
                  <c:v>0.64195316325793905</c:v>
                </c:pt>
                <c:pt idx="221">
                  <c:v>0.62778439660000751</c:v>
                </c:pt>
                <c:pt idx="222">
                  <c:v>0.64459292642165245</c:v>
                </c:pt>
                <c:pt idx="223">
                  <c:v>0.63055503904182508</c:v>
                </c:pt>
                <c:pt idx="224">
                  <c:v>0.64951370522505292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'Pre 2005'!$C$2</c:f>
              <c:strCache>
                <c:ptCount val="1"/>
                <c:pt idx="0">
                  <c:v>HARP</c:v>
                </c:pt>
              </c:strCache>
            </c:strRef>
          </c:tx>
          <c:spPr>
            <a:ln w="19050">
              <a:solidFill>
                <a:schemeClr val="accent1">
                  <a:lumMod val="20000"/>
                  <a:lumOff val="80000"/>
                </a:schemeClr>
              </a:solidFill>
            </a:ln>
          </c:spPr>
          <c:marker>
            <c:symbol val="none"/>
          </c:marker>
          <c:cat>
            <c:numRef>
              <c:f>'Pre 2005'!$A$3:$A$227</c:f>
              <c:numCache>
                <c:formatCode>m/d/yyyy</c:formatCode>
                <c:ptCount val="225"/>
                <c:pt idx="0">
                  <c:v>40549</c:v>
                </c:pt>
                <c:pt idx="1">
                  <c:v>40556</c:v>
                </c:pt>
                <c:pt idx="2">
                  <c:v>40563</c:v>
                </c:pt>
                <c:pt idx="3">
                  <c:v>40570</c:v>
                </c:pt>
                <c:pt idx="4">
                  <c:v>40577</c:v>
                </c:pt>
                <c:pt idx="5">
                  <c:v>40584</c:v>
                </c:pt>
                <c:pt idx="6">
                  <c:v>40591</c:v>
                </c:pt>
                <c:pt idx="7">
                  <c:v>40598</c:v>
                </c:pt>
                <c:pt idx="8">
                  <c:v>40605</c:v>
                </c:pt>
                <c:pt idx="9">
                  <c:v>40612</c:v>
                </c:pt>
                <c:pt idx="10">
                  <c:v>40619</c:v>
                </c:pt>
                <c:pt idx="11">
                  <c:v>40626</c:v>
                </c:pt>
                <c:pt idx="12">
                  <c:v>40633</c:v>
                </c:pt>
                <c:pt idx="13">
                  <c:v>40640</c:v>
                </c:pt>
                <c:pt idx="14">
                  <c:v>40647</c:v>
                </c:pt>
                <c:pt idx="15">
                  <c:v>40654</c:v>
                </c:pt>
                <c:pt idx="16">
                  <c:v>40661</c:v>
                </c:pt>
                <c:pt idx="17">
                  <c:v>40668</c:v>
                </c:pt>
                <c:pt idx="18">
                  <c:v>40675</c:v>
                </c:pt>
                <c:pt idx="19">
                  <c:v>40682</c:v>
                </c:pt>
                <c:pt idx="20">
                  <c:v>40689</c:v>
                </c:pt>
                <c:pt idx="21">
                  <c:v>40696</c:v>
                </c:pt>
                <c:pt idx="22">
                  <c:v>40703</c:v>
                </c:pt>
                <c:pt idx="23">
                  <c:v>40710</c:v>
                </c:pt>
                <c:pt idx="24">
                  <c:v>40717</c:v>
                </c:pt>
                <c:pt idx="25">
                  <c:v>40724</c:v>
                </c:pt>
                <c:pt idx="26">
                  <c:v>40731</c:v>
                </c:pt>
                <c:pt idx="27">
                  <c:v>40738</c:v>
                </c:pt>
                <c:pt idx="28">
                  <c:v>40745</c:v>
                </c:pt>
                <c:pt idx="29">
                  <c:v>40752</c:v>
                </c:pt>
                <c:pt idx="30">
                  <c:v>40759</c:v>
                </c:pt>
                <c:pt idx="31">
                  <c:v>40766</c:v>
                </c:pt>
                <c:pt idx="32">
                  <c:v>40773</c:v>
                </c:pt>
                <c:pt idx="33">
                  <c:v>40780</c:v>
                </c:pt>
                <c:pt idx="34">
                  <c:v>40787</c:v>
                </c:pt>
                <c:pt idx="35">
                  <c:v>40794</c:v>
                </c:pt>
                <c:pt idx="36">
                  <c:v>40801</c:v>
                </c:pt>
                <c:pt idx="37">
                  <c:v>40808</c:v>
                </c:pt>
                <c:pt idx="38">
                  <c:v>40815</c:v>
                </c:pt>
                <c:pt idx="39">
                  <c:v>40822</c:v>
                </c:pt>
                <c:pt idx="40">
                  <c:v>40829</c:v>
                </c:pt>
                <c:pt idx="41">
                  <c:v>40836</c:v>
                </c:pt>
                <c:pt idx="42">
                  <c:v>40843</c:v>
                </c:pt>
                <c:pt idx="43">
                  <c:v>40850</c:v>
                </c:pt>
                <c:pt idx="44">
                  <c:v>40857</c:v>
                </c:pt>
                <c:pt idx="45">
                  <c:v>40864</c:v>
                </c:pt>
                <c:pt idx="46">
                  <c:v>40870</c:v>
                </c:pt>
                <c:pt idx="47">
                  <c:v>40878</c:v>
                </c:pt>
                <c:pt idx="48">
                  <c:v>40885</c:v>
                </c:pt>
                <c:pt idx="49">
                  <c:v>40892</c:v>
                </c:pt>
                <c:pt idx="50">
                  <c:v>40899</c:v>
                </c:pt>
                <c:pt idx="51">
                  <c:v>40906</c:v>
                </c:pt>
                <c:pt idx="52">
                  <c:v>40913</c:v>
                </c:pt>
                <c:pt idx="53">
                  <c:v>40920</c:v>
                </c:pt>
                <c:pt idx="54">
                  <c:v>40927</c:v>
                </c:pt>
                <c:pt idx="55">
                  <c:v>40934</c:v>
                </c:pt>
                <c:pt idx="56">
                  <c:v>40941</c:v>
                </c:pt>
                <c:pt idx="57">
                  <c:v>40948</c:v>
                </c:pt>
                <c:pt idx="58">
                  <c:v>40955</c:v>
                </c:pt>
                <c:pt idx="59">
                  <c:v>40962</c:v>
                </c:pt>
                <c:pt idx="60">
                  <c:v>40969</c:v>
                </c:pt>
                <c:pt idx="61">
                  <c:v>40976</c:v>
                </c:pt>
                <c:pt idx="62">
                  <c:v>40983</c:v>
                </c:pt>
                <c:pt idx="63">
                  <c:v>40990</c:v>
                </c:pt>
                <c:pt idx="64">
                  <c:v>40997</c:v>
                </c:pt>
                <c:pt idx="65">
                  <c:v>41004</c:v>
                </c:pt>
                <c:pt idx="66">
                  <c:v>41011</c:v>
                </c:pt>
                <c:pt idx="67">
                  <c:v>41018</c:v>
                </c:pt>
                <c:pt idx="68">
                  <c:v>41025</c:v>
                </c:pt>
                <c:pt idx="69">
                  <c:v>41032</c:v>
                </c:pt>
                <c:pt idx="70">
                  <c:v>41039</c:v>
                </c:pt>
                <c:pt idx="71">
                  <c:v>41046</c:v>
                </c:pt>
                <c:pt idx="72">
                  <c:v>41053</c:v>
                </c:pt>
                <c:pt idx="73">
                  <c:v>41060</c:v>
                </c:pt>
                <c:pt idx="74">
                  <c:v>41067</c:v>
                </c:pt>
                <c:pt idx="75">
                  <c:v>41074</c:v>
                </c:pt>
                <c:pt idx="76">
                  <c:v>41081</c:v>
                </c:pt>
                <c:pt idx="77">
                  <c:v>41088</c:v>
                </c:pt>
                <c:pt idx="78">
                  <c:v>41095</c:v>
                </c:pt>
                <c:pt idx="79">
                  <c:v>41102</c:v>
                </c:pt>
                <c:pt idx="80">
                  <c:v>41109</c:v>
                </c:pt>
                <c:pt idx="81">
                  <c:v>41116</c:v>
                </c:pt>
                <c:pt idx="82">
                  <c:v>41123</c:v>
                </c:pt>
                <c:pt idx="83">
                  <c:v>41130</c:v>
                </c:pt>
                <c:pt idx="84">
                  <c:v>41137</c:v>
                </c:pt>
                <c:pt idx="85">
                  <c:v>41144</c:v>
                </c:pt>
                <c:pt idx="86">
                  <c:v>41151</c:v>
                </c:pt>
                <c:pt idx="87">
                  <c:v>41158</c:v>
                </c:pt>
                <c:pt idx="88">
                  <c:v>41165</c:v>
                </c:pt>
                <c:pt idx="89">
                  <c:v>41172</c:v>
                </c:pt>
                <c:pt idx="90">
                  <c:v>41179</c:v>
                </c:pt>
                <c:pt idx="91">
                  <c:v>41186</c:v>
                </c:pt>
                <c:pt idx="92">
                  <c:v>41193</c:v>
                </c:pt>
                <c:pt idx="93">
                  <c:v>41200</c:v>
                </c:pt>
                <c:pt idx="94">
                  <c:v>41207</c:v>
                </c:pt>
                <c:pt idx="95">
                  <c:v>41214</c:v>
                </c:pt>
                <c:pt idx="96">
                  <c:v>41221</c:v>
                </c:pt>
                <c:pt idx="97">
                  <c:v>41228</c:v>
                </c:pt>
                <c:pt idx="98">
                  <c:v>41234</c:v>
                </c:pt>
                <c:pt idx="99">
                  <c:v>41242</c:v>
                </c:pt>
                <c:pt idx="100">
                  <c:v>41249</c:v>
                </c:pt>
                <c:pt idx="101">
                  <c:v>41256</c:v>
                </c:pt>
                <c:pt idx="102">
                  <c:v>41263</c:v>
                </c:pt>
                <c:pt idx="103">
                  <c:v>41270</c:v>
                </c:pt>
                <c:pt idx="104">
                  <c:v>41277</c:v>
                </c:pt>
                <c:pt idx="105">
                  <c:v>41284</c:v>
                </c:pt>
                <c:pt idx="106">
                  <c:v>41291</c:v>
                </c:pt>
                <c:pt idx="107">
                  <c:v>41298</c:v>
                </c:pt>
                <c:pt idx="108">
                  <c:v>41305</c:v>
                </c:pt>
                <c:pt idx="109">
                  <c:v>41312</c:v>
                </c:pt>
                <c:pt idx="110">
                  <c:v>41319</c:v>
                </c:pt>
                <c:pt idx="111">
                  <c:v>41326</c:v>
                </c:pt>
                <c:pt idx="112">
                  <c:v>41333</c:v>
                </c:pt>
                <c:pt idx="113">
                  <c:v>41340</c:v>
                </c:pt>
                <c:pt idx="114">
                  <c:v>41347</c:v>
                </c:pt>
                <c:pt idx="115">
                  <c:v>41354</c:v>
                </c:pt>
                <c:pt idx="116">
                  <c:v>41361</c:v>
                </c:pt>
                <c:pt idx="117">
                  <c:v>41368</c:v>
                </c:pt>
                <c:pt idx="118">
                  <c:v>41375</c:v>
                </c:pt>
                <c:pt idx="119">
                  <c:v>41382</c:v>
                </c:pt>
                <c:pt idx="120">
                  <c:v>41389</c:v>
                </c:pt>
                <c:pt idx="121">
                  <c:v>41396</c:v>
                </c:pt>
                <c:pt idx="122">
                  <c:v>41403</c:v>
                </c:pt>
                <c:pt idx="123">
                  <c:v>41410</c:v>
                </c:pt>
                <c:pt idx="124">
                  <c:v>41417</c:v>
                </c:pt>
                <c:pt idx="125">
                  <c:v>41424</c:v>
                </c:pt>
                <c:pt idx="126">
                  <c:v>41431</c:v>
                </c:pt>
                <c:pt idx="127">
                  <c:v>41438</c:v>
                </c:pt>
                <c:pt idx="128">
                  <c:v>41445</c:v>
                </c:pt>
                <c:pt idx="129">
                  <c:v>41452</c:v>
                </c:pt>
                <c:pt idx="130">
                  <c:v>41458</c:v>
                </c:pt>
                <c:pt idx="131">
                  <c:v>41466</c:v>
                </c:pt>
                <c:pt idx="132">
                  <c:v>41473</c:v>
                </c:pt>
                <c:pt idx="133">
                  <c:v>41480</c:v>
                </c:pt>
                <c:pt idx="134">
                  <c:v>41487</c:v>
                </c:pt>
                <c:pt idx="135">
                  <c:v>41494</c:v>
                </c:pt>
                <c:pt idx="136">
                  <c:v>41501</c:v>
                </c:pt>
                <c:pt idx="137">
                  <c:v>41508</c:v>
                </c:pt>
                <c:pt idx="138">
                  <c:v>41515</c:v>
                </c:pt>
                <c:pt idx="139">
                  <c:v>41522</c:v>
                </c:pt>
                <c:pt idx="140">
                  <c:v>41529</c:v>
                </c:pt>
                <c:pt idx="141">
                  <c:v>41536</c:v>
                </c:pt>
                <c:pt idx="142">
                  <c:v>41543</c:v>
                </c:pt>
                <c:pt idx="143">
                  <c:v>41550</c:v>
                </c:pt>
                <c:pt idx="144">
                  <c:v>41557</c:v>
                </c:pt>
                <c:pt idx="145">
                  <c:v>41564</c:v>
                </c:pt>
                <c:pt idx="146">
                  <c:v>41571</c:v>
                </c:pt>
                <c:pt idx="147">
                  <c:v>41578</c:v>
                </c:pt>
                <c:pt idx="148">
                  <c:v>41585</c:v>
                </c:pt>
                <c:pt idx="149">
                  <c:v>41592</c:v>
                </c:pt>
                <c:pt idx="150">
                  <c:v>41599</c:v>
                </c:pt>
                <c:pt idx="151">
                  <c:v>41605</c:v>
                </c:pt>
                <c:pt idx="152">
                  <c:v>41613</c:v>
                </c:pt>
                <c:pt idx="153">
                  <c:v>41620</c:v>
                </c:pt>
                <c:pt idx="154">
                  <c:v>41627</c:v>
                </c:pt>
                <c:pt idx="155">
                  <c:v>41634</c:v>
                </c:pt>
                <c:pt idx="156">
                  <c:v>41641</c:v>
                </c:pt>
                <c:pt idx="157">
                  <c:v>41648</c:v>
                </c:pt>
                <c:pt idx="158">
                  <c:v>41655</c:v>
                </c:pt>
                <c:pt idx="159">
                  <c:v>41662</c:v>
                </c:pt>
                <c:pt idx="160">
                  <c:v>41669</c:v>
                </c:pt>
                <c:pt idx="161">
                  <c:v>41676</c:v>
                </c:pt>
                <c:pt idx="162">
                  <c:v>41683</c:v>
                </c:pt>
                <c:pt idx="163">
                  <c:v>41690</c:v>
                </c:pt>
                <c:pt idx="164">
                  <c:v>41697</c:v>
                </c:pt>
                <c:pt idx="165">
                  <c:v>41704</c:v>
                </c:pt>
                <c:pt idx="166">
                  <c:v>41711</c:v>
                </c:pt>
                <c:pt idx="167">
                  <c:v>41718</c:v>
                </c:pt>
                <c:pt idx="168">
                  <c:v>41725</c:v>
                </c:pt>
                <c:pt idx="169">
                  <c:v>41732</c:v>
                </c:pt>
                <c:pt idx="170">
                  <c:v>41739</c:v>
                </c:pt>
                <c:pt idx="171">
                  <c:v>41746</c:v>
                </c:pt>
                <c:pt idx="172">
                  <c:v>41753</c:v>
                </c:pt>
                <c:pt idx="173">
                  <c:v>41760</c:v>
                </c:pt>
                <c:pt idx="174">
                  <c:v>41767</c:v>
                </c:pt>
                <c:pt idx="175">
                  <c:v>41774</c:v>
                </c:pt>
                <c:pt idx="176">
                  <c:v>41781</c:v>
                </c:pt>
                <c:pt idx="177">
                  <c:v>41788</c:v>
                </c:pt>
                <c:pt idx="178">
                  <c:v>41795</c:v>
                </c:pt>
                <c:pt idx="179">
                  <c:v>41802</c:v>
                </c:pt>
                <c:pt idx="180">
                  <c:v>41809</c:v>
                </c:pt>
                <c:pt idx="181">
                  <c:v>41816</c:v>
                </c:pt>
                <c:pt idx="182">
                  <c:v>41823</c:v>
                </c:pt>
                <c:pt idx="183">
                  <c:v>41830</c:v>
                </c:pt>
                <c:pt idx="184">
                  <c:v>41837</c:v>
                </c:pt>
                <c:pt idx="185">
                  <c:v>41844</c:v>
                </c:pt>
                <c:pt idx="186">
                  <c:v>41851</c:v>
                </c:pt>
                <c:pt idx="187">
                  <c:v>41858</c:v>
                </c:pt>
                <c:pt idx="188">
                  <c:v>41865</c:v>
                </c:pt>
                <c:pt idx="189">
                  <c:v>41872</c:v>
                </c:pt>
                <c:pt idx="190">
                  <c:v>41879</c:v>
                </c:pt>
                <c:pt idx="191">
                  <c:v>41886</c:v>
                </c:pt>
                <c:pt idx="192">
                  <c:v>41893</c:v>
                </c:pt>
                <c:pt idx="193">
                  <c:v>41900</c:v>
                </c:pt>
                <c:pt idx="194">
                  <c:v>41907</c:v>
                </c:pt>
                <c:pt idx="195">
                  <c:v>41914</c:v>
                </c:pt>
                <c:pt idx="196">
                  <c:v>41921</c:v>
                </c:pt>
                <c:pt idx="197">
                  <c:v>41928</c:v>
                </c:pt>
                <c:pt idx="198">
                  <c:v>41935</c:v>
                </c:pt>
                <c:pt idx="199">
                  <c:v>41942</c:v>
                </c:pt>
                <c:pt idx="200">
                  <c:v>41949</c:v>
                </c:pt>
                <c:pt idx="201">
                  <c:v>41956</c:v>
                </c:pt>
                <c:pt idx="202">
                  <c:v>41963</c:v>
                </c:pt>
                <c:pt idx="203">
                  <c:v>41969</c:v>
                </c:pt>
                <c:pt idx="204">
                  <c:v>41977</c:v>
                </c:pt>
                <c:pt idx="205">
                  <c:v>41984</c:v>
                </c:pt>
                <c:pt idx="206">
                  <c:v>41991</c:v>
                </c:pt>
                <c:pt idx="207">
                  <c:v>41997</c:v>
                </c:pt>
                <c:pt idx="208">
                  <c:v>42004</c:v>
                </c:pt>
                <c:pt idx="209">
                  <c:v>42012</c:v>
                </c:pt>
                <c:pt idx="210">
                  <c:v>42019</c:v>
                </c:pt>
                <c:pt idx="211">
                  <c:v>42026</c:v>
                </c:pt>
                <c:pt idx="212">
                  <c:v>42033</c:v>
                </c:pt>
                <c:pt idx="213">
                  <c:v>42040</c:v>
                </c:pt>
                <c:pt idx="214">
                  <c:v>42047</c:v>
                </c:pt>
                <c:pt idx="215">
                  <c:v>42054</c:v>
                </c:pt>
                <c:pt idx="216">
                  <c:v>42061</c:v>
                </c:pt>
                <c:pt idx="217">
                  <c:v>42068</c:v>
                </c:pt>
                <c:pt idx="218">
                  <c:v>42075</c:v>
                </c:pt>
                <c:pt idx="219">
                  <c:v>42082</c:v>
                </c:pt>
                <c:pt idx="220">
                  <c:v>42089</c:v>
                </c:pt>
                <c:pt idx="221">
                  <c:v>42096</c:v>
                </c:pt>
                <c:pt idx="222">
                  <c:v>42103</c:v>
                </c:pt>
                <c:pt idx="223">
                  <c:v>42110</c:v>
                </c:pt>
                <c:pt idx="224">
                  <c:v>42117</c:v>
                </c:pt>
              </c:numCache>
            </c:numRef>
          </c:cat>
          <c:val>
            <c:numRef>
              <c:f>'Pre 2005'!$C$3:$C$227</c:f>
              <c:numCache>
                <c:formatCode>0%</c:formatCode>
                <c:ptCount val="225"/>
                <c:pt idx="0">
                  <c:v>0.41917445646047702</c:v>
                </c:pt>
                <c:pt idx="1">
                  <c:v>0.43621985629656101</c:v>
                </c:pt>
                <c:pt idx="2">
                  <c:v>0.41944708561696598</c:v>
                </c:pt>
                <c:pt idx="3">
                  <c:v>0.418710148423519</c:v>
                </c:pt>
                <c:pt idx="4">
                  <c:v>0.38887560757790002</c:v>
                </c:pt>
                <c:pt idx="5">
                  <c:v>0.35101070043975402</c:v>
                </c:pt>
                <c:pt idx="6">
                  <c:v>0.36422873018148</c:v>
                </c:pt>
                <c:pt idx="7">
                  <c:v>0.37426156705539698</c:v>
                </c:pt>
                <c:pt idx="8">
                  <c:v>0.378077073966118</c:v>
                </c:pt>
                <c:pt idx="9">
                  <c:v>0.37803494484535199</c:v>
                </c:pt>
                <c:pt idx="10">
                  <c:v>0.407679162563724</c:v>
                </c:pt>
                <c:pt idx="11">
                  <c:v>0.39154691259907098</c:v>
                </c:pt>
                <c:pt idx="12">
                  <c:v>0.37809391960358502</c:v>
                </c:pt>
                <c:pt idx="13">
                  <c:v>0.36996472497765398</c:v>
                </c:pt>
                <c:pt idx="14">
                  <c:v>0.36984016473175102</c:v>
                </c:pt>
                <c:pt idx="15">
                  <c:v>0.38384871096807699</c:v>
                </c:pt>
                <c:pt idx="16">
                  <c:v>0.38433074982262799</c:v>
                </c:pt>
                <c:pt idx="17">
                  <c:v>0.394871405610702</c:v>
                </c:pt>
                <c:pt idx="18">
                  <c:v>0.43079303669576202</c:v>
                </c:pt>
                <c:pt idx="19">
                  <c:v>0.43090192835496699</c:v>
                </c:pt>
                <c:pt idx="20">
                  <c:v>0.431110671725766</c:v>
                </c:pt>
                <c:pt idx="21">
                  <c:v>0.45342303565958197</c:v>
                </c:pt>
                <c:pt idx="22">
                  <c:v>0.47629557608974499</c:v>
                </c:pt>
                <c:pt idx="23">
                  <c:v>0.47626301055025799</c:v>
                </c:pt>
                <c:pt idx="24">
                  <c:v>0.45342303565958197</c:v>
                </c:pt>
                <c:pt idx="25">
                  <c:v>0.47533111966863201</c:v>
                </c:pt>
                <c:pt idx="26">
                  <c:v>0.42115773967800002</c:v>
                </c:pt>
                <c:pt idx="27">
                  <c:v>0.47005900282082203</c:v>
                </c:pt>
                <c:pt idx="28">
                  <c:v>0.44797749734765901</c:v>
                </c:pt>
                <c:pt idx="29">
                  <c:v>0.44409861209358098</c:v>
                </c:pt>
                <c:pt idx="30">
                  <c:v>0.515379400381896</c:v>
                </c:pt>
                <c:pt idx="31">
                  <c:v>0.61745026323361196</c:v>
                </c:pt>
                <c:pt idx="32">
                  <c:v>0.71103111098302996</c:v>
                </c:pt>
                <c:pt idx="33">
                  <c:v>0.66735967344709601</c:v>
                </c:pt>
                <c:pt idx="34">
                  <c:v>0.66070318293374397</c:v>
                </c:pt>
                <c:pt idx="35">
                  <c:v>0.72862294428542695</c:v>
                </c:pt>
                <c:pt idx="36">
                  <c:v>0.73180955418473204</c:v>
                </c:pt>
                <c:pt idx="37">
                  <c:v>0.73180955418473204</c:v>
                </c:pt>
                <c:pt idx="38">
                  <c:v>0.78537510001402</c:v>
                </c:pt>
                <c:pt idx="39">
                  <c:v>0.77200889405912698</c:v>
                </c:pt>
                <c:pt idx="40">
                  <c:v>0.68762581065136796</c:v>
                </c:pt>
                <c:pt idx="41">
                  <c:v>0.70907311332117495</c:v>
                </c:pt>
                <c:pt idx="42">
                  <c:v>0.71096371307505601</c:v>
                </c:pt>
                <c:pt idx="43">
                  <c:v>0.75213064967891696</c:v>
                </c:pt>
                <c:pt idx="44">
                  <c:v>0.75215343752934904</c:v>
                </c:pt>
                <c:pt idx="45">
                  <c:v>0.75213064967891696</c:v>
                </c:pt>
                <c:pt idx="46">
                  <c:v>0.75451882195048703</c:v>
                </c:pt>
                <c:pt idx="47">
                  <c:v>0.73701250506221705</c:v>
                </c:pt>
                <c:pt idx="48">
                  <c:v>0.737034618623016</c:v>
                </c:pt>
                <c:pt idx="49">
                  <c:v>0.74005848510739902</c:v>
                </c:pt>
                <c:pt idx="50">
                  <c:v>0.77262482249298603</c:v>
                </c:pt>
                <c:pt idx="51">
                  <c:v>0.76353022654842795</c:v>
                </c:pt>
                <c:pt idx="52">
                  <c:v>0.75017446397926801</c:v>
                </c:pt>
                <c:pt idx="53">
                  <c:v>0.76194885743932395</c:v>
                </c:pt>
                <c:pt idx="54">
                  <c:v>0.76015152542719999</c:v>
                </c:pt>
                <c:pt idx="55">
                  <c:v>0.72538795894175401</c:v>
                </c:pt>
                <c:pt idx="56">
                  <c:v>0.73976850442679698</c:v>
                </c:pt>
                <c:pt idx="57">
                  <c:v>0.73976850442679698</c:v>
                </c:pt>
                <c:pt idx="58">
                  <c:v>0.73976850442679698</c:v>
                </c:pt>
                <c:pt idx="59">
                  <c:v>0.70482380254349597</c:v>
                </c:pt>
                <c:pt idx="60">
                  <c:v>0.71197045097818001</c:v>
                </c:pt>
                <c:pt idx="61">
                  <c:v>0.72185562668080905</c:v>
                </c:pt>
                <c:pt idx="62">
                  <c:v>0.71184965643423004</c:v>
                </c:pt>
                <c:pt idx="63">
                  <c:v>0.63003810447880604</c:v>
                </c:pt>
                <c:pt idx="64">
                  <c:v>0.68476549375243201</c:v>
                </c:pt>
                <c:pt idx="65">
                  <c:v>0.68702063249841105</c:v>
                </c:pt>
                <c:pt idx="66">
                  <c:v>0.74360097428026795</c:v>
                </c:pt>
                <c:pt idx="67">
                  <c:v>0.71319163212853798</c:v>
                </c:pt>
                <c:pt idx="68">
                  <c:v>0.74360097428026795</c:v>
                </c:pt>
                <c:pt idx="69">
                  <c:v>0.74458940201611601</c:v>
                </c:pt>
                <c:pt idx="70">
                  <c:v>0.74880992852224404</c:v>
                </c:pt>
                <c:pt idx="71">
                  <c:v>0.77533293010841997</c:v>
                </c:pt>
                <c:pt idx="72">
                  <c:v>0.77252849495486897</c:v>
                </c:pt>
                <c:pt idx="73">
                  <c:v>0.77719223327132003</c:v>
                </c:pt>
                <c:pt idx="74">
                  <c:v>0.81161668458948799</c:v>
                </c:pt>
                <c:pt idx="75">
                  <c:v>0.79320998802631504</c:v>
                </c:pt>
                <c:pt idx="76">
                  <c:v>0.81309219550150202</c:v>
                </c:pt>
                <c:pt idx="77">
                  <c:v>0.81309219550150202</c:v>
                </c:pt>
                <c:pt idx="78">
                  <c:v>0.80304589352971401</c:v>
                </c:pt>
                <c:pt idx="79">
                  <c:v>0.83475833318603099</c:v>
                </c:pt>
                <c:pt idx="80">
                  <c:v>0.839279067165004</c:v>
                </c:pt>
                <c:pt idx="81">
                  <c:v>0.85583686182580798</c:v>
                </c:pt>
                <c:pt idx="82">
                  <c:v>0.81672598038940503</c:v>
                </c:pt>
                <c:pt idx="83">
                  <c:v>0.81660096914097402</c:v>
                </c:pt>
                <c:pt idx="84">
                  <c:v>0.80039531716996504</c:v>
                </c:pt>
                <c:pt idx="85">
                  <c:v>0.78286282867668</c:v>
                </c:pt>
                <c:pt idx="86">
                  <c:v>0.81660096914097402</c:v>
                </c:pt>
                <c:pt idx="87">
                  <c:v>0.80003630895948397</c:v>
                </c:pt>
                <c:pt idx="88">
                  <c:v>0.80517464210851997</c:v>
                </c:pt>
                <c:pt idx="89">
                  <c:v>0.82579336591607799</c:v>
                </c:pt>
                <c:pt idx="90">
                  <c:v>0.87352757054468799</c:v>
                </c:pt>
                <c:pt idx="91">
                  <c:v>0.85283995726602502</c:v>
                </c:pt>
                <c:pt idx="92">
                  <c:v>0.82980253162130702</c:v>
                </c:pt>
                <c:pt idx="93">
                  <c:v>0.84996407134381802</c:v>
                </c:pt>
                <c:pt idx="94">
                  <c:v>0.828248760892495</c:v>
                </c:pt>
                <c:pt idx="95">
                  <c:v>0.79915808926981402</c:v>
                </c:pt>
                <c:pt idx="96">
                  <c:v>0.79873425180913604</c:v>
                </c:pt>
                <c:pt idx="97">
                  <c:v>0.82276956639306598</c:v>
                </c:pt>
                <c:pt idx="98">
                  <c:v>0.84066676404946505</c:v>
                </c:pt>
                <c:pt idx="99">
                  <c:v>0.82275551487300902</c:v>
                </c:pt>
                <c:pt idx="100">
                  <c:v>0.80649977939682505</c:v>
                </c:pt>
                <c:pt idx="101">
                  <c:v>0.82418991295466604</c:v>
                </c:pt>
                <c:pt idx="102">
                  <c:v>0.80390223047279097</c:v>
                </c:pt>
                <c:pt idx="103">
                  <c:v>0.80591432289546205</c:v>
                </c:pt>
                <c:pt idx="104">
                  <c:v>0.78440164177592298</c:v>
                </c:pt>
                <c:pt idx="105">
                  <c:v>0.759606662501778</c:v>
                </c:pt>
                <c:pt idx="106">
                  <c:v>0.78142443901466097</c:v>
                </c:pt>
                <c:pt idx="107">
                  <c:v>0.75700205657756403</c:v>
                </c:pt>
                <c:pt idx="108">
                  <c:v>0.70776343414969201</c:v>
                </c:pt>
                <c:pt idx="109">
                  <c:v>0.68149824697650396</c:v>
                </c:pt>
                <c:pt idx="110">
                  <c:v>0.68149824697650396</c:v>
                </c:pt>
                <c:pt idx="111">
                  <c:v>0.66443156184372798</c:v>
                </c:pt>
                <c:pt idx="112">
                  <c:v>0.68474077330080096</c:v>
                </c:pt>
                <c:pt idx="113">
                  <c:v>0.65965341103045605</c:v>
                </c:pt>
                <c:pt idx="114">
                  <c:v>0.622542311024053</c:v>
                </c:pt>
                <c:pt idx="115">
                  <c:v>0.65490269555006198</c:v>
                </c:pt>
                <c:pt idx="116">
                  <c:v>0.63814443106247998</c:v>
                </c:pt>
                <c:pt idx="117">
                  <c:v>0.63701726572087702</c:v>
                </c:pt>
                <c:pt idx="118">
                  <c:v>0.66472248963496305</c:v>
                </c:pt>
                <c:pt idx="119">
                  <c:v>0.691617287637183</c:v>
                </c:pt>
                <c:pt idx="120">
                  <c:v>0.68894417616710202</c:v>
                </c:pt>
                <c:pt idx="121">
                  <c:v>0.70646423511043499</c:v>
                </c:pt>
                <c:pt idx="122">
                  <c:v>0.67710126151444505</c:v>
                </c:pt>
                <c:pt idx="123">
                  <c:v>0.64608424059300296</c:v>
                </c:pt>
                <c:pt idx="124">
                  <c:v>0.60492342195832605</c:v>
                </c:pt>
                <c:pt idx="125">
                  <c:v>0.52986130193183101</c:v>
                </c:pt>
                <c:pt idx="126">
                  <c:v>0.48936320762315699</c:v>
                </c:pt>
                <c:pt idx="127">
                  <c:v>0.46803712037587902</c:v>
                </c:pt>
                <c:pt idx="128">
                  <c:v>0.46841833416873302</c:v>
                </c:pt>
                <c:pt idx="129">
                  <c:v>0.25930726321944902</c:v>
                </c:pt>
                <c:pt idx="130">
                  <c:v>0.34399747197441399</c:v>
                </c:pt>
                <c:pt idx="131">
                  <c:v>0.23052122039717299</c:v>
                </c:pt>
                <c:pt idx="132">
                  <c:v>0.313528938106932</c:v>
                </c:pt>
                <c:pt idx="133">
                  <c:v>0.31410556361706699</c:v>
                </c:pt>
                <c:pt idx="134">
                  <c:v>0.26871710621385497</c:v>
                </c:pt>
                <c:pt idx="135">
                  <c:v>0.26842687745364402</c:v>
                </c:pt>
                <c:pt idx="136">
                  <c:v>0.26842687745364402</c:v>
                </c:pt>
                <c:pt idx="137">
                  <c:v>0.20545197668606799</c:v>
                </c:pt>
                <c:pt idx="138">
                  <c:v>0.23763744646630799</c:v>
                </c:pt>
                <c:pt idx="139">
                  <c:v>0.21149349910069001</c:v>
                </c:pt>
                <c:pt idx="140">
                  <c:v>0.19827486089892299</c:v>
                </c:pt>
                <c:pt idx="141">
                  <c:v>0.230982049953562</c:v>
                </c:pt>
                <c:pt idx="142">
                  <c:v>0.32130927271021897</c:v>
                </c:pt>
                <c:pt idx="143">
                  <c:v>0.34374501426377402</c:v>
                </c:pt>
                <c:pt idx="144">
                  <c:v>0.343362461707855</c:v>
                </c:pt>
                <c:pt idx="145">
                  <c:v>0.31435548538393299</c:v>
                </c:pt>
                <c:pt idx="146">
                  <c:v>0.36279732883580901</c:v>
                </c:pt>
                <c:pt idx="147">
                  <c:v>0.38076704542262901</c:v>
                </c:pt>
                <c:pt idx="148">
                  <c:v>0.35403891055164699</c:v>
                </c:pt>
                <c:pt idx="149">
                  <c:v>0.27765033429796598</c:v>
                </c:pt>
                <c:pt idx="150">
                  <c:v>0.33620447417750299</c:v>
                </c:pt>
                <c:pt idx="151">
                  <c:v>0.30662338263190497</c:v>
                </c:pt>
                <c:pt idx="152">
                  <c:v>0.238872261686181</c:v>
                </c:pt>
                <c:pt idx="153">
                  <c:v>0.23869230352122101</c:v>
                </c:pt>
                <c:pt idx="154">
                  <c:v>0.20595646030872</c:v>
                </c:pt>
                <c:pt idx="155">
                  <c:v>0.20588522084022601</c:v>
                </c:pt>
                <c:pt idx="156">
                  <c:v>0.18270041372936699</c:v>
                </c:pt>
                <c:pt idx="157">
                  <c:v>0.20349751001168101</c:v>
                </c:pt>
                <c:pt idx="158">
                  <c:v>0.23285648019755101</c:v>
                </c:pt>
                <c:pt idx="159">
                  <c:v>0.23330797794566899</c:v>
                </c:pt>
                <c:pt idx="160">
                  <c:v>0.29089795893761</c:v>
                </c:pt>
                <c:pt idx="161">
                  <c:v>0.31424671770039497</c:v>
                </c:pt>
                <c:pt idx="162">
                  <c:v>0.28654188629747801</c:v>
                </c:pt>
                <c:pt idx="163">
                  <c:v>0.25823477101989301</c:v>
                </c:pt>
                <c:pt idx="164">
                  <c:v>0.25744034883327499</c:v>
                </c:pt>
                <c:pt idx="165">
                  <c:v>0.28216102843400898</c:v>
                </c:pt>
                <c:pt idx="166">
                  <c:v>0.25339035668079501</c:v>
                </c:pt>
                <c:pt idx="167">
                  <c:v>0.28102818996708701</c:v>
                </c:pt>
                <c:pt idx="168">
                  <c:v>0.25299751732949799</c:v>
                </c:pt>
                <c:pt idx="169">
                  <c:v>0.222143720081627</c:v>
                </c:pt>
                <c:pt idx="170">
                  <c:v>0.25169457423695202</c:v>
                </c:pt>
                <c:pt idx="171">
                  <c:v>0.28058021231610197</c:v>
                </c:pt>
                <c:pt idx="172">
                  <c:v>0.279448840397376</c:v>
                </c:pt>
                <c:pt idx="173">
                  <c:v>0.27758425345188897</c:v>
                </c:pt>
                <c:pt idx="174">
                  <c:v>0.32550344763156402</c:v>
                </c:pt>
                <c:pt idx="175">
                  <c:v>0.32552411046597202</c:v>
                </c:pt>
                <c:pt idx="176">
                  <c:v>0.347488455871724</c:v>
                </c:pt>
                <c:pt idx="177">
                  <c:v>0.34818390220270101</c:v>
                </c:pt>
                <c:pt idx="178">
                  <c:v>0.346238128399389</c:v>
                </c:pt>
                <c:pt idx="179">
                  <c:v>0.32274759646781798</c:v>
                </c:pt>
                <c:pt idx="180">
                  <c:v>0.324184407069465</c:v>
                </c:pt>
                <c:pt idx="181">
                  <c:v>0.346238128399389</c:v>
                </c:pt>
                <c:pt idx="182">
                  <c:v>0.36578907876503403</c:v>
                </c:pt>
                <c:pt idx="183">
                  <c:v>0.31805600486192798</c:v>
                </c:pt>
                <c:pt idx="184">
                  <c:v>0.34009498441958502</c:v>
                </c:pt>
                <c:pt idx="185">
                  <c:v>0.34009498441958502</c:v>
                </c:pt>
                <c:pt idx="186">
                  <c:v>0.34042369497045799</c:v>
                </c:pt>
                <c:pt idx="187">
                  <c:v>0.31036061365073903</c:v>
                </c:pt>
                <c:pt idx="188">
                  <c:v>0.33263554438079002</c:v>
                </c:pt>
                <c:pt idx="189">
                  <c:v>0.35838762838330102</c:v>
                </c:pt>
                <c:pt idx="190">
                  <c:v>0.35838762838330102</c:v>
                </c:pt>
                <c:pt idx="191">
                  <c:v>0.35124395630609401</c:v>
                </c:pt>
                <c:pt idx="192">
                  <c:v>0.350821387629207</c:v>
                </c:pt>
                <c:pt idx="193">
                  <c:v>0.30185821114737799</c:v>
                </c:pt>
                <c:pt idx="194">
                  <c:v>0.303134887573904</c:v>
                </c:pt>
                <c:pt idx="195">
                  <c:v>0.31668157332951902</c:v>
                </c:pt>
                <c:pt idx="196">
                  <c:v>0.34232551793557098</c:v>
                </c:pt>
                <c:pt idx="197">
                  <c:v>0.40285473187500098</c:v>
                </c:pt>
                <c:pt idx="198">
                  <c:v>0.43224640519919799</c:v>
                </c:pt>
                <c:pt idx="199">
                  <c:v>0.40279530551033699</c:v>
                </c:pt>
                <c:pt idx="200">
                  <c:v>0.363805283856794</c:v>
                </c:pt>
                <c:pt idx="201">
                  <c:v>0.36393083176118401</c:v>
                </c:pt>
                <c:pt idx="202">
                  <c:v>0.39464243161649398</c:v>
                </c:pt>
                <c:pt idx="203">
                  <c:v>0.39478657813594797</c:v>
                </c:pt>
                <c:pt idx="204">
                  <c:v>0.41779394948311799</c:v>
                </c:pt>
                <c:pt idx="205">
                  <c:v>0.41674162737276199</c:v>
                </c:pt>
                <c:pt idx="206">
                  <c:v>0.45273770907866101</c:v>
                </c:pt>
                <c:pt idx="207">
                  <c:v>0.44996183796017403</c:v>
                </c:pt>
                <c:pt idx="208">
                  <c:v>0.41775040408126601</c:v>
                </c:pt>
                <c:pt idx="209">
                  <c:v>0.47713334056444601</c:v>
                </c:pt>
                <c:pt idx="210">
                  <c:v>0.53296054461027997</c:v>
                </c:pt>
                <c:pt idx="211">
                  <c:v>0.53525908703488601</c:v>
                </c:pt>
                <c:pt idx="212">
                  <c:v>0.53296054461027997</c:v>
                </c:pt>
                <c:pt idx="213">
                  <c:v>0.531964205535849</c:v>
                </c:pt>
                <c:pt idx="214">
                  <c:v>0.50112937152177495</c:v>
                </c:pt>
                <c:pt idx="215">
                  <c:v>0.46787253141998503</c:v>
                </c:pt>
                <c:pt idx="216">
                  <c:v>0.43720530063230401</c:v>
                </c:pt>
                <c:pt idx="217">
                  <c:v>0.45959407492170601</c:v>
                </c:pt>
                <c:pt idx="218">
                  <c:v>0.394169404360453</c:v>
                </c:pt>
                <c:pt idx="219">
                  <c:v>0.45850870301610303</c:v>
                </c:pt>
                <c:pt idx="220">
                  <c:v>0.49264013227543102</c:v>
                </c:pt>
                <c:pt idx="221">
                  <c:v>0.47700652645494301</c:v>
                </c:pt>
                <c:pt idx="222">
                  <c:v>0.505305541519944</c:v>
                </c:pt>
                <c:pt idx="223">
                  <c:v>0.47885281621922599</c:v>
                </c:pt>
                <c:pt idx="224">
                  <c:v>0.50775672845638498</c:v>
                </c:pt>
              </c:numCache>
            </c:numRef>
          </c:val>
          <c:smooth val="0"/>
        </c:ser>
        <c:ser>
          <c:idx val="2"/>
          <c:order val="2"/>
          <c:tx>
            <c:strRef>
              <c:f>'Pre 2005'!$D$2</c:f>
              <c:strCache>
                <c:ptCount val="1"/>
                <c:pt idx="0">
                  <c:v>Currnet PMI</c:v>
                </c:pt>
              </c:strCache>
            </c:strRef>
          </c:tx>
          <c:spPr>
            <a:ln w="19050">
              <a:solidFill>
                <a:schemeClr val="tx2">
                  <a:lumMod val="40000"/>
                  <a:lumOff val="60000"/>
                </a:schemeClr>
              </a:solidFill>
            </a:ln>
          </c:spPr>
          <c:marker>
            <c:symbol val="none"/>
          </c:marker>
          <c:cat>
            <c:numRef>
              <c:f>'Pre 2005'!$A$3:$A$227</c:f>
              <c:numCache>
                <c:formatCode>m/d/yyyy</c:formatCode>
                <c:ptCount val="225"/>
                <c:pt idx="0">
                  <c:v>40549</c:v>
                </c:pt>
                <c:pt idx="1">
                  <c:v>40556</c:v>
                </c:pt>
                <c:pt idx="2">
                  <c:v>40563</c:v>
                </c:pt>
                <c:pt idx="3">
                  <c:v>40570</c:v>
                </c:pt>
                <c:pt idx="4">
                  <c:v>40577</c:v>
                </c:pt>
                <c:pt idx="5">
                  <c:v>40584</c:v>
                </c:pt>
                <c:pt idx="6">
                  <c:v>40591</c:v>
                </c:pt>
                <c:pt idx="7">
                  <c:v>40598</c:v>
                </c:pt>
                <c:pt idx="8">
                  <c:v>40605</c:v>
                </c:pt>
                <c:pt idx="9">
                  <c:v>40612</c:v>
                </c:pt>
                <c:pt idx="10">
                  <c:v>40619</c:v>
                </c:pt>
                <c:pt idx="11">
                  <c:v>40626</c:v>
                </c:pt>
                <c:pt idx="12">
                  <c:v>40633</c:v>
                </c:pt>
                <c:pt idx="13">
                  <c:v>40640</c:v>
                </c:pt>
                <c:pt idx="14">
                  <c:v>40647</c:v>
                </c:pt>
                <c:pt idx="15">
                  <c:v>40654</c:v>
                </c:pt>
                <c:pt idx="16">
                  <c:v>40661</c:v>
                </c:pt>
                <c:pt idx="17">
                  <c:v>40668</c:v>
                </c:pt>
                <c:pt idx="18">
                  <c:v>40675</c:v>
                </c:pt>
                <c:pt idx="19">
                  <c:v>40682</c:v>
                </c:pt>
                <c:pt idx="20">
                  <c:v>40689</c:v>
                </c:pt>
                <c:pt idx="21">
                  <c:v>40696</c:v>
                </c:pt>
                <c:pt idx="22">
                  <c:v>40703</c:v>
                </c:pt>
                <c:pt idx="23">
                  <c:v>40710</c:v>
                </c:pt>
                <c:pt idx="24">
                  <c:v>40717</c:v>
                </c:pt>
                <c:pt idx="25">
                  <c:v>40724</c:v>
                </c:pt>
                <c:pt idx="26">
                  <c:v>40731</c:v>
                </c:pt>
                <c:pt idx="27">
                  <c:v>40738</c:v>
                </c:pt>
                <c:pt idx="28">
                  <c:v>40745</c:v>
                </c:pt>
                <c:pt idx="29">
                  <c:v>40752</c:v>
                </c:pt>
                <c:pt idx="30">
                  <c:v>40759</c:v>
                </c:pt>
                <c:pt idx="31">
                  <c:v>40766</c:v>
                </c:pt>
                <c:pt idx="32">
                  <c:v>40773</c:v>
                </c:pt>
                <c:pt idx="33">
                  <c:v>40780</c:v>
                </c:pt>
                <c:pt idx="34">
                  <c:v>40787</c:v>
                </c:pt>
                <c:pt idx="35">
                  <c:v>40794</c:v>
                </c:pt>
                <c:pt idx="36">
                  <c:v>40801</c:v>
                </c:pt>
                <c:pt idx="37">
                  <c:v>40808</c:v>
                </c:pt>
                <c:pt idx="38">
                  <c:v>40815</c:v>
                </c:pt>
                <c:pt idx="39">
                  <c:v>40822</c:v>
                </c:pt>
                <c:pt idx="40">
                  <c:v>40829</c:v>
                </c:pt>
                <c:pt idx="41">
                  <c:v>40836</c:v>
                </c:pt>
                <c:pt idx="42">
                  <c:v>40843</c:v>
                </c:pt>
                <c:pt idx="43">
                  <c:v>40850</c:v>
                </c:pt>
                <c:pt idx="44">
                  <c:v>40857</c:v>
                </c:pt>
                <c:pt idx="45">
                  <c:v>40864</c:v>
                </c:pt>
                <c:pt idx="46">
                  <c:v>40870</c:v>
                </c:pt>
                <c:pt idx="47">
                  <c:v>40878</c:v>
                </c:pt>
                <c:pt idx="48">
                  <c:v>40885</c:v>
                </c:pt>
                <c:pt idx="49">
                  <c:v>40892</c:v>
                </c:pt>
                <c:pt idx="50">
                  <c:v>40899</c:v>
                </c:pt>
                <c:pt idx="51">
                  <c:v>40906</c:v>
                </c:pt>
                <c:pt idx="52">
                  <c:v>40913</c:v>
                </c:pt>
                <c:pt idx="53">
                  <c:v>40920</c:v>
                </c:pt>
                <c:pt idx="54">
                  <c:v>40927</c:v>
                </c:pt>
                <c:pt idx="55">
                  <c:v>40934</c:v>
                </c:pt>
                <c:pt idx="56">
                  <c:v>40941</c:v>
                </c:pt>
                <c:pt idx="57">
                  <c:v>40948</c:v>
                </c:pt>
                <c:pt idx="58">
                  <c:v>40955</c:v>
                </c:pt>
                <c:pt idx="59">
                  <c:v>40962</c:v>
                </c:pt>
                <c:pt idx="60">
                  <c:v>40969</c:v>
                </c:pt>
                <c:pt idx="61">
                  <c:v>40976</c:v>
                </c:pt>
                <c:pt idx="62">
                  <c:v>40983</c:v>
                </c:pt>
                <c:pt idx="63">
                  <c:v>40990</c:v>
                </c:pt>
                <c:pt idx="64">
                  <c:v>40997</c:v>
                </c:pt>
                <c:pt idx="65">
                  <c:v>41004</c:v>
                </c:pt>
                <c:pt idx="66">
                  <c:v>41011</c:v>
                </c:pt>
                <c:pt idx="67">
                  <c:v>41018</c:v>
                </c:pt>
                <c:pt idx="68">
                  <c:v>41025</c:v>
                </c:pt>
                <c:pt idx="69">
                  <c:v>41032</c:v>
                </c:pt>
                <c:pt idx="70">
                  <c:v>41039</c:v>
                </c:pt>
                <c:pt idx="71">
                  <c:v>41046</c:v>
                </c:pt>
                <c:pt idx="72">
                  <c:v>41053</c:v>
                </c:pt>
                <c:pt idx="73">
                  <c:v>41060</c:v>
                </c:pt>
                <c:pt idx="74">
                  <c:v>41067</c:v>
                </c:pt>
                <c:pt idx="75">
                  <c:v>41074</c:v>
                </c:pt>
                <c:pt idx="76">
                  <c:v>41081</c:v>
                </c:pt>
                <c:pt idx="77">
                  <c:v>41088</c:v>
                </c:pt>
                <c:pt idx="78">
                  <c:v>41095</c:v>
                </c:pt>
                <c:pt idx="79">
                  <c:v>41102</c:v>
                </c:pt>
                <c:pt idx="80">
                  <c:v>41109</c:v>
                </c:pt>
                <c:pt idx="81">
                  <c:v>41116</c:v>
                </c:pt>
                <c:pt idx="82">
                  <c:v>41123</c:v>
                </c:pt>
                <c:pt idx="83">
                  <c:v>41130</c:v>
                </c:pt>
                <c:pt idx="84">
                  <c:v>41137</c:v>
                </c:pt>
                <c:pt idx="85">
                  <c:v>41144</c:v>
                </c:pt>
                <c:pt idx="86">
                  <c:v>41151</c:v>
                </c:pt>
                <c:pt idx="87">
                  <c:v>41158</c:v>
                </c:pt>
                <c:pt idx="88">
                  <c:v>41165</c:v>
                </c:pt>
                <c:pt idx="89">
                  <c:v>41172</c:v>
                </c:pt>
                <c:pt idx="90">
                  <c:v>41179</c:v>
                </c:pt>
                <c:pt idx="91">
                  <c:v>41186</c:v>
                </c:pt>
                <c:pt idx="92">
                  <c:v>41193</c:v>
                </c:pt>
                <c:pt idx="93">
                  <c:v>41200</c:v>
                </c:pt>
                <c:pt idx="94">
                  <c:v>41207</c:v>
                </c:pt>
                <c:pt idx="95">
                  <c:v>41214</c:v>
                </c:pt>
                <c:pt idx="96">
                  <c:v>41221</c:v>
                </c:pt>
                <c:pt idx="97">
                  <c:v>41228</c:v>
                </c:pt>
                <c:pt idx="98">
                  <c:v>41234</c:v>
                </c:pt>
                <c:pt idx="99">
                  <c:v>41242</c:v>
                </c:pt>
                <c:pt idx="100">
                  <c:v>41249</c:v>
                </c:pt>
                <c:pt idx="101">
                  <c:v>41256</c:v>
                </c:pt>
                <c:pt idx="102">
                  <c:v>41263</c:v>
                </c:pt>
                <c:pt idx="103">
                  <c:v>41270</c:v>
                </c:pt>
                <c:pt idx="104">
                  <c:v>41277</c:v>
                </c:pt>
                <c:pt idx="105">
                  <c:v>41284</c:v>
                </c:pt>
                <c:pt idx="106">
                  <c:v>41291</c:v>
                </c:pt>
                <c:pt idx="107">
                  <c:v>41298</c:v>
                </c:pt>
                <c:pt idx="108">
                  <c:v>41305</c:v>
                </c:pt>
                <c:pt idx="109">
                  <c:v>41312</c:v>
                </c:pt>
                <c:pt idx="110">
                  <c:v>41319</c:v>
                </c:pt>
                <c:pt idx="111">
                  <c:v>41326</c:v>
                </c:pt>
                <c:pt idx="112">
                  <c:v>41333</c:v>
                </c:pt>
                <c:pt idx="113">
                  <c:v>41340</c:v>
                </c:pt>
                <c:pt idx="114">
                  <c:v>41347</c:v>
                </c:pt>
                <c:pt idx="115">
                  <c:v>41354</c:v>
                </c:pt>
                <c:pt idx="116">
                  <c:v>41361</c:v>
                </c:pt>
                <c:pt idx="117">
                  <c:v>41368</c:v>
                </c:pt>
                <c:pt idx="118">
                  <c:v>41375</c:v>
                </c:pt>
                <c:pt idx="119">
                  <c:v>41382</c:v>
                </c:pt>
                <c:pt idx="120">
                  <c:v>41389</c:v>
                </c:pt>
                <c:pt idx="121">
                  <c:v>41396</c:v>
                </c:pt>
                <c:pt idx="122">
                  <c:v>41403</c:v>
                </c:pt>
                <c:pt idx="123">
                  <c:v>41410</c:v>
                </c:pt>
                <c:pt idx="124">
                  <c:v>41417</c:v>
                </c:pt>
                <c:pt idx="125">
                  <c:v>41424</c:v>
                </c:pt>
                <c:pt idx="126">
                  <c:v>41431</c:v>
                </c:pt>
                <c:pt idx="127">
                  <c:v>41438</c:v>
                </c:pt>
                <c:pt idx="128">
                  <c:v>41445</c:v>
                </c:pt>
                <c:pt idx="129">
                  <c:v>41452</c:v>
                </c:pt>
                <c:pt idx="130">
                  <c:v>41458</c:v>
                </c:pt>
                <c:pt idx="131">
                  <c:v>41466</c:v>
                </c:pt>
                <c:pt idx="132">
                  <c:v>41473</c:v>
                </c:pt>
                <c:pt idx="133">
                  <c:v>41480</c:v>
                </c:pt>
                <c:pt idx="134">
                  <c:v>41487</c:v>
                </c:pt>
                <c:pt idx="135">
                  <c:v>41494</c:v>
                </c:pt>
                <c:pt idx="136">
                  <c:v>41501</c:v>
                </c:pt>
                <c:pt idx="137">
                  <c:v>41508</c:v>
                </c:pt>
                <c:pt idx="138">
                  <c:v>41515</c:v>
                </c:pt>
                <c:pt idx="139">
                  <c:v>41522</c:v>
                </c:pt>
                <c:pt idx="140">
                  <c:v>41529</c:v>
                </c:pt>
                <c:pt idx="141">
                  <c:v>41536</c:v>
                </c:pt>
                <c:pt idx="142">
                  <c:v>41543</c:v>
                </c:pt>
                <c:pt idx="143">
                  <c:v>41550</c:v>
                </c:pt>
                <c:pt idx="144">
                  <c:v>41557</c:v>
                </c:pt>
                <c:pt idx="145">
                  <c:v>41564</c:v>
                </c:pt>
                <c:pt idx="146">
                  <c:v>41571</c:v>
                </c:pt>
                <c:pt idx="147">
                  <c:v>41578</c:v>
                </c:pt>
                <c:pt idx="148">
                  <c:v>41585</c:v>
                </c:pt>
                <c:pt idx="149">
                  <c:v>41592</c:v>
                </c:pt>
                <c:pt idx="150">
                  <c:v>41599</c:v>
                </c:pt>
                <c:pt idx="151">
                  <c:v>41605</c:v>
                </c:pt>
                <c:pt idx="152">
                  <c:v>41613</c:v>
                </c:pt>
                <c:pt idx="153">
                  <c:v>41620</c:v>
                </c:pt>
                <c:pt idx="154">
                  <c:v>41627</c:v>
                </c:pt>
                <c:pt idx="155">
                  <c:v>41634</c:v>
                </c:pt>
                <c:pt idx="156">
                  <c:v>41641</c:v>
                </c:pt>
                <c:pt idx="157">
                  <c:v>41648</c:v>
                </c:pt>
                <c:pt idx="158">
                  <c:v>41655</c:v>
                </c:pt>
                <c:pt idx="159">
                  <c:v>41662</c:v>
                </c:pt>
                <c:pt idx="160">
                  <c:v>41669</c:v>
                </c:pt>
                <c:pt idx="161">
                  <c:v>41676</c:v>
                </c:pt>
                <c:pt idx="162">
                  <c:v>41683</c:v>
                </c:pt>
                <c:pt idx="163">
                  <c:v>41690</c:v>
                </c:pt>
                <c:pt idx="164">
                  <c:v>41697</c:v>
                </c:pt>
                <c:pt idx="165">
                  <c:v>41704</c:v>
                </c:pt>
                <c:pt idx="166">
                  <c:v>41711</c:v>
                </c:pt>
                <c:pt idx="167">
                  <c:v>41718</c:v>
                </c:pt>
                <c:pt idx="168">
                  <c:v>41725</c:v>
                </c:pt>
                <c:pt idx="169">
                  <c:v>41732</c:v>
                </c:pt>
                <c:pt idx="170">
                  <c:v>41739</c:v>
                </c:pt>
                <c:pt idx="171">
                  <c:v>41746</c:v>
                </c:pt>
                <c:pt idx="172">
                  <c:v>41753</c:v>
                </c:pt>
                <c:pt idx="173">
                  <c:v>41760</c:v>
                </c:pt>
                <c:pt idx="174">
                  <c:v>41767</c:v>
                </c:pt>
                <c:pt idx="175">
                  <c:v>41774</c:v>
                </c:pt>
                <c:pt idx="176">
                  <c:v>41781</c:v>
                </c:pt>
                <c:pt idx="177">
                  <c:v>41788</c:v>
                </c:pt>
                <c:pt idx="178">
                  <c:v>41795</c:v>
                </c:pt>
                <c:pt idx="179">
                  <c:v>41802</c:v>
                </c:pt>
                <c:pt idx="180">
                  <c:v>41809</c:v>
                </c:pt>
                <c:pt idx="181">
                  <c:v>41816</c:v>
                </c:pt>
                <c:pt idx="182">
                  <c:v>41823</c:v>
                </c:pt>
                <c:pt idx="183">
                  <c:v>41830</c:v>
                </c:pt>
                <c:pt idx="184">
                  <c:v>41837</c:v>
                </c:pt>
                <c:pt idx="185">
                  <c:v>41844</c:v>
                </c:pt>
                <c:pt idx="186">
                  <c:v>41851</c:v>
                </c:pt>
                <c:pt idx="187">
                  <c:v>41858</c:v>
                </c:pt>
                <c:pt idx="188">
                  <c:v>41865</c:v>
                </c:pt>
                <c:pt idx="189">
                  <c:v>41872</c:v>
                </c:pt>
                <c:pt idx="190">
                  <c:v>41879</c:v>
                </c:pt>
                <c:pt idx="191">
                  <c:v>41886</c:v>
                </c:pt>
                <c:pt idx="192">
                  <c:v>41893</c:v>
                </c:pt>
                <c:pt idx="193">
                  <c:v>41900</c:v>
                </c:pt>
                <c:pt idx="194">
                  <c:v>41907</c:v>
                </c:pt>
                <c:pt idx="195">
                  <c:v>41914</c:v>
                </c:pt>
                <c:pt idx="196">
                  <c:v>41921</c:v>
                </c:pt>
                <c:pt idx="197">
                  <c:v>41928</c:v>
                </c:pt>
                <c:pt idx="198">
                  <c:v>41935</c:v>
                </c:pt>
                <c:pt idx="199">
                  <c:v>41942</c:v>
                </c:pt>
                <c:pt idx="200">
                  <c:v>41949</c:v>
                </c:pt>
                <c:pt idx="201">
                  <c:v>41956</c:v>
                </c:pt>
                <c:pt idx="202">
                  <c:v>41963</c:v>
                </c:pt>
                <c:pt idx="203">
                  <c:v>41969</c:v>
                </c:pt>
                <c:pt idx="204">
                  <c:v>41977</c:v>
                </c:pt>
                <c:pt idx="205">
                  <c:v>41984</c:v>
                </c:pt>
                <c:pt idx="206">
                  <c:v>41991</c:v>
                </c:pt>
                <c:pt idx="207">
                  <c:v>41997</c:v>
                </c:pt>
                <c:pt idx="208">
                  <c:v>42004</c:v>
                </c:pt>
                <c:pt idx="209">
                  <c:v>42012</c:v>
                </c:pt>
                <c:pt idx="210">
                  <c:v>42019</c:v>
                </c:pt>
                <c:pt idx="211">
                  <c:v>42026</c:v>
                </c:pt>
                <c:pt idx="212">
                  <c:v>42033</c:v>
                </c:pt>
                <c:pt idx="213">
                  <c:v>42040</c:v>
                </c:pt>
                <c:pt idx="214">
                  <c:v>42047</c:v>
                </c:pt>
                <c:pt idx="215">
                  <c:v>42054</c:v>
                </c:pt>
                <c:pt idx="216">
                  <c:v>42061</c:v>
                </c:pt>
                <c:pt idx="217">
                  <c:v>42068</c:v>
                </c:pt>
                <c:pt idx="218">
                  <c:v>42075</c:v>
                </c:pt>
                <c:pt idx="219">
                  <c:v>42082</c:v>
                </c:pt>
                <c:pt idx="220">
                  <c:v>42089</c:v>
                </c:pt>
                <c:pt idx="221">
                  <c:v>42096</c:v>
                </c:pt>
                <c:pt idx="222">
                  <c:v>42103</c:v>
                </c:pt>
                <c:pt idx="223">
                  <c:v>42110</c:v>
                </c:pt>
                <c:pt idx="224">
                  <c:v>42117</c:v>
                </c:pt>
              </c:numCache>
            </c:numRef>
          </c:cat>
          <c:val>
            <c:numRef>
              <c:f>'Pre 2005'!$D$3:$D$227</c:f>
              <c:numCache>
                <c:formatCode>0%</c:formatCode>
                <c:ptCount val="225"/>
                <c:pt idx="0">
                  <c:v>0.42852398059902003</c:v>
                </c:pt>
                <c:pt idx="1">
                  <c:v>0.44599635168013801</c:v>
                </c:pt>
                <c:pt idx="2">
                  <c:v>0.42976523862424298</c:v>
                </c:pt>
                <c:pt idx="3">
                  <c:v>0.42804406226545899</c:v>
                </c:pt>
                <c:pt idx="4">
                  <c:v>0.39735095404405901</c:v>
                </c:pt>
                <c:pt idx="5">
                  <c:v>0.36026372477374102</c:v>
                </c:pt>
                <c:pt idx="6">
                  <c:v>0.37174112183007801</c:v>
                </c:pt>
                <c:pt idx="7">
                  <c:v>0.38268704676703003</c:v>
                </c:pt>
                <c:pt idx="8">
                  <c:v>0.38534073201873098</c:v>
                </c:pt>
                <c:pt idx="9">
                  <c:v>0.38530209930722298</c:v>
                </c:pt>
                <c:pt idx="10">
                  <c:v>0.41625559569387699</c:v>
                </c:pt>
                <c:pt idx="11">
                  <c:v>0.39986849956992299</c:v>
                </c:pt>
                <c:pt idx="12">
                  <c:v>0.38561724765369598</c:v>
                </c:pt>
                <c:pt idx="13">
                  <c:v>0.377336561198648</c:v>
                </c:pt>
                <c:pt idx="14">
                  <c:v>0.37716378157473002</c:v>
                </c:pt>
                <c:pt idx="15">
                  <c:v>0.39280861828637997</c:v>
                </c:pt>
                <c:pt idx="16">
                  <c:v>0.39347477869207098</c:v>
                </c:pt>
                <c:pt idx="17">
                  <c:v>0.404960459321071</c:v>
                </c:pt>
                <c:pt idx="18">
                  <c:v>0.44239757779940198</c:v>
                </c:pt>
                <c:pt idx="19">
                  <c:v>0.44263839982775999</c:v>
                </c:pt>
                <c:pt idx="20">
                  <c:v>0.443305158673787</c:v>
                </c:pt>
                <c:pt idx="21">
                  <c:v>0.46808927773665898</c:v>
                </c:pt>
                <c:pt idx="22">
                  <c:v>0.49109730679799701</c:v>
                </c:pt>
                <c:pt idx="23">
                  <c:v>0.49098227335116801</c:v>
                </c:pt>
                <c:pt idx="24">
                  <c:v>0.46808927773665898</c:v>
                </c:pt>
                <c:pt idx="25">
                  <c:v>0.489935821452404</c:v>
                </c:pt>
                <c:pt idx="26">
                  <c:v>0.43458744050497899</c:v>
                </c:pt>
                <c:pt idx="27">
                  <c:v>0.485108874378754</c:v>
                </c:pt>
                <c:pt idx="28">
                  <c:v>0.46318279756695502</c:v>
                </c:pt>
                <c:pt idx="29">
                  <c:v>0.45789854868906799</c:v>
                </c:pt>
                <c:pt idx="30">
                  <c:v>0.53278765965471897</c:v>
                </c:pt>
                <c:pt idx="31">
                  <c:v>0.63586839821177099</c:v>
                </c:pt>
                <c:pt idx="32">
                  <c:v>0.730678857237261</c:v>
                </c:pt>
                <c:pt idx="33">
                  <c:v>0.68478976915726397</c:v>
                </c:pt>
                <c:pt idx="34">
                  <c:v>0.67891821943498099</c:v>
                </c:pt>
                <c:pt idx="35">
                  <c:v>0.74882938585751302</c:v>
                </c:pt>
                <c:pt idx="36">
                  <c:v>0.75105682006900099</c:v>
                </c:pt>
                <c:pt idx="37">
                  <c:v>0.75105682006900099</c:v>
                </c:pt>
                <c:pt idx="38">
                  <c:v>0.80540404717700897</c:v>
                </c:pt>
                <c:pt idx="39">
                  <c:v>0.790582670298423</c:v>
                </c:pt>
                <c:pt idx="40">
                  <c:v>0.707335305309861</c:v>
                </c:pt>
                <c:pt idx="41">
                  <c:v>0.72872079834060799</c:v>
                </c:pt>
                <c:pt idx="42">
                  <c:v>0.73025745423770105</c:v>
                </c:pt>
                <c:pt idx="43">
                  <c:v>0.77103501437728905</c:v>
                </c:pt>
                <c:pt idx="44">
                  <c:v>0.77108265099835005</c:v>
                </c:pt>
                <c:pt idx="45">
                  <c:v>0.77103501437728905</c:v>
                </c:pt>
                <c:pt idx="46">
                  <c:v>0.77245486812915198</c:v>
                </c:pt>
                <c:pt idx="47">
                  <c:v>0.75539515722260098</c:v>
                </c:pt>
                <c:pt idx="48">
                  <c:v>0.75544279443301199</c:v>
                </c:pt>
                <c:pt idx="49">
                  <c:v>0.757642248754546</c:v>
                </c:pt>
                <c:pt idx="50">
                  <c:v>0.79118415521131102</c:v>
                </c:pt>
                <c:pt idx="51">
                  <c:v>0.78151191934601505</c:v>
                </c:pt>
                <c:pt idx="52">
                  <c:v>0.76877472295611105</c:v>
                </c:pt>
                <c:pt idx="53">
                  <c:v>0.78061484194895703</c:v>
                </c:pt>
                <c:pt idx="54">
                  <c:v>0.77869870375179695</c:v>
                </c:pt>
                <c:pt idx="55">
                  <c:v>0.74269630829851996</c:v>
                </c:pt>
                <c:pt idx="56">
                  <c:v>0.75801228690967404</c:v>
                </c:pt>
                <c:pt idx="57">
                  <c:v>0.75801228690967404</c:v>
                </c:pt>
                <c:pt idx="58">
                  <c:v>0.75801228690967404</c:v>
                </c:pt>
                <c:pt idx="59">
                  <c:v>0.72175870157936195</c:v>
                </c:pt>
                <c:pt idx="60">
                  <c:v>0.73029656495304496</c:v>
                </c:pt>
                <c:pt idx="61">
                  <c:v>0.73979044413136397</c:v>
                </c:pt>
                <c:pt idx="62">
                  <c:v>0.72964736165354105</c:v>
                </c:pt>
                <c:pt idx="63">
                  <c:v>0.64602889454414902</c:v>
                </c:pt>
                <c:pt idx="64">
                  <c:v>0.70222983991940502</c:v>
                </c:pt>
                <c:pt idx="65">
                  <c:v>0.70658526279350897</c:v>
                </c:pt>
                <c:pt idx="66">
                  <c:v>0.76351833890642296</c:v>
                </c:pt>
                <c:pt idx="67">
                  <c:v>0.73479366879535601</c:v>
                </c:pt>
                <c:pt idx="68">
                  <c:v>0.76351833890642296</c:v>
                </c:pt>
                <c:pt idx="69">
                  <c:v>0.76630418933940703</c:v>
                </c:pt>
                <c:pt idx="70">
                  <c:v>0.76953827651336104</c:v>
                </c:pt>
                <c:pt idx="71">
                  <c:v>0.79807316092952996</c:v>
                </c:pt>
                <c:pt idx="72">
                  <c:v>0.79563096421455903</c:v>
                </c:pt>
                <c:pt idx="73">
                  <c:v>0.79942305429412797</c:v>
                </c:pt>
                <c:pt idx="74">
                  <c:v>0.83446023873339104</c:v>
                </c:pt>
                <c:pt idx="75">
                  <c:v>0.81451926267734698</c:v>
                </c:pt>
                <c:pt idx="76">
                  <c:v>0.83520811127149397</c:v>
                </c:pt>
                <c:pt idx="77">
                  <c:v>0.83520811127149397</c:v>
                </c:pt>
                <c:pt idx="78">
                  <c:v>0.82572377371151395</c:v>
                </c:pt>
                <c:pt idx="79">
                  <c:v>0.85783899509521899</c:v>
                </c:pt>
                <c:pt idx="80">
                  <c:v>0.86087360527541701</c:v>
                </c:pt>
                <c:pt idx="81">
                  <c:v>0.87708074343545095</c:v>
                </c:pt>
                <c:pt idx="82">
                  <c:v>0.84037294476980395</c:v>
                </c:pt>
                <c:pt idx="83">
                  <c:v>0.840112046562973</c:v>
                </c:pt>
                <c:pt idx="84">
                  <c:v>0.82226069643838895</c:v>
                </c:pt>
                <c:pt idx="85">
                  <c:v>0.80587399760802503</c:v>
                </c:pt>
                <c:pt idx="86">
                  <c:v>0.840112046562973</c:v>
                </c:pt>
                <c:pt idx="87">
                  <c:v>0.82391595701949605</c:v>
                </c:pt>
                <c:pt idx="88">
                  <c:v>0.82736042337984095</c:v>
                </c:pt>
                <c:pt idx="89">
                  <c:v>0.84729321867928498</c:v>
                </c:pt>
                <c:pt idx="90">
                  <c:v>0.89615078381030699</c:v>
                </c:pt>
                <c:pt idx="91">
                  <c:v>0.87486861740066002</c:v>
                </c:pt>
                <c:pt idx="92">
                  <c:v>0.85304113167718099</c:v>
                </c:pt>
                <c:pt idx="93">
                  <c:v>0.87300917575702497</c:v>
                </c:pt>
                <c:pt idx="94">
                  <c:v>0.85152995637800399</c:v>
                </c:pt>
                <c:pt idx="95">
                  <c:v>0.82220398378432702</c:v>
                </c:pt>
                <c:pt idx="96">
                  <c:v>0.82185068481131995</c:v>
                </c:pt>
                <c:pt idx="97">
                  <c:v>0.84470977412850301</c:v>
                </c:pt>
                <c:pt idx="98">
                  <c:v>0.86614098528866201</c:v>
                </c:pt>
                <c:pt idx="99">
                  <c:v>0.84467796841209597</c:v>
                </c:pt>
                <c:pt idx="100">
                  <c:v>0.82850582146884499</c:v>
                </c:pt>
                <c:pt idx="101">
                  <c:v>0.84959064095614001</c:v>
                </c:pt>
                <c:pt idx="102">
                  <c:v>0.82683597281031795</c:v>
                </c:pt>
                <c:pt idx="103">
                  <c:v>0.82807405180361804</c:v>
                </c:pt>
                <c:pt idx="104">
                  <c:v>0.80673651039812899</c:v>
                </c:pt>
                <c:pt idx="105">
                  <c:v>0.78289243382516405</c:v>
                </c:pt>
                <c:pt idx="106">
                  <c:v>0.80443705009709199</c:v>
                </c:pt>
                <c:pt idx="107">
                  <c:v>0.78096114426466201</c:v>
                </c:pt>
                <c:pt idx="108">
                  <c:v>0.72958928267474799</c:v>
                </c:pt>
                <c:pt idx="109">
                  <c:v>0.70463630866607596</c:v>
                </c:pt>
                <c:pt idx="110">
                  <c:v>0.70463630866607596</c:v>
                </c:pt>
                <c:pt idx="111">
                  <c:v>0.68600596152600102</c:v>
                </c:pt>
                <c:pt idx="112">
                  <c:v>0.70679030246685104</c:v>
                </c:pt>
                <c:pt idx="113">
                  <c:v>0.68136636277891505</c:v>
                </c:pt>
                <c:pt idx="114">
                  <c:v>0.643549022861998</c:v>
                </c:pt>
                <c:pt idx="115">
                  <c:v>0.67762091879307995</c:v>
                </c:pt>
                <c:pt idx="116">
                  <c:v>0.65948110445833896</c:v>
                </c:pt>
                <c:pt idx="117">
                  <c:v>0.66095197338656198</c:v>
                </c:pt>
                <c:pt idx="118">
                  <c:v>0.68860823620008205</c:v>
                </c:pt>
                <c:pt idx="119">
                  <c:v>0.716254173818763</c:v>
                </c:pt>
                <c:pt idx="120">
                  <c:v>0.71489894663224296</c:v>
                </c:pt>
                <c:pt idx="121">
                  <c:v>0.73385185995662305</c:v>
                </c:pt>
                <c:pt idx="122">
                  <c:v>0.70449810822234304</c:v>
                </c:pt>
                <c:pt idx="123">
                  <c:v>0.670440489942566</c:v>
                </c:pt>
                <c:pt idx="124">
                  <c:v>0.62967212939531803</c:v>
                </c:pt>
                <c:pt idx="125">
                  <c:v>0.55358328589825201</c:v>
                </c:pt>
                <c:pt idx="126">
                  <c:v>0.513378243304075</c:v>
                </c:pt>
                <c:pt idx="127">
                  <c:v>0.49262377778590499</c:v>
                </c:pt>
                <c:pt idx="128">
                  <c:v>0.493438474284569</c:v>
                </c:pt>
                <c:pt idx="129">
                  <c:v>0.283795068214441</c:v>
                </c:pt>
                <c:pt idx="130">
                  <c:v>0.36923191611788803</c:v>
                </c:pt>
                <c:pt idx="131">
                  <c:v>0.253957802145788</c:v>
                </c:pt>
                <c:pt idx="132">
                  <c:v>0.338227154884298</c:v>
                </c:pt>
                <c:pt idx="133">
                  <c:v>0.34002935370481002</c:v>
                </c:pt>
                <c:pt idx="134">
                  <c:v>0.29429658935164799</c:v>
                </c:pt>
                <c:pt idx="135">
                  <c:v>0.29368072164202702</c:v>
                </c:pt>
                <c:pt idx="136">
                  <c:v>0.29368072164202702</c:v>
                </c:pt>
                <c:pt idx="137">
                  <c:v>0.22780665760041099</c:v>
                </c:pt>
                <c:pt idx="138">
                  <c:v>0.26087468607729303</c:v>
                </c:pt>
                <c:pt idx="139">
                  <c:v>0.234327007260555</c:v>
                </c:pt>
                <c:pt idx="140">
                  <c:v>0.221101303306941</c:v>
                </c:pt>
                <c:pt idx="141">
                  <c:v>0.25463965057747101</c:v>
                </c:pt>
                <c:pt idx="142">
                  <c:v>0.34572071513934099</c:v>
                </c:pt>
                <c:pt idx="143">
                  <c:v>0.36826613493452298</c:v>
                </c:pt>
                <c:pt idx="144">
                  <c:v>0.36772676288515499</c:v>
                </c:pt>
                <c:pt idx="145">
                  <c:v>0.33908242712021103</c:v>
                </c:pt>
                <c:pt idx="146">
                  <c:v>0.387225653389144</c:v>
                </c:pt>
                <c:pt idx="147">
                  <c:v>0.40621263933441498</c:v>
                </c:pt>
                <c:pt idx="148">
                  <c:v>0.37858348879144199</c:v>
                </c:pt>
                <c:pt idx="149">
                  <c:v>0.30261309490806398</c:v>
                </c:pt>
                <c:pt idx="150">
                  <c:v>0.36064781933831103</c:v>
                </c:pt>
                <c:pt idx="151">
                  <c:v>0.33133815164288799</c:v>
                </c:pt>
                <c:pt idx="152">
                  <c:v>0.26300483944839198</c:v>
                </c:pt>
                <c:pt idx="153">
                  <c:v>0.26260248571262501</c:v>
                </c:pt>
                <c:pt idx="154">
                  <c:v>0.22663439683454101</c:v>
                </c:pt>
                <c:pt idx="155">
                  <c:v>0.22629116015596901</c:v>
                </c:pt>
                <c:pt idx="156">
                  <c:v>0.20171259537917</c:v>
                </c:pt>
                <c:pt idx="157">
                  <c:v>0.225222551391554</c:v>
                </c:pt>
                <c:pt idx="158">
                  <c:v>0.256712796608494</c:v>
                </c:pt>
                <c:pt idx="159">
                  <c:v>0.25744135481017799</c:v>
                </c:pt>
                <c:pt idx="160">
                  <c:v>0.31438854181645098</c:v>
                </c:pt>
                <c:pt idx="161">
                  <c:v>0.33798112173000799</c:v>
                </c:pt>
                <c:pt idx="162">
                  <c:v>0.31055726404016398</c:v>
                </c:pt>
                <c:pt idx="163">
                  <c:v>0.28224141067613401</c:v>
                </c:pt>
                <c:pt idx="164">
                  <c:v>0.28030510938432601</c:v>
                </c:pt>
                <c:pt idx="165">
                  <c:v>0.30632423581387003</c:v>
                </c:pt>
                <c:pt idx="166">
                  <c:v>0.27739231314429902</c:v>
                </c:pt>
                <c:pt idx="167">
                  <c:v>0.305158136960197</c:v>
                </c:pt>
                <c:pt idx="168">
                  <c:v>0.27571464318613598</c:v>
                </c:pt>
                <c:pt idx="169">
                  <c:v>0.24706631517703201</c:v>
                </c:pt>
                <c:pt idx="170">
                  <c:v>0.27695663394785902</c:v>
                </c:pt>
                <c:pt idx="171">
                  <c:v>0.30636975607074801</c:v>
                </c:pt>
                <c:pt idx="172">
                  <c:v>0.30473155820130099</c:v>
                </c:pt>
                <c:pt idx="173">
                  <c:v>0.30466547690103202</c:v>
                </c:pt>
                <c:pt idx="174">
                  <c:v>0.35473146099265701</c:v>
                </c:pt>
                <c:pt idx="175">
                  <c:v>0.35510750939955799</c:v>
                </c:pt>
                <c:pt idx="176">
                  <c:v>0.37813915561231398</c:v>
                </c:pt>
                <c:pt idx="177">
                  <c:v>0.38007735837086398</c:v>
                </c:pt>
                <c:pt idx="178">
                  <c:v>0.38136274564707001</c:v>
                </c:pt>
                <c:pt idx="179">
                  <c:v>0.354558274605281</c:v>
                </c:pt>
                <c:pt idx="180">
                  <c:v>0.35638375297164099</c:v>
                </c:pt>
                <c:pt idx="181">
                  <c:v>0.38136274564707001</c:v>
                </c:pt>
                <c:pt idx="182">
                  <c:v>0.40668349695613898</c:v>
                </c:pt>
                <c:pt idx="183">
                  <c:v>0.35127441371780599</c:v>
                </c:pt>
                <c:pt idx="184">
                  <c:v>0.37569546518688601</c:v>
                </c:pt>
                <c:pt idx="185">
                  <c:v>0.37569546518688601</c:v>
                </c:pt>
                <c:pt idx="186">
                  <c:v>0.37710616064306202</c:v>
                </c:pt>
                <c:pt idx="187">
                  <c:v>0.34489863565206802</c:v>
                </c:pt>
                <c:pt idx="188">
                  <c:v>0.37048359025229799</c:v>
                </c:pt>
                <c:pt idx="189">
                  <c:v>0.40150628228700203</c:v>
                </c:pt>
                <c:pt idx="190">
                  <c:v>0.40150628228700203</c:v>
                </c:pt>
                <c:pt idx="191">
                  <c:v>0.39564048824252901</c:v>
                </c:pt>
                <c:pt idx="192">
                  <c:v>0.39402430051755699</c:v>
                </c:pt>
                <c:pt idx="193">
                  <c:v>0.335786197250867</c:v>
                </c:pt>
                <c:pt idx="194">
                  <c:v>0.33779900726217199</c:v>
                </c:pt>
                <c:pt idx="195">
                  <c:v>0.35298059221452499</c:v>
                </c:pt>
                <c:pt idx="196">
                  <c:v>0.38553330142435899</c:v>
                </c:pt>
                <c:pt idx="197">
                  <c:v>0.45862210331192299</c:v>
                </c:pt>
                <c:pt idx="198">
                  <c:v>0.49010064863363401</c:v>
                </c:pt>
                <c:pt idx="199">
                  <c:v>0.45791499093723897</c:v>
                </c:pt>
                <c:pt idx="200">
                  <c:v>0.41298189638604699</c:v>
                </c:pt>
                <c:pt idx="201">
                  <c:v>0.413158972870934</c:v>
                </c:pt>
                <c:pt idx="202">
                  <c:v>0.44955259080167498</c:v>
                </c:pt>
                <c:pt idx="203">
                  <c:v>0.45066656472309602</c:v>
                </c:pt>
                <c:pt idx="204">
                  <c:v>0.47792725629958699</c:v>
                </c:pt>
                <c:pt idx="205">
                  <c:v>0.47411357431497397</c:v>
                </c:pt>
                <c:pt idx="206">
                  <c:v>0.51872843856357098</c:v>
                </c:pt>
                <c:pt idx="207">
                  <c:v>0.515529212075723</c:v>
                </c:pt>
                <c:pt idx="208">
                  <c:v>0.47786309276619199</c:v>
                </c:pt>
                <c:pt idx="209">
                  <c:v>0.54657009543334001</c:v>
                </c:pt>
                <c:pt idx="210">
                  <c:v>0.61065980094002503</c:v>
                </c:pt>
                <c:pt idx="211">
                  <c:v>0.61221176462929705</c:v>
                </c:pt>
                <c:pt idx="212">
                  <c:v>0.61065980094002503</c:v>
                </c:pt>
                <c:pt idx="213">
                  <c:v>0.61088327202867398</c:v>
                </c:pt>
                <c:pt idx="214">
                  <c:v>0.57963018238461905</c:v>
                </c:pt>
                <c:pt idx="215">
                  <c:v>0.53686246920525704</c:v>
                </c:pt>
                <c:pt idx="216">
                  <c:v>0.50427101713461098</c:v>
                </c:pt>
                <c:pt idx="217">
                  <c:v>0.52923216774975401</c:v>
                </c:pt>
                <c:pt idx="218">
                  <c:v>0.45475870152619202</c:v>
                </c:pt>
                <c:pt idx="219">
                  <c:v>0.52662977972920499</c:v>
                </c:pt>
                <c:pt idx="220">
                  <c:v>0.57162965928380105</c:v>
                </c:pt>
                <c:pt idx="221">
                  <c:v>0.55578836979509405</c:v>
                </c:pt>
                <c:pt idx="222">
                  <c:v>0.58517099495605296</c:v>
                </c:pt>
                <c:pt idx="223">
                  <c:v>0.556970480976966</c:v>
                </c:pt>
                <c:pt idx="224">
                  <c:v>0.58711925424012301</c:v>
                </c:pt>
              </c:numCache>
            </c:numRef>
          </c:val>
          <c:smooth val="0"/>
        </c:ser>
        <c:ser>
          <c:idx val="3"/>
          <c:order val="3"/>
          <c:tx>
            <c:strRef>
              <c:f>'Pre 2005'!$E$2</c:f>
              <c:strCache>
                <c:ptCount val="1"/>
                <c:pt idx="0">
                  <c:v>Pre 2005</c:v>
                </c:pt>
              </c:strCache>
            </c:strRef>
          </c:tx>
          <c:spPr>
            <a:ln w="25400">
              <a:solidFill>
                <a:srgbClr val="2E398A"/>
              </a:solidFill>
            </a:ln>
          </c:spPr>
          <c:marker>
            <c:symbol val="none"/>
          </c:marker>
          <c:cat>
            <c:numRef>
              <c:f>'Pre 2005'!$A$3:$A$227</c:f>
              <c:numCache>
                <c:formatCode>m/d/yyyy</c:formatCode>
                <c:ptCount val="225"/>
                <c:pt idx="0">
                  <c:v>40549</c:v>
                </c:pt>
                <c:pt idx="1">
                  <c:v>40556</c:v>
                </c:pt>
                <c:pt idx="2">
                  <c:v>40563</c:v>
                </c:pt>
                <c:pt idx="3">
                  <c:v>40570</c:v>
                </c:pt>
                <c:pt idx="4">
                  <c:v>40577</c:v>
                </c:pt>
                <c:pt idx="5">
                  <c:v>40584</c:v>
                </c:pt>
                <c:pt idx="6">
                  <c:v>40591</c:v>
                </c:pt>
                <c:pt idx="7">
                  <c:v>40598</c:v>
                </c:pt>
                <c:pt idx="8">
                  <c:v>40605</c:v>
                </c:pt>
                <c:pt idx="9">
                  <c:v>40612</c:v>
                </c:pt>
                <c:pt idx="10">
                  <c:v>40619</c:v>
                </c:pt>
                <c:pt idx="11">
                  <c:v>40626</c:v>
                </c:pt>
                <c:pt idx="12">
                  <c:v>40633</c:v>
                </c:pt>
                <c:pt idx="13">
                  <c:v>40640</c:v>
                </c:pt>
                <c:pt idx="14">
                  <c:v>40647</c:v>
                </c:pt>
                <c:pt idx="15">
                  <c:v>40654</c:v>
                </c:pt>
                <c:pt idx="16">
                  <c:v>40661</c:v>
                </c:pt>
                <c:pt idx="17">
                  <c:v>40668</c:v>
                </c:pt>
                <c:pt idx="18">
                  <c:v>40675</c:v>
                </c:pt>
                <c:pt idx="19">
                  <c:v>40682</c:v>
                </c:pt>
                <c:pt idx="20">
                  <c:v>40689</c:v>
                </c:pt>
                <c:pt idx="21">
                  <c:v>40696</c:v>
                </c:pt>
                <c:pt idx="22">
                  <c:v>40703</c:v>
                </c:pt>
                <c:pt idx="23">
                  <c:v>40710</c:v>
                </c:pt>
                <c:pt idx="24">
                  <c:v>40717</c:v>
                </c:pt>
                <c:pt idx="25">
                  <c:v>40724</c:v>
                </c:pt>
                <c:pt idx="26">
                  <c:v>40731</c:v>
                </c:pt>
                <c:pt idx="27">
                  <c:v>40738</c:v>
                </c:pt>
                <c:pt idx="28">
                  <c:v>40745</c:v>
                </c:pt>
                <c:pt idx="29">
                  <c:v>40752</c:v>
                </c:pt>
                <c:pt idx="30">
                  <c:v>40759</c:v>
                </c:pt>
                <c:pt idx="31">
                  <c:v>40766</c:v>
                </c:pt>
                <c:pt idx="32">
                  <c:v>40773</c:v>
                </c:pt>
                <c:pt idx="33">
                  <c:v>40780</c:v>
                </c:pt>
                <c:pt idx="34">
                  <c:v>40787</c:v>
                </c:pt>
                <c:pt idx="35">
                  <c:v>40794</c:v>
                </c:pt>
                <c:pt idx="36">
                  <c:v>40801</c:v>
                </c:pt>
                <c:pt idx="37">
                  <c:v>40808</c:v>
                </c:pt>
                <c:pt idx="38">
                  <c:v>40815</c:v>
                </c:pt>
                <c:pt idx="39">
                  <c:v>40822</c:v>
                </c:pt>
                <c:pt idx="40">
                  <c:v>40829</c:v>
                </c:pt>
                <c:pt idx="41">
                  <c:v>40836</c:v>
                </c:pt>
                <c:pt idx="42">
                  <c:v>40843</c:v>
                </c:pt>
                <c:pt idx="43">
                  <c:v>40850</c:v>
                </c:pt>
                <c:pt idx="44">
                  <c:v>40857</c:v>
                </c:pt>
                <c:pt idx="45">
                  <c:v>40864</c:v>
                </c:pt>
                <c:pt idx="46">
                  <c:v>40870</c:v>
                </c:pt>
                <c:pt idx="47">
                  <c:v>40878</c:v>
                </c:pt>
                <c:pt idx="48">
                  <c:v>40885</c:v>
                </c:pt>
                <c:pt idx="49">
                  <c:v>40892</c:v>
                </c:pt>
                <c:pt idx="50">
                  <c:v>40899</c:v>
                </c:pt>
                <c:pt idx="51">
                  <c:v>40906</c:v>
                </c:pt>
                <c:pt idx="52">
                  <c:v>40913</c:v>
                </c:pt>
                <c:pt idx="53">
                  <c:v>40920</c:v>
                </c:pt>
                <c:pt idx="54">
                  <c:v>40927</c:v>
                </c:pt>
                <c:pt idx="55">
                  <c:v>40934</c:v>
                </c:pt>
                <c:pt idx="56">
                  <c:v>40941</c:v>
                </c:pt>
                <c:pt idx="57">
                  <c:v>40948</c:v>
                </c:pt>
                <c:pt idx="58">
                  <c:v>40955</c:v>
                </c:pt>
                <c:pt idx="59">
                  <c:v>40962</c:v>
                </c:pt>
                <c:pt idx="60">
                  <c:v>40969</c:v>
                </c:pt>
                <c:pt idx="61">
                  <c:v>40976</c:v>
                </c:pt>
                <c:pt idx="62">
                  <c:v>40983</c:v>
                </c:pt>
                <c:pt idx="63">
                  <c:v>40990</c:v>
                </c:pt>
                <c:pt idx="64">
                  <c:v>40997</c:v>
                </c:pt>
                <c:pt idx="65">
                  <c:v>41004</c:v>
                </c:pt>
                <c:pt idx="66">
                  <c:v>41011</c:v>
                </c:pt>
                <c:pt idx="67">
                  <c:v>41018</c:v>
                </c:pt>
                <c:pt idx="68">
                  <c:v>41025</c:v>
                </c:pt>
                <c:pt idx="69">
                  <c:v>41032</c:v>
                </c:pt>
                <c:pt idx="70">
                  <c:v>41039</c:v>
                </c:pt>
                <c:pt idx="71">
                  <c:v>41046</c:v>
                </c:pt>
                <c:pt idx="72">
                  <c:v>41053</c:v>
                </c:pt>
                <c:pt idx="73">
                  <c:v>41060</c:v>
                </c:pt>
                <c:pt idx="74">
                  <c:v>41067</c:v>
                </c:pt>
                <c:pt idx="75">
                  <c:v>41074</c:v>
                </c:pt>
                <c:pt idx="76">
                  <c:v>41081</c:v>
                </c:pt>
                <c:pt idx="77">
                  <c:v>41088</c:v>
                </c:pt>
                <c:pt idx="78">
                  <c:v>41095</c:v>
                </c:pt>
                <c:pt idx="79">
                  <c:v>41102</c:v>
                </c:pt>
                <c:pt idx="80">
                  <c:v>41109</c:v>
                </c:pt>
                <c:pt idx="81">
                  <c:v>41116</c:v>
                </c:pt>
                <c:pt idx="82">
                  <c:v>41123</c:v>
                </c:pt>
                <c:pt idx="83">
                  <c:v>41130</c:v>
                </c:pt>
                <c:pt idx="84">
                  <c:v>41137</c:v>
                </c:pt>
                <c:pt idx="85">
                  <c:v>41144</c:v>
                </c:pt>
                <c:pt idx="86">
                  <c:v>41151</c:v>
                </c:pt>
                <c:pt idx="87">
                  <c:v>41158</c:v>
                </c:pt>
                <c:pt idx="88">
                  <c:v>41165</c:v>
                </c:pt>
                <c:pt idx="89">
                  <c:v>41172</c:v>
                </c:pt>
                <c:pt idx="90">
                  <c:v>41179</c:v>
                </c:pt>
                <c:pt idx="91">
                  <c:v>41186</c:v>
                </c:pt>
                <c:pt idx="92">
                  <c:v>41193</c:v>
                </c:pt>
                <c:pt idx="93">
                  <c:v>41200</c:v>
                </c:pt>
                <c:pt idx="94">
                  <c:v>41207</c:v>
                </c:pt>
                <c:pt idx="95">
                  <c:v>41214</c:v>
                </c:pt>
                <c:pt idx="96">
                  <c:v>41221</c:v>
                </c:pt>
                <c:pt idx="97">
                  <c:v>41228</c:v>
                </c:pt>
                <c:pt idx="98">
                  <c:v>41234</c:v>
                </c:pt>
                <c:pt idx="99">
                  <c:v>41242</c:v>
                </c:pt>
                <c:pt idx="100">
                  <c:v>41249</c:v>
                </c:pt>
                <c:pt idx="101">
                  <c:v>41256</c:v>
                </c:pt>
                <c:pt idx="102">
                  <c:v>41263</c:v>
                </c:pt>
                <c:pt idx="103">
                  <c:v>41270</c:v>
                </c:pt>
                <c:pt idx="104">
                  <c:v>41277</c:v>
                </c:pt>
                <c:pt idx="105">
                  <c:v>41284</c:v>
                </c:pt>
                <c:pt idx="106">
                  <c:v>41291</c:v>
                </c:pt>
                <c:pt idx="107">
                  <c:v>41298</c:v>
                </c:pt>
                <c:pt idx="108">
                  <c:v>41305</c:v>
                </c:pt>
                <c:pt idx="109">
                  <c:v>41312</c:v>
                </c:pt>
                <c:pt idx="110">
                  <c:v>41319</c:v>
                </c:pt>
                <c:pt idx="111">
                  <c:v>41326</c:v>
                </c:pt>
                <c:pt idx="112">
                  <c:v>41333</c:v>
                </c:pt>
                <c:pt idx="113">
                  <c:v>41340</c:v>
                </c:pt>
                <c:pt idx="114">
                  <c:v>41347</c:v>
                </c:pt>
                <c:pt idx="115">
                  <c:v>41354</c:v>
                </c:pt>
                <c:pt idx="116">
                  <c:v>41361</c:v>
                </c:pt>
                <c:pt idx="117">
                  <c:v>41368</c:v>
                </c:pt>
                <c:pt idx="118">
                  <c:v>41375</c:v>
                </c:pt>
                <c:pt idx="119">
                  <c:v>41382</c:v>
                </c:pt>
                <c:pt idx="120">
                  <c:v>41389</c:v>
                </c:pt>
                <c:pt idx="121">
                  <c:v>41396</c:v>
                </c:pt>
                <c:pt idx="122">
                  <c:v>41403</c:v>
                </c:pt>
                <c:pt idx="123">
                  <c:v>41410</c:v>
                </c:pt>
                <c:pt idx="124">
                  <c:v>41417</c:v>
                </c:pt>
                <c:pt idx="125">
                  <c:v>41424</c:v>
                </c:pt>
                <c:pt idx="126">
                  <c:v>41431</c:v>
                </c:pt>
                <c:pt idx="127">
                  <c:v>41438</c:v>
                </c:pt>
                <c:pt idx="128">
                  <c:v>41445</c:v>
                </c:pt>
                <c:pt idx="129">
                  <c:v>41452</c:v>
                </c:pt>
                <c:pt idx="130">
                  <c:v>41458</c:v>
                </c:pt>
                <c:pt idx="131">
                  <c:v>41466</c:v>
                </c:pt>
                <c:pt idx="132">
                  <c:v>41473</c:v>
                </c:pt>
                <c:pt idx="133">
                  <c:v>41480</c:v>
                </c:pt>
                <c:pt idx="134">
                  <c:v>41487</c:v>
                </c:pt>
                <c:pt idx="135">
                  <c:v>41494</c:v>
                </c:pt>
                <c:pt idx="136">
                  <c:v>41501</c:v>
                </c:pt>
                <c:pt idx="137">
                  <c:v>41508</c:v>
                </c:pt>
                <c:pt idx="138">
                  <c:v>41515</c:v>
                </c:pt>
                <c:pt idx="139">
                  <c:v>41522</c:v>
                </c:pt>
                <c:pt idx="140">
                  <c:v>41529</c:v>
                </c:pt>
                <c:pt idx="141">
                  <c:v>41536</c:v>
                </c:pt>
                <c:pt idx="142">
                  <c:v>41543</c:v>
                </c:pt>
                <c:pt idx="143">
                  <c:v>41550</c:v>
                </c:pt>
                <c:pt idx="144">
                  <c:v>41557</c:v>
                </c:pt>
                <c:pt idx="145">
                  <c:v>41564</c:v>
                </c:pt>
                <c:pt idx="146">
                  <c:v>41571</c:v>
                </c:pt>
                <c:pt idx="147">
                  <c:v>41578</c:v>
                </c:pt>
                <c:pt idx="148">
                  <c:v>41585</c:v>
                </c:pt>
                <c:pt idx="149">
                  <c:v>41592</c:v>
                </c:pt>
                <c:pt idx="150">
                  <c:v>41599</c:v>
                </c:pt>
                <c:pt idx="151">
                  <c:v>41605</c:v>
                </c:pt>
                <c:pt idx="152">
                  <c:v>41613</c:v>
                </c:pt>
                <c:pt idx="153">
                  <c:v>41620</c:v>
                </c:pt>
                <c:pt idx="154">
                  <c:v>41627</c:v>
                </c:pt>
                <c:pt idx="155">
                  <c:v>41634</c:v>
                </c:pt>
                <c:pt idx="156">
                  <c:v>41641</c:v>
                </c:pt>
                <c:pt idx="157">
                  <c:v>41648</c:v>
                </c:pt>
                <c:pt idx="158">
                  <c:v>41655</c:v>
                </c:pt>
                <c:pt idx="159">
                  <c:v>41662</c:v>
                </c:pt>
                <c:pt idx="160">
                  <c:v>41669</c:v>
                </c:pt>
                <c:pt idx="161">
                  <c:v>41676</c:v>
                </c:pt>
                <c:pt idx="162">
                  <c:v>41683</c:v>
                </c:pt>
                <c:pt idx="163">
                  <c:v>41690</c:v>
                </c:pt>
                <c:pt idx="164">
                  <c:v>41697</c:v>
                </c:pt>
                <c:pt idx="165">
                  <c:v>41704</c:v>
                </c:pt>
                <c:pt idx="166">
                  <c:v>41711</c:v>
                </c:pt>
                <c:pt idx="167">
                  <c:v>41718</c:v>
                </c:pt>
                <c:pt idx="168">
                  <c:v>41725</c:v>
                </c:pt>
                <c:pt idx="169">
                  <c:v>41732</c:v>
                </c:pt>
                <c:pt idx="170">
                  <c:v>41739</c:v>
                </c:pt>
                <c:pt idx="171">
                  <c:v>41746</c:v>
                </c:pt>
                <c:pt idx="172">
                  <c:v>41753</c:v>
                </c:pt>
                <c:pt idx="173">
                  <c:v>41760</c:v>
                </c:pt>
                <c:pt idx="174">
                  <c:v>41767</c:v>
                </c:pt>
                <c:pt idx="175">
                  <c:v>41774</c:v>
                </c:pt>
                <c:pt idx="176">
                  <c:v>41781</c:v>
                </c:pt>
                <c:pt idx="177">
                  <c:v>41788</c:v>
                </c:pt>
                <c:pt idx="178">
                  <c:v>41795</c:v>
                </c:pt>
                <c:pt idx="179">
                  <c:v>41802</c:v>
                </c:pt>
                <c:pt idx="180">
                  <c:v>41809</c:v>
                </c:pt>
                <c:pt idx="181">
                  <c:v>41816</c:v>
                </c:pt>
                <c:pt idx="182">
                  <c:v>41823</c:v>
                </c:pt>
                <c:pt idx="183">
                  <c:v>41830</c:v>
                </c:pt>
                <c:pt idx="184">
                  <c:v>41837</c:v>
                </c:pt>
                <c:pt idx="185">
                  <c:v>41844</c:v>
                </c:pt>
                <c:pt idx="186">
                  <c:v>41851</c:v>
                </c:pt>
                <c:pt idx="187">
                  <c:v>41858</c:v>
                </c:pt>
                <c:pt idx="188">
                  <c:v>41865</c:v>
                </c:pt>
                <c:pt idx="189">
                  <c:v>41872</c:v>
                </c:pt>
                <c:pt idx="190">
                  <c:v>41879</c:v>
                </c:pt>
                <c:pt idx="191">
                  <c:v>41886</c:v>
                </c:pt>
                <c:pt idx="192">
                  <c:v>41893</c:v>
                </c:pt>
                <c:pt idx="193">
                  <c:v>41900</c:v>
                </c:pt>
                <c:pt idx="194">
                  <c:v>41907</c:v>
                </c:pt>
                <c:pt idx="195">
                  <c:v>41914</c:v>
                </c:pt>
                <c:pt idx="196">
                  <c:v>41921</c:v>
                </c:pt>
                <c:pt idx="197">
                  <c:v>41928</c:v>
                </c:pt>
                <c:pt idx="198">
                  <c:v>41935</c:v>
                </c:pt>
                <c:pt idx="199">
                  <c:v>41942</c:v>
                </c:pt>
                <c:pt idx="200">
                  <c:v>41949</c:v>
                </c:pt>
                <c:pt idx="201">
                  <c:v>41956</c:v>
                </c:pt>
                <c:pt idx="202">
                  <c:v>41963</c:v>
                </c:pt>
                <c:pt idx="203">
                  <c:v>41969</c:v>
                </c:pt>
                <c:pt idx="204">
                  <c:v>41977</c:v>
                </c:pt>
                <c:pt idx="205">
                  <c:v>41984</c:v>
                </c:pt>
                <c:pt idx="206">
                  <c:v>41991</c:v>
                </c:pt>
                <c:pt idx="207">
                  <c:v>41997</c:v>
                </c:pt>
                <c:pt idx="208">
                  <c:v>42004</c:v>
                </c:pt>
                <c:pt idx="209">
                  <c:v>42012</c:v>
                </c:pt>
                <c:pt idx="210">
                  <c:v>42019</c:v>
                </c:pt>
                <c:pt idx="211">
                  <c:v>42026</c:v>
                </c:pt>
                <c:pt idx="212">
                  <c:v>42033</c:v>
                </c:pt>
                <c:pt idx="213">
                  <c:v>42040</c:v>
                </c:pt>
                <c:pt idx="214">
                  <c:v>42047</c:v>
                </c:pt>
                <c:pt idx="215">
                  <c:v>42054</c:v>
                </c:pt>
                <c:pt idx="216">
                  <c:v>42061</c:v>
                </c:pt>
                <c:pt idx="217">
                  <c:v>42068</c:v>
                </c:pt>
                <c:pt idx="218">
                  <c:v>42075</c:v>
                </c:pt>
                <c:pt idx="219">
                  <c:v>42082</c:v>
                </c:pt>
                <c:pt idx="220">
                  <c:v>42089</c:v>
                </c:pt>
                <c:pt idx="221">
                  <c:v>42096</c:v>
                </c:pt>
                <c:pt idx="222">
                  <c:v>42103</c:v>
                </c:pt>
                <c:pt idx="223">
                  <c:v>42110</c:v>
                </c:pt>
                <c:pt idx="224">
                  <c:v>42117</c:v>
                </c:pt>
              </c:numCache>
            </c:numRef>
          </c:cat>
          <c:val>
            <c:numRef>
              <c:f>'Pre 2005'!$E$3:$E$227</c:f>
              <c:numCache>
                <c:formatCode>0%</c:formatCode>
                <c:ptCount val="225"/>
                <c:pt idx="0">
                  <c:v>0.478012437040017</c:v>
                </c:pt>
                <c:pt idx="1">
                  <c:v>0.49652536152540799</c:v>
                </c:pt>
                <c:pt idx="2">
                  <c:v>0.48031193828570601</c:v>
                </c:pt>
                <c:pt idx="3">
                  <c:v>0.47681170698091002</c:v>
                </c:pt>
                <c:pt idx="4">
                  <c:v>0.434625276538393</c:v>
                </c:pt>
                <c:pt idx="5">
                  <c:v>0.35529176668946899</c:v>
                </c:pt>
                <c:pt idx="6">
                  <c:v>0.37678876885527102</c:v>
                </c:pt>
                <c:pt idx="7">
                  <c:v>0.41551239728516498</c:v>
                </c:pt>
                <c:pt idx="8">
                  <c:v>0.42215459210142903</c:v>
                </c:pt>
                <c:pt idx="9">
                  <c:v>0.42125281133299802</c:v>
                </c:pt>
                <c:pt idx="10">
                  <c:v>0.46784519994446999</c:v>
                </c:pt>
                <c:pt idx="11">
                  <c:v>0.45015891448737699</c:v>
                </c:pt>
                <c:pt idx="12">
                  <c:v>0.42283255275692899</c:v>
                </c:pt>
                <c:pt idx="13">
                  <c:v>0.41479432476526401</c:v>
                </c:pt>
                <c:pt idx="14">
                  <c:v>0.413421668844211</c:v>
                </c:pt>
                <c:pt idx="15">
                  <c:v>0.44388100155564097</c:v>
                </c:pt>
                <c:pt idx="16">
                  <c:v>0.44571846246625901</c:v>
                </c:pt>
                <c:pt idx="17">
                  <c:v>0.458944872704586</c:v>
                </c:pt>
                <c:pt idx="18">
                  <c:v>0.500437475780386</c:v>
                </c:pt>
                <c:pt idx="19">
                  <c:v>0.50448830052858695</c:v>
                </c:pt>
                <c:pt idx="20">
                  <c:v>0.50569919769114802</c:v>
                </c:pt>
                <c:pt idx="21">
                  <c:v>0.53459956826473198</c:v>
                </c:pt>
                <c:pt idx="22">
                  <c:v>0.55567130314067603</c:v>
                </c:pt>
                <c:pt idx="23">
                  <c:v>0.55554953678932995</c:v>
                </c:pt>
                <c:pt idx="24">
                  <c:v>0.53459956826473198</c:v>
                </c:pt>
                <c:pt idx="25">
                  <c:v>0.55456064933307203</c:v>
                </c:pt>
                <c:pt idx="26">
                  <c:v>0.49778274569056502</c:v>
                </c:pt>
                <c:pt idx="27">
                  <c:v>0.55023567489180703</c:v>
                </c:pt>
                <c:pt idx="28">
                  <c:v>0.530262307480455</c:v>
                </c:pt>
                <c:pt idx="29">
                  <c:v>0.52343584513018204</c:v>
                </c:pt>
                <c:pt idx="30">
                  <c:v>0.59637879918119396</c:v>
                </c:pt>
                <c:pt idx="31">
                  <c:v>0.68792602855859697</c:v>
                </c:pt>
                <c:pt idx="32">
                  <c:v>0.76963049580877896</c:v>
                </c:pt>
                <c:pt idx="33">
                  <c:v>0.73008457468410604</c:v>
                </c:pt>
                <c:pt idx="34">
                  <c:v>0.72513911398557795</c:v>
                </c:pt>
                <c:pt idx="35">
                  <c:v>0.78570803060210304</c:v>
                </c:pt>
                <c:pt idx="36">
                  <c:v>0.78784236429837495</c:v>
                </c:pt>
                <c:pt idx="37">
                  <c:v>0.78784236429837495</c:v>
                </c:pt>
                <c:pt idx="38">
                  <c:v>0.835097603433548</c:v>
                </c:pt>
                <c:pt idx="39">
                  <c:v>0.82334508252646699</c:v>
                </c:pt>
                <c:pt idx="40">
                  <c:v>0.75041835881665098</c:v>
                </c:pt>
                <c:pt idx="41">
                  <c:v>0.76893145735928503</c:v>
                </c:pt>
                <c:pt idx="42">
                  <c:v>0.77037274528699795</c:v>
                </c:pt>
                <c:pt idx="43">
                  <c:v>0.80738330212536202</c:v>
                </c:pt>
                <c:pt idx="44">
                  <c:v>0.80743099133140495</c:v>
                </c:pt>
                <c:pt idx="45">
                  <c:v>0.80738330212536202</c:v>
                </c:pt>
                <c:pt idx="46">
                  <c:v>0.80868850381438495</c:v>
                </c:pt>
                <c:pt idx="47">
                  <c:v>0.79462879185413404</c:v>
                </c:pt>
                <c:pt idx="48">
                  <c:v>0.79467702755735403</c:v>
                </c:pt>
                <c:pt idx="49">
                  <c:v>0.79667077255181695</c:v>
                </c:pt>
                <c:pt idx="50">
                  <c:v>0.82560167628302705</c:v>
                </c:pt>
                <c:pt idx="51">
                  <c:v>0.81761753197113796</c:v>
                </c:pt>
                <c:pt idx="52">
                  <c:v>0.80675519627661196</c:v>
                </c:pt>
                <c:pt idx="53">
                  <c:v>0.81664922560340802</c:v>
                </c:pt>
                <c:pt idx="54">
                  <c:v>0.81501800932407398</c:v>
                </c:pt>
                <c:pt idx="55">
                  <c:v>0.78373275885396798</c:v>
                </c:pt>
                <c:pt idx="56">
                  <c:v>0.79864586852223396</c:v>
                </c:pt>
                <c:pt idx="57">
                  <c:v>0.79864586852223396</c:v>
                </c:pt>
                <c:pt idx="58">
                  <c:v>0.79864586852223396</c:v>
                </c:pt>
                <c:pt idx="59">
                  <c:v>0.76696110700144904</c:v>
                </c:pt>
                <c:pt idx="60">
                  <c:v>0.77503934394673502</c:v>
                </c:pt>
                <c:pt idx="61">
                  <c:v>0.78307307510675805</c:v>
                </c:pt>
                <c:pt idx="62">
                  <c:v>0.77444274068180197</c:v>
                </c:pt>
                <c:pt idx="63">
                  <c:v>0.69958063827916195</c:v>
                </c:pt>
                <c:pt idx="64">
                  <c:v>0.749959617052529</c:v>
                </c:pt>
                <c:pt idx="65">
                  <c:v>0.75281601454874203</c:v>
                </c:pt>
                <c:pt idx="66">
                  <c:v>0.80228573213763799</c:v>
                </c:pt>
                <c:pt idx="67">
                  <c:v>0.77814088922240399</c:v>
                </c:pt>
                <c:pt idx="68">
                  <c:v>0.80228573213763799</c:v>
                </c:pt>
                <c:pt idx="69">
                  <c:v>0.80453940604234497</c:v>
                </c:pt>
                <c:pt idx="70">
                  <c:v>0.80732043361392003</c:v>
                </c:pt>
                <c:pt idx="71">
                  <c:v>0.83168681417116597</c:v>
                </c:pt>
                <c:pt idx="72">
                  <c:v>0.82964940526362396</c:v>
                </c:pt>
                <c:pt idx="73">
                  <c:v>0.83284905120274599</c:v>
                </c:pt>
                <c:pt idx="74">
                  <c:v>0.86264764194302102</c:v>
                </c:pt>
                <c:pt idx="75">
                  <c:v>0.84572973738134705</c:v>
                </c:pt>
                <c:pt idx="76">
                  <c:v>0.86327251333866595</c:v>
                </c:pt>
                <c:pt idx="77">
                  <c:v>0.86327251333866595</c:v>
                </c:pt>
                <c:pt idx="78">
                  <c:v>0.85555240339955696</c:v>
                </c:pt>
                <c:pt idx="79">
                  <c:v>0.88287675506615604</c:v>
                </c:pt>
                <c:pt idx="80">
                  <c:v>0.88536471533859296</c:v>
                </c:pt>
                <c:pt idx="81">
                  <c:v>0.89833897714159106</c:v>
                </c:pt>
                <c:pt idx="82">
                  <c:v>0.86793363911717603</c:v>
                </c:pt>
                <c:pt idx="83">
                  <c:v>0.86770648020923202</c:v>
                </c:pt>
                <c:pt idx="84">
                  <c:v>0.85221928563940097</c:v>
                </c:pt>
                <c:pt idx="85">
                  <c:v>0.83842768782906896</c:v>
                </c:pt>
                <c:pt idx="86">
                  <c:v>0.86770648020923202</c:v>
                </c:pt>
                <c:pt idx="87">
                  <c:v>0.854749303648767</c:v>
                </c:pt>
                <c:pt idx="88">
                  <c:v>0.85755860261202399</c:v>
                </c:pt>
                <c:pt idx="89">
                  <c:v>0.87370950143428605</c:v>
                </c:pt>
                <c:pt idx="90">
                  <c:v>0.91294036208624696</c:v>
                </c:pt>
                <c:pt idx="91">
                  <c:v>0.89540803117683299</c:v>
                </c:pt>
                <c:pt idx="92">
                  <c:v>0.87828750136762601</c:v>
                </c:pt>
                <c:pt idx="93">
                  <c:v>0.89386735239452597</c:v>
                </c:pt>
                <c:pt idx="94">
                  <c:v>0.87701507985843796</c:v>
                </c:pt>
                <c:pt idx="95">
                  <c:v>0.85224271287899001</c:v>
                </c:pt>
                <c:pt idx="96">
                  <c:v>0.85193877883173597</c:v>
                </c:pt>
                <c:pt idx="97">
                  <c:v>0.869978528422368</c:v>
                </c:pt>
                <c:pt idx="98">
                  <c:v>0.88760782081308098</c:v>
                </c:pt>
                <c:pt idx="99">
                  <c:v>0.86994927393538202</c:v>
                </c:pt>
                <c:pt idx="100">
                  <c:v>0.85665986262304605</c:v>
                </c:pt>
                <c:pt idx="101">
                  <c:v>0.87405689226001904</c:v>
                </c:pt>
                <c:pt idx="102">
                  <c:v>0.85526933709542996</c:v>
                </c:pt>
                <c:pt idx="103">
                  <c:v>0.85629919718182101</c:v>
                </c:pt>
                <c:pt idx="104">
                  <c:v>0.83698700627492195</c:v>
                </c:pt>
                <c:pt idx="105">
                  <c:v>0.81801292760675504</c:v>
                </c:pt>
                <c:pt idx="106">
                  <c:v>0.83506565777320196</c:v>
                </c:pt>
                <c:pt idx="107">
                  <c:v>0.81638058168754202</c:v>
                </c:pt>
                <c:pt idx="108">
                  <c:v>0.77327869798683202</c:v>
                </c:pt>
                <c:pt idx="109">
                  <c:v>0.75159663172579605</c:v>
                </c:pt>
                <c:pt idx="110">
                  <c:v>0.75159663172579605</c:v>
                </c:pt>
                <c:pt idx="111">
                  <c:v>0.73466848163795695</c:v>
                </c:pt>
                <c:pt idx="112">
                  <c:v>0.75336723351248602</c:v>
                </c:pt>
                <c:pt idx="113">
                  <c:v>0.73189334378403004</c:v>
                </c:pt>
                <c:pt idx="114">
                  <c:v>0.69795987841176899</c:v>
                </c:pt>
                <c:pt idx="115">
                  <c:v>0.72870485724802003</c:v>
                </c:pt>
                <c:pt idx="116">
                  <c:v>0.71205681454377001</c:v>
                </c:pt>
                <c:pt idx="117">
                  <c:v>0.71369665277113203</c:v>
                </c:pt>
                <c:pt idx="118">
                  <c:v>0.73723469697601096</c:v>
                </c:pt>
                <c:pt idx="119">
                  <c:v>0.761146337708836</c:v>
                </c:pt>
                <c:pt idx="120">
                  <c:v>0.759997535931347</c:v>
                </c:pt>
                <c:pt idx="121">
                  <c:v>0.77532655878385304</c:v>
                </c:pt>
                <c:pt idx="122">
                  <c:v>0.75107697516027305</c:v>
                </c:pt>
                <c:pt idx="123">
                  <c:v>0.72171464607282199</c:v>
                </c:pt>
                <c:pt idx="124">
                  <c:v>0.68546913751640703</c:v>
                </c:pt>
                <c:pt idx="125">
                  <c:v>0.61572233359239503</c:v>
                </c:pt>
                <c:pt idx="126">
                  <c:v>0.57885781279247595</c:v>
                </c:pt>
                <c:pt idx="127">
                  <c:v>0.55866046035037298</c:v>
                </c:pt>
                <c:pt idx="128">
                  <c:v>0.559435024866201</c:v>
                </c:pt>
                <c:pt idx="129">
                  <c:v>0.35070641785982798</c:v>
                </c:pt>
                <c:pt idx="130">
                  <c:v>0.43948269576427901</c:v>
                </c:pt>
                <c:pt idx="131">
                  <c:v>0.32026855865014903</c:v>
                </c:pt>
                <c:pt idx="132">
                  <c:v>0.40751972704091199</c:v>
                </c:pt>
                <c:pt idx="133">
                  <c:v>0.40927245307931498</c:v>
                </c:pt>
                <c:pt idx="134">
                  <c:v>0.363862618143523</c:v>
                </c:pt>
                <c:pt idx="135">
                  <c:v>0.36320600400751901</c:v>
                </c:pt>
                <c:pt idx="136">
                  <c:v>0.36320600400751901</c:v>
                </c:pt>
                <c:pt idx="137">
                  <c:v>0.288709470660512</c:v>
                </c:pt>
                <c:pt idx="138">
                  <c:v>0.32763348986039498</c:v>
                </c:pt>
                <c:pt idx="139">
                  <c:v>0.299169771608427</c:v>
                </c:pt>
                <c:pt idx="140">
                  <c:v>0.28272847297738402</c:v>
                </c:pt>
                <c:pt idx="141">
                  <c:v>0.32117243090069397</c:v>
                </c:pt>
                <c:pt idx="142">
                  <c:v>0.41636418453757701</c:v>
                </c:pt>
                <c:pt idx="143">
                  <c:v>0.43780949110749301</c:v>
                </c:pt>
                <c:pt idx="144">
                  <c:v>0.43730748482287202</c:v>
                </c:pt>
                <c:pt idx="145">
                  <c:v>0.40934710971689398</c:v>
                </c:pt>
                <c:pt idx="146">
                  <c:v>0.45677859659494602</c:v>
                </c:pt>
                <c:pt idx="147">
                  <c:v>0.475306900921734</c:v>
                </c:pt>
                <c:pt idx="148">
                  <c:v>0.44816752582121699</c:v>
                </c:pt>
                <c:pt idx="149">
                  <c:v>0.37148669825668401</c:v>
                </c:pt>
                <c:pt idx="150">
                  <c:v>0.43017279106460798</c:v>
                </c:pt>
                <c:pt idx="151">
                  <c:v>0.40155276728234202</c:v>
                </c:pt>
                <c:pt idx="152">
                  <c:v>0.33155433608902701</c:v>
                </c:pt>
                <c:pt idx="153">
                  <c:v>0.33115218180429201</c:v>
                </c:pt>
                <c:pt idx="154">
                  <c:v>0.29231032325725198</c:v>
                </c:pt>
                <c:pt idx="155">
                  <c:v>0.29194519997051299</c:v>
                </c:pt>
                <c:pt idx="156">
                  <c:v>0.26557578721224701</c:v>
                </c:pt>
                <c:pt idx="157">
                  <c:v>0.29041864554209001</c:v>
                </c:pt>
                <c:pt idx="158">
                  <c:v>0.324950271832321</c:v>
                </c:pt>
                <c:pt idx="159">
                  <c:v>0.32575205669163398</c:v>
                </c:pt>
                <c:pt idx="160">
                  <c:v>0.38477236523223501</c:v>
                </c:pt>
                <c:pt idx="161">
                  <c:v>0.407543935255748</c:v>
                </c:pt>
                <c:pt idx="162">
                  <c:v>0.38048486740787602</c:v>
                </c:pt>
                <c:pt idx="163">
                  <c:v>0.350662678143284</c:v>
                </c:pt>
                <c:pt idx="164">
                  <c:v>0.34877360785551498</c:v>
                </c:pt>
                <c:pt idx="165">
                  <c:v>0.37600660434659899</c:v>
                </c:pt>
                <c:pt idx="166">
                  <c:v>0.345540736972693</c:v>
                </c:pt>
                <c:pt idx="167">
                  <c:v>0.37491062583542301</c:v>
                </c:pt>
                <c:pt idx="168">
                  <c:v>0.34390162113487499</c:v>
                </c:pt>
                <c:pt idx="169">
                  <c:v>0.314038249540457</c:v>
                </c:pt>
                <c:pt idx="170">
                  <c:v>0.34467498628586002</c:v>
                </c:pt>
                <c:pt idx="171">
                  <c:v>0.37569838390096</c:v>
                </c:pt>
                <c:pt idx="172">
                  <c:v>0.37412391054197702</c:v>
                </c:pt>
                <c:pt idx="173">
                  <c:v>0.37361880682592702</c:v>
                </c:pt>
                <c:pt idx="174">
                  <c:v>0.42328848292124299</c:v>
                </c:pt>
                <c:pt idx="175">
                  <c:v>0.423626543923386</c:v>
                </c:pt>
                <c:pt idx="176">
                  <c:v>0.44575971286270699</c:v>
                </c:pt>
                <c:pt idx="177">
                  <c:v>0.447523173322597</c:v>
                </c:pt>
                <c:pt idx="178">
                  <c:v>0.44809087040050999</c:v>
                </c:pt>
                <c:pt idx="179">
                  <c:v>0.422698502075878</c:v>
                </c:pt>
                <c:pt idx="180">
                  <c:v>0.42445570084547102</c:v>
                </c:pt>
                <c:pt idx="181">
                  <c:v>0.44809087040050999</c:v>
                </c:pt>
                <c:pt idx="182">
                  <c:v>0.47250294907145901</c:v>
                </c:pt>
                <c:pt idx="183">
                  <c:v>0.41937357622631599</c:v>
                </c:pt>
                <c:pt idx="184">
                  <c:v>0.442496626081467</c:v>
                </c:pt>
                <c:pt idx="185">
                  <c:v>0.442496626081467</c:v>
                </c:pt>
                <c:pt idx="186">
                  <c:v>0.44374218371659901</c:v>
                </c:pt>
                <c:pt idx="187">
                  <c:v>0.41288424367027698</c:v>
                </c:pt>
                <c:pt idx="188">
                  <c:v>0.43702603863390799</c:v>
                </c:pt>
                <c:pt idx="189">
                  <c:v>0.46728360557677701</c:v>
                </c:pt>
                <c:pt idx="190">
                  <c:v>0.46728360557677701</c:v>
                </c:pt>
                <c:pt idx="191">
                  <c:v>0.46155019715384699</c:v>
                </c:pt>
                <c:pt idx="192">
                  <c:v>0.46004558951219798</c:v>
                </c:pt>
                <c:pt idx="193">
                  <c:v>0.40391624791160502</c:v>
                </c:pt>
                <c:pt idx="194">
                  <c:v>0.40583884679985799</c:v>
                </c:pt>
                <c:pt idx="195">
                  <c:v>0.41997935837741501</c:v>
                </c:pt>
                <c:pt idx="196">
                  <c:v>0.45169554196659301</c:v>
                </c:pt>
                <c:pt idx="197">
                  <c:v>0.51980506858976505</c:v>
                </c:pt>
                <c:pt idx="198">
                  <c:v>0.54836202509473897</c:v>
                </c:pt>
                <c:pt idx="199">
                  <c:v>0.51919369291780804</c:v>
                </c:pt>
                <c:pt idx="200">
                  <c:v>0.47675147024831299</c:v>
                </c:pt>
                <c:pt idx="201">
                  <c:v>0.47692109100650398</c:v>
                </c:pt>
                <c:pt idx="202">
                  <c:v>0.51122359708646703</c:v>
                </c:pt>
                <c:pt idx="203">
                  <c:v>0.51219644646725904</c:v>
                </c:pt>
                <c:pt idx="204">
                  <c:v>0.53668924865294498</c:v>
                </c:pt>
                <c:pt idx="205">
                  <c:v>0.53336704205084995</c:v>
                </c:pt>
                <c:pt idx="206">
                  <c:v>0.57434180535542201</c:v>
                </c:pt>
                <c:pt idx="207">
                  <c:v>0.57151301413759903</c:v>
                </c:pt>
                <c:pt idx="208">
                  <c:v>0.53663456127837605</c:v>
                </c:pt>
                <c:pt idx="209">
                  <c:v>0.59916849480803203</c:v>
                </c:pt>
                <c:pt idx="210">
                  <c:v>0.65603248367827005</c:v>
                </c:pt>
                <c:pt idx="211">
                  <c:v>0.65743777734473896</c:v>
                </c:pt>
                <c:pt idx="212">
                  <c:v>0.65603248367827005</c:v>
                </c:pt>
                <c:pt idx="213">
                  <c:v>0.65654204371407898</c:v>
                </c:pt>
                <c:pt idx="214">
                  <c:v>0.62891566924849096</c:v>
                </c:pt>
                <c:pt idx="215">
                  <c:v>0.59089189370597495</c:v>
                </c:pt>
                <c:pt idx="216">
                  <c:v>0.56192400392824904</c:v>
                </c:pt>
                <c:pt idx="217">
                  <c:v>0.58504613614911405</c:v>
                </c:pt>
                <c:pt idx="218">
                  <c:v>0.51677297350672402</c:v>
                </c:pt>
                <c:pt idx="219">
                  <c:v>0.58275927647732095</c:v>
                </c:pt>
                <c:pt idx="220">
                  <c:v>0.62291663527341601</c:v>
                </c:pt>
                <c:pt idx="221">
                  <c:v>0.60989773029744099</c:v>
                </c:pt>
                <c:pt idx="222">
                  <c:v>0.63605273893112901</c:v>
                </c:pt>
                <c:pt idx="223">
                  <c:v>0.61100400428288903</c:v>
                </c:pt>
                <c:pt idx="224">
                  <c:v>0.63781716084616302</c:v>
                </c:pt>
              </c:numCache>
            </c:numRef>
          </c:val>
          <c:smooth val="0"/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212261888"/>
        <c:axId val="212669184"/>
      </c:lineChart>
      <c:dateAx>
        <c:axId val="212261888"/>
        <c:scaling>
          <c:orientation val="minMax"/>
        </c:scaling>
        <c:delete val="0"/>
        <c:axPos val="b"/>
        <c:numFmt formatCode="m/d/yyyy" sourceLinked="1"/>
        <c:majorTickMark val="out"/>
        <c:minorTickMark val="none"/>
        <c:tickLblPos val="nextTo"/>
        <c:crossAx val="212669184"/>
        <c:crosses val="autoZero"/>
        <c:auto val="1"/>
        <c:lblOffset val="100"/>
        <c:baseTimeUnit val="days"/>
        <c:majorUnit val="6"/>
        <c:majorTimeUnit val="months"/>
      </c:dateAx>
      <c:valAx>
        <c:axId val="212669184"/>
        <c:scaling>
          <c:orientation val="minMax"/>
        </c:scaling>
        <c:delete val="0"/>
        <c:axPos val="l"/>
        <c:majorGridlines/>
        <c:title>
          <c:tx>
            <c:rich>
              <a:bodyPr rot="-5400000" vert="horz"/>
              <a:lstStyle/>
              <a:p>
                <a:pPr>
                  <a:defRPr/>
                </a:pPr>
                <a:r>
                  <a:rPr lang="en-US" dirty="0" err="1" smtClean="0"/>
                  <a:t>Refinancible</a:t>
                </a:r>
                <a:r>
                  <a:rPr lang="en-US" dirty="0" smtClean="0"/>
                  <a:t> Percentage</a:t>
                </a:r>
                <a:endParaRPr lang="en-US" dirty="0"/>
              </a:p>
            </c:rich>
          </c:tx>
          <c:layout/>
          <c:overlay val="0"/>
        </c:title>
        <c:numFmt formatCode="0%" sourceLinked="1"/>
        <c:majorTickMark val="out"/>
        <c:minorTickMark val="none"/>
        <c:tickLblPos val="nextTo"/>
        <c:crossAx val="212261888"/>
        <c:crosses val="autoZero"/>
        <c:crossBetween val="between"/>
      </c:valAx>
      <c:valAx>
        <c:axId val="212671104"/>
        <c:scaling>
          <c:orientation val="minMax"/>
          <c:min val="0"/>
        </c:scaling>
        <c:delete val="0"/>
        <c:axPos val="r"/>
        <c:title>
          <c:tx>
            <c:rich>
              <a:bodyPr rot="-5400000" vert="horz"/>
              <a:lstStyle/>
              <a:p>
                <a:pPr>
                  <a:defRPr/>
                </a:pPr>
                <a:r>
                  <a:rPr lang="en-US" dirty="0" smtClean="0"/>
                  <a:t>Difference</a:t>
                </a:r>
                <a:endParaRPr lang="en-US" dirty="0"/>
              </a:p>
            </c:rich>
          </c:tx>
          <c:layout/>
          <c:overlay val="0"/>
        </c:title>
        <c:numFmt formatCode="0%" sourceLinked="1"/>
        <c:majorTickMark val="out"/>
        <c:minorTickMark val="none"/>
        <c:tickLblPos val="nextTo"/>
        <c:crossAx val="212677376"/>
        <c:crosses val="max"/>
        <c:crossBetween val="between"/>
      </c:valAx>
      <c:dateAx>
        <c:axId val="212677376"/>
        <c:scaling>
          <c:orientation val="minMax"/>
        </c:scaling>
        <c:delete val="1"/>
        <c:axPos val="b"/>
        <c:numFmt formatCode="m/d/yyyy" sourceLinked="1"/>
        <c:majorTickMark val="out"/>
        <c:minorTickMark val="none"/>
        <c:tickLblPos val="nextTo"/>
        <c:crossAx val="212671104"/>
        <c:crosses val="autoZero"/>
        <c:auto val="1"/>
        <c:lblOffset val="100"/>
        <c:baseTimeUnit val="days"/>
      </c:dateAx>
    </c:plotArea>
    <c:legend>
      <c:legendPos val="b"/>
      <c:layout/>
      <c:overlay val="0"/>
    </c:legend>
    <c:plotVisOnly val="1"/>
    <c:dispBlanksAs val="gap"/>
    <c:showDLblsOverMax val="0"/>
  </c:chart>
  <c:externalData r:id="rId1">
    <c:autoUpdate val="0"/>
  </c:externalData>
</c:chartSpace>
</file>

<file path=ppt/charts/chart2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0"/>
    <c:plotArea>
      <c:layout/>
      <c:areaChart>
        <c:grouping val="stacked"/>
        <c:varyColors val="0"/>
        <c:ser>
          <c:idx val="4"/>
          <c:order val="0"/>
          <c:tx>
            <c:v>Current PMI</c:v>
          </c:tx>
          <c:spPr>
            <a:solidFill>
              <a:srgbClr val="AD275C">
                <a:alpha val="65000"/>
              </a:srgbClr>
            </a:solidFill>
            <a:ln>
              <a:noFill/>
            </a:ln>
          </c:spPr>
          <c:cat>
            <c:numRef>
              <c:f>'Pre 2005'!$A$3:$A$227</c:f>
              <c:numCache>
                <c:formatCode>m/d/yyyy</c:formatCode>
                <c:ptCount val="225"/>
                <c:pt idx="0">
                  <c:v>40549</c:v>
                </c:pt>
                <c:pt idx="1">
                  <c:v>40556</c:v>
                </c:pt>
                <c:pt idx="2">
                  <c:v>40563</c:v>
                </c:pt>
                <c:pt idx="3">
                  <c:v>40570</c:v>
                </c:pt>
                <c:pt idx="4">
                  <c:v>40577</c:v>
                </c:pt>
                <c:pt idx="5">
                  <c:v>40584</c:v>
                </c:pt>
                <c:pt idx="6">
                  <c:v>40591</c:v>
                </c:pt>
                <c:pt idx="7">
                  <c:v>40598</c:v>
                </c:pt>
                <c:pt idx="8">
                  <c:v>40605</c:v>
                </c:pt>
                <c:pt idx="9">
                  <c:v>40612</c:v>
                </c:pt>
                <c:pt idx="10">
                  <c:v>40619</c:v>
                </c:pt>
                <c:pt idx="11">
                  <c:v>40626</c:v>
                </c:pt>
                <c:pt idx="12">
                  <c:v>40633</c:v>
                </c:pt>
                <c:pt idx="13">
                  <c:v>40640</c:v>
                </c:pt>
                <c:pt idx="14">
                  <c:v>40647</c:v>
                </c:pt>
                <c:pt idx="15">
                  <c:v>40654</c:v>
                </c:pt>
                <c:pt idx="16">
                  <c:v>40661</c:v>
                </c:pt>
                <c:pt idx="17">
                  <c:v>40668</c:v>
                </c:pt>
                <c:pt idx="18">
                  <c:v>40675</c:v>
                </c:pt>
                <c:pt idx="19">
                  <c:v>40682</c:v>
                </c:pt>
                <c:pt idx="20">
                  <c:v>40689</c:v>
                </c:pt>
                <c:pt idx="21">
                  <c:v>40696</c:v>
                </c:pt>
                <c:pt idx="22">
                  <c:v>40703</c:v>
                </c:pt>
                <c:pt idx="23">
                  <c:v>40710</c:v>
                </c:pt>
                <c:pt idx="24">
                  <c:v>40717</c:v>
                </c:pt>
                <c:pt idx="25">
                  <c:v>40724</c:v>
                </c:pt>
                <c:pt idx="26">
                  <c:v>40731</c:v>
                </c:pt>
                <c:pt idx="27">
                  <c:v>40738</c:v>
                </c:pt>
                <c:pt idx="28">
                  <c:v>40745</c:v>
                </c:pt>
                <c:pt idx="29">
                  <c:v>40752</c:v>
                </c:pt>
                <c:pt idx="30">
                  <c:v>40759</c:v>
                </c:pt>
                <c:pt idx="31">
                  <c:v>40766</c:v>
                </c:pt>
                <c:pt idx="32">
                  <c:v>40773</c:v>
                </c:pt>
                <c:pt idx="33">
                  <c:v>40780</c:v>
                </c:pt>
                <c:pt idx="34">
                  <c:v>40787</c:v>
                </c:pt>
                <c:pt idx="35">
                  <c:v>40794</c:v>
                </c:pt>
                <c:pt idx="36">
                  <c:v>40801</c:v>
                </c:pt>
                <c:pt idx="37">
                  <c:v>40808</c:v>
                </c:pt>
                <c:pt idx="38">
                  <c:v>40815</c:v>
                </c:pt>
                <c:pt idx="39">
                  <c:v>40822</c:v>
                </c:pt>
                <c:pt idx="40">
                  <c:v>40829</c:v>
                </c:pt>
                <c:pt idx="41">
                  <c:v>40836</c:v>
                </c:pt>
                <c:pt idx="42">
                  <c:v>40843</c:v>
                </c:pt>
                <c:pt idx="43">
                  <c:v>40850</c:v>
                </c:pt>
                <c:pt idx="44">
                  <c:v>40857</c:v>
                </c:pt>
                <c:pt idx="45">
                  <c:v>40864</c:v>
                </c:pt>
                <c:pt idx="46">
                  <c:v>40870</c:v>
                </c:pt>
                <c:pt idx="47">
                  <c:v>40878</c:v>
                </c:pt>
                <c:pt idx="48">
                  <c:v>40885</c:v>
                </c:pt>
                <c:pt idx="49">
                  <c:v>40892</c:v>
                </c:pt>
                <c:pt idx="50">
                  <c:v>40899</c:v>
                </c:pt>
                <c:pt idx="51">
                  <c:v>40906</c:v>
                </c:pt>
                <c:pt idx="52">
                  <c:v>40913</c:v>
                </c:pt>
                <c:pt idx="53">
                  <c:v>40920</c:v>
                </c:pt>
                <c:pt idx="54">
                  <c:v>40927</c:v>
                </c:pt>
                <c:pt idx="55">
                  <c:v>40934</c:v>
                </c:pt>
                <c:pt idx="56">
                  <c:v>40941</c:v>
                </c:pt>
                <c:pt idx="57">
                  <c:v>40948</c:v>
                </c:pt>
                <c:pt idx="58">
                  <c:v>40955</c:v>
                </c:pt>
                <c:pt idx="59">
                  <c:v>40962</c:v>
                </c:pt>
                <c:pt idx="60">
                  <c:v>40969</c:v>
                </c:pt>
                <c:pt idx="61">
                  <c:v>40976</c:v>
                </c:pt>
                <c:pt idx="62">
                  <c:v>40983</c:v>
                </c:pt>
                <c:pt idx="63">
                  <c:v>40990</c:v>
                </c:pt>
                <c:pt idx="64">
                  <c:v>40997</c:v>
                </c:pt>
                <c:pt idx="65">
                  <c:v>41004</c:v>
                </c:pt>
                <c:pt idx="66">
                  <c:v>41011</c:v>
                </c:pt>
                <c:pt idx="67">
                  <c:v>41018</c:v>
                </c:pt>
                <c:pt idx="68">
                  <c:v>41025</c:v>
                </c:pt>
                <c:pt idx="69">
                  <c:v>41032</c:v>
                </c:pt>
                <c:pt idx="70">
                  <c:v>41039</c:v>
                </c:pt>
                <c:pt idx="71">
                  <c:v>41046</c:v>
                </c:pt>
                <c:pt idx="72">
                  <c:v>41053</c:v>
                </c:pt>
                <c:pt idx="73">
                  <c:v>41060</c:v>
                </c:pt>
                <c:pt idx="74">
                  <c:v>41067</c:v>
                </c:pt>
                <c:pt idx="75">
                  <c:v>41074</c:v>
                </c:pt>
                <c:pt idx="76">
                  <c:v>41081</c:v>
                </c:pt>
                <c:pt idx="77">
                  <c:v>41088</c:v>
                </c:pt>
                <c:pt idx="78">
                  <c:v>41095</c:v>
                </c:pt>
                <c:pt idx="79">
                  <c:v>41102</c:v>
                </c:pt>
                <c:pt idx="80">
                  <c:v>41109</c:v>
                </c:pt>
                <c:pt idx="81">
                  <c:v>41116</c:v>
                </c:pt>
                <c:pt idx="82">
                  <c:v>41123</c:v>
                </c:pt>
                <c:pt idx="83">
                  <c:v>41130</c:v>
                </c:pt>
                <c:pt idx="84">
                  <c:v>41137</c:v>
                </c:pt>
                <c:pt idx="85">
                  <c:v>41144</c:v>
                </c:pt>
                <c:pt idx="86">
                  <c:v>41151</c:v>
                </c:pt>
                <c:pt idx="87">
                  <c:v>41158</c:v>
                </c:pt>
                <c:pt idx="88">
                  <c:v>41165</c:v>
                </c:pt>
                <c:pt idx="89">
                  <c:v>41172</c:v>
                </c:pt>
                <c:pt idx="90">
                  <c:v>41179</c:v>
                </c:pt>
                <c:pt idx="91">
                  <c:v>41186</c:v>
                </c:pt>
                <c:pt idx="92">
                  <c:v>41193</c:v>
                </c:pt>
                <c:pt idx="93">
                  <c:v>41200</c:v>
                </c:pt>
                <c:pt idx="94">
                  <c:v>41207</c:v>
                </c:pt>
                <c:pt idx="95">
                  <c:v>41214</c:v>
                </c:pt>
                <c:pt idx="96">
                  <c:v>41221</c:v>
                </c:pt>
                <c:pt idx="97">
                  <c:v>41228</c:v>
                </c:pt>
                <c:pt idx="98">
                  <c:v>41234</c:v>
                </c:pt>
                <c:pt idx="99">
                  <c:v>41242</c:v>
                </c:pt>
                <c:pt idx="100">
                  <c:v>41249</c:v>
                </c:pt>
                <c:pt idx="101">
                  <c:v>41256</c:v>
                </c:pt>
                <c:pt idx="102">
                  <c:v>41263</c:v>
                </c:pt>
                <c:pt idx="103">
                  <c:v>41270</c:v>
                </c:pt>
                <c:pt idx="104">
                  <c:v>41277</c:v>
                </c:pt>
                <c:pt idx="105">
                  <c:v>41284</c:v>
                </c:pt>
                <c:pt idx="106">
                  <c:v>41291</c:v>
                </c:pt>
                <c:pt idx="107">
                  <c:v>41298</c:v>
                </c:pt>
                <c:pt idx="108">
                  <c:v>41305</c:v>
                </c:pt>
                <c:pt idx="109">
                  <c:v>41312</c:v>
                </c:pt>
                <c:pt idx="110">
                  <c:v>41319</c:v>
                </c:pt>
                <c:pt idx="111">
                  <c:v>41326</c:v>
                </c:pt>
                <c:pt idx="112">
                  <c:v>41333</c:v>
                </c:pt>
                <c:pt idx="113">
                  <c:v>41340</c:v>
                </c:pt>
                <c:pt idx="114">
                  <c:v>41347</c:v>
                </c:pt>
                <c:pt idx="115">
                  <c:v>41354</c:v>
                </c:pt>
                <c:pt idx="116">
                  <c:v>41361</c:v>
                </c:pt>
                <c:pt idx="117">
                  <c:v>41368</c:v>
                </c:pt>
                <c:pt idx="118">
                  <c:v>41375</c:v>
                </c:pt>
                <c:pt idx="119">
                  <c:v>41382</c:v>
                </c:pt>
                <c:pt idx="120">
                  <c:v>41389</c:v>
                </c:pt>
                <c:pt idx="121">
                  <c:v>41396</c:v>
                </c:pt>
                <c:pt idx="122">
                  <c:v>41403</c:v>
                </c:pt>
                <c:pt idx="123">
                  <c:v>41410</c:v>
                </c:pt>
                <c:pt idx="124">
                  <c:v>41417</c:v>
                </c:pt>
                <c:pt idx="125">
                  <c:v>41424</c:v>
                </c:pt>
                <c:pt idx="126">
                  <c:v>41431</c:v>
                </c:pt>
                <c:pt idx="127">
                  <c:v>41438</c:v>
                </c:pt>
                <c:pt idx="128">
                  <c:v>41445</c:v>
                </c:pt>
                <c:pt idx="129">
                  <c:v>41452</c:v>
                </c:pt>
                <c:pt idx="130">
                  <c:v>41458</c:v>
                </c:pt>
                <c:pt idx="131">
                  <c:v>41466</c:v>
                </c:pt>
                <c:pt idx="132">
                  <c:v>41473</c:v>
                </c:pt>
                <c:pt idx="133">
                  <c:v>41480</c:v>
                </c:pt>
                <c:pt idx="134">
                  <c:v>41487</c:v>
                </c:pt>
                <c:pt idx="135">
                  <c:v>41494</c:v>
                </c:pt>
                <c:pt idx="136">
                  <c:v>41501</c:v>
                </c:pt>
                <c:pt idx="137">
                  <c:v>41508</c:v>
                </c:pt>
                <c:pt idx="138">
                  <c:v>41515</c:v>
                </c:pt>
                <c:pt idx="139">
                  <c:v>41522</c:v>
                </c:pt>
                <c:pt idx="140">
                  <c:v>41529</c:v>
                </c:pt>
                <c:pt idx="141">
                  <c:v>41536</c:v>
                </c:pt>
                <c:pt idx="142">
                  <c:v>41543</c:v>
                </c:pt>
                <c:pt idx="143">
                  <c:v>41550</c:v>
                </c:pt>
                <c:pt idx="144">
                  <c:v>41557</c:v>
                </c:pt>
                <c:pt idx="145">
                  <c:v>41564</c:v>
                </c:pt>
                <c:pt idx="146">
                  <c:v>41571</c:v>
                </c:pt>
                <c:pt idx="147">
                  <c:v>41578</c:v>
                </c:pt>
                <c:pt idx="148">
                  <c:v>41585</c:v>
                </c:pt>
                <c:pt idx="149">
                  <c:v>41592</c:v>
                </c:pt>
                <c:pt idx="150">
                  <c:v>41599</c:v>
                </c:pt>
                <c:pt idx="151">
                  <c:v>41605</c:v>
                </c:pt>
                <c:pt idx="152">
                  <c:v>41613</c:v>
                </c:pt>
                <c:pt idx="153">
                  <c:v>41620</c:v>
                </c:pt>
                <c:pt idx="154">
                  <c:v>41627</c:v>
                </c:pt>
                <c:pt idx="155">
                  <c:v>41634</c:v>
                </c:pt>
                <c:pt idx="156">
                  <c:v>41641</c:v>
                </c:pt>
                <c:pt idx="157">
                  <c:v>41648</c:v>
                </c:pt>
                <c:pt idx="158">
                  <c:v>41655</c:v>
                </c:pt>
                <c:pt idx="159">
                  <c:v>41662</c:v>
                </c:pt>
                <c:pt idx="160">
                  <c:v>41669</c:v>
                </c:pt>
                <c:pt idx="161">
                  <c:v>41676</c:v>
                </c:pt>
                <c:pt idx="162">
                  <c:v>41683</c:v>
                </c:pt>
                <c:pt idx="163">
                  <c:v>41690</c:v>
                </c:pt>
                <c:pt idx="164">
                  <c:v>41697</c:v>
                </c:pt>
                <c:pt idx="165">
                  <c:v>41704</c:v>
                </c:pt>
                <c:pt idx="166">
                  <c:v>41711</c:v>
                </c:pt>
                <c:pt idx="167">
                  <c:v>41718</c:v>
                </c:pt>
                <c:pt idx="168">
                  <c:v>41725</c:v>
                </c:pt>
                <c:pt idx="169">
                  <c:v>41732</c:v>
                </c:pt>
                <c:pt idx="170">
                  <c:v>41739</c:v>
                </c:pt>
                <c:pt idx="171">
                  <c:v>41746</c:v>
                </c:pt>
                <c:pt idx="172">
                  <c:v>41753</c:v>
                </c:pt>
                <c:pt idx="173">
                  <c:v>41760</c:v>
                </c:pt>
                <c:pt idx="174">
                  <c:v>41767</c:v>
                </c:pt>
                <c:pt idx="175">
                  <c:v>41774</c:v>
                </c:pt>
                <c:pt idx="176">
                  <c:v>41781</c:v>
                </c:pt>
                <c:pt idx="177">
                  <c:v>41788</c:v>
                </c:pt>
                <c:pt idx="178">
                  <c:v>41795</c:v>
                </c:pt>
                <c:pt idx="179">
                  <c:v>41802</c:v>
                </c:pt>
                <c:pt idx="180">
                  <c:v>41809</c:v>
                </c:pt>
                <c:pt idx="181">
                  <c:v>41816</c:v>
                </c:pt>
                <c:pt idx="182">
                  <c:v>41823</c:v>
                </c:pt>
                <c:pt idx="183">
                  <c:v>41830</c:v>
                </c:pt>
                <c:pt idx="184">
                  <c:v>41837</c:v>
                </c:pt>
                <c:pt idx="185">
                  <c:v>41844</c:v>
                </c:pt>
                <c:pt idx="186">
                  <c:v>41851</c:v>
                </c:pt>
                <c:pt idx="187">
                  <c:v>41858</c:v>
                </c:pt>
                <c:pt idx="188">
                  <c:v>41865</c:v>
                </c:pt>
                <c:pt idx="189">
                  <c:v>41872</c:v>
                </c:pt>
                <c:pt idx="190">
                  <c:v>41879</c:v>
                </c:pt>
                <c:pt idx="191">
                  <c:v>41886</c:v>
                </c:pt>
                <c:pt idx="192">
                  <c:v>41893</c:v>
                </c:pt>
                <c:pt idx="193">
                  <c:v>41900</c:v>
                </c:pt>
                <c:pt idx="194">
                  <c:v>41907</c:v>
                </c:pt>
                <c:pt idx="195">
                  <c:v>41914</c:v>
                </c:pt>
                <c:pt idx="196">
                  <c:v>41921</c:v>
                </c:pt>
                <c:pt idx="197">
                  <c:v>41928</c:v>
                </c:pt>
                <c:pt idx="198">
                  <c:v>41935</c:v>
                </c:pt>
                <c:pt idx="199">
                  <c:v>41942</c:v>
                </c:pt>
                <c:pt idx="200">
                  <c:v>41949</c:v>
                </c:pt>
                <c:pt idx="201">
                  <c:v>41956</c:v>
                </c:pt>
                <c:pt idx="202">
                  <c:v>41963</c:v>
                </c:pt>
                <c:pt idx="203">
                  <c:v>41969</c:v>
                </c:pt>
                <c:pt idx="204">
                  <c:v>41977</c:v>
                </c:pt>
                <c:pt idx="205">
                  <c:v>41984</c:v>
                </c:pt>
                <c:pt idx="206">
                  <c:v>41991</c:v>
                </c:pt>
                <c:pt idx="207">
                  <c:v>41997</c:v>
                </c:pt>
                <c:pt idx="208">
                  <c:v>42004</c:v>
                </c:pt>
                <c:pt idx="209">
                  <c:v>42012</c:v>
                </c:pt>
                <c:pt idx="210">
                  <c:v>42019</c:v>
                </c:pt>
                <c:pt idx="211">
                  <c:v>42026</c:v>
                </c:pt>
                <c:pt idx="212">
                  <c:v>42033</c:v>
                </c:pt>
                <c:pt idx="213">
                  <c:v>42040</c:v>
                </c:pt>
                <c:pt idx="214">
                  <c:v>42047</c:v>
                </c:pt>
                <c:pt idx="215">
                  <c:v>42054</c:v>
                </c:pt>
                <c:pt idx="216">
                  <c:v>42061</c:v>
                </c:pt>
                <c:pt idx="217">
                  <c:v>42068</c:v>
                </c:pt>
                <c:pt idx="218">
                  <c:v>42075</c:v>
                </c:pt>
                <c:pt idx="219">
                  <c:v>42082</c:v>
                </c:pt>
                <c:pt idx="220">
                  <c:v>42089</c:v>
                </c:pt>
                <c:pt idx="221">
                  <c:v>42096</c:v>
                </c:pt>
                <c:pt idx="222">
                  <c:v>42103</c:v>
                </c:pt>
                <c:pt idx="223">
                  <c:v>42110</c:v>
                </c:pt>
                <c:pt idx="224">
                  <c:v>42117</c:v>
                </c:pt>
              </c:numCache>
            </c:numRef>
          </c:cat>
          <c:val>
            <c:numRef>
              <c:f>'Pre 2005'!$F$2:$F$227</c:f>
              <c:numCache>
                <c:formatCode>0%</c:formatCode>
                <c:ptCount val="226"/>
                <c:pt idx="0" formatCode="General">
                  <c:v>0</c:v>
                </c:pt>
                <c:pt idx="1">
                  <c:v>4.9488456440996975E-2</c:v>
                </c:pt>
                <c:pt idx="2">
                  <c:v>5.0529009845269979E-2</c:v>
                </c:pt>
                <c:pt idx="3">
                  <c:v>5.0546699661463024E-2</c:v>
                </c:pt>
                <c:pt idx="4">
                  <c:v>4.8767644715451031E-2</c:v>
                </c:pt>
                <c:pt idx="5">
                  <c:v>3.7274322494333989E-2</c:v>
                </c:pt>
                <c:pt idx="6">
                  <c:v>-4.9719580842720323E-3</c:v>
                </c:pt>
                <c:pt idx="7">
                  <c:v>5.0476470251930028E-3</c:v>
                </c:pt>
                <c:pt idx="8">
                  <c:v>3.2825350518134955E-2</c:v>
                </c:pt>
                <c:pt idx="9">
                  <c:v>3.6813860082698047E-2</c:v>
                </c:pt>
                <c:pt idx="10">
                  <c:v>3.5950712025775045E-2</c:v>
                </c:pt>
                <c:pt idx="11">
                  <c:v>5.1589604250593002E-2</c:v>
                </c:pt>
                <c:pt idx="12">
                  <c:v>5.0290414917454007E-2</c:v>
                </c:pt>
                <c:pt idx="13">
                  <c:v>3.721530510323301E-2</c:v>
                </c:pt>
                <c:pt idx="14">
                  <c:v>3.7457763566616009E-2</c:v>
                </c:pt>
                <c:pt idx="15">
                  <c:v>3.6257887269480982E-2</c:v>
                </c:pt>
                <c:pt idx="16">
                  <c:v>5.1072383269261001E-2</c:v>
                </c:pt>
                <c:pt idx="17">
                  <c:v>5.2243683774188032E-2</c:v>
                </c:pt>
                <c:pt idx="18">
                  <c:v>5.3984413383515006E-2</c:v>
                </c:pt>
                <c:pt idx="19">
                  <c:v>5.8039897980984023E-2</c:v>
                </c:pt>
                <c:pt idx="20">
                  <c:v>6.1849900700826965E-2</c:v>
                </c:pt>
                <c:pt idx="21">
                  <c:v>6.2394039017361014E-2</c:v>
                </c:pt>
                <c:pt idx="22">
                  <c:v>6.6510290528073002E-2</c:v>
                </c:pt>
                <c:pt idx="23">
                  <c:v>6.4573996342679019E-2</c:v>
                </c:pt>
                <c:pt idx="24">
                  <c:v>6.4567263438161937E-2</c:v>
                </c:pt>
                <c:pt idx="25">
                  <c:v>6.6510290528073002E-2</c:v>
                </c:pt>
                <c:pt idx="26">
                  <c:v>6.4624827880668034E-2</c:v>
                </c:pt>
                <c:pt idx="27">
                  <c:v>6.3195305185586026E-2</c:v>
                </c:pt>
                <c:pt idx="28">
                  <c:v>6.5126800513053029E-2</c:v>
                </c:pt>
                <c:pt idx="29">
                  <c:v>6.7079509913499979E-2</c:v>
                </c:pt>
                <c:pt idx="30">
                  <c:v>6.5537296441114057E-2</c:v>
                </c:pt>
                <c:pt idx="31">
                  <c:v>6.3591139526474993E-2</c:v>
                </c:pt>
                <c:pt idx="32">
                  <c:v>5.2057630346825978E-2</c:v>
                </c:pt>
                <c:pt idx="33">
                  <c:v>3.8951638571517955E-2</c:v>
                </c:pt>
                <c:pt idx="34">
                  <c:v>4.5294805526842064E-2</c:v>
                </c:pt>
                <c:pt idx="35">
                  <c:v>4.6220894550596969E-2</c:v>
                </c:pt>
                <c:pt idx="36">
                  <c:v>3.6878644744590017E-2</c:v>
                </c:pt>
                <c:pt idx="37">
                  <c:v>3.6785544229373968E-2</c:v>
                </c:pt>
                <c:pt idx="38">
                  <c:v>3.6785544229373968E-2</c:v>
                </c:pt>
                <c:pt idx="39">
                  <c:v>2.9693556256539022E-2</c:v>
                </c:pt>
                <c:pt idx="40">
                  <c:v>3.2762412228043991E-2</c:v>
                </c:pt>
                <c:pt idx="41">
                  <c:v>4.3083053506789981E-2</c:v>
                </c:pt>
                <c:pt idx="42">
                  <c:v>4.0210659018677042E-2</c:v>
                </c:pt>
                <c:pt idx="43">
                  <c:v>4.0115291049296897E-2</c:v>
                </c:pt>
                <c:pt idx="44">
                  <c:v>3.6348287748072972E-2</c:v>
                </c:pt>
                <c:pt idx="45">
                  <c:v>3.6348340333054896E-2</c:v>
                </c:pt>
                <c:pt idx="46">
                  <c:v>3.6348287748072972E-2</c:v>
                </c:pt>
                <c:pt idx="47">
                  <c:v>3.6233635685232968E-2</c:v>
                </c:pt>
                <c:pt idx="48">
                  <c:v>3.9233634631533065E-2</c:v>
                </c:pt>
                <c:pt idx="49">
                  <c:v>3.9234233124342044E-2</c:v>
                </c:pt>
                <c:pt idx="50">
                  <c:v>3.9028523797270953E-2</c:v>
                </c:pt>
                <c:pt idx="51">
                  <c:v>3.4417521071716028E-2</c:v>
                </c:pt>
                <c:pt idx="52">
                  <c:v>3.6105612625122907E-2</c:v>
                </c:pt>
                <c:pt idx="53">
                  <c:v>3.7980473320500918E-2</c:v>
                </c:pt>
                <c:pt idx="54">
                  <c:v>3.6034383654450997E-2</c:v>
                </c:pt>
                <c:pt idx="55">
                  <c:v>3.6319305572277027E-2</c:v>
                </c:pt>
                <c:pt idx="56">
                  <c:v>4.1036450555448023E-2</c:v>
                </c:pt>
                <c:pt idx="57">
                  <c:v>4.0633581612559921E-2</c:v>
                </c:pt>
                <c:pt idx="58">
                  <c:v>4.0633581612559921E-2</c:v>
                </c:pt>
                <c:pt idx="59">
                  <c:v>4.0633581612559921E-2</c:v>
                </c:pt>
                <c:pt idx="60">
                  <c:v>4.5202405422087089E-2</c:v>
                </c:pt>
                <c:pt idx="61">
                  <c:v>4.4742778993690058E-2</c:v>
                </c:pt>
                <c:pt idx="62">
                  <c:v>4.3282630975394087E-2</c:v>
                </c:pt>
                <c:pt idx="63">
                  <c:v>4.4795379028260918E-2</c:v>
                </c:pt>
                <c:pt idx="64">
                  <c:v>5.3551743735012924E-2</c:v>
                </c:pt>
                <c:pt idx="65">
                  <c:v>4.7729777133123985E-2</c:v>
                </c:pt>
                <c:pt idx="66">
                  <c:v>4.6230751755233057E-2</c:v>
                </c:pt>
                <c:pt idx="67">
                  <c:v>3.876739323121503E-2</c:v>
                </c:pt>
                <c:pt idx="68">
                  <c:v>4.3347220427047972E-2</c:v>
                </c:pt>
                <c:pt idx="69">
                  <c:v>3.876739323121503E-2</c:v>
                </c:pt>
                <c:pt idx="70">
                  <c:v>3.8235216702937946E-2</c:v>
                </c:pt>
                <c:pt idx="71">
                  <c:v>3.7782157100558988E-2</c:v>
                </c:pt>
                <c:pt idx="72">
                  <c:v>3.361365324163601E-2</c:v>
                </c:pt>
                <c:pt idx="73">
                  <c:v>3.4018441049064929E-2</c:v>
                </c:pt>
                <c:pt idx="74">
                  <c:v>3.3425996908618028E-2</c:v>
                </c:pt>
                <c:pt idx="75">
                  <c:v>2.818740320962998E-2</c:v>
                </c:pt>
                <c:pt idx="76">
                  <c:v>3.1210474704000069E-2</c:v>
                </c:pt>
                <c:pt idx="77">
                  <c:v>2.8064402067171978E-2</c:v>
                </c:pt>
                <c:pt idx="78">
                  <c:v>2.8064402067171978E-2</c:v>
                </c:pt>
                <c:pt idx="79">
                  <c:v>2.9828629688043007E-2</c:v>
                </c:pt>
                <c:pt idx="80">
                  <c:v>2.5037759970937046E-2</c:v>
                </c:pt>
                <c:pt idx="81">
                  <c:v>2.4491110063175947E-2</c:v>
                </c:pt>
                <c:pt idx="82">
                  <c:v>2.1258233706140106E-2</c:v>
                </c:pt>
                <c:pt idx="83">
                  <c:v>2.7560694347372072E-2</c:v>
                </c:pt>
                <c:pt idx="84">
                  <c:v>2.759443364625902E-2</c:v>
                </c:pt>
                <c:pt idx="85">
                  <c:v>2.995858920101202E-2</c:v>
                </c:pt>
                <c:pt idx="86">
                  <c:v>3.2553690221043929E-2</c:v>
                </c:pt>
                <c:pt idx="87">
                  <c:v>2.759443364625902E-2</c:v>
                </c:pt>
                <c:pt idx="88">
                  <c:v>3.0833346629270952E-2</c:v>
                </c:pt>
                <c:pt idx="89">
                  <c:v>3.0198179232183042E-2</c:v>
                </c:pt>
                <c:pt idx="90">
                  <c:v>2.6416282755001075E-2</c:v>
                </c:pt>
                <c:pt idx="91">
                  <c:v>1.6789578275939965E-2</c:v>
                </c:pt>
                <c:pt idx="92">
                  <c:v>2.0539413776172966E-2</c:v>
                </c:pt>
                <c:pt idx="93">
                  <c:v>2.5246369690445025E-2</c:v>
                </c:pt>
                <c:pt idx="94">
                  <c:v>2.0858176637501002E-2</c:v>
                </c:pt>
                <c:pt idx="95">
                  <c:v>2.5485123480433969E-2</c:v>
                </c:pt>
                <c:pt idx="96">
                  <c:v>3.0038729094662986E-2</c:v>
                </c:pt>
                <c:pt idx="97">
                  <c:v>3.0088094020416012E-2</c:v>
                </c:pt>
                <c:pt idx="98">
                  <c:v>2.5268754293864992E-2</c:v>
                </c:pt>
                <c:pt idx="99">
                  <c:v>2.146683552441897E-2</c:v>
                </c:pt>
                <c:pt idx="100">
                  <c:v>2.5271305523286047E-2</c:v>
                </c:pt>
                <c:pt idx="101">
                  <c:v>2.8154041154201059E-2</c:v>
                </c:pt>
                <c:pt idx="102">
                  <c:v>2.4466251303879027E-2</c:v>
                </c:pt>
                <c:pt idx="103">
                  <c:v>2.8433364285112006E-2</c:v>
                </c:pt>
                <c:pt idx="104">
                  <c:v>2.8225145378202976E-2</c:v>
                </c:pt>
                <c:pt idx="105">
                  <c:v>3.025049587679296E-2</c:v>
                </c:pt>
                <c:pt idx="106">
                  <c:v>3.5120493781590989E-2</c:v>
                </c:pt>
                <c:pt idx="107">
                  <c:v>3.0628607676109976E-2</c:v>
                </c:pt>
                <c:pt idx="108">
                  <c:v>3.5419437422880007E-2</c:v>
                </c:pt>
                <c:pt idx="109">
                  <c:v>4.3689415312084035E-2</c:v>
                </c:pt>
                <c:pt idx="110">
                  <c:v>4.6960323059720088E-2</c:v>
                </c:pt>
                <c:pt idx="111">
                  <c:v>4.6960323059720088E-2</c:v>
                </c:pt>
                <c:pt idx="112">
                  <c:v>4.8662520111955931E-2</c:v>
                </c:pt>
                <c:pt idx="113">
                  <c:v>4.6576931045634984E-2</c:v>
                </c:pt>
                <c:pt idx="114">
                  <c:v>5.052698100511499E-2</c:v>
                </c:pt>
                <c:pt idx="115">
                  <c:v>5.4410855549770987E-2</c:v>
                </c:pt>
                <c:pt idx="116">
                  <c:v>5.1083938454940081E-2</c:v>
                </c:pt>
                <c:pt idx="117">
                  <c:v>5.2575710085431049E-2</c:v>
                </c:pt>
                <c:pt idx="118">
                  <c:v>5.2744679384570059E-2</c:v>
                </c:pt>
                <c:pt idx="119">
                  <c:v>4.8626460775928915E-2</c:v>
                </c:pt>
                <c:pt idx="120">
                  <c:v>4.4892163890073E-2</c:v>
                </c:pt>
                <c:pt idx="121">
                  <c:v>4.5098589299104042E-2</c:v>
                </c:pt>
                <c:pt idx="122">
                  <c:v>4.1474698827229983E-2</c:v>
                </c:pt>
                <c:pt idx="123">
                  <c:v>4.6578866937930008E-2</c:v>
                </c:pt>
                <c:pt idx="124">
                  <c:v>5.1274156130255988E-2</c:v>
                </c:pt>
                <c:pt idx="125">
                  <c:v>5.5797008121089009E-2</c:v>
                </c:pt>
                <c:pt idx="126">
                  <c:v>6.2139047694143024E-2</c:v>
                </c:pt>
                <c:pt idx="127">
                  <c:v>6.5479569488400946E-2</c:v>
                </c:pt>
                <c:pt idx="128">
                  <c:v>6.6036682564467986E-2</c:v>
                </c:pt>
                <c:pt idx="129">
                  <c:v>6.5996550581632007E-2</c:v>
                </c:pt>
                <c:pt idx="130">
                  <c:v>6.6911349645386975E-2</c:v>
                </c:pt>
                <c:pt idx="131">
                  <c:v>7.0250779646390982E-2</c:v>
                </c:pt>
                <c:pt idx="132">
                  <c:v>6.6310756504361024E-2</c:v>
                </c:pt>
                <c:pt idx="133">
                  <c:v>6.9292572156613996E-2</c:v>
                </c:pt>
                <c:pt idx="134">
                  <c:v>6.9243099374504957E-2</c:v>
                </c:pt>
                <c:pt idx="135">
                  <c:v>6.9566028791875012E-2</c:v>
                </c:pt>
                <c:pt idx="136">
                  <c:v>6.9525282365491992E-2</c:v>
                </c:pt>
                <c:pt idx="137">
                  <c:v>6.9525282365491992E-2</c:v>
                </c:pt>
                <c:pt idx="138">
                  <c:v>6.0902813060101008E-2</c:v>
                </c:pt>
                <c:pt idx="139">
                  <c:v>6.675880378310195E-2</c:v>
                </c:pt>
                <c:pt idx="140">
                  <c:v>6.4842764347872006E-2</c:v>
                </c:pt>
                <c:pt idx="141">
                  <c:v>6.1627169670443016E-2</c:v>
                </c:pt>
                <c:pt idx="142">
                  <c:v>6.6532780323222962E-2</c:v>
                </c:pt>
                <c:pt idx="143">
                  <c:v>7.0643469398236014E-2</c:v>
                </c:pt>
                <c:pt idx="144">
                  <c:v>6.9543356172970028E-2</c:v>
                </c:pt>
                <c:pt idx="145">
                  <c:v>6.9580721937717027E-2</c:v>
                </c:pt>
                <c:pt idx="146">
                  <c:v>7.0264682596682948E-2</c:v>
                </c:pt>
                <c:pt idx="147">
                  <c:v>6.955294320580202E-2</c:v>
                </c:pt>
                <c:pt idx="148">
                  <c:v>6.9094261587319017E-2</c:v>
                </c:pt>
                <c:pt idx="149">
                  <c:v>6.9584037029775003E-2</c:v>
                </c:pt>
                <c:pt idx="150">
                  <c:v>6.8873603348620027E-2</c:v>
                </c:pt>
                <c:pt idx="151">
                  <c:v>6.9524971726296958E-2</c:v>
                </c:pt>
                <c:pt idx="152">
                  <c:v>7.0214615639454026E-2</c:v>
                </c:pt>
                <c:pt idx="153">
                  <c:v>6.8549496640635033E-2</c:v>
                </c:pt>
                <c:pt idx="154">
                  <c:v>6.8549696091667001E-2</c:v>
                </c:pt>
                <c:pt idx="155">
                  <c:v>6.5675926422710973E-2</c:v>
                </c:pt>
                <c:pt idx="156">
                  <c:v>6.5654039814543985E-2</c:v>
                </c:pt>
                <c:pt idx="157">
                  <c:v>6.386319183307701E-2</c:v>
                </c:pt>
                <c:pt idx="158">
                  <c:v>6.519609415053601E-2</c:v>
                </c:pt>
                <c:pt idx="159">
                  <c:v>6.8237475223827004E-2</c:v>
                </c:pt>
                <c:pt idx="160">
                  <c:v>6.8310701881455993E-2</c:v>
                </c:pt>
                <c:pt idx="161">
                  <c:v>7.038382341578403E-2</c:v>
                </c:pt>
                <c:pt idx="162">
                  <c:v>6.9562813525740008E-2</c:v>
                </c:pt>
                <c:pt idx="163">
                  <c:v>6.9927603367712032E-2</c:v>
                </c:pt>
                <c:pt idx="164">
                  <c:v>6.8421267467149993E-2</c:v>
                </c:pt>
                <c:pt idx="165">
                  <c:v>6.8468498471188965E-2</c:v>
                </c:pt>
                <c:pt idx="166">
                  <c:v>6.9682368532728967E-2</c:v>
                </c:pt>
                <c:pt idx="167">
                  <c:v>6.8148423828393978E-2</c:v>
                </c:pt>
                <c:pt idx="168">
                  <c:v>6.9752488875226004E-2</c:v>
                </c:pt>
                <c:pt idx="169">
                  <c:v>6.8186977948739014E-2</c:v>
                </c:pt>
                <c:pt idx="170">
                  <c:v>6.6971934363424995E-2</c:v>
                </c:pt>
                <c:pt idx="171">
                  <c:v>6.7718352338000998E-2</c:v>
                </c:pt>
                <c:pt idx="172">
                  <c:v>6.9328627830211986E-2</c:v>
                </c:pt>
                <c:pt idx="173">
                  <c:v>6.9392352340676033E-2</c:v>
                </c:pt>
                <c:pt idx="174">
                  <c:v>6.8953329924895002E-2</c:v>
                </c:pt>
                <c:pt idx="175">
                  <c:v>6.8557021928585982E-2</c:v>
                </c:pt>
                <c:pt idx="176">
                  <c:v>6.8519034523828015E-2</c:v>
                </c:pt>
                <c:pt idx="177">
                  <c:v>6.762055725039301E-2</c:v>
                </c:pt>
                <c:pt idx="178">
                  <c:v>6.7445814951733019E-2</c:v>
                </c:pt>
                <c:pt idx="179">
                  <c:v>6.6728124753439977E-2</c:v>
                </c:pt>
                <c:pt idx="180">
                  <c:v>6.8140227470597003E-2</c:v>
                </c:pt>
                <c:pt idx="181">
                  <c:v>6.807194787383003E-2</c:v>
                </c:pt>
                <c:pt idx="182">
                  <c:v>6.6728124753439977E-2</c:v>
                </c:pt>
                <c:pt idx="183">
                  <c:v>6.5819452115320032E-2</c:v>
                </c:pt>
                <c:pt idx="184">
                  <c:v>6.8099162508510003E-2</c:v>
                </c:pt>
                <c:pt idx="185">
                  <c:v>6.6801160894580991E-2</c:v>
                </c:pt>
                <c:pt idx="186">
                  <c:v>6.6801160894580991E-2</c:v>
                </c:pt>
                <c:pt idx="187">
                  <c:v>6.6636023073536998E-2</c:v>
                </c:pt>
                <c:pt idx="188">
                  <c:v>6.7985608018208965E-2</c:v>
                </c:pt>
                <c:pt idx="189">
                  <c:v>6.6542448381609998E-2</c:v>
                </c:pt>
                <c:pt idx="190">
                  <c:v>6.577732328977498E-2</c:v>
                </c:pt>
                <c:pt idx="191">
                  <c:v>6.577732328977498E-2</c:v>
                </c:pt>
                <c:pt idx="192">
                  <c:v>6.5909708911317977E-2</c:v>
                </c:pt>
                <c:pt idx="193">
                  <c:v>6.6021288994640992E-2</c:v>
                </c:pt>
                <c:pt idx="194">
                  <c:v>6.8130050660738017E-2</c:v>
                </c:pt>
                <c:pt idx="195">
                  <c:v>6.8039839537685998E-2</c:v>
                </c:pt>
                <c:pt idx="196">
                  <c:v>6.6998766162890022E-2</c:v>
                </c:pt>
                <c:pt idx="197">
                  <c:v>6.6162240542234019E-2</c:v>
                </c:pt>
                <c:pt idx="198">
                  <c:v>6.1182965277842061E-2</c:v>
                </c:pt>
                <c:pt idx="199">
                  <c:v>5.8261376461104963E-2</c:v>
                </c:pt>
                <c:pt idx="200">
                  <c:v>6.1278701980569061E-2</c:v>
                </c:pt>
                <c:pt idx="201">
                  <c:v>6.3769573862266005E-2</c:v>
                </c:pt>
                <c:pt idx="202">
                  <c:v>6.3762118135569978E-2</c:v>
                </c:pt>
                <c:pt idx="203">
                  <c:v>6.1671006284792051E-2</c:v>
                </c:pt>
                <c:pt idx="204">
                  <c:v>6.1529881744163017E-2</c:v>
                </c:pt>
                <c:pt idx="205">
                  <c:v>5.8761992353357995E-2</c:v>
                </c:pt>
                <c:pt idx="206">
                  <c:v>5.9253467735875975E-2</c:v>
                </c:pt>
                <c:pt idx="207">
                  <c:v>5.5613366791851027E-2</c:v>
                </c:pt>
                <c:pt idx="208">
                  <c:v>5.5983802061876031E-2</c:v>
                </c:pt>
                <c:pt idx="209">
                  <c:v>5.8771468512184066E-2</c:v>
                </c:pt>
                <c:pt idx="210">
                  <c:v>5.2598399374692018E-2</c:v>
                </c:pt>
                <c:pt idx="211">
                  <c:v>4.5372682738245018E-2</c:v>
                </c:pt>
                <c:pt idx="212">
                  <c:v>4.522601271544191E-2</c:v>
                </c:pt>
                <c:pt idx="213">
                  <c:v>4.5372682738245018E-2</c:v>
                </c:pt>
                <c:pt idx="214">
                  <c:v>4.5658771685404997E-2</c:v>
                </c:pt>
                <c:pt idx="215">
                  <c:v>4.9285486863871908E-2</c:v>
                </c:pt>
                <c:pt idx="216">
                  <c:v>5.4029424500717904E-2</c:v>
                </c:pt>
                <c:pt idx="217">
                  <c:v>5.7652986793638061E-2</c:v>
                </c:pt>
                <c:pt idx="218">
                  <c:v>5.5813968399360037E-2</c:v>
                </c:pt>
                <c:pt idx="219">
                  <c:v>6.2014271980531999E-2</c:v>
                </c:pt>
                <c:pt idx="220">
                  <c:v>5.6129496748115959E-2</c:v>
                </c:pt>
                <c:pt idx="221">
                  <c:v>5.1286975989614958E-2</c:v>
                </c:pt>
                <c:pt idx="222">
                  <c:v>5.4109360502346937E-2</c:v>
                </c:pt>
                <c:pt idx="223">
                  <c:v>5.0881743975076055E-2</c:v>
                </c:pt>
                <c:pt idx="224">
                  <c:v>5.4033523305923037E-2</c:v>
                </c:pt>
                <c:pt idx="225">
                  <c:v>5.0697906606040011E-2</c:v>
                </c:pt>
              </c:numCache>
            </c:numRef>
          </c:val>
        </c:ser>
        <c:ser>
          <c:idx val="5"/>
          <c:order val="1"/>
          <c:tx>
            <c:v>Pre 2005</c:v>
          </c:tx>
          <c:spPr>
            <a:solidFill>
              <a:schemeClr val="accent1">
                <a:alpha val="65000"/>
              </a:schemeClr>
            </a:solidFill>
            <a:ln>
              <a:noFill/>
            </a:ln>
          </c:spPr>
          <c:cat>
            <c:numRef>
              <c:f>'Pre 2005'!$A$3:$A$227</c:f>
              <c:numCache>
                <c:formatCode>m/d/yyyy</c:formatCode>
                <c:ptCount val="225"/>
                <c:pt idx="0">
                  <c:v>40549</c:v>
                </c:pt>
                <c:pt idx="1">
                  <c:v>40556</c:v>
                </c:pt>
                <c:pt idx="2">
                  <c:v>40563</c:v>
                </c:pt>
                <c:pt idx="3">
                  <c:v>40570</c:v>
                </c:pt>
                <c:pt idx="4">
                  <c:v>40577</c:v>
                </c:pt>
                <c:pt idx="5">
                  <c:v>40584</c:v>
                </c:pt>
                <c:pt idx="6">
                  <c:v>40591</c:v>
                </c:pt>
                <c:pt idx="7">
                  <c:v>40598</c:v>
                </c:pt>
                <c:pt idx="8">
                  <c:v>40605</c:v>
                </c:pt>
                <c:pt idx="9">
                  <c:v>40612</c:v>
                </c:pt>
                <c:pt idx="10">
                  <c:v>40619</c:v>
                </c:pt>
                <c:pt idx="11">
                  <c:v>40626</c:v>
                </c:pt>
                <c:pt idx="12">
                  <c:v>40633</c:v>
                </c:pt>
                <c:pt idx="13">
                  <c:v>40640</c:v>
                </c:pt>
                <c:pt idx="14">
                  <c:v>40647</c:v>
                </c:pt>
                <c:pt idx="15">
                  <c:v>40654</c:v>
                </c:pt>
                <c:pt idx="16">
                  <c:v>40661</c:v>
                </c:pt>
                <c:pt idx="17">
                  <c:v>40668</c:v>
                </c:pt>
                <c:pt idx="18">
                  <c:v>40675</c:v>
                </c:pt>
                <c:pt idx="19">
                  <c:v>40682</c:v>
                </c:pt>
                <c:pt idx="20">
                  <c:v>40689</c:v>
                </c:pt>
                <c:pt idx="21">
                  <c:v>40696</c:v>
                </c:pt>
                <c:pt idx="22">
                  <c:v>40703</c:v>
                </c:pt>
                <c:pt idx="23">
                  <c:v>40710</c:v>
                </c:pt>
                <c:pt idx="24">
                  <c:v>40717</c:v>
                </c:pt>
                <c:pt idx="25">
                  <c:v>40724</c:v>
                </c:pt>
                <c:pt idx="26">
                  <c:v>40731</c:v>
                </c:pt>
                <c:pt idx="27">
                  <c:v>40738</c:v>
                </c:pt>
                <c:pt idx="28">
                  <c:v>40745</c:v>
                </c:pt>
                <c:pt idx="29">
                  <c:v>40752</c:v>
                </c:pt>
                <c:pt idx="30">
                  <c:v>40759</c:v>
                </c:pt>
                <c:pt idx="31">
                  <c:v>40766</c:v>
                </c:pt>
                <c:pt idx="32">
                  <c:v>40773</c:v>
                </c:pt>
                <c:pt idx="33">
                  <c:v>40780</c:v>
                </c:pt>
                <c:pt idx="34">
                  <c:v>40787</c:v>
                </c:pt>
                <c:pt idx="35">
                  <c:v>40794</c:v>
                </c:pt>
                <c:pt idx="36">
                  <c:v>40801</c:v>
                </c:pt>
                <c:pt idx="37">
                  <c:v>40808</c:v>
                </c:pt>
                <c:pt idx="38">
                  <c:v>40815</c:v>
                </c:pt>
                <c:pt idx="39">
                  <c:v>40822</c:v>
                </c:pt>
                <c:pt idx="40">
                  <c:v>40829</c:v>
                </c:pt>
                <c:pt idx="41">
                  <c:v>40836</c:v>
                </c:pt>
                <c:pt idx="42">
                  <c:v>40843</c:v>
                </c:pt>
                <c:pt idx="43">
                  <c:v>40850</c:v>
                </c:pt>
                <c:pt idx="44">
                  <c:v>40857</c:v>
                </c:pt>
                <c:pt idx="45">
                  <c:v>40864</c:v>
                </c:pt>
                <c:pt idx="46">
                  <c:v>40870</c:v>
                </c:pt>
                <c:pt idx="47">
                  <c:v>40878</c:v>
                </c:pt>
                <c:pt idx="48">
                  <c:v>40885</c:v>
                </c:pt>
                <c:pt idx="49">
                  <c:v>40892</c:v>
                </c:pt>
                <c:pt idx="50">
                  <c:v>40899</c:v>
                </c:pt>
                <c:pt idx="51">
                  <c:v>40906</c:v>
                </c:pt>
                <c:pt idx="52">
                  <c:v>40913</c:v>
                </c:pt>
                <c:pt idx="53">
                  <c:v>40920</c:v>
                </c:pt>
                <c:pt idx="54">
                  <c:v>40927</c:v>
                </c:pt>
                <c:pt idx="55">
                  <c:v>40934</c:v>
                </c:pt>
                <c:pt idx="56">
                  <c:v>40941</c:v>
                </c:pt>
                <c:pt idx="57">
                  <c:v>40948</c:v>
                </c:pt>
                <c:pt idx="58">
                  <c:v>40955</c:v>
                </c:pt>
                <c:pt idx="59">
                  <c:v>40962</c:v>
                </c:pt>
                <c:pt idx="60">
                  <c:v>40969</c:v>
                </c:pt>
                <c:pt idx="61">
                  <c:v>40976</c:v>
                </c:pt>
                <c:pt idx="62">
                  <c:v>40983</c:v>
                </c:pt>
                <c:pt idx="63">
                  <c:v>40990</c:v>
                </c:pt>
                <c:pt idx="64">
                  <c:v>40997</c:v>
                </c:pt>
                <c:pt idx="65">
                  <c:v>41004</c:v>
                </c:pt>
                <c:pt idx="66">
                  <c:v>41011</c:v>
                </c:pt>
                <c:pt idx="67">
                  <c:v>41018</c:v>
                </c:pt>
                <c:pt idx="68">
                  <c:v>41025</c:v>
                </c:pt>
                <c:pt idx="69">
                  <c:v>41032</c:v>
                </c:pt>
                <c:pt idx="70">
                  <c:v>41039</c:v>
                </c:pt>
                <c:pt idx="71">
                  <c:v>41046</c:v>
                </c:pt>
                <c:pt idx="72">
                  <c:v>41053</c:v>
                </c:pt>
                <c:pt idx="73">
                  <c:v>41060</c:v>
                </c:pt>
                <c:pt idx="74">
                  <c:v>41067</c:v>
                </c:pt>
                <c:pt idx="75">
                  <c:v>41074</c:v>
                </c:pt>
                <c:pt idx="76">
                  <c:v>41081</c:v>
                </c:pt>
                <c:pt idx="77">
                  <c:v>41088</c:v>
                </c:pt>
                <c:pt idx="78">
                  <c:v>41095</c:v>
                </c:pt>
                <c:pt idx="79">
                  <c:v>41102</c:v>
                </c:pt>
                <c:pt idx="80">
                  <c:v>41109</c:v>
                </c:pt>
                <c:pt idx="81">
                  <c:v>41116</c:v>
                </c:pt>
                <c:pt idx="82">
                  <c:v>41123</c:v>
                </c:pt>
                <c:pt idx="83">
                  <c:v>41130</c:v>
                </c:pt>
                <c:pt idx="84">
                  <c:v>41137</c:v>
                </c:pt>
                <c:pt idx="85">
                  <c:v>41144</c:v>
                </c:pt>
                <c:pt idx="86">
                  <c:v>41151</c:v>
                </c:pt>
                <c:pt idx="87">
                  <c:v>41158</c:v>
                </c:pt>
                <c:pt idx="88">
                  <c:v>41165</c:v>
                </c:pt>
                <c:pt idx="89">
                  <c:v>41172</c:v>
                </c:pt>
                <c:pt idx="90">
                  <c:v>41179</c:v>
                </c:pt>
                <c:pt idx="91">
                  <c:v>41186</c:v>
                </c:pt>
                <c:pt idx="92">
                  <c:v>41193</c:v>
                </c:pt>
                <c:pt idx="93">
                  <c:v>41200</c:v>
                </c:pt>
                <c:pt idx="94">
                  <c:v>41207</c:v>
                </c:pt>
                <c:pt idx="95">
                  <c:v>41214</c:v>
                </c:pt>
                <c:pt idx="96">
                  <c:v>41221</c:v>
                </c:pt>
                <c:pt idx="97">
                  <c:v>41228</c:v>
                </c:pt>
                <c:pt idx="98">
                  <c:v>41234</c:v>
                </c:pt>
                <c:pt idx="99">
                  <c:v>41242</c:v>
                </c:pt>
                <c:pt idx="100">
                  <c:v>41249</c:v>
                </c:pt>
                <c:pt idx="101">
                  <c:v>41256</c:v>
                </c:pt>
                <c:pt idx="102">
                  <c:v>41263</c:v>
                </c:pt>
                <c:pt idx="103">
                  <c:v>41270</c:v>
                </c:pt>
                <c:pt idx="104">
                  <c:v>41277</c:v>
                </c:pt>
                <c:pt idx="105">
                  <c:v>41284</c:v>
                </c:pt>
                <c:pt idx="106">
                  <c:v>41291</c:v>
                </c:pt>
                <c:pt idx="107">
                  <c:v>41298</c:v>
                </c:pt>
                <c:pt idx="108">
                  <c:v>41305</c:v>
                </c:pt>
                <c:pt idx="109">
                  <c:v>41312</c:v>
                </c:pt>
                <c:pt idx="110">
                  <c:v>41319</c:v>
                </c:pt>
                <c:pt idx="111">
                  <c:v>41326</c:v>
                </c:pt>
                <c:pt idx="112">
                  <c:v>41333</c:v>
                </c:pt>
                <c:pt idx="113">
                  <c:v>41340</c:v>
                </c:pt>
                <c:pt idx="114">
                  <c:v>41347</c:v>
                </c:pt>
                <c:pt idx="115">
                  <c:v>41354</c:v>
                </c:pt>
                <c:pt idx="116">
                  <c:v>41361</c:v>
                </c:pt>
                <c:pt idx="117">
                  <c:v>41368</c:v>
                </c:pt>
                <c:pt idx="118">
                  <c:v>41375</c:v>
                </c:pt>
                <c:pt idx="119">
                  <c:v>41382</c:v>
                </c:pt>
                <c:pt idx="120">
                  <c:v>41389</c:v>
                </c:pt>
                <c:pt idx="121">
                  <c:v>41396</c:v>
                </c:pt>
                <c:pt idx="122">
                  <c:v>41403</c:v>
                </c:pt>
                <c:pt idx="123">
                  <c:v>41410</c:v>
                </c:pt>
                <c:pt idx="124">
                  <c:v>41417</c:v>
                </c:pt>
                <c:pt idx="125">
                  <c:v>41424</c:v>
                </c:pt>
                <c:pt idx="126">
                  <c:v>41431</c:v>
                </c:pt>
                <c:pt idx="127">
                  <c:v>41438</c:v>
                </c:pt>
                <c:pt idx="128">
                  <c:v>41445</c:v>
                </c:pt>
                <c:pt idx="129">
                  <c:v>41452</c:v>
                </c:pt>
                <c:pt idx="130">
                  <c:v>41458</c:v>
                </c:pt>
                <c:pt idx="131">
                  <c:v>41466</c:v>
                </c:pt>
                <c:pt idx="132">
                  <c:v>41473</c:v>
                </c:pt>
                <c:pt idx="133">
                  <c:v>41480</c:v>
                </c:pt>
                <c:pt idx="134">
                  <c:v>41487</c:v>
                </c:pt>
                <c:pt idx="135">
                  <c:v>41494</c:v>
                </c:pt>
                <c:pt idx="136">
                  <c:v>41501</c:v>
                </c:pt>
                <c:pt idx="137">
                  <c:v>41508</c:v>
                </c:pt>
                <c:pt idx="138">
                  <c:v>41515</c:v>
                </c:pt>
                <c:pt idx="139">
                  <c:v>41522</c:v>
                </c:pt>
                <c:pt idx="140">
                  <c:v>41529</c:v>
                </c:pt>
                <c:pt idx="141">
                  <c:v>41536</c:v>
                </c:pt>
                <c:pt idx="142">
                  <c:v>41543</c:v>
                </c:pt>
                <c:pt idx="143">
                  <c:v>41550</c:v>
                </c:pt>
                <c:pt idx="144">
                  <c:v>41557</c:v>
                </c:pt>
                <c:pt idx="145">
                  <c:v>41564</c:v>
                </c:pt>
                <c:pt idx="146">
                  <c:v>41571</c:v>
                </c:pt>
                <c:pt idx="147">
                  <c:v>41578</c:v>
                </c:pt>
                <c:pt idx="148">
                  <c:v>41585</c:v>
                </c:pt>
                <c:pt idx="149">
                  <c:v>41592</c:v>
                </c:pt>
                <c:pt idx="150">
                  <c:v>41599</c:v>
                </c:pt>
                <c:pt idx="151">
                  <c:v>41605</c:v>
                </c:pt>
                <c:pt idx="152">
                  <c:v>41613</c:v>
                </c:pt>
                <c:pt idx="153">
                  <c:v>41620</c:v>
                </c:pt>
                <c:pt idx="154">
                  <c:v>41627</c:v>
                </c:pt>
                <c:pt idx="155">
                  <c:v>41634</c:v>
                </c:pt>
                <c:pt idx="156">
                  <c:v>41641</c:v>
                </c:pt>
                <c:pt idx="157">
                  <c:v>41648</c:v>
                </c:pt>
                <c:pt idx="158">
                  <c:v>41655</c:v>
                </c:pt>
                <c:pt idx="159">
                  <c:v>41662</c:v>
                </c:pt>
                <c:pt idx="160">
                  <c:v>41669</c:v>
                </c:pt>
                <c:pt idx="161">
                  <c:v>41676</c:v>
                </c:pt>
                <c:pt idx="162">
                  <c:v>41683</c:v>
                </c:pt>
                <c:pt idx="163">
                  <c:v>41690</c:v>
                </c:pt>
                <c:pt idx="164">
                  <c:v>41697</c:v>
                </c:pt>
                <c:pt idx="165">
                  <c:v>41704</c:v>
                </c:pt>
                <c:pt idx="166">
                  <c:v>41711</c:v>
                </c:pt>
                <c:pt idx="167">
                  <c:v>41718</c:v>
                </c:pt>
                <c:pt idx="168">
                  <c:v>41725</c:v>
                </c:pt>
                <c:pt idx="169">
                  <c:v>41732</c:v>
                </c:pt>
                <c:pt idx="170">
                  <c:v>41739</c:v>
                </c:pt>
                <c:pt idx="171">
                  <c:v>41746</c:v>
                </c:pt>
                <c:pt idx="172">
                  <c:v>41753</c:v>
                </c:pt>
                <c:pt idx="173">
                  <c:v>41760</c:v>
                </c:pt>
                <c:pt idx="174">
                  <c:v>41767</c:v>
                </c:pt>
                <c:pt idx="175">
                  <c:v>41774</c:v>
                </c:pt>
                <c:pt idx="176">
                  <c:v>41781</c:v>
                </c:pt>
                <c:pt idx="177">
                  <c:v>41788</c:v>
                </c:pt>
                <c:pt idx="178">
                  <c:v>41795</c:v>
                </c:pt>
                <c:pt idx="179">
                  <c:v>41802</c:v>
                </c:pt>
                <c:pt idx="180">
                  <c:v>41809</c:v>
                </c:pt>
                <c:pt idx="181">
                  <c:v>41816</c:v>
                </c:pt>
                <c:pt idx="182">
                  <c:v>41823</c:v>
                </c:pt>
                <c:pt idx="183">
                  <c:v>41830</c:v>
                </c:pt>
                <c:pt idx="184">
                  <c:v>41837</c:v>
                </c:pt>
                <c:pt idx="185">
                  <c:v>41844</c:v>
                </c:pt>
                <c:pt idx="186">
                  <c:v>41851</c:v>
                </c:pt>
                <c:pt idx="187">
                  <c:v>41858</c:v>
                </c:pt>
                <c:pt idx="188">
                  <c:v>41865</c:v>
                </c:pt>
                <c:pt idx="189">
                  <c:v>41872</c:v>
                </c:pt>
                <c:pt idx="190">
                  <c:v>41879</c:v>
                </c:pt>
                <c:pt idx="191">
                  <c:v>41886</c:v>
                </c:pt>
                <c:pt idx="192">
                  <c:v>41893</c:v>
                </c:pt>
                <c:pt idx="193">
                  <c:v>41900</c:v>
                </c:pt>
                <c:pt idx="194">
                  <c:v>41907</c:v>
                </c:pt>
                <c:pt idx="195">
                  <c:v>41914</c:v>
                </c:pt>
                <c:pt idx="196">
                  <c:v>41921</c:v>
                </c:pt>
                <c:pt idx="197">
                  <c:v>41928</c:v>
                </c:pt>
                <c:pt idx="198">
                  <c:v>41935</c:v>
                </c:pt>
                <c:pt idx="199">
                  <c:v>41942</c:v>
                </c:pt>
                <c:pt idx="200">
                  <c:v>41949</c:v>
                </c:pt>
                <c:pt idx="201">
                  <c:v>41956</c:v>
                </c:pt>
                <c:pt idx="202">
                  <c:v>41963</c:v>
                </c:pt>
                <c:pt idx="203">
                  <c:v>41969</c:v>
                </c:pt>
                <c:pt idx="204">
                  <c:v>41977</c:v>
                </c:pt>
                <c:pt idx="205">
                  <c:v>41984</c:v>
                </c:pt>
                <c:pt idx="206">
                  <c:v>41991</c:v>
                </c:pt>
                <c:pt idx="207">
                  <c:v>41997</c:v>
                </c:pt>
                <c:pt idx="208">
                  <c:v>42004</c:v>
                </c:pt>
                <c:pt idx="209">
                  <c:v>42012</c:v>
                </c:pt>
                <c:pt idx="210">
                  <c:v>42019</c:v>
                </c:pt>
                <c:pt idx="211">
                  <c:v>42026</c:v>
                </c:pt>
                <c:pt idx="212">
                  <c:v>42033</c:v>
                </c:pt>
                <c:pt idx="213">
                  <c:v>42040</c:v>
                </c:pt>
                <c:pt idx="214">
                  <c:v>42047</c:v>
                </c:pt>
                <c:pt idx="215">
                  <c:v>42054</c:v>
                </c:pt>
                <c:pt idx="216">
                  <c:v>42061</c:v>
                </c:pt>
                <c:pt idx="217">
                  <c:v>42068</c:v>
                </c:pt>
                <c:pt idx="218">
                  <c:v>42075</c:v>
                </c:pt>
                <c:pt idx="219">
                  <c:v>42082</c:v>
                </c:pt>
                <c:pt idx="220">
                  <c:v>42089</c:v>
                </c:pt>
                <c:pt idx="221">
                  <c:v>42096</c:v>
                </c:pt>
                <c:pt idx="222">
                  <c:v>42103</c:v>
                </c:pt>
                <c:pt idx="223">
                  <c:v>42110</c:v>
                </c:pt>
                <c:pt idx="224">
                  <c:v>42117</c:v>
                </c:pt>
              </c:numCache>
            </c:numRef>
          </c:cat>
          <c:val>
            <c:numRef>
              <c:f>'Pre 2005'!$G$2:$G$227</c:f>
              <c:numCache>
                <c:formatCode>0%</c:formatCode>
                <c:ptCount val="226"/>
                <c:pt idx="1">
                  <c:v>9.3495241385430083E-3</c:v>
                </c:pt>
                <c:pt idx="2">
                  <c:v>9.7764953835769997E-3</c:v>
                </c:pt>
                <c:pt idx="3">
                  <c:v>1.0318153007277009E-2</c:v>
                </c:pt>
                <c:pt idx="4">
                  <c:v>9.3339138419399892E-3</c:v>
                </c:pt>
                <c:pt idx="5">
                  <c:v>8.475346466158995E-3</c:v>
                </c:pt>
                <c:pt idx="6">
                  <c:v>9.2530243339870033E-3</c:v>
                </c:pt>
                <c:pt idx="7">
                  <c:v>7.5123916485980158E-3</c:v>
                </c:pt>
                <c:pt idx="8">
                  <c:v>8.4254797116330438E-3</c:v>
                </c:pt>
                <c:pt idx="9">
                  <c:v>7.2636580526129757E-3</c:v>
                </c:pt>
                <c:pt idx="10">
                  <c:v>7.2671544618709838E-3</c:v>
                </c:pt>
                <c:pt idx="11">
                  <c:v>8.5764331301529939E-3</c:v>
                </c:pt>
                <c:pt idx="12">
                  <c:v>8.3215869708520018E-3</c:v>
                </c:pt>
                <c:pt idx="13">
                  <c:v>7.5233280501109667E-3</c:v>
                </c:pt>
                <c:pt idx="14">
                  <c:v>7.3718362209940214E-3</c:v>
                </c:pt>
                <c:pt idx="15">
                  <c:v>7.3236168429789972E-3</c:v>
                </c:pt>
                <c:pt idx="16">
                  <c:v>8.9599073183029843E-3</c:v>
                </c:pt>
                <c:pt idx="17">
                  <c:v>9.1440288694429883E-3</c:v>
                </c:pt>
                <c:pt idx="18">
                  <c:v>1.0089053710369E-2</c:v>
                </c:pt>
                <c:pt idx="19">
                  <c:v>1.1604541103639954E-2</c:v>
                </c:pt>
                <c:pt idx="20">
                  <c:v>1.1736471472792998E-2</c:v>
                </c:pt>
                <c:pt idx="21">
                  <c:v>1.2194486948020999E-2</c:v>
                </c:pt>
                <c:pt idx="22">
                  <c:v>1.4666242077077007E-2</c:v>
                </c:pt>
                <c:pt idx="23">
                  <c:v>1.4801730708252026E-2</c:v>
                </c:pt>
                <c:pt idx="24">
                  <c:v>1.4719262800910016E-2</c:v>
                </c:pt>
                <c:pt idx="25">
                  <c:v>1.4666242077077007E-2</c:v>
                </c:pt>
                <c:pt idx="26">
                  <c:v>1.4604701783771989E-2</c:v>
                </c:pt>
                <c:pt idx="27">
                  <c:v>1.3429700826978974E-2</c:v>
                </c:pt>
                <c:pt idx="28">
                  <c:v>1.5049871557931971E-2</c:v>
                </c:pt>
                <c:pt idx="29">
                  <c:v>1.5205300219296003E-2</c:v>
                </c:pt>
                <c:pt idx="30">
                  <c:v>1.3799936595487006E-2</c:v>
                </c:pt>
                <c:pt idx="31">
                  <c:v>1.7408259272822968E-2</c:v>
                </c:pt>
                <c:pt idx="32">
                  <c:v>1.8418134978159029E-2</c:v>
                </c:pt>
                <c:pt idx="33">
                  <c:v>1.9647746254231047E-2</c:v>
                </c:pt>
                <c:pt idx="34">
                  <c:v>1.7430095710167959E-2</c:v>
                </c:pt>
                <c:pt idx="35">
                  <c:v>1.8215036501237014E-2</c:v>
                </c:pt>
                <c:pt idx="36">
                  <c:v>2.0206441572086065E-2</c:v>
                </c:pt>
                <c:pt idx="37">
                  <c:v>1.9247265884268949E-2</c:v>
                </c:pt>
                <c:pt idx="38">
                  <c:v>1.9247265884268949E-2</c:v>
                </c:pt>
                <c:pt idx="39">
                  <c:v>2.0028947162988975E-2</c:v>
                </c:pt>
                <c:pt idx="40">
                  <c:v>1.8573776239296014E-2</c:v>
                </c:pt>
                <c:pt idx="41">
                  <c:v>1.9709494658493032E-2</c:v>
                </c:pt>
                <c:pt idx="42">
                  <c:v>1.9647685019433037E-2</c:v>
                </c:pt>
                <c:pt idx="43">
                  <c:v>1.9293741162645039E-2</c:v>
                </c:pt>
                <c:pt idx="44">
                  <c:v>1.8904364698372089E-2</c:v>
                </c:pt>
                <c:pt idx="45">
                  <c:v>1.8929213469001005E-2</c:v>
                </c:pt>
                <c:pt idx="46">
                  <c:v>1.8904364698372089E-2</c:v>
                </c:pt>
                <c:pt idx="47">
                  <c:v>1.7936046178664955E-2</c:v>
                </c:pt>
                <c:pt idx="48">
                  <c:v>1.8382652160383928E-2</c:v>
                </c:pt>
                <c:pt idx="49">
                  <c:v>1.8408175809995986E-2</c:v>
                </c:pt>
                <c:pt idx="50">
                  <c:v>1.7583763647146977E-2</c:v>
                </c:pt>
                <c:pt idx="51">
                  <c:v>1.8559332718324995E-2</c:v>
                </c:pt>
                <c:pt idx="52">
                  <c:v>1.7981692797587101E-2</c:v>
                </c:pt>
                <c:pt idx="53">
                  <c:v>1.8600258976843032E-2</c:v>
                </c:pt>
                <c:pt idx="54">
                  <c:v>1.8665984509633082E-2</c:v>
                </c:pt>
                <c:pt idx="55">
                  <c:v>1.8547178324596958E-2</c:v>
                </c:pt>
                <c:pt idx="56">
                  <c:v>1.7308349356765951E-2</c:v>
                </c:pt>
                <c:pt idx="57">
                  <c:v>1.8243782482877058E-2</c:v>
                </c:pt>
                <c:pt idx="58">
                  <c:v>1.8243782482877058E-2</c:v>
                </c:pt>
                <c:pt idx="59">
                  <c:v>1.8243782482877058E-2</c:v>
                </c:pt>
                <c:pt idx="60">
                  <c:v>1.693489903586598E-2</c:v>
                </c:pt>
                <c:pt idx="61">
                  <c:v>1.8326113974864944E-2</c:v>
                </c:pt>
                <c:pt idx="62">
                  <c:v>1.7934817450554918E-2</c:v>
                </c:pt>
                <c:pt idx="63">
                  <c:v>1.7797705219311011E-2</c:v>
                </c:pt>
                <c:pt idx="64">
                  <c:v>1.5990790065342986E-2</c:v>
                </c:pt>
                <c:pt idx="65">
                  <c:v>1.746434616697301E-2</c:v>
                </c:pt>
                <c:pt idx="66">
                  <c:v>1.9564630295097918E-2</c:v>
                </c:pt>
                <c:pt idx="67">
                  <c:v>1.991736462615501E-2</c:v>
                </c:pt>
                <c:pt idx="68">
                  <c:v>2.1602036666818036E-2</c:v>
                </c:pt>
                <c:pt idx="69">
                  <c:v>1.991736462615501E-2</c:v>
                </c:pt>
                <c:pt idx="70">
                  <c:v>2.1714787323291018E-2</c:v>
                </c:pt>
                <c:pt idx="71">
                  <c:v>2.0728347991117002E-2</c:v>
                </c:pt>
                <c:pt idx="72">
                  <c:v>2.2740230821109986E-2</c:v>
                </c:pt>
                <c:pt idx="73">
                  <c:v>2.3102469259690062E-2</c:v>
                </c:pt>
                <c:pt idx="74">
                  <c:v>2.2230821022807934E-2</c:v>
                </c:pt>
                <c:pt idx="75">
                  <c:v>2.2843554143903044E-2</c:v>
                </c:pt>
                <c:pt idx="76">
                  <c:v>2.130927465103194E-2</c:v>
                </c:pt>
                <c:pt idx="77">
                  <c:v>2.2115915769991945E-2</c:v>
                </c:pt>
                <c:pt idx="78">
                  <c:v>2.2115915769991945E-2</c:v>
                </c:pt>
                <c:pt idx="79">
                  <c:v>2.2677880181799948E-2</c:v>
                </c:pt>
                <c:pt idx="80">
                  <c:v>2.3080661909188005E-2</c:v>
                </c:pt>
                <c:pt idx="81">
                  <c:v>2.1594538110413009E-2</c:v>
                </c:pt>
                <c:pt idx="82">
                  <c:v>2.1243881609642967E-2</c:v>
                </c:pt>
                <c:pt idx="83">
                  <c:v>2.3646964380398927E-2</c:v>
                </c:pt>
                <c:pt idx="84">
                  <c:v>2.3511077421998983E-2</c:v>
                </c:pt>
                <c:pt idx="85">
                  <c:v>2.1865379268423912E-2</c:v>
                </c:pt>
                <c:pt idx="86">
                  <c:v>2.3011168931345027E-2</c:v>
                </c:pt>
                <c:pt idx="87">
                  <c:v>2.3511077421998983E-2</c:v>
                </c:pt>
                <c:pt idx="88">
                  <c:v>2.3879648060012082E-2</c:v>
                </c:pt>
                <c:pt idx="89">
                  <c:v>2.2185781271320981E-2</c:v>
                </c:pt>
                <c:pt idx="90">
                  <c:v>2.1499852763206984E-2</c:v>
                </c:pt>
                <c:pt idx="91">
                  <c:v>2.2623213265619002E-2</c:v>
                </c:pt>
                <c:pt idx="92">
                  <c:v>2.2028660134635003E-2</c:v>
                </c:pt>
                <c:pt idx="93">
                  <c:v>2.323860005587397E-2</c:v>
                </c:pt>
                <c:pt idx="94">
                  <c:v>2.3045104413206952E-2</c:v>
                </c:pt>
                <c:pt idx="95">
                  <c:v>2.3281195485508999E-2</c:v>
                </c:pt>
                <c:pt idx="96">
                  <c:v>2.3045894514512999E-2</c:v>
                </c:pt>
                <c:pt idx="97">
                  <c:v>2.3116433002183912E-2</c:v>
                </c:pt>
                <c:pt idx="98">
                  <c:v>2.1940207735437034E-2</c:v>
                </c:pt>
                <c:pt idx="99">
                  <c:v>2.5474221239196959E-2</c:v>
                </c:pt>
                <c:pt idx="100">
                  <c:v>2.192245353908695E-2</c:v>
                </c:pt>
                <c:pt idx="101">
                  <c:v>2.2006042072019949E-2</c:v>
                </c:pt>
                <c:pt idx="102">
                  <c:v>2.5400728001473971E-2</c:v>
                </c:pt>
                <c:pt idx="103">
                  <c:v>2.2933742337526986E-2</c:v>
                </c:pt>
                <c:pt idx="104">
                  <c:v>2.2159728908155985E-2</c:v>
                </c:pt>
                <c:pt idx="105">
                  <c:v>2.2334868622206017E-2</c:v>
                </c:pt>
                <c:pt idx="106">
                  <c:v>2.3285771323386051E-2</c:v>
                </c:pt>
                <c:pt idx="107">
                  <c:v>2.3012611082431023E-2</c:v>
                </c:pt>
                <c:pt idx="108">
                  <c:v>2.395908768709798E-2</c:v>
                </c:pt>
                <c:pt idx="109">
                  <c:v>2.182584852505598E-2</c:v>
                </c:pt>
                <c:pt idx="110">
                  <c:v>2.3138061689571998E-2</c:v>
                </c:pt>
                <c:pt idx="111">
                  <c:v>2.3138061689571998E-2</c:v>
                </c:pt>
                <c:pt idx="112">
                  <c:v>2.1574399682273038E-2</c:v>
                </c:pt>
                <c:pt idx="113">
                  <c:v>2.2049529166050075E-2</c:v>
                </c:pt>
                <c:pt idx="114">
                  <c:v>2.1712951748458997E-2</c:v>
                </c:pt>
                <c:pt idx="115">
                  <c:v>2.1006711837945002E-2</c:v>
                </c:pt>
                <c:pt idx="116">
                  <c:v>2.2718223243017976E-2</c:v>
                </c:pt>
                <c:pt idx="117">
                  <c:v>2.1336673395858985E-2</c:v>
                </c:pt>
                <c:pt idx="118">
                  <c:v>2.3934707665684951E-2</c:v>
                </c:pt>
                <c:pt idx="119">
                  <c:v>2.3885746565118993E-2</c:v>
                </c:pt>
                <c:pt idx="120">
                  <c:v>2.4636886181579998E-2</c:v>
                </c:pt>
                <c:pt idx="121">
                  <c:v>2.5954770465140942E-2</c:v>
                </c:pt>
                <c:pt idx="122">
                  <c:v>2.7387624846188063E-2</c:v>
                </c:pt>
                <c:pt idx="123">
                  <c:v>2.7396846707897993E-2</c:v>
                </c:pt>
                <c:pt idx="124">
                  <c:v>2.4356249349563042E-2</c:v>
                </c:pt>
                <c:pt idx="125">
                  <c:v>2.4748707436991979E-2</c:v>
                </c:pt>
                <c:pt idx="126">
                  <c:v>2.3721983966421001E-2</c:v>
                </c:pt>
                <c:pt idx="127">
                  <c:v>2.4015035680918007E-2</c:v>
                </c:pt>
                <c:pt idx="128">
                  <c:v>2.4586657410025969E-2</c:v>
                </c:pt>
                <c:pt idx="129">
                  <c:v>2.5020140115835976E-2</c:v>
                </c:pt>
                <c:pt idx="130">
                  <c:v>2.448780499499198E-2</c:v>
                </c:pt>
                <c:pt idx="131">
                  <c:v>2.5234444143474033E-2</c:v>
                </c:pt>
                <c:pt idx="132">
                  <c:v>2.3436581748615015E-2</c:v>
                </c:pt>
                <c:pt idx="133">
                  <c:v>2.4698216777366E-2</c:v>
                </c:pt>
                <c:pt idx="134">
                  <c:v>2.5923790087743037E-2</c:v>
                </c:pt>
                <c:pt idx="135">
                  <c:v>2.5579483137793013E-2</c:v>
                </c:pt>
                <c:pt idx="136">
                  <c:v>2.5253844188383001E-2</c:v>
                </c:pt>
                <c:pt idx="137">
                  <c:v>2.5253844188383001E-2</c:v>
                </c:pt>
                <c:pt idx="138">
                  <c:v>2.2354680914343006E-2</c:v>
                </c:pt>
                <c:pt idx="139">
                  <c:v>2.3237239610985033E-2</c:v>
                </c:pt>
                <c:pt idx="140">
                  <c:v>2.2833508159864985E-2</c:v>
                </c:pt>
                <c:pt idx="141">
                  <c:v>2.2826442408018011E-2</c:v>
                </c:pt>
                <c:pt idx="142">
                  <c:v>2.3657600623909009E-2</c:v>
                </c:pt>
                <c:pt idx="143">
                  <c:v>2.4411442429122021E-2</c:v>
                </c:pt>
                <c:pt idx="144">
                  <c:v>2.4521120670748964E-2</c:v>
                </c:pt>
                <c:pt idx="145">
                  <c:v>2.4364301177299985E-2</c:v>
                </c:pt>
                <c:pt idx="146">
                  <c:v>2.4726941736278041E-2</c:v>
                </c:pt>
                <c:pt idx="147">
                  <c:v>2.442832455333499E-2</c:v>
                </c:pt>
                <c:pt idx="148">
                  <c:v>2.5445593911785969E-2</c:v>
                </c:pt>
                <c:pt idx="149">
                  <c:v>2.4544578239795001E-2</c:v>
                </c:pt>
                <c:pt idx="150">
                  <c:v>2.4962760610098E-2</c:v>
                </c:pt>
                <c:pt idx="151">
                  <c:v>2.4443345160808039E-2</c:v>
                </c:pt>
                <c:pt idx="152">
                  <c:v>2.4714769010983018E-2</c:v>
                </c:pt>
                <c:pt idx="153">
                  <c:v>2.4132577762210977E-2</c:v>
                </c:pt>
                <c:pt idx="154">
                  <c:v>2.3910182191404006E-2</c:v>
                </c:pt>
                <c:pt idx="155">
                  <c:v>2.0677936525821006E-2</c:v>
                </c:pt>
                <c:pt idx="156">
                  <c:v>2.0405939315742999E-2</c:v>
                </c:pt>
                <c:pt idx="157">
                  <c:v>1.9012181649803006E-2</c:v>
                </c:pt>
                <c:pt idx="158">
                  <c:v>2.1725041379872995E-2</c:v>
                </c:pt>
                <c:pt idx="159">
                  <c:v>2.385631641094299E-2</c:v>
                </c:pt>
                <c:pt idx="160">
                  <c:v>2.4133376864509004E-2</c:v>
                </c:pt>
                <c:pt idx="161">
                  <c:v>2.3490582878840982E-2</c:v>
                </c:pt>
                <c:pt idx="162">
                  <c:v>2.3734404029613021E-2</c:v>
                </c:pt>
                <c:pt idx="163">
                  <c:v>2.4015377742685973E-2</c:v>
                </c:pt>
                <c:pt idx="164">
                  <c:v>2.4006639656241002E-2</c:v>
                </c:pt>
                <c:pt idx="165">
                  <c:v>2.2864760551051022E-2</c:v>
                </c:pt>
                <c:pt idx="166">
                  <c:v>2.4163207379861051E-2</c:v>
                </c:pt>
                <c:pt idx="167">
                  <c:v>2.4001956463504004E-2</c:v>
                </c:pt>
                <c:pt idx="168">
                  <c:v>2.4129946993109996E-2</c:v>
                </c:pt>
                <c:pt idx="169">
                  <c:v>2.2717125856637987E-2</c:v>
                </c:pt>
                <c:pt idx="170">
                  <c:v>2.4922595095405009E-2</c:v>
                </c:pt>
                <c:pt idx="171">
                  <c:v>2.5262059710907003E-2</c:v>
                </c:pt>
                <c:pt idx="172">
                  <c:v>2.5789543754646038E-2</c:v>
                </c:pt>
                <c:pt idx="173">
                  <c:v>2.5282717803924992E-2</c:v>
                </c:pt>
                <c:pt idx="174">
                  <c:v>2.7081223449143044E-2</c:v>
                </c:pt>
                <c:pt idx="175">
                  <c:v>2.9228013361092986E-2</c:v>
                </c:pt>
                <c:pt idx="176">
                  <c:v>2.9583398933585969E-2</c:v>
                </c:pt>
                <c:pt idx="177">
                  <c:v>3.0650699740589982E-2</c:v>
                </c:pt>
                <c:pt idx="178">
                  <c:v>3.189345616816297E-2</c:v>
                </c:pt>
                <c:pt idx="179">
                  <c:v>3.5124617247681011E-2</c:v>
                </c:pt>
                <c:pt idx="180">
                  <c:v>3.1810678137463022E-2</c:v>
                </c:pt>
                <c:pt idx="181">
                  <c:v>3.2199345902175991E-2</c:v>
                </c:pt>
                <c:pt idx="182">
                  <c:v>3.5124617247681011E-2</c:v>
                </c:pt>
                <c:pt idx="183">
                  <c:v>4.0894418191104953E-2</c:v>
                </c:pt>
                <c:pt idx="184">
                  <c:v>3.3218408855878012E-2</c:v>
                </c:pt>
                <c:pt idx="185">
                  <c:v>3.560048076730099E-2</c:v>
                </c:pt>
                <c:pt idx="186">
                  <c:v>3.560048076730099E-2</c:v>
                </c:pt>
                <c:pt idx="187">
                  <c:v>3.6682465672604025E-2</c:v>
                </c:pt>
                <c:pt idx="188">
                  <c:v>3.4538022001328994E-2</c:v>
                </c:pt>
                <c:pt idx="189">
                  <c:v>3.7848045871507974E-2</c:v>
                </c:pt>
                <c:pt idx="190">
                  <c:v>4.311865390370101E-2</c:v>
                </c:pt>
                <c:pt idx="191">
                  <c:v>4.311865390370101E-2</c:v>
                </c:pt>
                <c:pt idx="192">
                  <c:v>4.4396531936435002E-2</c:v>
                </c:pt>
                <c:pt idx="193">
                  <c:v>4.3202912888349987E-2</c:v>
                </c:pt>
                <c:pt idx="194">
                  <c:v>3.3927986103489016E-2</c:v>
                </c:pt>
                <c:pt idx="195">
                  <c:v>3.4664119688267991E-2</c:v>
                </c:pt>
                <c:pt idx="196">
                  <c:v>3.6299018885005974E-2</c:v>
                </c:pt>
                <c:pt idx="197">
                  <c:v>4.320778348878801E-2</c:v>
                </c:pt>
                <c:pt idx="198">
                  <c:v>5.5767371436922009E-2</c:v>
                </c:pt>
                <c:pt idx="199">
                  <c:v>5.7854243434436015E-2</c:v>
                </c:pt>
                <c:pt idx="200">
                  <c:v>5.5119685426901988E-2</c:v>
                </c:pt>
                <c:pt idx="201">
                  <c:v>4.9176612529252983E-2</c:v>
                </c:pt>
                <c:pt idx="202">
                  <c:v>4.922814110974999E-2</c:v>
                </c:pt>
                <c:pt idx="203">
                  <c:v>5.4910159185180996E-2</c:v>
                </c:pt>
                <c:pt idx="204">
                  <c:v>5.5879986587148045E-2</c:v>
                </c:pt>
                <c:pt idx="205">
                  <c:v>6.0133306816469001E-2</c:v>
                </c:pt>
                <c:pt idx="206">
                  <c:v>5.7371946942211982E-2</c:v>
                </c:pt>
                <c:pt idx="207">
                  <c:v>6.5990729484909971E-2</c:v>
                </c:pt>
                <c:pt idx="208">
                  <c:v>6.5567374115548971E-2</c:v>
                </c:pt>
                <c:pt idx="209">
                  <c:v>6.0112688684925975E-2</c:v>
                </c:pt>
                <c:pt idx="210">
                  <c:v>6.9436754868894002E-2</c:v>
                </c:pt>
                <c:pt idx="211">
                  <c:v>7.7699256329745059E-2</c:v>
                </c:pt>
                <c:pt idx="212">
                  <c:v>7.6952677594411045E-2</c:v>
                </c:pt>
                <c:pt idx="213">
                  <c:v>7.7699256329745059E-2</c:v>
                </c:pt>
                <c:pt idx="214">
                  <c:v>7.8919066492824985E-2</c:v>
                </c:pt>
                <c:pt idx="215">
                  <c:v>7.8500810862844106E-2</c:v>
                </c:pt>
                <c:pt idx="216">
                  <c:v>6.8989937785272015E-2</c:v>
                </c:pt>
                <c:pt idx="217">
                  <c:v>6.7065716502306971E-2</c:v>
                </c:pt>
                <c:pt idx="218">
                  <c:v>6.9638092828048004E-2</c:v>
                </c:pt>
                <c:pt idx="219">
                  <c:v>6.058929716573902E-2</c:v>
                </c:pt>
                <c:pt idx="220">
                  <c:v>6.8121076713101969E-2</c:v>
                </c:pt>
                <c:pt idx="221">
                  <c:v>7.8989527008370031E-2</c:v>
                </c:pt>
                <c:pt idx="222">
                  <c:v>7.8781843340151037E-2</c:v>
                </c:pt>
                <c:pt idx="223">
                  <c:v>7.9865453436108957E-2</c:v>
                </c:pt>
                <c:pt idx="224">
                  <c:v>7.8117664757740013E-2</c:v>
                </c:pt>
                <c:pt idx="225">
                  <c:v>7.9362525783738036E-2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212403712"/>
        <c:axId val="212405248"/>
      </c:areaChart>
      <c:dateAx>
        <c:axId val="212403712"/>
        <c:scaling>
          <c:orientation val="minMax"/>
        </c:scaling>
        <c:delete val="0"/>
        <c:axPos val="b"/>
        <c:numFmt formatCode="m/d/yyyy" sourceLinked="1"/>
        <c:majorTickMark val="out"/>
        <c:minorTickMark val="none"/>
        <c:tickLblPos val="nextTo"/>
        <c:crossAx val="212405248"/>
        <c:crosses val="autoZero"/>
        <c:auto val="1"/>
        <c:lblOffset val="100"/>
        <c:baseTimeUnit val="days"/>
        <c:majorUnit val="6"/>
        <c:majorTimeUnit val="months"/>
      </c:dateAx>
      <c:valAx>
        <c:axId val="212405248"/>
        <c:scaling>
          <c:orientation val="minMax"/>
          <c:min val="0"/>
        </c:scaling>
        <c:delete val="0"/>
        <c:axPos val="l"/>
        <c:majorGridlines/>
        <c:numFmt formatCode="0%" sourceLinked="0"/>
        <c:majorTickMark val="out"/>
        <c:minorTickMark val="none"/>
        <c:tickLblPos val="nextTo"/>
        <c:crossAx val="212403712"/>
        <c:crosses val="autoZero"/>
        <c:crossBetween val="midCat"/>
      </c:valAx>
      <c:spPr>
        <a:noFill/>
        <a:ln>
          <a:solidFill>
            <a:schemeClr val="tx1"/>
          </a:solidFill>
        </a:ln>
      </c:spPr>
    </c:plotArea>
    <c:legend>
      <c:legendPos val="b"/>
      <c:layout/>
      <c:overlay val="0"/>
    </c:legend>
    <c:plotVisOnly val="1"/>
    <c:dispBlanksAs val="gap"/>
    <c:showDLblsOverMax val="0"/>
  </c:chart>
  <c:externalData r:id="rId1">
    <c:autoUpdate val="0"/>
  </c:externalData>
</c:chartSpace>
</file>

<file path=ppt/charts/chart2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0"/>
    <c:plotArea>
      <c:layout/>
      <c:lineChart>
        <c:grouping val="standard"/>
        <c:varyColors val="0"/>
        <c:ser>
          <c:idx val="0"/>
          <c:order val="0"/>
          <c:tx>
            <c:strRef>
              <c:f>'Pre 2005'!$B$2</c:f>
              <c:strCache>
                <c:ptCount val="1"/>
                <c:pt idx="0">
                  <c:v>Pool Level</c:v>
                </c:pt>
              </c:strCache>
            </c:strRef>
          </c:tx>
          <c:spPr>
            <a:ln w="19050">
              <a:solidFill>
                <a:srgbClr val="AD275C"/>
              </a:solidFill>
            </a:ln>
          </c:spPr>
          <c:marker>
            <c:symbol val="none"/>
          </c:marker>
          <c:cat>
            <c:numRef>
              <c:f>'Pre 2005'!$A$3:$A$227</c:f>
              <c:numCache>
                <c:formatCode>m/d/yyyy</c:formatCode>
                <c:ptCount val="225"/>
                <c:pt idx="0">
                  <c:v>40549</c:v>
                </c:pt>
                <c:pt idx="1">
                  <c:v>40556</c:v>
                </c:pt>
                <c:pt idx="2">
                  <c:v>40563</c:v>
                </c:pt>
                <c:pt idx="3">
                  <c:v>40570</c:v>
                </c:pt>
                <c:pt idx="4">
                  <c:v>40577</c:v>
                </c:pt>
                <c:pt idx="5">
                  <c:v>40584</c:v>
                </c:pt>
                <c:pt idx="6">
                  <c:v>40591</c:v>
                </c:pt>
                <c:pt idx="7">
                  <c:v>40598</c:v>
                </c:pt>
                <c:pt idx="8">
                  <c:v>40605</c:v>
                </c:pt>
                <c:pt idx="9">
                  <c:v>40612</c:v>
                </c:pt>
                <c:pt idx="10">
                  <c:v>40619</c:v>
                </c:pt>
                <c:pt idx="11">
                  <c:v>40626</c:v>
                </c:pt>
                <c:pt idx="12">
                  <c:v>40633</c:v>
                </c:pt>
                <c:pt idx="13">
                  <c:v>40640</c:v>
                </c:pt>
                <c:pt idx="14">
                  <c:v>40647</c:v>
                </c:pt>
                <c:pt idx="15">
                  <c:v>40654</c:v>
                </c:pt>
                <c:pt idx="16">
                  <c:v>40661</c:v>
                </c:pt>
                <c:pt idx="17">
                  <c:v>40668</c:v>
                </c:pt>
                <c:pt idx="18">
                  <c:v>40675</c:v>
                </c:pt>
                <c:pt idx="19">
                  <c:v>40682</c:v>
                </c:pt>
                <c:pt idx="20">
                  <c:v>40689</c:v>
                </c:pt>
                <c:pt idx="21">
                  <c:v>40696</c:v>
                </c:pt>
                <c:pt idx="22">
                  <c:v>40703</c:v>
                </c:pt>
                <c:pt idx="23">
                  <c:v>40710</c:v>
                </c:pt>
                <c:pt idx="24">
                  <c:v>40717</c:v>
                </c:pt>
                <c:pt idx="25">
                  <c:v>40724</c:v>
                </c:pt>
                <c:pt idx="26">
                  <c:v>40731</c:v>
                </c:pt>
                <c:pt idx="27">
                  <c:v>40738</c:v>
                </c:pt>
                <c:pt idx="28">
                  <c:v>40745</c:v>
                </c:pt>
                <c:pt idx="29">
                  <c:v>40752</c:v>
                </c:pt>
                <c:pt idx="30">
                  <c:v>40759</c:v>
                </c:pt>
                <c:pt idx="31">
                  <c:v>40766</c:v>
                </c:pt>
                <c:pt idx="32">
                  <c:v>40773</c:v>
                </c:pt>
                <c:pt idx="33">
                  <c:v>40780</c:v>
                </c:pt>
                <c:pt idx="34">
                  <c:v>40787</c:v>
                </c:pt>
                <c:pt idx="35">
                  <c:v>40794</c:v>
                </c:pt>
                <c:pt idx="36">
                  <c:v>40801</c:v>
                </c:pt>
                <c:pt idx="37">
                  <c:v>40808</c:v>
                </c:pt>
                <c:pt idx="38">
                  <c:v>40815</c:v>
                </c:pt>
                <c:pt idx="39">
                  <c:v>40822</c:v>
                </c:pt>
                <c:pt idx="40">
                  <c:v>40829</c:v>
                </c:pt>
                <c:pt idx="41">
                  <c:v>40836</c:v>
                </c:pt>
                <c:pt idx="42">
                  <c:v>40843</c:v>
                </c:pt>
                <c:pt idx="43">
                  <c:v>40850</c:v>
                </c:pt>
                <c:pt idx="44">
                  <c:v>40857</c:v>
                </c:pt>
                <c:pt idx="45">
                  <c:v>40864</c:v>
                </c:pt>
                <c:pt idx="46">
                  <c:v>40870</c:v>
                </c:pt>
                <c:pt idx="47">
                  <c:v>40878</c:v>
                </c:pt>
                <c:pt idx="48">
                  <c:v>40885</c:v>
                </c:pt>
                <c:pt idx="49">
                  <c:v>40892</c:v>
                </c:pt>
                <c:pt idx="50">
                  <c:v>40899</c:v>
                </c:pt>
                <c:pt idx="51">
                  <c:v>40906</c:v>
                </c:pt>
                <c:pt idx="52">
                  <c:v>40913</c:v>
                </c:pt>
                <c:pt idx="53">
                  <c:v>40920</c:v>
                </c:pt>
                <c:pt idx="54">
                  <c:v>40927</c:v>
                </c:pt>
                <c:pt idx="55">
                  <c:v>40934</c:v>
                </c:pt>
                <c:pt idx="56">
                  <c:v>40941</c:v>
                </c:pt>
                <c:pt idx="57">
                  <c:v>40948</c:v>
                </c:pt>
                <c:pt idx="58">
                  <c:v>40955</c:v>
                </c:pt>
                <c:pt idx="59">
                  <c:v>40962</c:v>
                </c:pt>
                <c:pt idx="60">
                  <c:v>40969</c:v>
                </c:pt>
                <c:pt idx="61">
                  <c:v>40976</c:v>
                </c:pt>
                <c:pt idx="62">
                  <c:v>40983</c:v>
                </c:pt>
                <c:pt idx="63">
                  <c:v>40990</c:v>
                </c:pt>
                <c:pt idx="64">
                  <c:v>40997</c:v>
                </c:pt>
                <c:pt idx="65">
                  <c:v>41004</c:v>
                </c:pt>
                <c:pt idx="66">
                  <c:v>41011</c:v>
                </c:pt>
                <c:pt idx="67">
                  <c:v>41018</c:v>
                </c:pt>
                <c:pt idx="68">
                  <c:v>41025</c:v>
                </c:pt>
                <c:pt idx="69">
                  <c:v>41032</c:v>
                </c:pt>
                <c:pt idx="70">
                  <c:v>41039</c:v>
                </c:pt>
                <c:pt idx="71">
                  <c:v>41046</c:v>
                </c:pt>
                <c:pt idx="72">
                  <c:v>41053</c:v>
                </c:pt>
                <c:pt idx="73">
                  <c:v>41060</c:v>
                </c:pt>
                <c:pt idx="74">
                  <c:v>41067</c:v>
                </c:pt>
                <c:pt idx="75">
                  <c:v>41074</c:v>
                </c:pt>
                <c:pt idx="76">
                  <c:v>41081</c:v>
                </c:pt>
                <c:pt idx="77">
                  <c:v>41088</c:v>
                </c:pt>
                <c:pt idx="78">
                  <c:v>41095</c:v>
                </c:pt>
                <c:pt idx="79">
                  <c:v>41102</c:v>
                </c:pt>
                <c:pt idx="80">
                  <c:v>41109</c:v>
                </c:pt>
                <c:pt idx="81">
                  <c:v>41116</c:v>
                </c:pt>
                <c:pt idx="82">
                  <c:v>41123</c:v>
                </c:pt>
                <c:pt idx="83">
                  <c:v>41130</c:v>
                </c:pt>
                <c:pt idx="84">
                  <c:v>41137</c:v>
                </c:pt>
                <c:pt idx="85">
                  <c:v>41144</c:v>
                </c:pt>
                <c:pt idx="86">
                  <c:v>41151</c:v>
                </c:pt>
                <c:pt idx="87">
                  <c:v>41158</c:v>
                </c:pt>
                <c:pt idx="88">
                  <c:v>41165</c:v>
                </c:pt>
                <c:pt idx="89">
                  <c:v>41172</c:v>
                </c:pt>
                <c:pt idx="90">
                  <c:v>41179</c:v>
                </c:pt>
                <c:pt idx="91">
                  <c:v>41186</c:v>
                </c:pt>
                <c:pt idx="92">
                  <c:v>41193</c:v>
                </c:pt>
                <c:pt idx="93">
                  <c:v>41200</c:v>
                </c:pt>
                <c:pt idx="94">
                  <c:v>41207</c:v>
                </c:pt>
                <c:pt idx="95">
                  <c:v>41214</c:v>
                </c:pt>
                <c:pt idx="96">
                  <c:v>41221</c:v>
                </c:pt>
                <c:pt idx="97">
                  <c:v>41228</c:v>
                </c:pt>
                <c:pt idx="98">
                  <c:v>41234</c:v>
                </c:pt>
                <c:pt idx="99">
                  <c:v>41242</c:v>
                </c:pt>
                <c:pt idx="100">
                  <c:v>41249</c:v>
                </c:pt>
                <c:pt idx="101">
                  <c:v>41256</c:v>
                </c:pt>
                <c:pt idx="102">
                  <c:v>41263</c:v>
                </c:pt>
                <c:pt idx="103">
                  <c:v>41270</c:v>
                </c:pt>
                <c:pt idx="104">
                  <c:v>41277</c:v>
                </c:pt>
                <c:pt idx="105">
                  <c:v>41284</c:v>
                </c:pt>
                <c:pt idx="106">
                  <c:v>41291</c:v>
                </c:pt>
                <c:pt idx="107">
                  <c:v>41298</c:v>
                </c:pt>
                <c:pt idx="108">
                  <c:v>41305</c:v>
                </c:pt>
                <c:pt idx="109">
                  <c:v>41312</c:v>
                </c:pt>
                <c:pt idx="110">
                  <c:v>41319</c:v>
                </c:pt>
                <c:pt idx="111">
                  <c:v>41326</c:v>
                </c:pt>
                <c:pt idx="112">
                  <c:v>41333</c:v>
                </c:pt>
                <c:pt idx="113">
                  <c:v>41340</c:v>
                </c:pt>
                <c:pt idx="114">
                  <c:v>41347</c:v>
                </c:pt>
                <c:pt idx="115">
                  <c:v>41354</c:v>
                </c:pt>
                <c:pt idx="116">
                  <c:v>41361</c:v>
                </c:pt>
                <c:pt idx="117">
                  <c:v>41368</c:v>
                </c:pt>
                <c:pt idx="118">
                  <c:v>41375</c:v>
                </c:pt>
                <c:pt idx="119">
                  <c:v>41382</c:v>
                </c:pt>
                <c:pt idx="120">
                  <c:v>41389</c:v>
                </c:pt>
                <c:pt idx="121">
                  <c:v>41396</c:v>
                </c:pt>
                <c:pt idx="122">
                  <c:v>41403</c:v>
                </c:pt>
                <c:pt idx="123">
                  <c:v>41410</c:v>
                </c:pt>
                <c:pt idx="124">
                  <c:v>41417</c:v>
                </c:pt>
                <c:pt idx="125">
                  <c:v>41424</c:v>
                </c:pt>
                <c:pt idx="126">
                  <c:v>41431</c:v>
                </c:pt>
                <c:pt idx="127">
                  <c:v>41438</c:v>
                </c:pt>
                <c:pt idx="128">
                  <c:v>41445</c:v>
                </c:pt>
                <c:pt idx="129">
                  <c:v>41452</c:v>
                </c:pt>
                <c:pt idx="130">
                  <c:v>41458</c:v>
                </c:pt>
                <c:pt idx="131">
                  <c:v>41466</c:v>
                </c:pt>
                <c:pt idx="132">
                  <c:v>41473</c:v>
                </c:pt>
                <c:pt idx="133">
                  <c:v>41480</c:v>
                </c:pt>
                <c:pt idx="134">
                  <c:v>41487</c:v>
                </c:pt>
                <c:pt idx="135">
                  <c:v>41494</c:v>
                </c:pt>
                <c:pt idx="136">
                  <c:v>41501</c:v>
                </c:pt>
                <c:pt idx="137">
                  <c:v>41508</c:v>
                </c:pt>
                <c:pt idx="138">
                  <c:v>41515</c:v>
                </c:pt>
                <c:pt idx="139">
                  <c:v>41522</c:v>
                </c:pt>
                <c:pt idx="140">
                  <c:v>41529</c:v>
                </c:pt>
                <c:pt idx="141">
                  <c:v>41536</c:v>
                </c:pt>
                <c:pt idx="142">
                  <c:v>41543</c:v>
                </c:pt>
                <c:pt idx="143">
                  <c:v>41550</c:v>
                </c:pt>
                <c:pt idx="144">
                  <c:v>41557</c:v>
                </c:pt>
                <c:pt idx="145">
                  <c:v>41564</c:v>
                </c:pt>
                <c:pt idx="146">
                  <c:v>41571</c:v>
                </c:pt>
                <c:pt idx="147">
                  <c:v>41578</c:v>
                </c:pt>
                <c:pt idx="148">
                  <c:v>41585</c:v>
                </c:pt>
                <c:pt idx="149">
                  <c:v>41592</c:v>
                </c:pt>
                <c:pt idx="150">
                  <c:v>41599</c:v>
                </c:pt>
                <c:pt idx="151">
                  <c:v>41605</c:v>
                </c:pt>
                <c:pt idx="152">
                  <c:v>41613</c:v>
                </c:pt>
                <c:pt idx="153">
                  <c:v>41620</c:v>
                </c:pt>
                <c:pt idx="154">
                  <c:v>41627</c:v>
                </c:pt>
                <c:pt idx="155">
                  <c:v>41634</c:v>
                </c:pt>
                <c:pt idx="156">
                  <c:v>41641</c:v>
                </c:pt>
                <c:pt idx="157">
                  <c:v>41648</c:v>
                </c:pt>
                <c:pt idx="158">
                  <c:v>41655</c:v>
                </c:pt>
                <c:pt idx="159">
                  <c:v>41662</c:v>
                </c:pt>
                <c:pt idx="160">
                  <c:v>41669</c:v>
                </c:pt>
                <c:pt idx="161">
                  <c:v>41676</c:v>
                </c:pt>
                <c:pt idx="162">
                  <c:v>41683</c:v>
                </c:pt>
                <c:pt idx="163">
                  <c:v>41690</c:v>
                </c:pt>
                <c:pt idx="164">
                  <c:v>41697</c:v>
                </c:pt>
                <c:pt idx="165">
                  <c:v>41704</c:v>
                </c:pt>
                <c:pt idx="166">
                  <c:v>41711</c:v>
                </c:pt>
                <c:pt idx="167">
                  <c:v>41718</c:v>
                </c:pt>
                <c:pt idx="168">
                  <c:v>41725</c:v>
                </c:pt>
                <c:pt idx="169">
                  <c:v>41732</c:v>
                </c:pt>
                <c:pt idx="170">
                  <c:v>41739</c:v>
                </c:pt>
                <c:pt idx="171">
                  <c:v>41746</c:v>
                </c:pt>
                <c:pt idx="172">
                  <c:v>41753</c:v>
                </c:pt>
                <c:pt idx="173">
                  <c:v>41760</c:v>
                </c:pt>
                <c:pt idx="174">
                  <c:v>41767</c:v>
                </c:pt>
                <c:pt idx="175">
                  <c:v>41774</c:v>
                </c:pt>
                <c:pt idx="176">
                  <c:v>41781</c:v>
                </c:pt>
                <c:pt idx="177">
                  <c:v>41788</c:v>
                </c:pt>
                <c:pt idx="178">
                  <c:v>41795</c:v>
                </c:pt>
                <c:pt idx="179">
                  <c:v>41802</c:v>
                </c:pt>
                <c:pt idx="180">
                  <c:v>41809</c:v>
                </c:pt>
                <c:pt idx="181">
                  <c:v>41816</c:v>
                </c:pt>
                <c:pt idx="182">
                  <c:v>41823</c:v>
                </c:pt>
                <c:pt idx="183">
                  <c:v>41830</c:v>
                </c:pt>
                <c:pt idx="184">
                  <c:v>41837</c:v>
                </c:pt>
                <c:pt idx="185">
                  <c:v>41844</c:v>
                </c:pt>
                <c:pt idx="186">
                  <c:v>41851</c:v>
                </c:pt>
                <c:pt idx="187">
                  <c:v>41858</c:v>
                </c:pt>
                <c:pt idx="188">
                  <c:v>41865</c:v>
                </c:pt>
                <c:pt idx="189">
                  <c:v>41872</c:v>
                </c:pt>
                <c:pt idx="190">
                  <c:v>41879</c:v>
                </c:pt>
                <c:pt idx="191">
                  <c:v>41886</c:v>
                </c:pt>
                <c:pt idx="192">
                  <c:v>41893</c:v>
                </c:pt>
                <c:pt idx="193">
                  <c:v>41900</c:v>
                </c:pt>
                <c:pt idx="194">
                  <c:v>41907</c:v>
                </c:pt>
                <c:pt idx="195">
                  <c:v>41914</c:v>
                </c:pt>
                <c:pt idx="196">
                  <c:v>41921</c:v>
                </c:pt>
                <c:pt idx="197">
                  <c:v>41928</c:v>
                </c:pt>
                <c:pt idx="198">
                  <c:v>41935</c:v>
                </c:pt>
                <c:pt idx="199">
                  <c:v>41942</c:v>
                </c:pt>
                <c:pt idx="200">
                  <c:v>41949</c:v>
                </c:pt>
                <c:pt idx="201">
                  <c:v>41956</c:v>
                </c:pt>
                <c:pt idx="202">
                  <c:v>41963</c:v>
                </c:pt>
                <c:pt idx="203">
                  <c:v>41969</c:v>
                </c:pt>
                <c:pt idx="204">
                  <c:v>41977</c:v>
                </c:pt>
                <c:pt idx="205">
                  <c:v>41984</c:v>
                </c:pt>
                <c:pt idx="206">
                  <c:v>41991</c:v>
                </c:pt>
                <c:pt idx="207">
                  <c:v>41997</c:v>
                </c:pt>
                <c:pt idx="208">
                  <c:v>42004</c:v>
                </c:pt>
                <c:pt idx="209">
                  <c:v>42012</c:v>
                </c:pt>
                <c:pt idx="210">
                  <c:v>42019</c:v>
                </c:pt>
                <c:pt idx="211">
                  <c:v>42026</c:v>
                </c:pt>
                <c:pt idx="212">
                  <c:v>42033</c:v>
                </c:pt>
                <c:pt idx="213">
                  <c:v>42040</c:v>
                </c:pt>
                <c:pt idx="214">
                  <c:v>42047</c:v>
                </c:pt>
                <c:pt idx="215">
                  <c:v>42054</c:v>
                </c:pt>
                <c:pt idx="216">
                  <c:v>42061</c:v>
                </c:pt>
                <c:pt idx="217">
                  <c:v>42068</c:v>
                </c:pt>
                <c:pt idx="218">
                  <c:v>42075</c:v>
                </c:pt>
                <c:pt idx="219">
                  <c:v>42082</c:v>
                </c:pt>
                <c:pt idx="220">
                  <c:v>42089</c:v>
                </c:pt>
                <c:pt idx="221">
                  <c:v>42096</c:v>
                </c:pt>
                <c:pt idx="222">
                  <c:v>42103</c:v>
                </c:pt>
                <c:pt idx="223">
                  <c:v>42110</c:v>
                </c:pt>
                <c:pt idx="224">
                  <c:v>42117</c:v>
                </c:pt>
              </c:numCache>
            </c:numRef>
          </c:cat>
          <c:val>
            <c:numRef>
              <c:f>'Pre 2005'!$B$3:$B$227</c:f>
              <c:numCache>
                <c:formatCode>0%</c:formatCode>
                <c:ptCount val="225"/>
                <c:pt idx="0">
                  <c:v>0.62402170072443153</c:v>
                </c:pt>
                <c:pt idx="1">
                  <c:v>0.62817294477626939</c:v>
                </c:pt>
                <c:pt idx="2">
                  <c:v>0.62597730951219899</c:v>
                </c:pt>
                <c:pt idx="3">
                  <c:v>0.62392159162868732</c:v>
                </c:pt>
                <c:pt idx="4">
                  <c:v>0.60653142223595213</c:v>
                </c:pt>
                <c:pt idx="5">
                  <c:v>0.50868797673712363</c:v>
                </c:pt>
                <c:pt idx="6">
                  <c:v>0.52965901814335548</c:v>
                </c:pt>
                <c:pt idx="7">
                  <c:v>0.57709503787578109</c:v>
                </c:pt>
                <c:pt idx="8">
                  <c:v>0.59224775585706535</c:v>
                </c:pt>
                <c:pt idx="9">
                  <c:v>0.59090570789662444</c:v>
                </c:pt>
                <c:pt idx="10">
                  <c:v>0.60261779474869925</c:v>
                </c:pt>
                <c:pt idx="11">
                  <c:v>0.59950595681897523</c:v>
                </c:pt>
                <c:pt idx="12">
                  <c:v>0.593225708201635</c:v>
                </c:pt>
                <c:pt idx="13">
                  <c:v>0.58542144661011908</c:v>
                </c:pt>
                <c:pt idx="14">
                  <c:v>0.58155199492979581</c:v>
                </c:pt>
                <c:pt idx="15">
                  <c:v>0.59356262313394537</c:v>
                </c:pt>
                <c:pt idx="16">
                  <c:v>0.59445921362542997</c:v>
                </c:pt>
                <c:pt idx="17">
                  <c:v>0.59391131067456038</c:v>
                </c:pt>
                <c:pt idx="18">
                  <c:v>0.60662155942020002</c:v>
                </c:pt>
                <c:pt idx="19">
                  <c:v>0.61264076908113763</c:v>
                </c:pt>
                <c:pt idx="20">
                  <c:v>0.61599363608099678</c:v>
                </c:pt>
                <c:pt idx="21">
                  <c:v>0.66311590107349083</c:v>
                </c:pt>
                <c:pt idx="22">
                  <c:v>0.74517189360077984</c:v>
                </c:pt>
                <c:pt idx="23">
                  <c:v>0.72397022872334449</c:v>
                </c:pt>
                <c:pt idx="24">
                  <c:v>0.66311590107349083</c:v>
                </c:pt>
                <c:pt idx="25">
                  <c:v>0.69050447134038251</c:v>
                </c:pt>
                <c:pt idx="26">
                  <c:v>0.60410549631050647</c:v>
                </c:pt>
                <c:pt idx="27">
                  <c:v>0.684475421712615</c:v>
                </c:pt>
                <c:pt idx="28">
                  <c:v>0.66675683999516944</c:v>
                </c:pt>
                <c:pt idx="29">
                  <c:v>0.61660059317974736</c:v>
                </c:pt>
                <c:pt idx="30">
                  <c:v>0.81803711941746404</c:v>
                </c:pt>
                <c:pt idx="31">
                  <c:v>0.83404184296119399</c:v>
                </c:pt>
                <c:pt idx="32">
                  <c:v>0.86117434904403212</c:v>
                </c:pt>
                <c:pt idx="33">
                  <c:v>0.84714025108084823</c:v>
                </c:pt>
                <c:pt idx="34">
                  <c:v>0.84129278814437181</c:v>
                </c:pt>
                <c:pt idx="35">
                  <c:v>0.87859103936280614</c:v>
                </c:pt>
                <c:pt idx="36">
                  <c:v>0.90242289630359074</c:v>
                </c:pt>
                <c:pt idx="37">
                  <c:v>0.90242289630359074</c:v>
                </c:pt>
                <c:pt idx="38">
                  <c:v>0.94644262124543443</c:v>
                </c:pt>
                <c:pt idx="39">
                  <c:v>0.96725200604215567</c:v>
                </c:pt>
                <c:pt idx="40">
                  <c:v>0.84917694017596268</c:v>
                </c:pt>
                <c:pt idx="41">
                  <c:v>0.85635864773186432</c:v>
                </c:pt>
                <c:pt idx="42">
                  <c:v>0.86512672485653175</c:v>
                </c:pt>
                <c:pt idx="43">
                  <c:v>0.93485323798856346</c:v>
                </c:pt>
                <c:pt idx="44">
                  <c:v>0.94404770550683115</c:v>
                </c:pt>
                <c:pt idx="45">
                  <c:v>0.93485323798856346</c:v>
                </c:pt>
                <c:pt idx="46">
                  <c:v>0.94997170807452469</c:v>
                </c:pt>
                <c:pt idx="47">
                  <c:v>0.91542628506626045</c:v>
                </c:pt>
                <c:pt idx="48">
                  <c:v>0.9248746068169833</c:v>
                </c:pt>
                <c:pt idx="49">
                  <c:v>0.93969161247928745</c:v>
                </c:pt>
                <c:pt idx="50">
                  <c:v>0.9601958662364245</c:v>
                </c:pt>
                <c:pt idx="51">
                  <c:v>0.94762260030460288</c:v>
                </c:pt>
                <c:pt idx="52">
                  <c:v>0.94481773750585774</c:v>
                </c:pt>
                <c:pt idx="53">
                  <c:v>0.95320351892281485</c:v>
                </c:pt>
                <c:pt idx="54">
                  <c:v>0.95182771809710431</c:v>
                </c:pt>
                <c:pt idx="55">
                  <c:v>0.91861521434498927</c:v>
                </c:pt>
                <c:pt idx="56">
                  <c:v>0.94107838104995334</c:v>
                </c:pt>
                <c:pt idx="57">
                  <c:v>0.94107838104995334</c:v>
                </c:pt>
                <c:pt idx="58">
                  <c:v>0.94107838104995334</c:v>
                </c:pt>
                <c:pt idx="59">
                  <c:v>0.90921329115869776</c:v>
                </c:pt>
                <c:pt idx="60">
                  <c:v>0.91584710240533518</c:v>
                </c:pt>
                <c:pt idx="61">
                  <c:v>0.91902765125865959</c:v>
                </c:pt>
                <c:pt idx="62">
                  <c:v>0.90514599034862198</c:v>
                </c:pt>
                <c:pt idx="63">
                  <c:v>0.78959380464288376</c:v>
                </c:pt>
                <c:pt idx="64">
                  <c:v>0.87490910290764468</c:v>
                </c:pt>
                <c:pt idx="65">
                  <c:v>0.86928745494692716</c:v>
                </c:pt>
                <c:pt idx="66">
                  <c:v>0.90849340717481886</c:v>
                </c:pt>
                <c:pt idx="67">
                  <c:v>0.9034983903169389</c:v>
                </c:pt>
                <c:pt idx="68">
                  <c:v>0.90849340717481886</c:v>
                </c:pt>
                <c:pt idx="69">
                  <c:v>0.89225108632442729</c:v>
                </c:pt>
                <c:pt idx="70">
                  <c:v>0.89337268606647302</c:v>
                </c:pt>
                <c:pt idx="71">
                  <c:v>0.8948997967143093</c:v>
                </c:pt>
                <c:pt idx="72">
                  <c:v>0.89443957907281746</c:v>
                </c:pt>
                <c:pt idx="73">
                  <c:v>0.89512122084695944</c:v>
                </c:pt>
                <c:pt idx="74">
                  <c:v>0.8920195449585564</c:v>
                </c:pt>
                <c:pt idx="75">
                  <c:v>0.88667449797815956</c:v>
                </c:pt>
                <c:pt idx="76">
                  <c:v>0.89407594990163874</c:v>
                </c:pt>
                <c:pt idx="77">
                  <c:v>0.89407594990163874</c:v>
                </c:pt>
                <c:pt idx="78">
                  <c:v>0.8819114104860859</c:v>
                </c:pt>
                <c:pt idx="79">
                  <c:v>0.94551237246929465</c:v>
                </c:pt>
                <c:pt idx="80">
                  <c:v>0.97186924857158052</c:v>
                </c:pt>
                <c:pt idx="81">
                  <c:v>0.98451993370244106</c:v>
                </c:pt>
                <c:pt idx="82">
                  <c:v>0.9385222539497815</c:v>
                </c:pt>
                <c:pt idx="83">
                  <c:v>0.92408794393225557</c:v>
                </c:pt>
                <c:pt idx="84">
                  <c:v>0.88445471641937157</c:v>
                </c:pt>
                <c:pt idx="85">
                  <c:v>0.85694996797233836</c:v>
                </c:pt>
                <c:pt idx="86">
                  <c:v>0.92408794393225557</c:v>
                </c:pt>
                <c:pt idx="87">
                  <c:v>0.91761037893987563</c:v>
                </c:pt>
                <c:pt idx="88">
                  <c:v>0.94047646256577366</c:v>
                </c:pt>
                <c:pt idx="89">
                  <c:v>0.95891425076544745</c:v>
                </c:pt>
                <c:pt idx="90">
                  <c:v>0.96459917415866681</c:v>
                </c:pt>
                <c:pt idx="91">
                  <c:v>0.95362908529618629</c:v>
                </c:pt>
                <c:pt idx="92">
                  <c:v>0.95159604304738465</c:v>
                </c:pt>
                <c:pt idx="93">
                  <c:v>0.95277295236812309</c:v>
                </c:pt>
                <c:pt idx="94">
                  <c:v>0.95079229345734595</c:v>
                </c:pt>
                <c:pt idx="95">
                  <c:v>0.92571311512973709</c:v>
                </c:pt>
                <c:pt idx="96">
                  <c:v>0.9252942527060104</c:v>
                </c:pt>
                <c:pt idx="97">
                  <c:v>0.92772026190850965</c:v>
                </c:pt>
                <c:pt idx="98">
                  <c:v>0.9299301195282087</c:v>
                </c:pt>
                <c:pt idx="99">
                  <c:v>0.92756020040727527</c:v>
                </c:pt>
                <c:pt idx="100">
                  <c:v>0.9105479087849232</c:v>
                </c:pt>
                <c:pt idx="101">
                  <c:v>0.9126136851792267</c:v>
                </c:pt>
                <c:pt idx="102">
                  <c:v>0.90965157918840345</c:v>
                </c:pt>
                <c:pt idx="103">
                  <c:v>0.91018597538933266</c:v>
                </c:pt>
                <c:pt idx="104">
                  <c:v>0.88829814088555981</c:v>
                </c:pt>
                <c:pt idx="105">
                  <c:v>0.88507237465236011</c:v>
                </c:pt>
                <c:pt idx="106">
                  <c:v>0.88631407683414742</c:v>
                </c:pt>
                <c:pt idx="107">
                  <c:v>0.88379536104531342</c:v>
                </c:pt>
                <c:pt idx="108">
                  <c:v>0.84748759806752005</c:v>
                </c:pt>
                <c:pt idx="109">
                  <c:v>0.79744674672768578</c:v>
                </c:pt>
                <c:pt idx="110">
                  <c:v>0.79744674672768578</c:v>
                </c:pt>
                <c:pt idx="111">
                  <c:v>0.75767121274967097</c:v>
                </c:pt>
                <c:pt idx="112">
                  <c:v>0.81599621049204552</c:v>
                </c:pt>
                <c:pt idx="113">
                  <c:v>0.81254588826988361</c:v>
                </c:pt>
                <c:pt idx="114">
                  <c:v>0.70260073761186825</c:v>
                </c:pt>
                <c:pt idx="115">
                  <c:v>0.76832708554350626</c:v>
                </c:pt>
                <c:pt idx="116">
                  <c:v>0.73085022058809757</c:v>
                </c:pt>
                <c:pt idx="117">
                  <c:v>0.74812714109915845</c:v>
                </c:pt>
                <c:pt idx="118">
                  <c:v>0.81951890925716175</c:v>
                </c:pt>
                <c:pt idx="119">
                  <c:v>0.8263799320049966</c:v>
                </c:pt>
                <c:pt idx="120">
                  <c:v>0.82478602429419701</c:v>
                </c:pt>
                <c:pt idx="121">
                  <c:v>0.81686282095814366</c:v>
                </c:pt>
                <c:pt idx="122">
                  <c:v>0.80807149473903783</c:v>
                </c:pt>
                <c:pt idx="123">
                  <c:v>0.77783403735744605</c:v>
                </c:pt>
                <c:pt idx="124">
                  <c:v>0.69528028144531095</c:v>
                </c:pt>
                <c:pt idx="125">
                  <c:v>0.63267241864898449</c:v>
                </c:pt>
                <c:pt idx="126">
                  <c:v>0.60569175356282723</c:v>
                </c:pt>
                <c:pt idx="127">
                  <c:v>0.57343184072471942</c:v>
                </c:pt>
                <c:pt idx="128">
                  <c:v>0.58795254732817659</c:v>
                </c:pt>
                <c:pt idx="129">
                  <c:v>0.39082116641682313</c:v>
                </c:pt>
                <c:pt idx="130">
                  <c:v>0.4330864642120939</c:v>
                </c:pt>
                <c:pt idx="131">
                  <c:v>0.31856955774356621</c:v>
                </c:pt>
                <c:pt idx="132">
                  <c:v>0.42624975952077765</c:v>
                </c:pt>
                <c:pt idx="133">
                  <c:v>0.42922629610906576</c:v>
                </c:pt>
                <c:pt idx="134">
                  <c:v>0.40917398895537016</c:v>
                </c:pt>
                <c:pt idx="135">
                  <c:v>0.40797811985401045</c:v>
                </c:pt>
                <c:pt idx="136">
                  <c:v>0.40797811985401045</c:v>
                </c:pt>
                <c:pt idx="137">
                  <c:v>0.28211495793674252</c:v>
                </c:pt>
                <c:pt idx="138">
                  <c:v>0.32707732602530493</c:v>
                </c:pt>
                <c:pt idx="139">
                  <c:v>0.2818649256036454</c:v>
                </c:pt>
                <c:pt idx="140">
                  <c:v>0.27463010199382165</c:v>
                </c:pt>
                <c:pt idx="141">
                  <c:v>0.33277831045649614</c:v>
                </c:pt>
                <c:pt idx="142">
                  <c:v>0.40445747526612724</c:v>
                </c:pt>
                <c:pt idx="143">
                  <c:v>0.41528178559290679</c:v>
                </c:pt>
                <c:pt idx="144">
                  <c:v>0.41314719259777027</c:v>
                </c:pt>
                <c:pt idx="145">
                  <c:v>0.40232481590336117</c:v>
                </c:pt>
                <c:pt idx="146">
                  <c:v>0.43156912924668556</c:v>
                </c:pt>
                <c:pt idx="147">
                  <c:v>0.4605405147219428</c:v>
                </c:pt>
                <c:pt idx="148">
                  <c:v>0.42159370418067171</c:v>
                </c:pt>
                <c:pt idx="149">
                  <c:v>0.38756459325455095</c:v>
                </c:pt>
                <c:pt idx="150">
                  <c:v>0.41410653536495057</c:v>
                </c:pt>
                <c:pt idx="151">
                  <c:v>0.3969981593322805</c:v>
                </c:pt>
                <c:pt idx="152">
                  <c:v>0.37338021104571051</c:v>
                </c:pt>
                <c:pt idx="153">
                  <c:v>0.3707206267478419</c:v>
                </c:pt>
                <c:pt idx="154">
                  <c:v>0.33974567777608206</c:v>
                </c:pt>
                <c:pt idx="155">
                  <c:v>0.33029809597210952</c:v>
                </c:pt>
                <c:pt idx="156">
                  <c:v>0.26212623729092371</c:v>
                </c:pt>
                <c:pt idx="157">
                  <c:v>0.2902260049252946</c:v>
                </c:pt>
                <c:pt idx="158">
                  <c:v>0.36774882579493112</c:v>
                </c:pt>
                <c:pt idx="159">
                  <c:v>0.37084428304329614</c:v>
                </c:pt>
                <c:pt idx="160">
                  <c:v>0.38160196936392621</c:v>
                </c:pt>
                <c:pt idx="161">
                  <c:v>0.40068103493110224</c:v>
                </c:pt>
                <c:pt idx="162">
                  <c:v>0.38532630107916044</c:v>
                </c:pt>
                <c:pt idx="163">
                  <c:v>0.3755719775185945</c:v>
                </c:pt>
                <c:pt idx="164">
                  <c:v>0.36967404481869215</c:v>
                </c:pt>
                <c:pt idx="165">
                  <c:v>0.38316963725836589</c:v>
                </c:pt>
                <c:pt idx="166">
                  <c:v>0.36933430427665681</c:v>
                </c:pt>
                <c:pt idx="167">
                  <c:v>0.38030249532079374</c:v>
                </c:pt>
                <c:pt idx="168">
                  <c:v>0.36565400061256043</c:v>
                </c:pt>
                <c:pt idx="169">
                  <c:v>0.35521926568999218</c:v>
                </c:pt>
                <c:pt idx="170">
                  <c:v>0.36683376695248865</c:v>
                </c:pt>
                <c:pt idx="171">
                  <c:v>0.38166972699665563</c:v>
                </c:pt>
                <c:pt idx="172">
                  <c:v>0.37393962817107157</c:v>
                </c:pt>
                <c:pt idx="173">
                  <c:v>0.37360583835556432</c:v>
                </c:pt>
                <c:pt idx="174">
                  <c:v>0.40975674753773905</c:v>
                </c:pt>
                <c:pt idx="175">
                  <c:v>0.4132153406951769</c:v>
                </c:pt>
                <c:pt idx="176">
                  <c:v>0.44799454346559853</c:v>
                </c:pt>
                <c:pt idx="177">
                  <c:v>0.46362020494951672</c:v>
                </c:pt>
                <c:pt idx="178">
                  <c:v>0.46847875373528863</c:v>
                </c:pt>
                <c:pt idx="179">
                  <c:v>0.41096738430920449</c:v>
                </c:pt>
                <c:pt idx="180">
                  <c:v>0.42635938692148717</c:v>
                </c:pt>
                <c:pt idx="181">
                  <c:v>0.46847875373528863</c:v>
                </c:pt>
                <c:pt idx="182">
                  <c:v>0.48178321750260522</c:v>
                </c:pt>
                <c:pt idx="183">
                  <c:v>0.42147742037560049</c:v>
                </c:pt>
                <c:pt idx="184">
                  <c:v>0.45155296827836544</c:v>
                </c:pt>
                <c:pt idx="185">
                  <c:v>0.45155296827836544</c:v>
                </c:pt>
                <c:pt idx="186">
                  <c:v>0.45923072088835232</c:v>
                </c:pt>
                <c:pt idx="187">
                  <c:v>0.42413376349642812</c:v>
                </c:pt>
                <c:pt idx="188">
                  <c:v>0.45575254137027688</c:v>
                </c:pt>
                <c:pt idx="189">
                  <c:v>0.49084413664233395</c:v>
                </c:pt>
                <c:pt idx="190">
                  <c:v>0.49084413664233395</c:v>
                </c:pt>
                <c:pt idx="191">
                  <c:v>0.4873264191007175</c:v>
                </c:pt>
                <c:pt idx="192">
                  <c:v>0.4741591952243816</c:v>
                </c:pt>
                <c:pt idx="193">
                  <c:v>0.3981672862675662</c:v>
                </c:pt>
                <c:pt idx="194">
                  <c:v>0.41373230170663788</c:v>
                </c:pt>
                <c:pt idx="195">
                  <c:v>0.43232059685066798</c:v>
                </c:pt>
                <c:pt idx="196">
                  <c:v>0.47165449273347226</c:v>
                </c:pt>
                <c:pt idx="197">
                  <c:v>0.57517284737260799</c:v>
                </c:pt>
                <c:pt idx="198">
                  <c:v>0.58745733896979668</c:v>
                </c:pt>
                <c:pt idx="199">
                  <c:v>0.57181297396619646</c:v>
                </c:pt>
                <c:pt idx="200">
                  <c:v>0.54857982917990311</c:v>
                </c:pt>
                <c:pt idx="201">
                  <c:v>0.55497671209744126</c:v>
                </c:pt>
                <c:pt idx="202">
                  <c:v>0.56606721089043732</c:v>
                </c:pt>
                <c:pt idx="203">
                  <c:v>0.57290983086857539</c:v>
                </c:pt>
                <c:pt idx="204">
                  <c:v>0.59279776197128353</c:v>
                </c:pt>
                <c:pt idx="205">
                  <c:v>0.5786710507683992</c:v>
                </c:pt>
                <c:pt idx="206">
                  <c:v>0.6155496963810797</c:v>
                </c:pt>
                <c:pt idx="207">
                  <c:v>0.60574636223541978</c:v>
                </c:pt>
                <c:pt idx="208">
                  <c:v>0.59072795930158906</c:v>
                </c:pt>
                <c:pt idx="209">
                  <c:v>0.63580141506138355</c:v>
                </c:pt>
                <c:pt idx="210">
                  <c:v>0.66264885680249008</c:v>
                </c:pt>
                <c:pt idx="211">
                  <c:v>0.66474126748702123</c:v>
                </c:pt>
                <c:pt idx="212">
                  <c:v>0.66264885680249008</c:v>
                </c:pt>
                <c:pt idx="213">
                  <c:v>0.68438167594716182</c:v>
                </c:pt>
                <c:pt idx="214">
                  <c:v>0.64890841265420796</c:v>
                </c:pt>
                <c:pt idx="215">
                  <c:v>0.62651628119673453</c:v>
                </c:pt>
                <c:pt idx="216">
                  <c:v>0.61098575112407738</c:v>
                </c:pt>
                <c:pt idx="217">
                  <c:v>0.61966926616186646</c:v>
                </c:pt>
                <c:pt idx="218">
                  <c:v>0.57559445438514367</c:v>
                </c:pt>
                <c:pt idx="219">
                  <c:v>0.60937196228640689</c:v>
                </c:pt>
                <c:pt idx="220">
                  <c:v>0.64195316325793905</c:v>
                </c:pt>
                <c:pt idx="221">
                  <c:v>0.62778439660000751</c:v>
                </c:pt>
                <c:pt idx="222">
                  <c:v>0.64459292642165245</c:v>
                </c:pt>
                <c:pt idx="223">
                  <c:v>0.63055503904182508</c:v>
                </c:pt>
                <c:pt idx="224">
                  <c:v>0.64951370522505292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'Pre 2005'!$C$2</c:f>
              <c:strCache>
                <c:ptCount val="1"/>
                <c:pt idx="0">
                  <c:v>HARP</c:v>
                </c:pt>
              </c:strCache>
            </c:strRef>
          </c:tx>
          <c:spPr>
            <a:ln w="19050">
              <a:solidFill>
                <a:schemeClr val="accent1">
                  <a:lumMod val="20000"/>
                  <a:lumOff val="80000"/>
                </a:schemeClr>
              </a:solidFill>
            </a:ln>
          </c:spPr>
          <c:marker>
            <c:symbol val="none"/>
          </c:marker>
          <c:cat>
            <c:numRef>
              <c:f>'Pre 2005'!$A$3:$A$227</c:f>
              <c:numCache>
                <c:formatCode>m/d/yyyy</c:formatCode>
                <c:ptCount val="225"/>
                <c:pt idx="0">
                  <c:v>40549</c:v>
                </c:pt>
                <c:pt idx="1">
                  <c:v>40556</c:v>
                </c:pt>
                <c:pt idx="2">
                  <c:v>40563</c:v>
                </c:pt>
                <c:pt idx="3">
                  <c:v>40570</c:v>
                </c:pt>
                <c:pt idx="4">
                  <c:v>40577</c:v>
                </c:pt>
                <c:pt idx="5">
                  <c:v>40584</c:v>
                </c:pt>
                <c:pt idx="6">
                  <c:v>40591</c:v>
                </c:pt>
                <c:pt idx="7">
                  <c:v>40598</c:v>
                </c:pt>
                <c:pt idx="8">
                  <c:v>40605</c:v>
                </c:pt>
                <c:pt idx="9">
                  <c:v>40612</c:v>
                </c:pt>
                <c:pt idx="10">
                  <c:v>40619</c:v>
                </c:pt>
                <c:pt idx="11">
                  <c:v>40626</c:v>
                </c:pt>
                <c:pt idx="12">
                  <c:v>40633</c:v>
                </c:pt>
                <c:pt idx="13">
                  <c:v>40640</c:v>
                </c:pt>
                <c:pt idx="14">
                  <c:v>40647</c:v>
                </c:pt>
                <c:pt idx="15">
                  <c:v>40654</c:v>
                </c:pt>
                <c:pt idx="16">
                  <c:v>40661</c:v>
                </c:pt>
                <c:pt idx="17">
                  <c:v>40668</c:v>
                </c:pt>
                <c:pt idx="18">
                  <c:v>40675</c:v>
                </c:pt>
                <c:pt idx="19">
                  <c:v>40682</c:v>
                </c:pt>
                <c:pt idx="20">
                  <c:v>40689</c:v>
                </c:pt>
                <c:pt idx="21">
                  <c:v>40696</c:v>
                </c:pt>
                <c:pt idx="22">
                  <c:v>40703</c:v>
                </c:pt>
                <c:pt idx="23">
                  <c:v>40710</c:v>
                </c:pt>
                <c:pt idx="24">
                  <c:v>40717</c:v>
                </c:pt>
                <c:pt idx="25">
                  <c:v>40724</c:v>
                </c:pt>
                <c:pt idx="26">
                  <c:v>40731</c:v>
                </c:pt>
                <c:pt idx="27">
                  <c:v>40738</c:v>
                </c:pt>
                <c:pt idx="28">
                  <c:v>40745</c:v>
                </c:pt>
                <c:pt idx="29">
                  <c:v>40752</c:v>
                </c:pt>
                <c:pt idx="30">
                  <c:v>40759</c:v>
                </c:pt>
                <c:pt idx="31">
                  <c:v>40766</c:v>
                </c:pt>
                <c:pt idx="32">
                  <c:v>40773</c:v>
                </c:pt>
                <c:pt idx="33">
                  <c:v>40780</c:v>
                </c:pt>
                <c:pt idx="34">
                  <c:v>40787</c:v>
                </c:pt>
                <c:pt idx="35">
                  <c:v>40794</c:v>
                </c:pt>
                <c:pt idx="36">
                  <c:v>40801</c:v>
                </c:pt>
                <c:pt idx="37">
                  <c:v>40808</c:v>
                </c:pt>
                <c:pt idx="38">
                  <c:v>40815</c:v>
                </c:pt>
                <c:pt idx="39">
                  <c:v>40822</c:v>
                </c:pt>
                <c:pt idx="40">
                  <c:v>40829</c:v>
                </c:pt>
                <c:pt idx="41">
                  <c:v>40836</c:v>
                </c:pt>
                <c:pt idx="42">
                  <c:v>40843</c:v>
                </c:pt>
                <c:pt idx="43">
                  <c:v>40850</c:v>
                </c:pt>
                <c:pt idx="44">
                  <c:v>40857</c:v>
                </c:pt>
                <c:pt idx="45">
                  <c:v>40864</c:v>
                </c:pt>
                <c:pt idx="46">
                  <c:v>40870</c:v>
                </c:pt>
                <c:pt idx="47">
                  <c:v>40878</c:v>
                </c:pt>
                <c:pt idx="48">
                  <c:v>40885</c:v>
                </c:pt>
                <c:pt idx="49">
                  <c:v>40892</c:v>
                </c:pt>
                <c:pt idx="50">
                  <c:v>40899</c:v>
                </c:pt>
                <c:pt idx="51">
                  <c:v>40906</c:v>
                </c:pt>
                <c:pt idx="52">
                  <c:v>40913</c:v>
                </c:pt>
                <c:pt idx="53">
                  <c:v>40920</c:v>
                </c:pt>
                <c:pt idx="54">
                  <c:v>40927</c:v>
                </c:pt>
                <c:pt idx="55">
                  <c:v>40934</c:v>
                </c:pt>
                <c:pt idx="56">
                  <c:v>40941</c:v>
                </c:pt>
                <c:pt idx="57">
                  <c:v>40948</c:v>
                </c:pt>
                <c:pt idx="58">
                  <c:v>40955</c:v>
                </c:pt>
                <c:pt idx="59">
                  <c:v>40962</c:v>
                </c:pt>
                <c:pt idx="60">
                  <c:v>40969</c:v>
                </c:pt>
                <c:pt idx="61">
                  <c:v>40976</c:v>
                </c:pt>
                <c:pt idx="62">
                  <c:v>40983</c:v>
                </c:pt>
                <c:pt idx="63">
                  <c:v>40990</c:v>
                </c:pt>
                <c:pt idx="64">
                  <c:v>40997</c:v>
                </c:pt>
                <c:pt idx="65">
                  <c:v>41004</c:v>
                </c:pt>
                <c:pt idx="66">
                  <c:v>41011</c:v>
                </c:pt>
                <c:pt idx="67">
                  <c:v>41018</c:v>
                </c:pt>
                <c:pt idx="68">
                  <c:v>41025</c:v>
                </c:pt>
                <c:pt idx="69">
                  <c:v>41032</c:v>
                </c:pt>
                <c:pt idx="70">
                  <c:v>41039</c:v>
                </c:pt>
                <c:pt idx="71">
                  <c:v>41046</c:v>
                </c:pt>
                <c:pt idx="72">
                  <c:v>41053</c:v>
                </c:pt>
                <c:pt idx="73">
                  <c:v>41060</c:v>
                </c:pt>
                <c:pt idx="74">
                  <c:v>41067</c:v>
                </c:pt>
                <c:pt idx="75">
                  <c:v>41074</c:v>
                </c:pt>
                <c:pt idx="76">
                  <c:v>41081</c:v>
                </c:pt>
                <c:pt idx="77">
                  <c:v>41088</c:v>
                </c:pt>
                <c:pt idx="78">
                  <c:v>41095</c:v>
                </c:pt>
                <c:pt idx="79">
                  <c:v>41102</c:v>
                </c:pt>
                <c:pt idx="80">
                  <c:v>41109</c:v>
                </c:pt>
                <c:pt idx="81">
                  <c:v>41116</c:v>
                </c:pt>
                <c:pt idx="82">
                  <c:v>41123</c:v>
                </c:pt>
                <c:pt idx="83">
                  <c:v>41130</c:v>
                </c:pt>
                <c:pt idx="84">
                  <c:v>41137</c:v>
                </c:pt>
                <c:pt idx="85">
                  <c:v>41144</c:v>
                </c:pt>
                <c:pt idx="86">
                  <c:v>41151</c:v>
                </c:pt>
                <c:pt idx="87">
                  <c:v>41158</c:v>
                </c:pt>
                <c:pt idx="88">
                  <c:v>41165</c:v>
                </c:pt>
                <c:pt idx="89">
                  <c:v>41172</c:v>
                </c:pt>
                <c:pt idx="90">
                  <c:v>41179</c:v>
                </c:pt>
                <c:pt idx="91">
                  <c:v>41186</c:v>
                </c:pt>
                <c:pt idx="92">
                  <c:v>41193</c:v>
                </c:pt>
                <c:pt idx="93">
                  <c:v>41200</c:v>
                </c:pt>
                <c:pt idx="94">
                  <c:v>41207</c:v>
                </c:pt>
                <c:pt idx="95">
                  <c:v>41214</c:v>
                </c:pt>
                <c:pt idx="96">
                  <c:v>41221</c:v>
                </c:pt>
                <c:pt idx="97">
                  <c:v>41228</c:v>
                </c:pt>
                <c:pt idx="98">
                  <c:v>41234</c:v>
                </c:pt>
                <c:pt idx="99">
                  <c:v>41242</c:v>
                </c:pt>
                <c:pt idx="100">
                  <c:v>41249</c:v>
                </c:pt>
                <c:pt idx="101">
                  <c:v>41256</c:v>
                </c:pt>
                <c:pt idx="102">
                  <c:v>41263</c:v>
                </c:pt>
                <c:pt idx="103">
                  <c:v>41270</c:v>
                </c:pt>
                <c:pt idx="104">
                  <c:v>41277</c:v>
                </c:pt>
                <c:pt idx="105">
                  <c:v>41284</c:v>
                </c:pt>
                <c:pt idx="106">
                  <c:v>41291</c:v>
                </c:pt>
                <c:pt idx="107">
                  <c:v>41298</c:v>
                </c:pt>
                <c:pt idx="108">
                  <c:v>41305</c:v>
                </c:pt>
                <c:pt idx="109">
                  <c:v>41312</c:v>
                </c:pt>
                <c:pt idx="110">
                  <c:v>41319</c:v>
                </c:pt>
                <c:pt idx="111">
                  <c:v>41326</c:v>
                </c:pt>
                <c:pt idx="112">
                  <c:v>41333</c:v>
                </c:pt>
                <c:pt idx="113">
                  <c:v>41340</c:v>
                </c:pt>
                <c:pt idx="114">
                  <c:v>41347</c:v>
                </c:pt>
                <c:pt idx="115">
                  <c:v>41354</c:v>
                </c:pt>
                <c:pt idx="116">
                  <c:v>41361</c:v>
                </c:pt>
                <c:pt idx="117">
                  <c:v>41368</c:v>
                </c:pt>
                <c:pt idx="118">
                  <c:v>41375</c:v>
                </c:pt>
                <c:pt idx="119">
                  <c:v>41382</c:v>
                </c:pt>
                <c:pt idx="120">
                  <c:v>41389</c:v>
                </c:pt>
                <c:pt idx="121">
                  <c:v>41396</c:v>
                </c:pt>
                <c:pt idx="122">
                  <c:v>41403</c:v>
                </c:pt>
                <c:pt idx="123">
                  <c:v>41410</c:v>
                </c:pt>
                <c:pt idx="124">
                  <c:v>41417</c:v>
                </c:pt>
                <c:pt idx="125">
                  <c:v>41424</c:v>
                </c:pt>
                <c:pt idx="126">
                  <c:v>41431</c:v>
                </c:pt>
                <c:pt idx="127">
                  <c:v>41438</c:v>
                </c:pt>
                <c:pt idx="128">
                  <c:v>41445</c:v>
                </c:pt>
                <c:pt idx="129">
                  <c:v>41452</c:v>
                </c:pt>
                <c:pt idx="130">
                  <c:v>41458</c:v>
                </c:pt>
                <c:pt idx="131">
                  <c:v>41466</c:v>
                </c:pt>
                <c:pt idx="132">
                  <c:v>41473</c:v>
                </c:pt>
                <c:pt idx="133">
                  <c:v>41480</c:v>
                </c:pt>
                <c:pt idx="134">
                  <c:v>41487</c:v>
                </c:pt>
                <c:pt idx="135">
                  <c:v>41494</c:v>
                </c:pt>
                <c:pt idx="136">
                  <c:v>41501</c:v>
                </c:pt>
                <c:pt idx="137">
                  <c:v>41508</c:v>
                </c:pt>
                <c:pt idx="138">
                  <c:v>41515</c:v>
                </c:pt>
                <c:pt idx="139">
                  <c:v>41522</c:v>
                </c:pt>
                <c:pt idx="140">
                  <c:v>41529</c:v>
                </c:pt>
                <c:pt idx="141">
                  <c:v>41536</c:v>
                </c:pt>
                <c:pt idx="142">
                  <c:v>41543</c:v>
                </c:pt>
                <c:pt idx="143">
                  <c:v>41550</c:v>
                </c:pt>
                <c:pt idx="144">
                  <c:v>41557</c:v>
                </c:pt>
                <c:pt idx="145">
                  <c:v>41564</c:v>
                </c:pt>
                <c:pt idx="146">
                  <c:v>41571</c:v>
                </c:pt>
                <c:pt idx="147">
                  <c:v>41578</c:v>
                </c:pt>
                <c:pt idx="148">
                  <c:v>41585</c:v>
                </c:pt>
                <c:pt idx="149">
                  <c:v>41592</c:v>
                </c:pt>
                <c:pt idx="150">
                  <c:v>41599</c:v>
                </c:pt>
                <c:pt idx="151">
                  <c:v>41605</c:v>
                </c:pt>
                <c:pt idx="152">
                  <c:v>41613</c:v>
                </c:pt>
                <c:pt idx="153">
                  <c:v>41620</c:v>
                </c:pt>
                <c:pt idx="154">
                  <c:v>41627</c:v>
                </c:pt>
                <c:pt idx="155">
                  <c:v>41634</c:v>
                </c:pt>
                <c:pt idx="156">
                  <c:v>41641</c:v>
                </c:pt>
                <c:pt idx="157">
                  <c:v>41648</c:v>
                </c:pt>
                <c:pt idx="158">
                  <c:v>41655</c:v>
                </c:pt>
                <c:pt idx="159">
                  <c:v>41662</c:v>
                </c:pt>
                <c:pt idx="160">
                  <c:v>41669</c:v>
                </c:pt>
                <c:pt idx="161">
                  <c:v>41676</c:v>
                </c:pt>
                <c:pt idx="162">
                  <c:v>41683</c:v>
                </c:pt>
                <c:pt idx="163">
                  <c:v>41690</c:v>
                </c:pt>
                <c:pt idx="164">
                  <c:v>41697</c:v>
                </c:pt>
                <c:pt idx="165">
                  <c:v>41704</c:v>
                </c:pt>
                <c:pt idx="166">
                  <c:v>41711</c:v>
                </c:pt>
                <c:pt idx="167">
                  <c:v>41718</c:v>
                </c:pt>
                <c:pt idx="168">
                  <c:v>41725</c:v>
                </c:pt>
                <c:pt idx="169">
                  <c:v>41732</c:v>
                </c:pt>
                <c:pt idx="170">
                  <c:v>41739</c:v>
                </c:pt>
                <c:pt idx="171">
                  <c:v>41746</c:v>
                </c:pt>
                <c:pt idx="172">
                  <c:v>41753</c:v>
                </c:pt>
                <c:pt idx="173">
                  <c:v>41760</c:v>
                </c:pt>
                <c:pt idx="174">
                  <c:v>41767</c:v>
                </c:pt>
                <c:pt idx="175">
                  <c:v>41774</c:v>
                </c:pt>
                <c:pt idx="176">
                  <c:v>41781</c:v>
                </c:pt>
                <c:pt idx="177">
                  <c:v>41788</c:v>
                </c:pt>
                <c:pt idx="178">
                  <c:v>41795</c:v>
                </c:pt>
                <c:pt idx="179">
                  <c:v>41802</c:v>
                </c:pt>
                <c:pt idx="180">
                  <c:v>41809</c:v>
                </c:pt>
                <c:pt idx="181">
                  <c:v>41816</c:v>
                </c:pt>
                <c:pt idx="182">
                  <c:v>41823</c:v>
                </c:pt>
                <c:pt idx="183">
                  <c:v>41830</c:v>
                </c:pt>
                <c:pt idx="184">
                  <c:v>41837</c:v>
                </c:pt>
                <c:pt idx="185">
                  <c:v>41844</c:v>
                </c:pt>
                <c:pt idx="186">
                  <c:v>41851</c:v>
                </c:pt>
                <c:pt idx="187">
                  <c:v>41858</c:v>
                </c:pt>
                <c:pt idx="188">
                  <c:v>41865</c:v>
                </c:pt>
                <c:pt idx="189">
                  <c:v>41872</c:v>
                </c:pt>
                <c:pt idx="190">
                  <c:v>41879</c:v>
                </c:pt>
                <c:pt idx="191">
                  <c:v>41886</c:v>
                </c:pt>
                <c:pt idx="192">
                  <c:v>41893</c:v>
                </c:pt>
                <c:pt idx="193">
                  <c:v>41900</c:v>
                </c:pt>
                <c:pt idx="194">
                  <c:v>41907</c:v>
                </c:pt>
                <c:pt idx="195">
                  <c:v>41914</c:v>
                </c:pt>
                <c:pt idx="196">
                  <c:v>41921</c:v>
                </c:pt>
                <c:pt idx="197">
                  <c:v>41928</c:v>
                </c:pt>
                <c:pt idx="198">
                  <c:v>41935</c:v>
                </c:pt>
                <c:pt idx="199">
                  <c:v>41942</c:v>
                </c:pt>
                <c:pt idx="200">
                  <c:v>41949</c:v>
                </c:pt>
                <c:pt idx="201">
                  <c:v>41956</c:v>
                </c:pt>
                <c:pt idx="202">
                  <c:v>41963</c:v>
                </c:pt>
                <c:pt idx="203">
                  <c:v>41969</c:v>
                </c:pt>
                <c:pt idx="204">
                  <c:v>41977</c:v>
                </c:pt>
                <c:pt idx="205">
                  <c:v>41984</c:v>
                </c:pt>
                <c:pt idx="206">
                  <c:v>41991</c:v>
                </c:pt>
                <c:pt idx="207">
                  <c:v>41997</c:v>
                </c:pt>
                <c:pt idx="208">
                  <c:v>42004</c:v>
                </c:pt>
                <c:pt idx="209">
                  <c:v>42012</c:v>
                </c:pt>
                <c:pt idx="210">
                  <c:v>42019</c:v>
                </c:pt>
                <c:pt idx="211">
                  <c:v>42026</c:v>
                </c:pt>
                <c:pt idx="212">
                  <c:v>42033</c:v>
                </c:pt>
                <c:pt idx="213">
                  <c:v>42040</c:v>
                </c:pt>
                <c:pt idx="214">
                  <c:v>42047</c:v>
                </c:pt>
                <c:pt idx="215">
                  <c:v>42054</c:v>
                </c:pt>
                <c:pt idx="216">
                  <c:v>42061</c:v>
                </c:pt>
                <c:pt idx="217">
                  <c:v>42068</c:v>
                </c:pt>
                <c:pt idx="218">
                  <c:v>42075</c:v>
                </c:pt>
                <c:pt idx="219">
                  <c:v>42082</c:v>
                </c:pt>
                <c:pt idx="220">
                  <c:v>42089</c:v>
                </c:pt>
                <c:pt idx="221">
                  <c:v>42096</c:v>
                </c:pt>
                <c:pt idx="222">
                  <c:v>42103</c:v>
                </c:pt>
                <c:pt idx="223">
                  <c:v>42110</c:v>
                </c:pt>
                <c:pt idx="224">
                  <c:v>42117</c:v>
                </c:pt>
              </c:numCache>
            </c:numRef>
          </c:cat>
          <c:val>
            <c:numRef>
              <c:f>'Pre 2005'!$C$3:$C$227</c:f>
              <c:numCache>
                <c:formatCode>0%</c:formatCode>
                <c:ptCount val="225"/>
                <c:pt idx="0">
                  <c:v>0.41917445646047702</c:v>
                </c:pt>
                <c:pt idx="1">
                  <c:v>0.43621985629656101</c:v>
                </c:pt>
                <c:pt idx="2">
                  <c:v>0.41944708561696598</c:v>
                </c:pt>
                <c:pt idx="3">
                  <c:v>0.418710148423519</c:v>
                </c:pt>
                <c:pt idx="4">
                  <c:v>0.38887560757790002</c:v>
                </c:pt>
                <c:pt idx="5">
                  <c:v>0.35101070043975402</c:v>
                </c:pt>
                <c:pt idx="6">
                  <c:v>0.36422873018148</c:v>
                </c:pt>
                <c:pt idx="7">
                  <c:v>0.37426156705539698</c:v>
                </c:pt>
                <c:pt idx="8">
                  <c:v>0.378077073966118</c:v>
                </c:pt>
                <c:pt idx="9">
                  <c:v>0.37803494484535199</c:v>
                </c:pt>
                <c:pt idx="10">
                  <c:v>0.407679162563724</c:v>
                </c:pt>
                <c:pt idx="11">
                  <c:v>0.39154691259907098</c:v>
                </c:pt>
                <c:pt idx="12">
                  <c:v>0.37809391960358502</c:v>
                </c:pt>
                <c:pt idx="13">
                  <c:v>0.36996472497765398</c:v>
                </c:pt>
                <c:pt idx="14">
                  <c:v>0.36984016473175102</c:v>
                </c:pt>
                <c:pt idx="15">
                  <c:v>0.38384871096807699</c:v>
                </c:pt>
                <c:pt idx="16">
                  <c:v>0.38433074982262799</c:v>
                </c:pt>
                <c:pt idx="17">
                  <c:v>0.394871405610702</c:v>
                </c:pt>
                <c:pt idx="18">
                  <c:v>0.43079303669576202</c:v>
                </c:pt>
                <c:pt idx="19">
                  <c:v>0.43090192835496699</c:v>
                </c:pt>
                <c:pt idx="20">
                  <c:v>0.431110671725766</c:v>
                </c:pt>
                <c:pt idx="21">
                  <c:v>0.45342303565958197</c:v>
                </c:pt>
                <c:pt idx="22">
                  <c:v>0.47629557608974499</c:v>
                </c:pt>
                <c:pt idx="23">
                  <c:v>0.47626301055025799</c:v>
                </c:pt>
                <c:pt idx="24">
                  <c:v>0.45342303565958197</c:v>
                </c:pt>
                <c:pt idx="25">
                  <c:v>0.47533111966863201</c:v>
                </c:pt>
                <c:pt idx="26">
                  <c:v>0.42115773967800002</c:v>
                </c:pt>
                <c:pt idx="27">
                  <c:v>0.47005900282082203</c:v>
                </c:pt>
                <c:pt idx="28">
                  <c:v>0.44797749734765901</c:v>
                </c:pt>
                <c:pt idx="29">
                  <c:v>0.44409861209358098</c:v>
                </c:pt>
                <c:pt idx="30">
                  <c:v>0.515379400381896</c:v>
                </c:pt>
                <c:pt idx="31">
                  <c:v>0.61745026323361196</c:v>
                </c:pt>
                <c:pt idx="32">
                  <c:v>0.71103111098302996</c:v>
                </c:pt>
                <c:pt idx="33">
                  <c:v>0.66735967344709601</c:v>
                </c:pt>
                <c:pt idx="34">
                  <c:v>0.66070318293374397</c:v>
                </c:pt>
                <c:pt idx="35">
                  <c:v>0.72862294428542695</c:v>
                </c:pt>
                <c:pt idx="36">
                  <c:v>0.73180955418473204</c:v>
                </c:pt>
                <c:pt idx="37">
                  <c:v>0.73180955418473204</c:v>
                </c:pt>
                <c:pt idx="38">
                  <c:v>0.78537510001402</c:v>
                </c:pt>
                <c:pt idx="39">
                  <c:v>0.77200889405912698</c:v>
                </c:pt>
                <c:pt idx="40">
                  <c:v>0.68762581065136796</c:v>
                </c:pt>
                <c:pt idx="41">
                  <c:v>0.70907311332117495</c:v>
                </c:pt>
                <c:pt idx="42">
                  <c:v>0.71096371307505601</c:v>
                </c:pt>
                <c:pt idx="43">
                  <c:v>0.75213064967891696</c:v>
                </c:pt>
                <c:pt idx="44">
                  <c:v>0.75215343752934904</c:v>
                </c:pt>
                <c:pt idx="45">
                  <c:v>0.75213064967891696</c:v>
                </c:pt>
                <c:pt idx="46">
                  <c:v>0.75451882195048703</c:v>
                </c:pt>
                <c:pt idx="47">
                  <c:v>0.73701250506221705</c:v>
                </c:pt>
                <c:pt idx="48">
                  <c:v>0.737034618623016</c:v>
                </c:pt>
                <c:pt idx="49">
                  <c:v>0.74005848510739902</c:v>
                </c:pt>
                <c:pt idx="50">
                  <c:v>0.77262482249298603</c:v>
                </c:pt>
                <c:pt idx="51">
                  <c:v>0.76353022654842795</c:v>
                </c:pt>
                <c:pt idx="52">
                  <c:v>0.75017446397926801</c:v>
                </c:pt>
                <c:pt idx="53">
                  <c:v>0.76194885743932395</c:v>
                </c:pt>
                <c:pt idx="54">
                  <c:v>0.76015152542719999</c:v>
                </c:pt>
                <c:pt idx="55">
                  <c:v>0.72538795894175401</c:v>
                </c:pt>
                <c:pt idx="56">
                  <c:v>0.73976850442679698</c:v>
                </c:pt>
                <c:pt idx="57">
                  <c:v>0.73976850442679698</c:v>
                </c:pt>
                <c:pt idx="58">
                  <c:v>0.73976850442679698</c:v>
                </c:pt>
                <c:pt idx="59">
                  <c:v>0.70482380254349597</c:v>
                </c:pt>
                <c:pt idx="60">
                  <c:v>0.71197045097818001</c:v>
                </c:pt>
                <c:pt idx="61">
                  <c:v>0.72185562668080905</c:v>
                </c:pt>
                <c:pt idx="62">
                  <c:v>0.71184965643423004</c:v>
                </c:pt>
                <c:pt idx="63">
                  <c:v>0.63003810447880604</c:v>
                </c:pt>
                <c:pt idx="64">
                  <c:v>0.68476549375243201</c:v>
                </c:pt>
                <c:pt idx="65">
                  <c:v>0.68702063249841105</c:v>
                </c:pt>
                <c:pt idx="66">
                  <c:v>0.74360097428026795</c:v>
                </c:pt>
                <c:pt idx="67">
                  <c:v>0.71319163212853798</c:v>
                </c:pt>
                <c:pt idx="68">
                  <c:v>0.74360097428026795</c:v>
                </c:pt>
                <c:pt idx="69">
                  <c:v>0.74458940201611601</c:v>
                </c:pt>
                <c:pt idx="70">
                  <c:v>0.74880992852224404</c:v>
                </c:pt>
                <c:pt idx="71">
                  <c:v>0.77533293010841997</c:v>
                </c:pt>
                <c:pt idx="72">
                  <c:v>0.77252849495486897</c:v>
                </c:pt>
                <c:pt idx="73">
                  <c:v>0.77719223327132003</c:v>
                </c:pt>
                <c:pt idx="74">
                  <c:v>0.81161668458948799</c:v>
                </c:pt>
                <c:pt idx="75">
                  <c:v>0.79320998802631504</c:v>
                </c:pt>
                <c:pt idx="76">
                  <c:v>0.81309219550150202</c:v>
                </c:pt>
                <c:pt idx="77">
                  <c:v>0.81309219550150202</c:v>
                </c:pt>
                <c:pt idx="78">
                  <c:v>0.80304589352971401</c:v>
                </c:pt>
                <c:pt idx="79">
                  <c:v>0.83475833318603099</c:v>
                </c:pt>
                <c:pt idx="80">
                  <c:v>0.839279067165004</c:v>
                </c:pt>
                <c:pt idx="81">
                  <c:v>0.85583686182580798</c:v>
                </c:pt>
                <c:pt idx="82">
                  <c:v>0.81672598038940503</c:v>
                </c:pt>
                <c:pt idx="83">
                  <c:v>0.81660096914097402</c:v>
                </c:pt>
                <c:pt idx="84">
                  <c:v>0.80039531716996504</c:v>
                </c:pt>
                <c:pt idx="85">
                  <c:v>0.78286282867668</c:v>
                </c:pt>
                <c:pt idx="86">
                  <c:v>0.81660096914097402</c:v>
                </c:pt>
                <c:pt idx="87">
                  <c:v>0.80003630895948397</c:v>
                </c:pt>
                <c:pt idx="88">
                  <c:v>0.80517464210851997</c:v>
                </c:pt>
                <c:pt idx="89">
                  <c:v>0.82579336591607799</c:v>
                </c:pt>
                <c:pt idx="90">
                  <c:v>0.87352757054468799</c:v>
                </c:pt>
                <c:pt idx="91">
                  <c:v>0.85283995726602502</c:v>
                </c:pt>
                <c:pt idx="92">
                  <c:v>0.82980253162130702</c:v>
                </c:pt>
                <c:pt idx="93">
                  <c:v>0.84996407134381802</c:v>
                </c:pt>
                <c:pt idx="94">
                  <c:v>0.828248760892495</c:v>
                </c:pt>
                <c:pt idx="95">
                  <c:v>0.79915808926981402</c:v>
                </c:pt>
                <c:pt idx="96">
                  <c:v>0.79873425180913604</c:v>
                </c:pt>
                <c:pt idx="97">
                  <c:v>0.82276956639306598</c:v>
                </c:pt>
                <c:pt idx="98">
                  <c:v>0.84066676404946505</c:v>
                </c:pt>
                <c:pt idx="99">
                  <c:v>0.82275551487300902</c:v>
                </c:pt>
                <c:pt idx="100">
                  <c:v>0.80649977939682505</c:v>
                </c:pt>
                <c:pt idx="101">
                  <c:v>0.82418991295466604</c:v>
                </c:pt>
                <c:pt idx="102">
                  <c:v>0.80390223047279097</c:v>
                </c:pt>
                <c:pt idx="103">
                  <c:v>0.80591432289546205</c:v>
                </c:pt>
                <c:pt idx="104">
                  <c:v>0.78440164177592298</c:v>
                </c:pt>
                <c:pt idx="105">
                  <c:v>0.759606662501778</c:v>
                </c:pt>
                <c:pt idx="106">
                  <c:v>0.78142443901466097</c:v>
                </c:pt>
                <c:pt idx="107">
                  <c:v>0.75700205657756403</c:v>
                </c:pt>
                <c:pt idx="108">
                  <c:v>0.70776343414969201</c:v>
                </c:pt>
                <c:pt idx="109">
                  <c:v>0.68149824697650396</c:v>
                </c:pt>
                <c:pt idx="110">
                  <c:v>0.68149824697650396</c:v>
                </c:pt>
                <c:pt idx="111">
                  <c:v>0.66443156184372798</c:v>
                </c:pt>
                <c:pt idx="112">
                  <c:v>0.68474077330080096</c:v>
                </c:pt>
                <c:pt idx="113">
                  <c:v>0.65965341103045605</c:v>
                </c:pt>
                <c:pt idx="114">
                  <c:v>0.622542311024053</c:v>
                </c:pt>
                <c:pt idx="115">
                  <c:v>0.65490269555006198</c:v>
                </c:pt>
                <c:pt idx="116">
                  <c:v>0.63814443106247998</c:v>
                </c:pt>
                <c:pt idx="117">
                  <c:v>0.63701726572087702</c:v>
                </c:pt>
                <c:pt idx="118">
                  <c:v>0.66472248963496305</c:v>
                </c:pt>
                <c:pt idx="119">
                  <c:v>0.691617287637183</c:v>
                </c:pt>
                <c:pt idx="120">
                  <c:v>0.68894417616710202</c:v>
                </c:pt>
                <c:pt idx="121">
                  <c:v>0.70646423511043499</c:v>
                </c:pt>
                <c:pt idx="122">
                  <c:v>0.67710126151444505</c:v>
                </c:pt>
                <c:pt idx="123">
                  <c:v>0.64608424059300296</c:v>
                </c:pt>
                <c:pt idx="124">
                  <c:v>0.60492342195832605</c:v>
                </c:pt>
                <c:pt idx="125">
                  <c:v>0.52986130193183101</c:v>
                </c:pt>
                <c:pt idx="126">
                  <c:v>0.48936320762315699</c:v>
                </c:pt>
                <c:pt idx="127">
                  <c:v>0.46803712037587902</c:v>
                </c:pt>
                <c:pt idx="128">
                  <c:v>0.46841833416873302</c:v>
                </c:pt>
                <c:pt idx="129">
                  <c:v>0.25930726321944902</c:v>
                </c:pt>
                <c:pt idx="130">
                  <c:v>0.34399747197441399</c:v>
                </c:pt>
                <c:pt idx="131">
                  <c:v>0.23052122039717299</c:v>
                </c:pt>
                <c:pt idx="132">
                  <c:v>0.313528938106932</c:v>
                </c:pt>
                <c:pt idx="133">
                  <c:v>0.31410556361706699</c:v>
                </c:pt>
                <c:pt idx="134">
                  <c:v>0.26871710621385497</c:v>
                </c:pt>
                <c:pt idx="135">
                  <c:v>0.26842687745364402</c:v>
                </c:pt>
                <c:pt idx="136">
                  <c:v>0.26842687745364402</c:v>
                </c:pt>
                <c:pt idx="137">
                  <c:v>0.20545197668606799</c:v>
                </c:pt>
                <c:pt idx="138">
                  <c:v>0.23763744646630799</c:v>
                </c:pt>
                <c:pt idx="139">
                  <c:v>0.21149349910069001</c:v>
                </c:pt>
                <c:pt idx="140">
                  <c:v>0.19827486089892299</c:v>
                </c:pt>
                <c:pt idx="141">
                  <c:v>0.230982049953562</c:v>
                </c:pt>
                <c:pt idx="142">
                  <c:v>0.32130927271021897</c:v>
                </c:pt>
                <c:pt idx="143">
                  <c:v>0.34374501426377402</c:v>
                </c:pt>
                <c:pt idx="144">
                  <c:v>0.343362461707855</c:v>
                </c:pt>
                <c:pt idx="145">
                  <c:v>0.31435548538393299</c:v>
                </c:pt>
                <c:pt idx="146">
                  <c:v>0.36279732883580901</c:v>
                </c:pt>
                <c:pt idx="147">
                  <c:v>0.38076704542262901</c:v>
                </c:pt>
                <c:pt idx="148">
                  <c:v>0.35403891055164699</c:v>
                </c:pt>
                <c:pt idx="149">
                  <c:v>0.27765033429796598</c:v>
                </c:pt>
                <c:pt idx="150">
                  <c:v>0.33620447417750299</c:v>
                </c:pt>
                <c:pt idx="151">
                  <c:v>0.30662338263190497</c:v>
                </c:pt>
                <c:pt idx="152">
                  <c:v>0.238872261686181</c:v>
                </c:pt>
                <c:pt idx="153">
                  <c:v>0.23869230352122101</c:v>
                </c:pt>
                <c:pt idx="154">
                  <c:v>0.20595646030872</c:v>
                </c:pt>
                <c:pt idx="155">
                  <c:v>0.20588522084022601</c:v>
                </c:pt>
                <c:pt idx="156">
                  <c:v>0.18270041372936699</c:v>
                </c:pt>
                <c:pt idx="157">
                  <c:v>0.20349751001168101</c:v>
                </c:pt>
                <c:pt idx="158">
                  <c:v>0.23285648019755101</c:v>
                </c:pt>
                <c:pt idx="159">
                  <c:v>0.23330797794566899</c:v>
                </c:pt>
                <c:pt idx="160">
                  <c:v>0.29089795893761</c:v>
                </c:pt>
                <c:pt idx="161">
                  <c:v>0.31424671770039497</c:v>
                </c:pt>
                <c:pt idx="162">
                  <c:v>0.28654188629747801</c:v>
                </c:pt>
                <c:pt idx="163">
                  <c:v>0.25823477101989301</c:v>
                </c:pt>
                <c:pt idx="164">
                  <c:v>0.25744034883327499</c:v>
                </c:pt>
                <c:pt idx="165">
                  <c:v>0.28216102843400898</c:v>
                </c:pt>
                <c:pt idx="166">
                  <c:v>0.25339035668079501</c:v>
                </c:pt>
                <c:pt idx="167">
                  <c:v>0.28102818996708701</c:v>
                </c:pt>
                <c:pt idx="168">
                  <c:v>0.25299751732949799</c:v>
                </c:pt>
                <c:pt idx="169">
                  <c:v>0.222143720081627</c:v>
                </c:pt>
                <c:pt idx="170">
                  <c:v>0.25169457423695202</c:v>
                </c:pt>
                <c:pt idx="171">
                  <c:v>0.28058021231610197</c:v>
                </c:pt>
                <c:pt idx="172">
                  <c:v>0.279448840397376</c:v>
                </c:pt>
                <c:pt idx="173">
                  <c:v>0.27758425345188897</c:v>
                </c:pt>
                <c:pt idx="174">
                  <c:v>0.32550344763156402</c:v>
                </c:pt>
                <c:pt idx="175">
                  <c:v>0.32552411046597202</c:v>
                </c:pt>
                <c:pt idx="176">
                  <c:v>0.347488455871724</c:v>
                </c:pt>
                <c:pt idx="177">
                  <c:v>0.34818390220270101</c:v>
                </c:pt>
                <c:pt idx="178">
                  <c:v>0.346238128399389</c:v>
                </c:pt>
                <c:pt idx="179">
                  <c:v>0.32274759646781798</c:v>
                </c:pt>
                <c:pt idx="180">
                  <c:v>0.324184407069465</c:v>
                </c:pt>
                <c:pt idx="181">
                  <c:v>0.346238128399389</c:v>
                </c:pt>
                <c:pt idx="182">
                  <c:v>0.36578907876503403</c:v>
                </c:pt>
                <c:pt idx="183">
                  <c:v>0.31805600486192798</c:v>
                </c:pt>
                <c:pt idx="184">
                  <c:v>0.34009498441958502</c:v>
                </c:pt>
                <c:pt idx="185">
                  <c:v>0.34009498441958502</c:v>
                </c:pt>
                <c:pt idx="186">
                  <c:v>0.34042369497045799</c:v>
                </c:pt>
                <c:pt idx="187">
                  <c:v>0.31036061365073903</c:v>
                </c:pt>
                <c:pt idx="188">
                  <c:v>0.33263554438079002</c:v>
                </c:pt>
                <c:pt idx="189">
                  <c:v>0.35838762838330102</c:v>
                </c:pt>
                <c:pt idx="190">
                  <c:v>0.35838762838330102</c:v>
                </c:pt>
                <c:pt idx="191">
                  <c:v>0.35124395630609401</c:v>
                </c:pt>
                <c:pt idx="192">
                  <c:v>0.350821387629207</c:v>
                </c:pt>
                <c:pt idx="193">
                  <c:v>0.30185821114737799</c:v>
                </c:pt>
                <c:pt idx="194">
                  <c:v>0.303134887573904</c:v>
                </c:pt>
                <c:pt idx="195">
                  <c:v>0.31668157332951902</c:v>
                </c:pt>
                <c:pt idx="196">
                  <c:v>0.34232551793557098</c:v>
                </c:pt>
                <c:pt idx="197">
                  <c:v>0.40285473187500098</c:v>
                </c:pt>
                <c:pt idx="198">
                  <c:v>0.43224640519919799</c:v>
                </c:pt>
                <c:pt idx="199">
                  <c:v>0.40279530551033699</c:v>
                </c:pt>
                <c:pt idx="200">
                  <c:v>0.363805283856794</c:v>
                </c:pt>
                <c:pt idx="201">
                  <c:v>0.36393083176118401</c:v>
                </c:pt>
                <c:pt idx="202">
                  <c:v>0.39464243161649398</c:v>
                </c:pt>
                <c:pt idx="203">
                  <c:v>0.39478657813594797</c:v>
                </c:pt>
                <c:pt idx="204">
                  <c:v>0.41779394948311799</c:v>
                </c:pt>
                <c:pt idx="205">
                  <c:v>0.41674162737276199</c:v>
                </c:pt>
                <c:pt idx="206">
                  <c:v>0.45273770907866101</c:v>
                </c:pt>
                <c:pt idx="207">
                  <c:v>0.44996183796017403</c:v>
                </c:pt>
                <c:pt idx="208">
                  <c:v>0.41775040408126601</c:v>
                </c:pt>
                <c:pt idx="209">
                  <c:v>0.47713334056444601</c:v>
                </c:pt>
                <c:pt idx="210">
                  <c:v>0.53296054461027997</c:v>
                </c:pt>
                <c:pt idx="211">
                  <c:v>0.53525908703488601</c:v>
                </c:pt>
                <c:pt idx="212">
                  <c:v>0.53296054461027997</c:v>
                </c:pt>
                <c:pt idx="213">
                  <c:v>0.531964205535849</c:v>
                </c:pt>
                <c:pt idx="214">
                  <c:v>0.50112937152177495</c:v>
                </c:pt>
                <c:pt idx="215">
                  <c:v>0.46787253141998503</c:v>
                </c:pt>
                <c:pt idx="216">
                  <c:v>0.43720530063230401</c:v>
                </c:pt>
                <c:pt idx="217">
                  <c:v>0.45959407492170601</c:v>
                </c:pt>
                <c:pt idx="218">
                  <c:v>0.394169404360453</c:v>
                </c:pt>
                <c:pt idx="219">
                  <c:v>0.45850870301610303</c:v>
                </c:pt>
                <c:pt idx="220">
                  <c:v>0.49264013227543102</c:v>
                </c:pt>
                <c:pt idx="221">
                  <c:v>0.47700652645494301</c:v>
                </c:pt>
                <c:pt idx="222">
                  <c:v>0.505305541519944</c:v>
                </c:pt>
                <c:pt idx="223">
                  <c:v>0.47885281621922599</c:v>
                </c:pt>
                <c:pt idx="224">
                  <c:v>0.50775672845638498</c:v>
                </c:pt>
              </c:numCache>
            </c:numRef>
          </c:val>
          <c:smooth val="0"/>
        </c:ser>
        <c:ser>
          <c:idx val="3"/>
          <c:order val="2"/>
          <c:tx>
            <c:strRef>
              <c:f>'Pre 2005'!$E$2</c:f>
              <c:strCache>
                <c:ptCount val="1"/>
                <c:pt idx="0">
                  <c:v>Pre 2005</c:v>
                </c:pt>
              </c:strCache>
            </c:strRef>
          </c:tx>
          <c:spPr>
            <a:ln w="25400">
              <a:solidFill>
                <a:srgbClr val="2E398A"/>
              </a:solidFill>
            </a:ln>
          </c:spPr>
          <c:marker>
            <c:symbol val="none"/>
          </c:marker>
          <c:cat>
            <c:numRef>
              <c:f>'Pre 2005'!$A$3:$A$227</c:f>
              <c:numCache>
                <c:formatCode>m/d/yyyy</c:formatCode>
                <c:ptCount val="225"/>
                <c:pt idx="0">
                  <c:v>40549</c:v>
                </c:pt>
                <c:pt idx="1">
                  <c:v>40556</c:v>
                </c:pt>
                <c:pt idx="2">
                  <c:v>40563</c:v>
                </c:pt>
                <c:pt idx="3">
                  <c:v>40570</c:v>
                </c:pt>
                <c:pt idx="4">
                  <c:v>40577</c:v>
                </c:pt>
                <c:pt idx="5">
                  <c:v>40584</c:v>
                </c:pt>
                <c:pt idx="6">
                  <c:v>40591</c:v>
                </c:pt>
                <c:pt idx="7">
                  <c:v>40598</c:v>
                </c:pt>
                <c:pt idx="8">
                  <c:v>40605</c:v>
                </c:pt>
                <c:pt idx="9">
                  <c:v>40612</c:v>
                </c:pt>
                <c:pt idx="10">
                  <c:v>40619</c:v>
                </c:pt>
                <c:pt idx="11">
                  <c:v>40626</c:v>
                </c:pt>
                <c:pt idx="12">
                  <c:v>40633</c:v>
                </c:pt>
                <c:pt idx="13">
                  <c:v>40640</c:v>
                </c:pt>
                <c:pt idx="14">
                  <c:v>40647</c:v>
                </c:pt>
                <c:pt idx="15">
                  <c:v>40654</c:v>
                </c:pt>
                <c:pt idx="16">
                  <c:v>40661</c:v>
                </c:pt>
                <c:pt idx="17">
                  <c:v>40668</c:v>
                </c:pt>
                <c:pt idx="18">
                  <c:v>40675</c:v>
                </c:pt>
                <c:pt idx="19">
                  <c:v>40682</c:v>
                </c:pt>
                <c:pt idx="20">
                  <c:v>40689</c:v>
                </c:pt>
                <c:pt idx="21">
                  <c:v>40696</c:v>
                </c:pt>
                <c:pt idx="22">
                  <c:v>40703</c:v>
                </c:pt>
                <c:pt idx="23">
                  <c:v>40710</c:v>
                </c:pt>
                <c:pt idx="24">
                  <c:v>40717</c:v>
                </c:pt>
                <c:pt idx="25">
                  <c:v>40724</c:v>
                </c:pt>
                <c:pt idx="26">
                  <c:v>40731</c:v>
                </c:pt>
                <c:pt idx="27">
                  <c:v>40738</c:v>
                </c:pt>
                <c:pt idx="28">
                  <c:v>40745</c:v>
                </c:pt>
                <c:pt idx="29">
                  <c:v>40752</c:v>
                </c:pt>
                <c:pt idx="30">
                  <c:v>40759</c:v>
                </c:pt>
                <c:pt idx="31">
                  <c:v>40766</c:v>
                </c:pt>
                <c:pt idx="32">
                  <c:v>40773</c:v>
                </c:pt>
                <c:pt idx="33">
                  <c:v>40780</c:v>
                </c:pt>
                <c:pt idx="34">
                  <c:v>40787</c:v>
                </c:pt>
                <c:pt idx="35">
                  <c:v>40794</c:v>
                </c:pt>
                <c:pt idx="36">
                  <c:v>40801</c:v>
                </c:pt>
                <c:pt idx="37">
                  <c:v>40808</c:v>
                </c:pt>
                <c:pt idx="38">
                  <c:v>40815</c:v>
                </c:pt>
                <c:pt idx="39">
                  <c:v>40822</c:v>
                </c:pt>
                <c:pt idx="40">
                  <c:v>40829</c:v>
                </c:pt>
                <c:pt idx="41">
                  <c:v>40836</c:v>
                </c:pt>
                <c:pt idx="42">
                  <c:v>40843</c:v>
                </c:pt>
                <c:pt idx="43">
                  <c:v>40850</c:v>
                </c:pt>
                <c:pt idx="44">
                  <c:v>40857</c:v>
                </c:pt>
                <c:pt idx="45">
                  <c:v>40864</c:v>
                </c:pt>
                <c:pt idx="46">
                  <c:v>40870</c:v>
                </c:pt>
                <c:pt idx="47">
                  <c:v>40878</c:v>
                </c:pt>
                <c:pt idx="48">
                  <c:v>40885</c:v>
                </c:pt>
                <c:pt idx="49">
                  <c:v>40892</c:v>
                </c:pt>
                <c:pt idx="50">
                  <c:v>40899</c:v>
                </c:pt>
                <c:pt idx="51">
                  <c:v>40906</c:v>
                </c:pt>
                <c:pt idx="52">
                  <c:v>40913</c:v>
                </c:pt>
                <c:pt idx="53">
                  <c:v>40920</c:v>
                </c:pt>
                <c:pt idx="54">
                  <c:v>40927</c:v>
                </c:pt>
                <c:pt idx="55">
                  <c:v>40934</c:v>
                </c:pt>
                <c:pt idx="56">
                  <c:v>40941</c:v>
                </c:pt>
                <c:pt idx="57">
                  <c:v>40948</c:v>
                </c:pt>
                <c:pt idx="58">
                  <c:v>40955</c:v>
                </c:pt>
                <c:pt idx="59">
                  <c:v>40962</c:v>
                </c:pt>
                <c:pt idx="60">
                  <c:v>40969</c:v>
                </c:pt>
                <c:pt idx="61">
                  <c:v>40976</c:v>
                </c:pt>
                <c:pt idx="62">
                  <c:v>40983</c:v>
                </c:pt>
                <c:pt idx="63">
                  <c:v>40990</c:v>
                </c:pt>
                <c:pt idx="64">
                  <c:v>40997</c:v>
                </c:pt>
                <c:pt idx="65">
                  <c:v>41004</c:v>
                </c:pt>
                <c:pt idx="66">
                  <c:v>41011</c:v>
                </c:pt>
                <c:pt idx="67">
                  <c:v>41018</c:v>
                </c:pt>
                <c:pt idx="68">
                  <c:v>41025</c:v>
                </c:pt>
                <c:pt idx="69">
                  <c:v>41032</c:v>
                </c:pt>
                <c:pt idx="70">
                  <c:v>41039</c:v>
                </c:pt>
                <c:pt idx="71">
                  <c:v>41046</c:v>
                </c:pt>
                <c:pt idx="72">
                  <c:v>41053</c:v>
                </c:pt>
                <c:pt idx="73">
                  <c:v>41060</c:v>
                </c:pt>
                <c:pt idx="74">
                  <c:v>41067</c:v>
                </c:pt>
                <c:pt idx="75">
                  <c:v>41074</c:v>
                </c:pt>
                <c:pt idx="76">
                  <c:v>41081</c:v>
                </c:pt>
                <c:pt idx="77">
                  <c:v>41088</c:v>
                </c:pt>
                <c:pt idx="78">
                  <c:v>41095</c:v>
                </c:pt>
                <c:pt idx="79">
                  <c:v>41102</c:v>
                </c:pt>
                <c:pt idx="80">
                  <c:v>41109</c:v>
                </c:pt>
                <c:pt idx="81">
                  <c:v>41116</c:v>
                </c:pt>
                <c:pt idx="82">
                  <c:v>41123</c:v>
                </c:pt>
                <c:pt idx="83">
                  <c:v>41130</c:v>
                </c:pt>
                <c:pt idx="84">
                  <c:v>41137</c:v>
                </c:pt>
                <c:pt idx="85">
                  <c:v>41144</c:v>
                </c:pt>
                <c:pt idx="86">
                  <c:v>41151</c:v>
                </c:pt>
                <c:pt idx="87">
                  <c:v>41158</c:v>
                </c:pt>
                <c:pt idx="88">
                  <c:v>41165</c:v>
                </c:pt>
                <c:pt idx="89">
                  <c:v>41172</c:v>
                </c:pt>
                <c:pt idx="90">
                  <c:v>41179</c:v>
                </c:pt>
                <c:pt idx="91">
                  <c:v>41186</c:v>
                </c:pt>
                <c:pt idx="92">
                  <c:v>41193</c:v>
                </c:pt>
                <c:pt idx="93">
                  <c:v>41200</c:v>
                </c:pt>
                <c:pt idx="94">
                  <c:v>41207</c:v>
                </c:pt>
                <c:pt idx="95">
                  <c:v>41214</c:v>
                </c:pt>
                <c:pt idx="96">
                  <c:v>41221</c:v>
                </c:pt>
                <c:pt idx="97">
                  <c:v>41228</c:v>
                </c:pt>
                <c:pt idx="98">
                  <c:v>41234</c:v>
                </c:pt>
                <c:pt idx="99">
                  <c:v>41242</c:v>
                </c:pt>
                <c:pt idx="100">
                  <c:v>41249</c:v>
                </c:pt>
                <c:pt idx="101">
                  <c:v>41256</c:v>
                </c:pt>
                <c:pt idx="102">
                  <c:v>41263</c:v>
                </c:pt>
                <c:pt idx="103">
                  <c:v>41270</c:v>
                </c:pt>
                <c:pt idx="104">
                  <c:v>41277</c:v>
                </c:pt>
                <c:pt idx="105">
                  <c:v>41284</c:v>
                </c:pt>
                <c:pt idx="106">
                  <c:v>41291</c:v>
                </c:pt>
                <c:pt idx="107">
                  <c:v>41298</c:v>
                </c:pt>
                <c:pt idx="108">
                  <c:v>41305</c:v>
                </c:pt>
                <c:pt idx="109">
                  <c:v>41312</c:v>
                </c:pt>
                <c:pt idx="110">
                  <c:v>41319</c:v>
                </c:pt>
                <c:pt idx="111">
                  <c:v>41326</c:v>
                </c:pt>
                <c:pt idx="112">
                  <c:v>41333</c:v>
                </c:pt>
                <c:pt idx="113">
                  <c:v>41340</c:v>
                </c:pt>
                <c:pt idx="114">
                  <c:v>41347</c:v>
                </c:pt>
                <c:pt idx="115">
                  <c:v>41354</c:v>
                </c:pt>
                <c:pt idx="116">
                  <c:v>41361</c:v>
                </c:pt>
                <c:pt idx="117">
                  <c:v>41368</c:v>
                </c:pt>
                <c:pt idx="118">
                  <c:v>41375</c:v>
                </c:pt>
                <c:pt idx="119">
                  <c:v>41382</c:v>
                </c:pt>
                <c:pt idx="120">
                  <c:v>41389</c:v>
                </c:pt>
                <c:pt idx="121">
                  <c:v>41396</c:v>
                </c:pt>
                <c:pt idx="122">
                  <c:v>41403</c:v>
                </c:pt>
                <c:pt idx="123">
                  <c:v>41410</c:v>
                </c:pt>
                <c:pt idx="124">
                  <c:v>41417</c:v>
                </c:pt>
                <c:pt idx="125">
                  <c:v>41424</c:v>
                </c:pt>
                <c:pt idx="126">
                  <c:v>41431</c:v>
                </c:pt>
                <c:pt idx="127">
                  <c:v>41438</c:v>
                </c:pt>
                <c:pt idx="128">
                  <c:v>41445</c:v>
                </c:pt>
                <c:pt idx="129">
                  <c:v>41452</c:v>
                </c:pt>
                <c:pt idx="130">
                  <c:v>41458</c:v>
                </c:pt>
                <c:pt idx="131">
                  <c:v>41466</c:v>
                </c:pt>
                <c:pt idx="132">
                  <c:v>41473</c:v>
                </c:pt>
                <c:pt idx="133">
                  <c:v>41480</c:v>
                </c:pt>
                <c:pt idx="134">
                  <c:v>41487</c:v>
                </c:pt>
                <c:pt idx="135">
                  <c:v>41494</c:v>
                </c:pt>
                <c:pt idx="136">
                  <c:v>41501</c:v>
                </c:pt>
                <c:pt idx="137">
                  <c:v>41508</c:v>
                </c:pt>
                <c:pt idx="138">
                  <c:v>41515</c:v>
                </c:pt>
                <c:pt idx="139">
                  <c:v>41522</c:v>
                </c:pt>
                <c:pt idx="140">
                  <c:v>41529</c:v>
                </c:pt>
                <c:pt idx="141">
                  <c:v>41536</c:v>
                </c:pt>
                <c:pt idx="142">
                  <c:v>41543</c:v>
                </c:pt>
                <c:pt idx="143">
                  <c:v>41550</c:v>
                </c:pt>
                <c:pt idx="144">
                  <c:v>41557</c:v>
                </c:pt>
                <c:pt idx="145">
                  <c:v>41564</c:v>
                </c:pt>
                <c:pt idx="146">
                  <c:v>41571</c:v>
                </c:pt>
                <c:pt idx="147">
                  <c:v>41578</c:v>
                </c:pt>
                <c:pt idx="148">
                  <c:v>41585</c:v>
                </c:pt>
                <c:pt idx="149">
                  <c:v>41592</c:v>
                </c:pt>
                <c:pt idx="150">
                  <c:v>41599</c:v>
                </c:pt>
                <c:pt idx="151">
                  <c:v>41605</c:v>
                </c:pt>
                <c:pt idx="152">
                  <c:v>41613</c:v>
                </c:pt>
                <c:pt idx="153">
                  <c:v>41620</c:v>
                </c:pt>
                <c:pt idx="154">
                  <c:v>41627</c:v>
                </c:pt>
                <c:pt idx="155">
                  <c:v>41634</c:v>
                </c:pt>
                <c:pt idx="156">
                  <c:v>41641</c:v>
                </c:pt>
                <c:pt idx="157">
                  <c:v>41648</c:v>
                </c:pt>
                <c:pt idx="158">
                  <c:v>41655</c:v>
                </c:pt>
                <c:pt idx="159">
                  <c:v>41662</c:v>
                </c:pt>
                <c:pt idx="160">
                  <c:v>41669</c:v>
                </c:pt>
                <c:pt idx="161">
                  <c:v>41676</c:v>
                </c:pt>
                <c:pt idx="162">
                  <c:v>41683</c:v>
                </c:pt>
                <c:pt idx="163">
                  <c:v>41690</c:v>
                </c:pt>
                <c:pt idx="164">
                  <c:v>41697</c:v>
                </c:pt>
                <c:pt idx="165">
                  <c:v>41704</c:v>
                </c:pt>
                <c:pt idx="166">
                  <c:v>41711</c:v>
                </c:pt>
                <c:pt idx="167">
                  <c:v>41718</c:v>
                </c:pt>
                <c:pt idx="168">
                  <c:v>41725</c:v>
                </c:pt>
                <c:pt idx="169">
                  <c:v>41732</c:v>
                </c:pt>
                <c:pt idx="170">
                  <c:v>41739</c:v>
                </c:pt>
                <c:pt idx="171">
                  <c:v>41746</c:v>
                </c:pt>
                <c:pt idx="172">
                  <c:v>41753</c:v>
                </c:pt>
                <c:pt idx="173">
                  <c:v>41760</c:v>
                </c:pt>
                <c:pt idx="174">
                  <c:v>41767</c:v>
                </c:pt>
                <c:pt idx="175">
                  <c:v>41774</c:v>
                </c:pt>
                <c:pt idx="176">
                  <c:v>41781</c:v>
                </c:pt>
                <c:pt idx="177">
                  <c:v>41788</c:v>
                </c:pt>
                <c:pt idx="178">
                  <c:v>41795</c:v>
                </c:pt>
                <c:pt idx="179">
                  <c:v>41802</c:v>
                </c:pt>
                <c:pt idx="180">
                  <c:v>41809</c:v>
                </c:pt>
                <c:pt idx="181">
                  <c:v>41816</c:v>
                </c:pt>
                <c:pt idx="182">
                  <c:v>41823</c:v>
                </c:pt>
                <c:pt idx="183">
                  <c:v>41830</c:v>
                </c:pt>
                <c:pt idx="184">
                  <c:v>41837</c:v>
                </c:pt>
                <c:pt idx="185">
                  <c:v>41844</c:v>
                </c:pt>
                <c:pt idx="186">
                  <c:v>41851</c:v>
                </c:pt>
                <c:pt idx="187">
                  <c:v>41858</c:v>
                </c:pt>
                <c:pt idx="188">
                  <c:v>41865</c:v>
                </c:pt>
                <c:pt idx="189">
                  <c:v>41872</c:v>
                </c:pt>
                <c:pt idx="190">
                  <c:v>41879</c:v>
                </c:pt>
                <c:pt idx="191">
                  <c:v>41886</c:v>
                </c:pt>
                <c:pt idx="192">
                  <c:v>41893</c:v>
                </c:pt>
                <c:pt idx="193">
                  <c:v>41900</c:v>
                </c:pt>
                <c:pt idx="194">
                  <c:v>41907</c:v>
                </c:pt>
                <c:pt idx="195">
                  <c:v>41914</c:v>
                </c:pt>
                <c:pt idx="196">
                  <c:v>41921</c:v>
                </c:pt>
                <c:pt idx="197">
                  <c:v>41928</c:v>
                </c:pt>
                <c:pt idx="198">
                  <c:v>41935</c:v>
                </c:pt>
                <c:pt idx="199">
                  <c:v>41942</c:v>
                </c:pt>
                <c:pt idx="200">
                  <c:v>41949</c:v>
                </c:pt>
                <c:pt idx="201">
                  <c:v>41956</c:v>
                </c:pt>
                <c:pt idx="202">
                  <c:v>41963</c:v>
                </c:pt>
                <c:pt idx="203">
                  <c:v>41969</c:v>
                </c:pt>
                <c:pt idx="204">
                  <c:v>41977</c:v>
                </c:pt>
                <c:pt idx="205">
                  <c:v>41984</c:v>
                </c:pt>
                <c:pt idx="206">
                  <c:v>41991</c:v>
                </c:pt>
                <c:pt idx="207">
                  <c:v>41997</c:v>
                </c:pt>
                <c:pt idx="208">
                  <c:v>42004</c:v>
                </c:pt>
                <c:pt idx="209">
                  <c:v>42012</c:v>
                </c:pt>
                <c:pt idx="210">
                  <c:v>42019</c:v>
                </c:pt>
                <c:pt idx="211">
                  <c:v>42026</c:v>
                </c:pt>
                <c:pt idx="212">
                  <c:v>42033</c:v>
                </c:pt>
                <c:pt idx="213">
                  <c:v>42040</c:v>
                </c:pt>
                <c:pt idx="214">
                  <c:v>42047</c:v>
                </c:pt>
                <c:pt idx="215">
                  <c:v>42054</c:v>
                </c:pt>
                <c:pt idx="216">
                  <c:v>42061</c:v>
                </c:pt>
                <c:pt idx="217">
                  <c:v>42068</c:v>
                </c:pt>
                <c:pt idx="218">
                  <c:v>42075</c:v>
                </c:pt>
                <c:pt idx="219">
                  <c:v>42082</c:v>
                </c:pt>
                <c:pt idx="220">
                  <c:v>42089</c:v>
                </c:pt>
                <c:pt idx="221">
                  <c:v>42096</c:v>
                </c:pt>
                <c:pt idx="222">
                  <c:v>42103</c:v>
                </c:pt>
                <c:pt idx="223">
                  <c:v>42110</c:v>
                </c:pt>
                <c:pt idx="224">
                  <c:v>42117</c:v>
                </c:pt>
              </c:numCache>
            </c:numRef>
          </c:cat>
          <c:val>
            <c:numRef>
              <c:f>'Pre 2005'!$E$3:$E$227</c:f>
              <c:numCache>
                <c:formatCode>0%</c:formatCode>
                <c:ptCount val="225"/>
                <c:pt idx="0">
                  <c:v>0.478012437040017</c:v>
                </c:pt>
                <c:pt idx="1">
                  <c:v>0.49652536152540799</c:v>
                </c:pt>
                <c:pt idx="2">
                  <c:v>0.48031193828570601</c:v>
                </c:pt>
                <c:pt idx="3">
                  <c:v>0.47681170698091002</c:v>
                </c:pt>
                <c:pt idx="4">
                  <c:v>0.434625276538393</c:v>
                </c:pt>
                <c:pt idx="5">
                  <c:v>0.35529176668946899</c:v>
                </c:pt>
                <c:pt idx="6">
                  <c:v>0.37678876885527102</c:v>
                </c:pt>
                <c:pt idx="7">
                  <c:v>0.41551239728516498</c:v>
                </c:pt>
                <c:pt idx="8">
                  <c:v>0.42215459210142903</c:v>
                </c:pt>
                <c:pt idx="9">
                  <c:v>0.42125281133299802</c:v>
                </c:pt>
                <c:pt idx="10">
                  <c:v>0.46784519994446999</c:v>
                </c:pt>
                <c:pt idx="11">
                  <c:v>0.45015891448737699</c:v>
                </c:pt>
                <c:pt idx="12">
                  <c:v>0.42283255275692899</c:v>
                </c:pt>
                <c:pt idx="13">
                  <c:v>0.41479432476526401</c:v>
                </c:pt>
                <c:pt idx="14">
                  <c:v>0.413421668844211</c:v>
                </c:pt>
                <c:pt idx="15">
                  <c:v>0.44388100155564097</c:v>
                </c:pt>
                <c:pt idx="16">
                  <c:v>0.44571846246625901</c:v>
                </c:pt>
                <c:pt idx="17">
                  <c:v>0.458944872704586</c:v>
                </c:pt>
                <c:pt idx="18">
                  <c:v>0.500437475780386</c:v>
                </c:pt>
                <c:pt idx="19">
                  <c:v>0.50448830052858695</c:v>
                </c:pt>
                <c:pt idx="20">
                  <c:v>0.50569919769114802</c:v>
                </c:pt>
                <c:pt idx="21">
                  <c:v>0.53459956826473198</c:v>
                </c:pt>
                <c:pt idx="22">
                  <c:v>0.55567130314067603</c:v>
                </c:pt>
                <c:pt idx="23">
                  <c:v>0.55554953678932995</c:v>
                </c:pt>
                <c:pt idx="24">
                  <c:v>0.53459956826473198</c:v>
                </c:pt>
                <c:pt idx="25">
                  <c:v>0.55456064933307203</c:v>
                </c:pt>
                <c:pt idx="26">
                  <c:v>0.49778274569056502</c:v>
                </c:pt>
                <c:pt idx="27">
                  <c:v>0.55023567489180703</c:v>
                </c:pt>
                <c:pt idx="28">
                  <c:v>0.530262307480455</c:v>
                </c:pt>
                <c:pt idx="29">
                  <c:v>0.52343584513018204</c:v>
                </c:pt>
                <c:pt idx="30">
                  <c:v>0.59637879918119396</c:v>
                </c:pt>
                <c:pt idx="31">
                  <c:v>0.68792602855859697</c:v>
                </c:pt>
                <c:pt idx="32">
                  <c:v>0.76963049580877896</c:v>
                </c:pt>
                <c:pt idx="33">
                  <c:v>0.73008457468410604</c:v>
                </c:pt>
                <c:pt idx="34">
                  <c:v>0.72513911398557795</c:v>
                </c:pt>
                <c:pt idx="35">
                  <c:v>0.78570803060210304</c:v>
                </c:pt>
                <c:pt idx="36">
                  <c:v>0.78784236429837495</c:v>
                </c:pt>
                <c:pt idx="37">
                  <c:v>0.78784236429837495</c:v>
                </c:pt>
                <c:pt idx="38">
                  <c:v>0.835097603433548</c:v>
                </c:pt>
                <c:pt idx="39">
                  <c:v>0.82334508252646699</c:v>
                </c:pt>
                <c:pt idx="40">
                  <c:v>0.75041835881665098</c:v>
                </c:pt>
                <c:pt idx="41">
                  <c:v>0.76893145735928503</c:v>
                </c:pt>
                <c:pt idx="42">
                  <c:v>0.77037274528699795</c:v>
                </c:pt>
                <c:pt idx="43">
                  <c:v>0.80738330212536202</c:v>
                </c:pt>
                <c:pt idx="44">
                  <c:v>0.80743099133140495</c:v>
                </c:pt>
                <c:pt idx="45">
                  <c:v>0.80738330212536202</c:v>
                </c:pt>
                <c:pt idx="46">
                  <c:v>0.80868850381438495</c:v>
                </c:pt>
                <c:pt idx="47">
                  <c:v>0.79462879185413404</c:v>
                </c:pt>
                <c:pt idx="48">
                  <c:v>0.79467702755735403</c:v>
                </c:pt>
                <c:pt idx="49">
                  <c:v>0.79667077255181695</c:v>
                </c:pt>
                <c:pt idx="50">
                  <c:v>0.82560167628302705</c:v>
                </c:pt>
                <c:pt idx="51">
                  <c:v>0.81761753197113796</c:v>
                </c:pt>
                <c:pt idx="52">
                  <c:v>0.80675519627661196</c:v>
                </c:pt>
                <c:pt idx="53">
                  <c:v>0.81664922560340802</c:v>
                </c:pt>
                <c:pt idx="54">
                  <c:v>0.81501800932407398</c:v>
                </c:pt>
                <c:pt idx="55">
                  <c:v>0.78373275885396798</c:v>
                </c:pt>
                <c:pt idx="56">
                  <c:v>0.79864586852223396</c:v>
                </c:pt>
                <c:pt idx="57">
                  <c:v>0.79864586852223396</c:v>
                </c:pt>
                <c:pt idx="58">
                  <c:v>0.79864586852223396</c:v>
                </c:pt>
                <c:pt idx="59">
                  <c:v>0.76696110700144904</c:v>
                </c:pt>
                <c:pt idx="60">
                  <c:v>0.77503934394673502</c:v>
                </c:pt>
                <c:pt idx="61">
                  <c:v>0.78307307510675805</c:v>
                </c:pt>
                <c:pt idx="62">
                  <c:v>0.77444274068180197</c:v>
                </c:pt>
                <c:pt idx="63">
                  <c:v>0.69958063827916195</c:v>
                </c:pt>
                <c:pt idx="64">
                  <c:v>0.749959617052529</c:v>
                </c:pt>
                <c:pt idx="65">
                  <c:v>0.75281601454874203</c:v>
                </c:pt>
                <c:pt idx="66">
                  <c:v>0.80228573213763799</c:v>
                </c:pt>
                <c:pt idx="67">
                  <c:v>0.77814088922240399</c:v>
                </c:pt>
                <c:pt idx="68">
                  <c:v>0.80228573213763799</c:v>
                </c:pt>
                <c:pt idx="69">
                  <c:v>0.80453940604234497</c:v>
                </c:pt>
                <c:pt idx="70">
                  <c:v>0.80732043361392003</c:v>
                </c:pt>
                <c:pt idx="71">
                  <c:v>0.83168681417116597</c:v>
                </c:pt>
                <c:pt idx="72">
                  <c:v>0.82964940526362396</c:v>
                </c:pt>
                <c:pt idx="73">
                  <c:v>0.83284905120274599</c:v>
                </c:pt>
                <c:pt idx="74">
                  <c:v>0.86264764194302102</c:v>
                </c:pt>
                <c:pt idx="75">
                  <c:v>0.84572973738134705</c:v>
                </c:pt>
                <c:pt idx="76">
                  <c:v>0.86327251333866595</c:v>
                </c:pt>
                <c:pt idx="77">
                  <c:v>0.86327251333866595</c:v>
                </c:pt>
                <c:pt idx="78">
                  <c:v>0.85555240339955696</c:v>
                </c:pt>
                <c:pt idx="79">
                  <c:v>0.88287675506615604</c:v>
                </c:pt>
                <c:pt idx="80">
                  <c:v>0.88536471533859296</c:v>
                </c:pt>
                <c:pt idx="81">
                  <c:v>0.89833897714159106</c:v>
                </c:pt>
                <c:pt idx="82">
                  <c:v>0.86793363911717603</c:v>
                </c:pt>
                <c:pt idx="83">
                  <c:v>0.86770648020923202</c:v>
                </c:pt>
                <c:pt idx="84">
                  <c:v>0.85221928563940097</c:v>
                </c:pt>
                <c:pt idx="85">
                  <c:v>0.83842768782906896</c:v>
                </c:pt>
                <c:pt idx="86">
                  <c:v>0.86770648020923202</c:v>
                </c:pt>
                <c:pt idx="87">
                  <c:v>0.854749303648767</c:v>
                </c:pt>
                <c:pt idx="88">
                  <c:v>0.85755860261202399</c:v>
                </c:pt>
                <c:pt idx="89">
                  <c:v>0.87370950143428605</c:v>
                </c:pt>
                <c:pt idx="90">
                  <c:v>0.91294036208624696</c:v>
                </c:pt>
                <c:pt idx="91">
                  <c:v>0.89540803117683299</c:v>
                </c:pt>
                <c:pt idx="92">
                  <c:v>0.87828750136762601</c:v>
                </c:pt>
                <c:pt idx="93">
                  <c:v>0.89386735239452597</c:v>
                </c:pt>
                <c:pt idx="94">
                  <c:v>0.87701507985843796</c:v>
                </c:pt>
                <c:pt idx="95">
                  <c:v>0.85224271287899001</c:v>
                </c:pt>
                <c:pt idx="96">
                  <c:v>0.85193877883173597</c:v>
                </c:pt>
                <c:pt idx="97">
                  <c:v>0.869978528422368</c:v>
                </c:pt>
                <c:pt idx="98">
                  <c:v>0.88760782081308098</c:v>
                </c:pt>
                <c:pt idx="99">
                  <c:v>0.86994927393538202</c:v>
                </c:pt>
                <c:pt idx="100">
                  <c:v>0.85665986262304605</c:v>
                </c:pt>
                <c:pt idx="101">
                  <c:v>0.87405689226001904</c:v>
                </c:pt>
                <c:pt idx="102">
                  <c:v>0.85526933709542996</c:v>
                </c:pt>
                <c:pt idx="103">
                  <c:v>0.85629919718182101</c:v>
                </c:pt>
                <c:pt idx="104">
                  <c:v>0.83698700627492195</c:v>
                </c:pt>
                <c:pt idx="105">
                  <c:v>0.81801292760675504</c:v>
                </c:pt>
                <c:pt idx="106">
                  <c:v>0.83506565777320196</c:v>
                </c:pt>
                <c:pt idx="107">
                  <c:v>0.81638058168754202</c:v>
                </c:pt>
                <c:pt idx="108">
                  <c:v>0.77327869798683202</c:v>
                </c:pt>
                <c:pt idx="109">
                  <c:v>0.75159663172579605</c:v>
                </c:pt>
                <c:pt idx="110">
                  <c:v>0.75159663172579605</c:v>
                </c:pt>
                <c:pt idx="111">
                  <c:v>0.73466848163795695</c:v>
                </c:pt>
                <c:pt idx="112">
                  <c:v>0.75336723351248602</c:v>
                </c:pt>
                <c:pt idx="113">
                  <c:v>0.73189334378403004</c:v>
                </c:pt>
                <c:pt idx="114">
                  <c:v>0.69795987841176899</c:v>
                </c:pt>
                <c:pt idx="115">
                  <c:v>0.72870485724802003</c:v>
                </c:pt>
                <c:pt idx="116">
                  <c:v>0.71205681454377001</c:v>
                </c:pt>
                <c:pt idx="117">
                  <c:v>0.71369665277113203</c:v>
                </c:pt>
                <c:pt idx="118">
                  <c:v>0.73723469697601096</c:v>
                </c:pt>
                <c:pt idx="119">
                  <c:v>0.761146337708836</c:v>
                </c:pt>
                <c:pt idx="120">
                  <c:v>0.759997535931347</c:v>
                </c:pt>
                <c:pt idx="121">
                  <c:v>0.77532655878385304</c:v>
                </c:pt>
                <c:pt idx="122">
                  <c:v>0.75107697516027305</c:v>
                </c:pt>
                <c:pt idx="123">
                  <c:v>0.72171464607282199</c:v>
                </c:pt>
                <c:pt idx="124">
                  <c:v>0.68546913751640703</c:v>
                </c:pt>
                <c:pt idx="125">
                  <c:v>0.61572233359239503</c:v>
                </c:pt>
                <c:pt idx="126">
                  <c:v>0.57885781279247595</c:v>
                </c:pt>
                <c:pt idx="127">
                  <c:v>0.55866046035037298</c:v>
                </c:pt>
                <c:pt idx="128">
                  <c:v>0.559435024866201</c:v>
                </c:pt>
                <c:pt idx="129">
                  <c:v>0.35070641785982798</c:v>
                </c:pt>
                <c:pt idx="130">
                  <c:v>0.43948269576427901</c:v>
                </c:pt>
                <c:pt idx="131">
                  <c:v>0.32026855865014903</c:v>
                </c:pt>
                <c:pt idx="132">
                  <c:v>0.40751972704091199</c:v>
                </c:pt>
                <c:pt idx="133">
                  <c:v>0.40927245307931498</c:v>
                </c:pt>
                <c:pt idx="134">
                  <c:v>0.363862618143523</c:v>
                </c:pt>
                <c:pt idx="135">
                  <c:v>0.36320600400751901</c:v>
                </c:pt>
                <c:pt idx="136">
                  <c:v>0.36320600400751901</c:v>
                </c:pt>
                <c:pt idx="137">
                  <c:v>0.288709470660512</c:v>
                </c:pt>
                <c:pt idx="138">
                  <c:v>0.32763348986039498</c:v>
                </c:pt>
                <c:pt idx="139">
                  <c:v>0.299169771608427</c:v>
                </c:pt>
                <c:pt idx="140">
                  <c:v>0.28272847297738402</c:v>
                </c:pt>
                <c:pt idx="141">
                  <c:v>0.32117243090069397</c:v>
                </c:pt>
                <c:pt idx="142">
                  <c:v>0.41636418453757701</c:v>
                </c:pt>
                <c:pt idx="143">
                  <c:v>0.43780949110749301</c:v>
                </c:pt>
                <c:pt idx="144">
                  <c:v>0.43730748482287202</c:v>
                </c:pt>
                <c:pt idx="145">
                  <c:v>0.40934710971689398</c:v>
                </c:pt>
                <c:pt idx="146">
                  <c:v>0.45677859659494602</c:v>
                </c:pt>
                <c:pt idx="147">
                  <c:v>0.475306900921734</c:v>
                </c:pt>
                <c:pt idx="148">
                  <c:v>0.44816752582121699</c:v>
                </c:pt>
                <c:pt idx="149">
                  <c:v>0.37148669825668401</c:v>
                </c:pt>
                <c:pt idx="150">
                  <c:v>0.43017279106460798</c:v>
                </c:pt>
                <c:pt idx="151">
                  <c:v>0.40155276728234202</c:v>
                </c:pt>
                <c:pt idx="152">
                  <c:v>0.33155433608902701</c:v>
                </c:pt>
                <c:pt idx="153">
                  <c:v>0.33115218180429201</c:v>
                </c:pt>
                <c:pt idx="154">
                  <c:v>0.29231032325725198</c:v>
                </c:pt>
                <c:pt idx="155">
                  <c:v>0.29194519997051299</c:v>
                </c:pt>
                <c:pt idx="156">
                  <c:v>0.26557578721224701</c:v>
                </c:pt>
                <c:pt idx="157">
                  <c:v>0.29041864554209001</c:v>
                </c:pt>
                <c:pt idx="158">
                  <c:v>0.324950271832321</c:v>
                </c:pt>
                <c:pt idx="159">
                  <c:v>0.32575205669163398</c:v>
                </c:pt>
                <c:pt idx="160">
                  <c:v>0.38477236523223501</c:v>
                </c:pt>
                <c:pt idx="161">
                  <c:v>0.407543935255748</c:v>
                </c:pt>
                <c:pt idx="162">
                  <c:v>0.38048486740787602</c:v>
                </c:pt>
                <c:pt idx="163">
                  <c:v>0.350662678143284</c:v>
                </c:pt>
                <c:pt idx="164">
                  <c:v>0.34877360785551498</c:v>
                </c:pt>
                <c:pt idx="165">
                  <c:v>0.37600660434659899</c:v>
                </c:pt>
                <c:pt idx="166">
                  <c:v>0.345540736972693</c:v>
                </c:pt>
                <c:pt idx="167">
                  <c:v>0.37491062583542301</c:v>
                </c:pt>
                <c:pt idx="168">
                  <c:v>0.34390162113487499</c:v>
                </c:pt>
                <c:pt idx="169">
                  <c:v>0.314038249540457</c:v>
                </c:pt>
                <c:pt idx="170">
                  <c:v>0.34467498628586002</c:v>
                </c:pt>
                <c:pt idx="171">
                  <c:v>0.37569838390096</c:v>
                </c:pt>
                <c:pt idx="172">
                  <c:v>0.37412391054197702</c:v>
                </c:pt>
                <c:pt idx="173">
                  <c:v>0.37361880682592702</c:v>
                </c:pt>
                <c:pt idx="174">
                  <c:v>0.42328848292124299</c:v>
                </c:pt>
                <c:pt idx="175">
                  <c:v>0.423626543923386</c:v>
                </c:pt>
                <c:pt idx="176">
                  <c:v>0.44575971286270699</c:v>
                </c:pt>
                <c:pt idx="177">
                  <c:v>0.447523173322597</c:v>
                </c:pt>
                <c:pt idx="178">
                  <c:v>0.44809087040050999</c:v>
                </c:pt>
                <c:pt idx="179">
                  <c:v>0.422698502075878</c:v>
                </c:pt>
                <c:pt idx="180">
                  <c:v>0.42445570084547102</c:v>
                </c:pt>
                <c:pt idx="181">
                  <c:v>0.44809087040050999</c:v>
                </c:pt>
                <c:pt idx="182">
                  <c:v>0.47250294907145901</c:v>
                </c:pt>
                <c:pt idx="183">
                  <c:v>0.41937357622631599</c:v>
                </c:pt>
                <c:pt idx="184">
                  <c:v>0.442496626081467</c:v>
                </c:pt>
                <c:pt idx="185">
                  <c:v>0.442496626081467</c:v>
                </c:pt>
                <c:pt idx="186">
                  <c:v>0.44374218371659901</c:v>
                </c:pt>
                <c:pt idx="187">
                  <c:v>0.41288424367027698</c:v>
                </c:pt>
                <c:pt idx="188">
                  <c:v>0.43702603863390799</c:v>
                </c:pt>
                <c:pt idx="189">
                  <c:v>0.46728360557677701</c:v>
                </c:pt>
                <c:pt idx="190">
                  <c:v>0.46728360557677701</c:v>
                </c:pt>
                <c:pt idx="191">
                  <c:v>0.46155019715384699</c:v>
                </c:pt>
                <c:pt idx="192">
                  <c:v>0.46004558951219798</c:v>
                </c:pt>
                <c:pt idx="193">
                  <c:v>0.40391624791160502</c:v>
                </c:pt>
                <c:pt idx="194">
                  <c:v>0.40583884679985799</c:v>
                </c:pt>
                <c:pt idx="195">
                  <c:v>0.41997935837741501</c:v>
                </c:pt>
                <c:pt idx="196">
                  <c:v>0.45169554196659301</c:v>
                </c:pt>
                <c:pt idx="197">
                  <c:v>0.51980506858976505</c:v>
                </c:pt>
                <c:pt idx="198">
                  <c:v>0.54836202509473897</c:v>
                </c:pt>
                <c:pt idx="199">
                  <c:v>0.51919369291780804</c:v>
                </c:pt>
                <c:pt idx="200">
                  <c:v>0.47675147024831299</c:v>
                </c:pt>
                <c:pt idx="201">
                  <c:v>0.47692109100650398</c:v>
                </c:pt>
                <c:pt idx="202">
                  <c:v>0.51122359708646703</c:v>
                </c:pt>
                <c:pt idx="203">
                  <c:v>0.51219644646725904</c:v>
                </c:pt>
                <c:pt idx="204">
                  <c:v>0.53668924865294498</c:v>
                </c:pt>
                <c:pt idx="205">
                  <c:v>0.53336704205084995</c:v>
                </c:pt>
                <c:pt idx="206">
                  <c:v>0.57434180535542201</c:v>
                </c:pt>
                <c:pt idx="207">
                  <c:v>0.57151301413759903</c:v>
                </c:pt>
                <c:pt idx="208">
                  <c:v>0.53663456127837605</c:v>
                </c:pt>
                <c:pt idx="209">
                  <c:v>0.59916849480803203</c:v>
                </c:pt>
                <c:pt idx="210">
                  <c:v>0.65603248367827005</c:v>
                </c:pt>
                <c:pt idx="211">
                  <c:v>0.65743777734473896</c:v>
                </c:pt>
                <c:pt idx="212">
                  <c:v>0.65603248367827005</c:v>
                </c:pt>
                <c:pt idx="213">
                  <c:v>0.65654204371407898</c:v>
                </c:pt>
                <c:pt idx="214">
                  <c:v>0.62891566924849096</c:v>
                </c:pt>
                <c:pt idx="215">
                  <c:v>0.59089189370597495</c:v>
                </c:pt>
                <c:pt idx="216">
                  <c:v>0.56192400392824904</c:v>
                </c:pt>
                <c:pt idx="217">
                  <c:v>0.58504613614911405</c:v>
                </c:pt>
                <c:pt idx="218">
                  <c:v>0.51677297350672402</c:v>
                </c:pt>
                <c:pt idx="219">
                  <c:v>0.58275927647732095</c:v>
                </c:pt>
                <c:pt idx="220">
                  <c:v>0.62291663527341601</c:v>
                </c:pt>
                <c:pt idx="221">
                  <c:v>0.60989773029744099</c:v>
                </c:pt>
                <c:pt idx="222">
                  <c:v>0.63605273893112901</c:v>
                </c:pt>
                <c:pt idx="223">
                  <c:v>0.61100400428288903</c:v>
                </c:pt>
                <c:pt idx="224">
                  <c:v>0.63781716084616302</c:v>
                </c:pt>
              </c:numCache>
            </c:numRef>
          </c:val>
          <c:smooth val="0"/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212439424"/>
        <c:axId val="212440960"/>
      </c:lineChart>
      <c:dateAx>
        <c:axId val="212439424"/>
        <c:scaling>
          <c:orientation val="minMax"/>
        </c:scaling>
        <c:delete val="0"/>
        <c:axPos val="b"/>
        <c:numFmt formatCode="m/d/yyyy" sourceLinked="1"/>
        <c:majorTickMark val="out"/>
        <c:minorTickMark val="none"/>
        <c:tickLblPos val="nextTo"/>
        <c:crossAx val="212440960"/>
        <c:crosses val="autoZero"/>
        <c:auto val="1"/>
        <c:lblOffset val="100"/>
        <c:baseTimeUnit val="days"/>
        <c:majorUnit val="6"/>
        <c:majorTimeUnit val="months"/>
      </c:dateAx>
      <c:valAx>
        <c:axId val="212440960"/>
        <c:scaling>
          <c:orientation val="minMax"/>
        </c:scaling>
        <c:delete val="0"/>
        <c:axPos val="l"/>
        <c:majorGridlines/>
        <c:title>
          <c:tx>
            <c:rich>
              <a:bodyPr rot="-5400000" vert="horz"/>
              <a:lstStyle/>
              <a:p>
                <a:pPr>
                  <a:defRPr/>
                </a:pPr>
                <a:r>
                  <a:rPr lang="en-US" dirty="0" err="1" smtClean="0"/>
                  <a:t>Refinancible</a:t>
                </a:r>
                <a:r>
                  <a:rPr lang="en-US" dirty="0" smtClean="0"/>
                  <a:t> Percentage</a:t>
                </a:r>
                <a:endParaRPr lang="en-US" dirty="0"/>
              </a:p>
            </c:rich>
          </c:tx>
          <c:layout/>
          <c:overlay val="0"/>
        </c:title>
        <c:numFmt formatCode="0%" sourceLinked="1"/>
        <c:majorTickMark val="out"/>
        <c:minorTickMark val="none"/>
        <c:tickLblPos val="nextTo"/>
        <c:crossAx val="212439424"/>
        <c:crosses val="autoZero"/>
        <c:crossBetween val="between"/>
      </c:valAx>
      <c:spPr>
        <a:ln>
          <a:solidFill>
            <a:schemeClr val="tx1"/>
          </a:solidFill>
        </a:ln>
      </c:spPr>
    </c:plotArea>
    <c:legend>
      <c:legendPos val="b"/>
      <c:layout/>
      <c:overlay val="0"/>
    </c:legend>
    <c:plotVisOnly val="1"/>
    <c:dispBlanksAs val="gap"/>
    <c:showDLblsOverMax val="0"/>
  </c:chart>
  <c:externalData r:id="rId1">
    <c:autoUpdate val="0"/>
  </c:externalData>
</c:chartSpace>
</file>

<file path=ppt/charts/chart2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0"/>
    <c:plotArea>
      <c:layout/>
      <c:lineChart>
        <c:grouping val="standard"/>
        <c:varyColors val="0"/>
        <c:ser>
          <c:idx val="0"/>
          <c:order val="0"/>
          <c:tx>
            <c:strRef>
              <c:f>'720-740'!$C$3</c:f>
              <c:strCache>
                <c:ptCount val="1"/>
                <c:pt idx="0">
                  <c:v>Big Bank</c:v>
                </c:pt>
              </c:strCache>
            </c:strRef>
          </c:tx>
          <c:spPr>
            <a:ln w="19050">
              <a:solidFill>
                <a:srgbClr val="2E398A"/>
              </a:solidFill>
            </a:ln>
          </c:spPr>
          <c:marker>
            <c:symbol val="none"/>
          </c:marker>
          <c:cat>
            <c:numRef>
              <c:f>'720-740'!$B$4:$B$127</c:f>
              <c:numCache>
                <c:formatCode>m/d/yyyy</c:formatCode>
                <c:ptCount val="124"/>
                <c:pt idx="0">
                  <c:v>42125</c:v>
                </c:pt>
                <c:pt idx="1">
                  <c:v>42095</c:v>
                </c:pt>
                <c:pt idx="2">
                  <c:v>42064</c:v>
                </c:pt>
                <c:pt idx="3">
                  <c:v>42036</c:v>
                </c:pt>
                <c:pt idx="4">
                  <c:v>42005</c:v>
                </c:pt>
                <c:pt idx="5">
                  <c:v>41974</c:v>
                </c:pt>
                <c:pt idx="6">
                  <c:v>41944</c:v>
                </c:pt>
                <c:pt idx="7">
                  <c:v>41913</c:v>
                </c:pt>
                <c:pt idx="8">
                  <c:v>41883</c:v>
                </c:pt>
                <c:pt idx="9">
                  <c:v>41852</c:v>
                </c:pt>
                <c:pt idx="10">
                  <c:v>41821</c:v>
                </c:pt>
                <c:pt idx="11">
                  <c:v>41791</c:v>
                </c:pt>
                <c:pt idx="12">
                  <c:v>41760</c:v>
                </c:pt>
                <c:pt idx="13">
                  <c:v>41730</c:v>
                </c:pt>
                <c:pt idx="14">
                  <c:v>41699</c:v>
                </c:pt>
                <c:pt idx="15">
                  <c:v>41671</c:v>
                </c:pt>
                <c:pt idx="16">
                  <c:v>41640</c:v>
                </c:pt>
                <c:pt idx="17">
                  <c:v>41609</c:v>
                </c:pt>
                <c:pt idx="18">
                  <c:v>41579</c:v>
                </c:pt>
                <c:pt idx="19">
                  <c:v>41548</c:v>
                </c:pt>
                <c:pt idx="20">
                  <c:v>41518</c:v>
                </c:pt>
                <c:pt idx="21">
                  <c:v>41487</c:v>
                </c:pt>
                <c:pt idx="22">
                  <c:v>41456</c:v>
                </c:pt>
                <c:pt idx="23">
                  <c:v>41426</c:v>
                </c:pt>
                <c:pt idx="24">
                  <c:v>41395</c:v>
                </c:pt>
                <c:pt idx="25">
                  <c:v>41365</c:v>
                </c:pt>
                <c:pt idx="26">
                  <c:v>41334</c:v>
                </c:pt>
                <c:pt idx="27">
                  <c:v>41306</c:v>
                </c:pt>
                <c:pt idx="28">
                  <c:v>41275</c:v>
                </c:pt>
                <c:pt idx="29">
                  <c:v>41244</c:v>
                </c:pt>
                <c:pt idx="30">
                  <c:v>41214</c:v>
                </c:pt>
                <c:pt idx="31">
                  <c:v>41183</c:v>
                </c:pt>
                <c:pt idx="32">
                  <c:v>41153</c:v>
                </c:pt>
                <c:pt idx="33">
                  <c:v>41122</c:v>
                </c:pt>
                <c:pt idx="34">
                  <c:v>41091</c:v>
                </c:pt>
                <c:pt idx="35">
                  <c:v>41061</c:v>
                </c:pt>
                <c:pt idx="36">
                  <c:v>41030</c:v>
                </c:pt>
                <c:pt idx="37">
                  <c:v>41000</c:v>
                </c:pt>
                <c:pt idx="38">
                  <c:v>40969</c:v>
                </c:pt>
                <c:pt idx="39">
                  <c:v>40940</c:v>
                </c:pt>
                <c:pt idx="40">
                  <c:v>40909</c:v>
                </c:pt>
                <c:pt idx="41">
                  <c:v>40878</c:v>
                </c:pt>
                <c:pt idx="42">
                  <c:v>40848</c:v>
                </c:pt>
                <c:pt idx="43">
                  <c:v>40817</c:v>
                </c:pt>
                <c:pt idx="44">
                  <c:v>40787</c:v>
                </c:pt>
                <c:pt idx="45">
                  <c:v>40756</c:v>
                </c:pt>
                <c:pt idx="46">
                  <c:v>40725</c:v>
                </c:pt>
                <c:pt idx="47">
                  <c:v>40695</c:v>
                </c:pt>
                <c:pt idx="48">
                  <c:v>40664</c:v>
                </c:pt>
                <c:pt idx="49">
                  <c:v>40634</c:v>
                </c:pt>
                <c:pt idx="50">
                  <c:v>40603</c:v>
                </c:pt>
                <c:pt idx="51">
                  <c:v>40575</c:v>
                </c:pt>
                <c:pt idx="52">
                  <c:v>40544</c:v>
                </c:pt>
                <c:pt idx="53">
                  <c:v>40513</c:v>
                </c:pt>
                <c:pt idx="54">
                  <c:v>40483</c:v>
                </c:pt>
                <c:pt idx="55">
                  <c:v>40452</c:v>
                </c:pt>
                <c:pt idx="56">
                  <c:v>40422</c:v>
                </c:pt>
                <c:pt idx="57">
                  <c:v>40391</c:v>
                </c:pt>
                <c:pt idx="58">
                  <c:v>40360</c:v>
                </c:pt>
                <c:pt idx="59">
                  <c:v>40330</c:v>
                </c:pt>
                <c:pt idx="60">
                  <c:v>40299</c:v>
                </c:pt>
                <c:pt idx="61">
                  <c:v>40269</c:v>
                </c:pt>
                <c:pt idx="62">
                  <c:v>40238</c:v>
                </c:pt>
                <c:pt idx="63">
                  <c:v>40210</c:v>
                </c:pt>
                <c:pt idx="64">
                  <c:v>40179</c:v>
                </c:pt>
                <c:pt idx="65">
                  <c:v>40148</c:v>
                </c:pt>
                <c:pt idx="66">
                  <c:v>40118</c:v>
                </c:pt>
                <c:pt idx="67">
                  <c:v>40087</c:v>
                </c:pt>
                <c:pt idx="68">
                  <c:v>40057</c:v>
                </c:pt>
                <c:pt idx="69">
                  <c:v>40026</c:v>
                </c:pt>
                <c:pt idx="70">
                  <c:v>39995</c:v>
                </c:pt>
                <c:pt idx="71">
                  <c:v>39965</c:v>
                </c:pt>
                <c:pt idx="72">
                  <c:v>39934</c:v>
                </c:pt>
                <c:pt idx="73">
                  <c:v>39904</c:v>
                </c:pt>
                <c:pt idx="74">
                  <c:v>39873</c:v>
                </c:pt>
                <c:pt idx="75">
                  <c:v>39845</c:v>
                </c:pt>
                <c:pt idx="76">
                  <c:v>39814</c:v>
                </c:pt>
                <c:pt idx="77">
                  <c:v>39783</c:v>
                </c:pt>
                <c:pt idx="78">
                  <c:v>39753</c:v>
                </c:pt>
                <c:pt idx="79">
                  <c:v>39722</c:v>
                </c:pt>
                <c:pt idx="80">
                  <c:v>39692</c:v>
                </c:pt>
                <c:pt idx="81">
                  <c:v>39661</c:v>
                </c:pt>
                <c:pt idx="82">
                  <c:v>39630</c:v>
                </c:pt>
                <c:pt idx="83">
                  <c:v>39600</c:v>
                </c:pt>
                <c:pt idx="84">
                  <c:v>39569</c:v>
                </c:pt>
                <c:pt idx="85">
                  <c:v>39539</c:v>
                </c:pt>
                <c:pt idx="86">
                  <c:v>39508</c:v>
                </c:pt>
                <c:pt idx="87">
                  <c:v>39479</c:v>
                </c:pt>
                <c:pt idx="88">
                  <c:v>39448</c:v>
                </c:pt>
                <c:pt idx="89">
                  <c:v>39417</c:v>
                </c:pt>
                <c:pt idx="90">
                  <c:v>39387</c:v>
                </c:pt>
                <c:pt idx="91">
                  <c:v>39356</c:v>
                </c:pt>
                <c:pt idx="92">
                  <c:v>39326</c:v>
                </c:pt>
                <c:pt idx="93">
                  <c:v>39295</c:v>
                </c:pt>
                <c:pt idx="94">
                  <c:v>39264</c:v>
                </c:pt>
                <c:pt idx="95">
                  <c:v>39234</c:v>
                </c:pt>
                <c:pt idx="96">
                  <c:v>39203</c:v>
                </c:pt>
                <c:pt idx="97">
                  <c:v>39173</c:v>
                </c:pt>
                <c:pt idx="98">
                  <c:v>39142</c:v>
                </c:pt>
                <c:pt idx="99">
                  <c:v>39114</c:v>
                </c:pt>
                <c:pt idx="100">
                  <c:v>39083</c:v>
                </c:pt>
                <c:pt idx="101">
                  <c:v>39052</c:v>
                </c:pt>
                <c:pt idx="102">
                  <c:v>39022</c:v>
                </c:pt>
                <c:pt idx="103">
                  <c:v>38991</c:v>
                </c:pt>
                <c:pt idx="104">
                  <c:v>38961</c:v>
                </c:pt>
                <c:pt idx="105">
                  <c:v>38930</c:v>
                </c:pt>
                <c:pt idx="106">
                  <c:v>38899</c:v>
                </c:pt>
                <c:pt idx="107">
                  <c:v>38869</c:v>
                </c:pt>
                <c:pt idx="108">
                  <c:v>38838</c:v>
                </c:pt>
                <c:pt idx="109">
                  <c:v>38808</c:v>
                </c:pt>
                <c:pt idx="110">
                  <c:v>38777</c:v>
                </c:pt>
                <c:pt idx="111">
                  <c:v>38749</c:v>
                </c:pt>
                <c:pt idx="112">
                  <c:v>38718</c:v>
                </c:pt>
                <c:pt idx="113">
                  <c:v>38687</c:v>
                </c:pt>
                <c:pt idx="114">
                  <c:v>38657</c:v>
                </c:pt>
                <c:pt idx="115">
                  <c:v>38626</c:v>
                </c:pt>
                <c:pt idx="116">
                  <c:v>38596</c:v>
                </c:pt>
                <c:pt idx="117">
                  <c:v>38565</c:v>
                </c:pt>
                <c:pt idx="118">
                  <c:v>38534</c:v>
                </c:pt>
                <c:pt idx="119">
                  <c:v>38504</c:v>
                </c:pt>
                <c:pt idx="120">
                  <c:v>38473</c:v>
                </c:pt>
                <c:pt idx="121">
                  <c:v>38443</c:v>
                </c:pt>
                <c:pt idx="122">
                  <c:v>38412</c:v>
                </c:pt>
                <c:pt idx="123">
                  <c:v>38384</c:v>
                </c:pt>
              </c:numCache>
            </c:numRef>
          </c:cat>
          <c:val>
            <c:numRef>
              <c:f>'720-740'!$C$4:$C$126</c:f>
              <c:numCache>
                <c:formatCode>0.00</c:formatCode>
                <c:ptCount val="123"/>
                <c:pt idx="0">
                  <c:v>4.0689393591656504</c:v>
                </c:pt>
                <c:pt idx="1">
                  <c:v>3.9976524486584601</c:v>
                </c:pt>
                <c:pt idx="2">
                  <c:v>3.97046600040062</c:v>
                </c:pt>
                <c:pt idx="3">
                  <c:v>4.1857772515696601</c:v>
                </c:pt>
                <c:pt idx="4">
                  <c:v>4.2958063329140002</c:v>
                </c:pt>
                <c:pt idx="5">
                  <c:v>4.3368509144195402</c:v>
                </c:pt>
                <c:pt idx="6">
                  <c:v>4.4254316423178803</c:v>
                </c:pt>
                <c:pt idx="7">
                  <c:v>4.43335328399401</c:v>
                </c:pt>
                <c:pt idx="8">
                  <c:v>4.4820873699267203</c:v>
                </c:pt>
                <c:pt idx="9">
                  <c:v>4.4507518381226703</c:v>
                </c:pt>
                <c:pt idx="10">
                  <c:v>4.5076739593115596</c:v>
                </c:pt>
                <c:pt idx="11">
                  <c:v>4.6304775558386702</c:v>
                </c:pt>
                <c:pt idx="12">
                  <c:v>4.67145006934508</c:v>
                </c:pt>
                <c:pt idx="13">
                  <c:v>4.6416755834097003</c:v>
                </c:pt>
                <c:pt idx="14">
                  <c:v>4.7285457104419804</c:v>
                </c:pt>
                <c:pt idx="15">
                  <c:v>4.7102598455324296</c:v>
                </c:pt>
                <c:pt idx="16">
                  <c:v>4.6029708100676903</c:v>
                </c:pt>
                <c:pt idx="17">
                  <c:v>4.5855443469827897</c:v>
                </c:pt>
                <c:pt idx="18">
                  <c:v>4.6746403637074501</c:v>
                </c:pt>
                <c:pt idx="19">
                  <c:v>4.6416736209021296</c:v>
                </c:pt>
                <c:pt idx="20">
                  <c:v>4.4624334410396003</c:v>
                </c:pt>
                <c:pt idx="21">
                  <c:v>4.1189687376384398</c:v>
                </c:pt>
                <c:pt idx="22">
                  <c:v>3.8684499724059802</c:v>
                </c:pt>
                <c:pt idx="23">
                  <c:v>3.8001340988241998</c:v>
                </c:pt>
                <c:pt idx="24">
                  <c:v>3.8128568174961002</c:v>
                </c:pt>
                <c:pt idx="25">
                  <c:v>3.7962667328789701</c:v>
                </c:pt>
                <c:pt idx="26">
                  <c:v>3.75190639957412</c:v>
                </c:pt>
                <c:pt idx="27">
                  <c:v>3.6747127603708698</c:v>
                </c:pt>
                <c:pt idx="28">
                  <c:v>3.6739784771944199</c:v>
                </c:pt>
                <c:pt idx="29">
                  <c:v>3.7092114441848301</c:v>
                </c:pt>
                <c:pt idx="30">
                  <c:v>3.7816307250292001</c:v>
                </c:pt>
                <c:pt idx="31">
                  <c:v>3.85813493498723</c:v>
                </c:pt>
                <c:pt idx="32">
                  <c:v>3.8561537915181598</c:v>
                </c:pt>
                <c:pt idx="33">
                  <c:v>3.9615395172642001</c:v>
                </c:pt>
                <c:pt idx="34">
                  <c:v>4.0560861088501099</c:v>
                </c:pt>
                <c:pt idx="35">
                  <c:v>4.2229438029429502</c:v>
                </c:pt>
                <c:pt idx="36">
                  <c:v>4.2242301782795497</c:v>
                </c:pt>
                <c:pt idx="37">
                  <c:v>4.1620115578010397</c:v>
                </c:pt>
                <c:pt idx="38">
                  <c:v>4.1614549776736496</c:v>
                </c:pt>
                <c:pt idx="39">
                  <c:v>4.24191259357237</c:v>
                </c:pt>
                <c:pt idx="40">
                  <c:v>4.3220030191500598</c:v>
                </c:pt>
                <c:pt idx="41">
                  <c:v>4.3164000211197502</c:v>
                </c:pt>
                <c:pt idx="42">
                  <c:v>4.3517907750955702</c:v>
                </c:pt>
                <c:pt idx="43">
                  <c:v>4.4936991444587298</c:v>
                </c:pt>
                <c:pt idx="44">
                  <c:v>4.7513287199012098</c:v>
                </c:pt>
                <c:pt idx="45">
                  <c:v>4.8443902053957197</c:v>
                </c:pt>
                <c:pt idx="46">
                  <c:v>4.9274514094050899</c:v>
                </c:pt>
                <c:pt idx="47">
                  <c:v>5.0862044938779798</c:v>
                </c:pt>
                <c:pt idx="48">
                  <c:v>5.1135709914424803</c:v>
                </c:pt>
                <c:pt idx="49">
                  <c:v>5.0463244306028896</c:v>
                </c:pt>
                <c:pt idx="50">
                  <c:v>4.8590088635726802</c:v>
                </c:pt>
                <c:pt idx="51">
                  <c:v>4.6867208007411403</c:v>
                </c:pt>
                <c:pt idx="52">
                  <c:v>4.5060439423599803</c:v>
                </c:pt>
                <c:pt idx="53">
                  <c:v>4.4668878031957302</c:v>
                </c:pt>
                <c:pt idx="54">
                  <c:v>4.5632678855802196</c:v>
                </c:pt>
                <c:pt idx="55">
                  <c:v>4.62159046475906</c:v>
                </c:pt>
                <c:pt idx="56">
                  <c:v>4.7337347464183299</c:v>
                </c:pt>
                <c:pt idx="57">
                  <c:v>4.8841833025523602</c:v>
                </c:pt>
                <c:pt idx="58">
                  <c:v>5.0912604595516804</c:v>
                </c:pt>
                <c:pt idx="59">
                  <c:v>5.1929510813334598</c:v>
                </c:pt>
                <c:pt idx="60">
                  <c:v>5.1906864043967502</c:v>
                </c:pt>
                <c:pt idx="61">
                  <c:v>5.1334162100121601</c:v>
                </c:pt>
                <c:pt idx="62">
                  <c:v>5.1218708199179099</c:v>
                </c:pt>
                <c:pt idx="63">
                  <c:v>5.0451855856974497</c:v>
                </c:pt>
                <c:pt idx="64">
                  <c:v>5.0541375220457798</c:v>
                </c:pt>
                <c:pt idx="65">
                  <c:v>5.0606226136860402</c:v>
                </c:pt>
                <c:pt idx="66">
                  <c:v>5.0792960555141597</c:v>
                </c:pt>
                <c:pt idx="67">
                  <c:v>5.0794393502392197</c:v>
                </c:pt>
                <c:pt idx="68">
                  <c:v>5.0403811867557602</c:v>
                </c:pt>
                <c:pt idx="69">
                  <c:v>4.95289064212876</c:v>
                </c:pt>
                <c:pt idx="70">
                  <c:v>4.8531831313021501</c:v>
                </c:pt>
                <c:pt idx="71">
                  <c:v>4.8013301791594998</c:v>
                </c:pt>
                <c:pt idx="72">
                  <c:v>4.83085603281208</c:v>
                </c:pt>
                <c:pt idx="73">
                  <c:v>4.9015203325948198</c:v>
                </c:pt>
                <c:pt idx="74">
                  <c:v>4.8974683582280196</c:v>
                </c:pt>
                <c:pt idx="75">
                  <c:v>4.9541864872638604</c:v>
                </c:pt>
                <c:pt idx="76">
                  <c:v>5.2947982635891897</c:v>
                </c:pt>
                <c:pt idx="77">
                  <c:v>6.0649705930269899</c:v>
                </c:pt>
                <c:pt idx="78">
                  <c:v>5.9900204688987104</c:v>
                </c:pt>
                <c:pt idx="79">
                  <c:v>6.1484174192605998</c:v>
                </c:pt>
                <c:pt idx="80">
                  <c:v>6.4856183951072603</c:v>
                </c:pt>
                <c:pt idx="81">
                  <c:v>6.3591256852606399</c:v>
                </c:pt>
                <c:pt idx="82">
                  <c:v>6.0484189133711102</c:v>
                </c:pt>
                <c:pt idx="83">
                  <c:v>5.9490656753503997</c:v>
                </c:pt>
                <c:pt idx="84">
                  <c:v>5.8709125862445397</c:v>
                </c:pt>
                <c:pt idx="85">
                  <c:v>5.82697218078021</c:v>
                </c:pt>
                <c:pt idx="86">
                  <c:v>5.6725998227856396</c:v>
                </c:pt>
                <c:pt idx="87">
                  <c:v>5.9368201254584196</c:v>
                </c:pt>
                <c:pt idx="88">
                  <c:v>6.1621115539224602</c:v>
                </c:pt>
                <c:pt idx="89">
                  <c:v>6.3670015649257197</c:v>
                </c:pt>
                <c:pt idx="90">
                  <c:v>6.4626502175327998</c:v>
                </c:pt>
                <c:pt idx="91">
                  <c:v>6.5736722230756799</c:v>
                </c:pt>
                <c:pt idx="92">
                  <c:v>6.68794966830552</c:v>
                </c:pt>
                <c:pt idx="93">
                  <c:v>6.6878406795120302</c:v>
                </c:pt>
                <c:pt idx="94">
                  <c:v>6.44762831174772</c:v>
                </c:pt>
                <c:pt idx="95">
                  <c:v>6.2879742061793698</c:v>
                </c:pt>
                <c:pt idx="96">
                  <c:v>6.2124059144915798</c:v>
                </c:pt>
                <c:pt idx="97">
                  <c:v>6.23761516654523</c:v>
                </c:pt>
                <c:pt idx="98">
                  <c:v>6.3132558185377601</c:v>
                </c:pt>
                <c:pt idx="99">
                  <c:v>6.1846410401025196</c:v>
                </c:pt>
                <c:pt idx="100">
                  <c:v>6.1745789167584499</c:v>
                </c:pt>
                <c:pt idx="101">
                  <c:v>6.3086560461892303</c:v>
                </c:pt>
                <c:pt idx="102">
                  <c:v>6.3835165775400098</c:v>
                </c:pt>
                <c:pt idx="103">
                  <c:v>6.5397896504485598</c:v>
                </c:pt>
                <c:pt idx="104">
                  <c:v>6.7270773617175603</c:v>
                </c:pt>
                <c:pt idx="105">
                  <c:v>6.7861004506661304</c:v>
                </c:pt>
                <c:pt idx="106">
                  <c:v>6.7377690562517101</c:v>
                </c:pt>
                <c:pt idx="107">
                  <c:v>6.6115562688266802</c:v>
                </c:pt>
                <c:pt idx="108">
                  <c:v>6.4459277178819496</c:v>
                </c:pt>
                <c:pt idx="109">
                  <c:v>6.3128981059995501</c:v>
                </c:pt>
                <c:pt idx="110">
                  <c:v>6.2157144905538297</c:v>
                </c:pt>
                <c:pt idx="111">
                  <c:v>6.2357266069911601</c:v>
                </c:pt>
                <c:pt idx="112">
                  <c:v>6.3473811801315003</c:v>
                </c:pt>
                <c:pt idx="113">
                  <c:v>6.1673540956550603</c:v>
                </c:pt>
                <c:pt idx="114">
                  <c:v>5.9141874379719903</c:v>
                </c:pt>
                <c:pt idx="115">
                  <c:v>5.8543116543895799</c:v>
                </c:pt>
                <c:pt idx="116">
                  <c:v>5.82241982647023</c:v>
                </c:pt>
                <c:pt idx="117">
                  <c:v>5.6954046826918798</c:v>
                </c:pt>
                <c:pt idx="118">
                  <c:v>5.7168911097827904</c:v>
                </c:pt>
                <c:pt idx="119">
                  <c:v>5.9000072008811104</c:v>
                </c:pt>
                <c:pt idx="120">
                  <c:v>5.9681465165062102</c:v>
                </c:pt>
                <c:pt idx="121">
                  <c:v>5.7242981301406601</c:v>
                </c:pt>
                <c:pt idx="122">
                  <c:v>5.6966162120592401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'720-740'!$D$3</c:f>
              <c:strCache>
                <c:ptCount val="1"/>
                <c:pt idx="0">
                  <c:v>Big Non-Bank</c:v>
                </c:pt>
              </c:strCache>
            </c:strRef>
          </c:tx>
          <c:spPr>
            <a:ln w="19050">
              <a:solidFill>
                <a:srgbClr val="AD275C"/>
              </a:solidFill>
            </a:ln>
          </c:spPr>
          <c:marker>
            <c:symbol val="none"/>
          </c:marker>
          <c:cat>
            <c:numRef>
              <c:f>'720-740'!$B$4:$B$127</c:f>
              <c:numCache>
                <c:formatCode>m/d/yyyy</c:formatCode>
                <c:ptCount val="124"/>
                <c:pt idx="0">
                  <c:v>42125</c:v>
                </c:pt>
                <c:pt idx="1">
                  <c:v>42095</c:v>
                </c:pt>
                <c:pt idx="2">
                  <c:v>42064</c:v>
                </c:pt>
                <c:pt idx="3">
                  <c:v>42036</c:v>
                </c:pt>
                <c:pt idx="4">
                  <c:v>42005</c:v>
                </c:pt>
                <c:pt idx="5">
                  <c:v>41974</c:v>
                </c:pt>
                <c:pt idx="6">
                  <c:v>41944</c:v>
                </c:pt>
                <c:pt idx="7">
                  <c:v>41913</c:v>
                </c:pt>
                <c:pt idx="8">
                  <c:v>41883</c:v>
                </c:pt>
                <c:pt idx="9">
                  <c:v>41852</c:v>
                </c:pt>
                <c:pt idx="10">
                  <c:v>41821</c:v>
                </c:pt>
                <c:pt idx="11">
                  <c:v>41791</c:v>
                </c:pt>
                <c:pt idx="12">
                  <c:v>41760</c:v>
                </c:pt>
                <c:pt idx="13">
                  <c:v>41730</c:v>
                </c:pt>
                <c:pt idx="14">
                  <c:v>41699</c:v>
                </c:pt>
                <c:pt idx="15">
                  <c:v>41671</c:v>
                </c:pt>
                <c:pt idx="16">
                  <c:v>41640</c:v>
                </c:pt>
                <c:pt idx="17">
                  <c:v>41609</c:v>
                </c:pt>
                <c:pt idx="18">
                  <c:v>41579</c:v>
                </c:pt>
                <c:pt idx="19">
                  <c:v>41548</c:v>
                </c:pt>
                <c:pt idx="20">
                  <c:v>41518</c:v>
                </c:pt>
                <c:pt idx="21">
                  <c:v>41487</c:v>
                </c:pt>
                <c:pt idx="22">
                  <c:v>41456</c:v>
                </c:pt>
                <c:pt idx="23">
                  <c:v>41426</c:v>
                </c:pt>
                <c:pt idx="24">
                  <c:v>41395</c:v>
                </c:pt>
                <c:pt idx="25">
                  <c:v>41365</c:v>
                </c:pt>
                <c:pt idx="26">
                  <c:v>41334</c:v>
                </c:pt>
                <c:pt idx="27">
                  <c:v>41306</c:v>
                </c:pt>
                <c:pt idx="28">
                  <c:v>41275</c:v>
                </c:pt>
                <c:pt idx="29">
                  <c:v>41244</c:v>
                </c:pt>
                <c:pt idx="30">
                  <c:v>41214</c:v>
                </c:pt>
                <c:pt idx="31">
                  <c:v>41183</c:v>
                </c:pt>
                <c:pt idx="32">
                  <c:v>41153</c:v>
                </c:pt>
                <c:pt idx="33">
                  <c:v>41122</c:v>
                </c:pt>
                <c:pt idx="34">
                  <c:v>41091</c:v>
                </c:pt>
                <c:pt idx="35">
                  <c:v>41061</c:v>
                </c:pt>
                <c:pt idx="36">
                  <c:v>41030</c:v>
                </c:pt>
                <c:pt idx="37">
                  <c:v>41000</c:v>
                </c:pt>
                <c:pt idx="38">
                  <c:v>40969</c:v>
                </c:pt>
                <c:pt idx="39">
                  <c:v>40940</c:v>
                </c:pt>
                <c:pt idx="40">
                  <c:v>40909</c:v>
                </c:pt>
                <c:pt idx="41">
                  <c:v>40878</c:v>
                </c:pt>
                <c:pt idx="42">
                  <c:v>40848</c:v>
                </c:pt>
                <c:pt idx="43">
                  <c:v>40817</c:v>
                </c:pt>
                <c:pt idx="44">
                  <c:v>40787</c:v>
                </c:pt>
                <c:pt idx="45">
                  <c:v>40756</c:v>
                </c:pt>
                <c:pt idx="46">
                  <c:v>40725</c:v>
                </c:pt>
                <c:pt idx="47">
                  <c:v>40695</c:v>
                </c:pt>
                <c:pt idx="48">
                  <c:v>40664</c:v>
                </c:pt>
                <c:pt idx="49">
                  <c:v>40634</c:v>
                </c:pt>
                <c:pt idx="50">
                  <c:v>40603</c:v>
                </c:pt>
                <c:pt idx="51">
                  <c:v>40575</c:v>
                </c:pt>
                <c:pt idx="52">
                  <c:v>40544</c:v>
                </c:pt>
                <c:pt idx="53">
                  <c:v>40513</c:v>
                </c:pt>
                <c:pt idx="54">
                  <c:v>40483</c:v>
                </c:pt>
                <c:pt idx="55">
                  <c:v>40452</c:v>
                </c:pt>
                <c:pt idx="56">
                  <c:v>40422</c:v>
                </c:pt>
                <c:pt idx="57">
                  <c:v>40391</c:v>
                </c:pt>
                <c:pt idx="58">
                  <c:v>40360</c:v>
                </c:pt>
                <c:pt idx="59">
                  <c:v>40330</c:v>
                </c:pt>
                <c:pt idx="60">
                  <c:v>40299</c:v>
                </c:pt>
                <c:pt idx="61">
                  <c:v>40269</c:v>
                </c:pt>
                <c:pt idx="62">
                  <c:v>40238</c:v>
                </c:pt>
                <c:pt idx="63">
                  <c:v>40210</c:v>
                </c:pt>
                <c:pt idx="64">
                  <c:v>40179</c:v>
                </c:pt>
                <c:pt idx="65">
                  <c:v>40148</c:v>
                </c:pt>
                <c:pt idx="66">
                  <c:v>40118</c:v>
                </c:pt>
                <c:pt idx="67">
                  <c:v>40087</c:v>
                </c:pt>
                <c:pt idx="68">
                  <c:v>40057</c:v>
                </c:pt>
                <c:pt idx="69">
                  <c:v>40026</c:v>
                </c:pt>
                <c:pt idx="70">
                  <c:v>39995</c:v>
                </c:pt>
                <c:pt idx="71">
                  <c:v>39965</c:v>
                </c:pt>
                <c:pt idx="72">
                  <c:v>39934</c:v>
                </c:pt>
                <c:pt idx="73">
                  <c:v>39904</c:v>
                </c:pt>
                <c:pt idx="74">
                  <c:v>39873</c:v>
                </c:pt>
                <c:pt idx="75">
                  <c:v>39845</c:v>
                </c:pt>
                <c:pt idx="76">
                  <c:v>39814</c:v>
                </c:pt>
                <c:pt idx="77">
                  <c:v>39783</c:v>
                </c:pt>
                <c:pt idx="78">
                  <c:v>39753</c:v>
                </c:pt>
                <c:pt idx="79">
                  <c:v>39722</c:v>
                </c:pt>
                <c:pt idx="80">
                  <c:v>39692</c:v>
                </c:pt>
                <c:pt idx="81">
                  <c:v>39661</c:v>
                </c:pt>
                <c:pt idx="82">
                  <c:v>39630</c:v>
                </c:pt>
                <c:pt idx="83">
                  <c:v>39600</c:v>
                </c:pt>
                <c:pt idx="84">
                  <c:v>39569</c:v>
                </c:pt>
                <c:pt idx="85">
                  <c:v>39539</c:v>
                </c:pt>
                <c:pt idx="86">
                  <c:v>39508</c:v>
                </c:pt>
                <c:pt idx="87">
                  <c:v>39479</c:v>
                </c:pt>
                <c:pt idx="88">
                  <c:v>39448</c:v>
                </c:pt>
                <c:pt idx="89">
                  <c:v>39417</c:v>
                </c:pt>
                <c:pt idx="90">
                  <c:v>39387</c:v>
                </c:pt>
                <c:pt idx="91">
                  <c:v>39356</c:v>
                </c:pt>
                <c:pt idx="92">
                  <c:v>39326</c:v>
                </c:pt>
                <c:pt idx="93">
                  <c:v>39295</c:v>
                </c:pt>
                <c:pt idx="94">
                  <c:v>39264</c:v>
                </c:pt>
                <c:pt idx="95">
                  <c:v>39234</c:v>
                </c:pt>
                <c:pt idx="96">
                  <c:v>39203</c:v>
                </c:pt>
                <c:pt idx="97">
                  <c:v>39173</c:v>
                </c:pt>
                <c:pt idx="98">
                  <c:v>39142</c:v>
                </c:pt>
                <c:pt idx="99">
                  <c:v>39114</c:v>
                </c:pt>
                <c:pt idx="100">
                  <c:v>39083</c:v>
                </c:pt>
                <c:pt idx="101">
                  <c:v>39052</c:v>
                </c:pt>
                <c:pt idx="102">
                  <c:v>39022</c:v>
                </c:pt>
                <c:pt idx="103">
                  <c:v>38991</c:v>
                </c:pt>
                <c:pt idx="104">
                  <c:v>38961</c:v>
                </c:pt>
                <c:pt idx="105">
                  <c:v>38930</c:v>
                </c:pt>
                <c:pt idx="106">
                  <c:v>38899</c:v>
                </c:pt>
                <c:pt idx="107">
                  <c:v>38869</c:v>
                </c:pt>
                <c:pt idx="108">
                  <c:v>38838</c:v>
                </c:pt>
                <c:pt idx="109">
                  <c:v>38808</c:v>
                </c:pt>
                <c:pt idx="110">
                  <c:v>38777</c:v>
                </c:pt>
                <c:pt idx="111">
                  <c:v>38749</c:v>
                </c:pt>
                <c:pt idx="112">
                  <c:v>38718</c:v>
                </c:pt>
                <c:pt idx="113">
                  <c:v>38687</c:v>
                </c:pt>
                <c:pt idx="114">
                  <c:v>38657</c:v>
                </c:pt>
                <c:pt idx="115">
                  <c:v>38626</c:v>
                </c:pt>
                <c:pt idx="116">
                  <c:v>38596</c:v>
                </c:pt>
                <c:pt idx="117">
                  <c:v>38565</c:v>
                </c:pt>
                <c:pt idx="118">
                  <c:v>38534</c:v>
                </c:pt>
                <c:pt idx="119">
                  <c:v>38504</c:v>
                </c:pt>
                <c:pt idx="120">
                  <c:v>38473</c:v>
                </c:pt>
                <c:pt idx="121">
                  <c:v>38443</c:v>
                </c:pt>
                <c:pt idx="122">
                  <c:v>38412</c:v>
                </c:pt>
                <c:pt idx="123">
                  <c:v>38384</c:v>
                </c:pt>
              </c:numCache>
            </c:numRef>
          </c:cat>
          <c:val>
            <c:numRef>
              <c:f>'720-740'!$D$4:$D$126</c:f>
              <c:numCache>
                <c:formatCode>General</c:formatCode>
                <c:ptCount val="123"/>
                <c:pt idx="0">
                  <c:v>4.0719586588286099</c:v>
                </c:pt>
                <c:pt idx="1">
                  <c:v>4.0313600244512697</c:v>
                </c:pt>
                <c:pt idx="2">
                  <c:v>4.0348045515276798</c:v>
                </c:pt>
                <c:pt idx="3">
                  <c:v>4.1603901773313199</c:v>
                </c:pt>
                <c:pt idx="4">
                  <c:v>4.29626321133735</c:v>
                </c:pt>
                <c:pt idx="5">
                  <c:v>4.3096221072099699</c:v>
                </c:pt>
                <c:pt idx="6">
                  <c:v>4.4544775134761201</c:v>
                </c:pt>
                <c:pt idx="7">
                  <c:v>4.47837851549001</c:v>
                </c:pt>
                <c:pt idx="8">
                  <c:v>4.5098579289704901</c:v>
                </c:pt>
                <c:pt idx="9">
                  <c:v>4.4958143533653496</c:v>
                </c:pt>
                <c:pt idx="10">
                  <c:v>4.5322410201994696</c:v>
                </c:pt>
                <c:pt idx="11">
                  <c:v>4.6320107480218997</c:v>
                </c:pt>
                <c:pt idx="12">
                  <c:v>4.6738707472454397</c:v>
                </c:pt>
                <c:pt idx="13">
                  <c:v>4.6972976843399001</c:v>
                </c:pt>
                <c:pt idx="14">
                  <c:v>4.7474262999647099</c:v>
                </c:pt>
                <c:pt idx="15">
                  <c:v>4.7351571841974804</c:v>
                </c:pt>
                <c:pt idx="16">
                  <c:v>4.6177308088013103</c:v>
                </c:pt>
                <c:pt idx="17">
                  <c:v>4.5742505732750001</c:v>
                </c:pt>
                <c:pt idx="18">
                  <c:v>4.66396996329701</c:v>
                </c:pt>
                <c:pt idx="19">
                  <c:v>4.7062133797163801</c:v>
                </c:pt>
                <c:pt idx="20">
                  <c:v>4.5584944166345096</c:v>
                </c:pt>
                <c:pt idx="21">
                  <c:v>4.2848380957352301</c:v>
                </c:pt>
                <c:pt idx="22">
                  <c:v>3.9094243014008501</c:v>
                </c:pt>
                <c:pt idx="23">
                  <c:v>3.7620643916695902</c:v>
                </c:pt>
                <c:pt idx="24">
                  <c:v>3.8290037998644002</c:v>
                </c:pt>
                <c:pt idx="25">
                  <c:v>3.8052897825242402</c:v>
                </c:pt>
                <c:pt idx="26">
                  <c:v>3.7308096511395199</c:v>
                </c:pt>
                <c:pt idx="27">
                  <c:v>3.60014636592464</c:v>
                </c:pt>
                <c:pt idx="28">
                  <c:v>3.6156120301058601</c:v>
                </c:pt>
                <c:pt idx="29">
                  <c:v>3.65069482603315</c:v>
                </c:pt>
                <c:pt idx="30">
                  <c:v>3.7299985361179</c:v>
                </c:pt>
                <c:pt idx="31">
                  <c:v>3.8130126157432098</c:v>
                </c:pt>
                <c:pt idx="32">
                  <c:v>3.8413669662350398</c:v>
                </c:pt>
                <c:pt idx="33">
                  <c:v>3.8900717900123398</c:v>
                </c:pt>
                <c:pt idx="34">
                  <c:v>4.03634091987613</c:v>
                </c:pt>
                <c:pt idx="35">
                  <c:v>4.1271152608226904</c:v>
                </c:pt>
                <c:pt idx="36">
                  <c:v>4.1548872677278599</c:v>
                </c:pt>
                <c:pt idx="37">
                  <c:v>4.1441064432031398</c:v>
                </c:pt>
                <c:pt idx="38">
                  <c:v>4.1455110258129597</c:v>
                </c:pt>
                <c:pt idx="39">
                  <c:v>4.1966378860258597</c:v>
                </c:pt>
                <c:pt idx="40">
                  <c:v>4.3132290953588202</c:v>
                </c:pt>
                <c:pt idx="41">
                  <c:v>4.2494279574347003</c:v>
                </c:pt>
                <c:pt idx="42">
                  <c:v>4.3590115972600501</c:v>
                </c:pt>
                <c:pt idx="43">
                  <c:v>4.4692320389657896</c:v>
                </c:pt>
                <c:pt idx="44">
                  <c:v>4.7682766893492499</c:v>
                </c:pt>
                <c:pt idx="45">
                  <c:v>4.7478207371416996</c:v>
                </c:pt>
                <c:pt idx="46">
                  <c:v>4.8540062875858103</c:v>
                </c:pt>
                <c:pt idx="47">
                  <c:v>5.1320761173384204</c:v>
                </c:pt>
                <c:pt idx="48">
                  <c:v>5.1404464653703004</c:v>
                </c:pt>
                <c:pt idx="49">
                  <c:v>5.1431101979326899</c:v>
                </c:pt>
                <c:pt idx="50">
                  <c:v>4.9838555740272001</c:v>
                </c:pt>
                <c:pt idx="51">
                  <c:v>4.8381941388271796</c:v>
                </c:pt>
                <c:pt idx="52">
                  <c:v>4.5285699349956499</c:v>
                </c:pt>
                <c:pt idx="53">
                  <c:v>4.41486435815</c:v>
                </c:pt>
                <c:pt idx="54">
                  <c:v>4.5248692631361402</c:v>
                </c:pt>
                <c:pt idx="55">
                  <c:v>4.6459202205859498</c:v>
                </c:pt>
                <c:pt idx="56">
                  <c:v>4.6956358076668696</c:v>
                </c:pt>
                <c:pt idx="57">
                  <c:v>4.7923556922189396</c:v>
                </c:pt>
                <c:pt idx="58">
                  <c:v>5.15253596141266</c:v>
                </c:pt>
                <c:pt idx="59">
                  <c:v>5.2257018601174998</c:v>
                </c:pt>
                <c:pt idx="60">
                  <c:v>5.18999616870392</c:v>
                </c:pt>
                <c:pt idx="61">
                  <c:v>5.15649723080237</c:v>
                </c:pt>
                <c:pt idx="62">
                  <c:v>5.1392350295749196</c:v>
                </c:pt>
                <c:pt idx="63">
                  <c:v>5.0826725728041504</c:v>
                </c:pt>
                <c:pt idx="64">
                  <c:v>5.01553747306742</c:v>
                </c:pt>
                <c:pt idx="65">
                  <c:v>5.0692140548758804</c:v>
                </c:pt>
                <c:pt idx="66">
                  <c:v>5.1110662126140003</c:v>
                </c:pt>
                <c:pt idx="67">
                  <c:v>5.2066374282189702</c:v>
                </c:pt>
                <c:pt idx="68">
                  <c:v>5.2410154532508004</c:v>
                </c:pt>
                <c:pt idx="69">
                  <c:v>5.1608810161246303</c:v>
                </c:pt>
                <c:pt idx="70">
                  <c:v>4.9337656945362198</c:v>
                </c:pt>
                <c:pt idx="71">
                  <c:v>4.8296981876890097</c:v>
                </c:pt>
                <c:pt idx="72">
                  <c:v>4.7321125394413901</c:v>
                </c:pt>
                <c:pt idx="73">
                  <c:v>5.0453954113090296</c:v>
                </c:pt>
                <c:pt idx="74">
                  <c:v>4.8706495255193598</c:v>
                </c:pt>
                <c:pt idx="75">
                  <c:v>4.8809365572121903</c:v>
                </c:pt>
                <c:pt idx="76">
                  <c:v>5.1927871563640897</c:v>
                </c:pt>
                <c:pt idx="77">
                  <c:v>6.3089393939393901</c:v>
                </c:pt>
                <c:pt idx="78">
                  <c:v>6.2426661779757104</c:v>
                </c:pt>
                <c:pt idx="79">
                  <c:v>6.2653710219975798</c:v>
                </c:pt>
                <c:pt idx="80">
                  <c:v>6.77872078231833</c:v>
                </c:pt>
                <c:pt idx="81">
                  <c:v>6.4961146375177297</c:v>
                </c:pt>
                <c:pt idx="82">
                  <c:v>6.74425361570247</c:v>
                </c:pt>
                <c:pt idx="83">
                  <c:v>6.13041500949483</c:v>
                </c:pt>
                <c:pt idx="84">
                  <c:v>5.8818859715578196</c:v>
                </c:pt>
                <c:pt idx="85">
                  <c:v>6.0711712797387598</c:v>
                </c:pt>
                <c:pt idx="86">
                  <c:v>5.9094713572857396</c:v>
                </c:pt>
                <c:pt idx="87">
                  <c:v>6.2657227994725702</c:v>
                </c:pt>
                <c:pt idx="88">
                  <c:v>6.2047273506931599</c:v>
                </c:pt>
                <c:pt idx="89">
                  <c:v>6.4455360585926096</c:v>
                </c:pt>
                <c:pt idx="90">
                  <c:v>6.4460130074284097</c:v>
                </c:pt>
                <c:pt idx="91">
                  <c:v>6.4806838179321797</c:v>
                </c:pt>
                <c:pt idx="92">
                  <c:v>6.8480330658584396</c:v>
                </c:pt>
                <c:pt idx="93">
                  <c:v>6.7909830074830202</c:v>
                </c:pt>
                <c:pt idx="94">
                  <c:v>6.5061749935438096</c:v>
                </c:pt>
                <c:pt idx="95">
                  <c:v>6.4476167158406197</c:v>
                </c:pt>
                <c:pt idx="96">
                  <c:v>6.2562115571055896</c:v>
                </c:pt>
                <c:pt idx="97">
                  <c:v>6.41565533980582</c:v>
                </c:pt>
                <c:pt idx="98">
                  <c:v>6.3135727478877799</c:v>
                </c:pt>
                <c:pt idx="99">
                  <c:v>6.4864569252648101</c:v>
                </c:pt>
                <c:pt idx="100">
                  <c:v>6.4846732601905899</c:v>
                </c:pt>
                <c:pt idx="101">
                  <c:v>6.5206353197789397</c:v>
                </c:pt>
                <c:pt idx="102">
                  <c:v>6.5009247962203398</c:v>
                </c:pt>
                <c:pt idx="103">
                  <c:v>6.6004411481018899</c:v>
                </c:pt>
                <c:pt idx="104">
                  <c:v>6.8959293262598997</c:v>
                </c:pt>
                <c:pt idx="105">
                  <c:v>6.8734356454199004</c:v>
                </c:pt>
                <c:pt idx="106">
                  <c:v>6.7120036389501596</c:v>
                </c:pt>
                <c:pt idx="107">
                  <c:v>6.9856142948480597</c:v>
                </c:pt>
                <c:pt idx="108">
                  <c:v>6.72159167680043</c:v>
                </c:pt>
                <c:pt idx="109">
                  <c:v>6.5683962038516297</c:v>
                </c:pt>
                <c:pt idx="110">
                  <c:v>6.5794126536369104</c:v>
                </c:pt>
                <c:pt idx="111">
                  <c:v>6.5631565273953001</c:v>
                </c:pt>
                <c:pt idx="112">
                  <c:v>6.7027050764620704</c:v>
                </c:pt>
                <c:pt idx="113">
                  <c:v>6.4531733183431497</c:v>
                </c:pt>
                <c:pt idx="114">
                  <c:v>5.98055583239789</c:v>
                </c:pt>
                <c:pt idx="115">
                  <c:v>6.2062093798403097</c:v>
                </c:pt>
                <c:pt idx="116">
                  <c:v>6.0950914691990397</c:v>
                </c:pt>
                <c:pt idx="117">
                  <c:v>5.9763357879472299</c:v>
                </c:pt>
                <c:pt idx="118">
                  <c:v>6.0711545112906897</c:v>
                </c:pt>
                <c:pt idx="119">
                  <c:v>6.0188668235951202</c:v>
                </c:pt>
                <c:pt idx="120">
                  <c:v>6.0742266642546996</c:v>
                </c:pt>
                <c:pt idx="121">
                  <c:v>5.9648053804427503</c:v>
                </c:pt>
                <c:pt idx="122">
                  <c:v>5.9041327318682804</c:v>
                </c:pt>
              </c:numCache>
            </c:numRef>
          </c:val>
          <c:smooth val="0"/>
        </c:ser>
        <c:ser>
          <c:idx val="2"/>
          <c:order val="2"/>
          <c:tx>
            <c:strRef>
              <c:f>'720-740'!$E$3</c:f>
              <c:strCache>
                <c:ptCount val="1"/>
                <c:pt idx="0">
                  <c:v>Small Lender</c:v>
                </c:pt>
              </c:strCache>
            </c:strRef>
          </c:tx>
          <c:spPr>
            <a:ln w="19050">
              <a:solidFill>
                <a:srgbClr val="74B629"/>
              </a:solidFill>
            </a:ln>
          </c:spPr>
          <c:marker>
            <c:symbol val="none"/>
          </c:marker>
          <c:cat>
            <c:numRef>
              <c:f>'720-740'!$B$4:$B$127</c:f>
              <c:numCache>
                <c:formatCode>m/d/yyyy</c:formatCode>
                <c:ptCount val="124"/>
                <c:pt idx="0">
                  <c:v>42125</c:v>
                </c:pt>
                <c:pt idx="1">
                  <c:v>42095</c:v>
                </c:pt>
                <c:pt idx="2">
                  <c:v>42064</c:v>
                </c:pt>
                <c:pt idx="3">
                  <c:v>42036</c:v>
                </c:pt>
                <c:pt idx="4">
                  <c:v>42005</c:v>
                </c:pt>
                <c:pt idx="5">
                  <c:v>41974</c:v>
                </c:pt>
                <c:pt idx="6">
                  <c:v>41944</c:v>
                </c:pt>
                <c:pt idx="7">
                  <c:v>41913</c:v>
                </c:pt>
                <c:pt idx="8">
                  <c:v>41883</c:v>
                </c:pt>
                <c:pt idx="9">
                  <c:v>41852</c:v>
                </c:pt>
                <c:pt idx="10">
                  <c:v>41821</c:v>
                </c:pt>
                <c:pt idx="11">
                  <c:v>41791</c:v>
                </c:pt>
                <c:pt idx="12">
                  <c:v>41760</c:v>
                </c:pt>
                <c:pt idx="13">
                  <c:v>41730</c:v>
                </c:pt>
                <c:pt idx="14">
                  <c:v>41699</c:v>
                </c:pt>
                <c:pt idx="15">
                  <c:v>41671</c:v>
                </c:pt>
                <c:pt idx="16">
                  <c:v>41640</c:v>
                </c:pt>
                <c:pt idx="17">
                  <c:v>41609</c:v>
                </c:pt>
                <c:pt idx="18">
                  <c:v>41579</c:v>
                </c:pt>
                <c:pt idx="19">
                  <c:v>41548</c:v>
                </c:pt>
                <c:pt idx="20">
                  <c:v>41518</c:v>
                </c:pt>
                <c:pt idx="21">
                  <c:v>41487</c:v>
                </c:pt>
                <c:pt idx="22">
                  <c:v>41456</c:v>
                </c:pt>
                <c:pt idx="23">
                  <c:v>41426</c:v>
                </c:pt>
                <c:pt idx="24">
                  <c:v>41395</c:v>
                </c:pt>
                <c:pt idx="25">
                  <c:v>41365</c:v>
                </c:pt>
                <c:pt idx="26">
                  <c:v>41334</c:v>
                </c:pt>
                <c:pt idx="27">
                  <c:v>41306</c:v>
                </c:pt>
                <c:pt idx="28">
                  <c:v>41275</c:v>
                </c:pt>
                <c:pt idx="29">
                  <c:v>41244</c:v>
                </c:pt>
                <c:pt idx="30">
                  <c:v>41214</c:v>
                </c:pt>
                <c:pt idx="31">
                  <c:v>41183</c:v>
                </c:pt>
                <c:pt idx="32">
                  <c:v>41153</c:v>
                </c:pt>
                <c:pt idx="33">
                  <c:v>41122</c:v>
                </c:pt>
                <c:pt idx="34">
                  <c:v>41091</c:v>
                </c:pt>
                <c:pt idx="35">
                  <c:v>41061</c:v>
                </c:pt>
                <c:pt idx="36">
                  <c:v>41030</c:v>
                </c:pt>
                <c:pt idx="37">
                  <c:v>41000</c:v>
                </c:pt>
                <c:pt idx="38">
                  <c:v>40969</c:v>
                </c:pt>
                <c:pt idx="39">
                  <c:v>40940</c:v>
                </c:pt>
                <c:pt idx="40">
                  <c:v>40909</c:v>
                </c:pt>
                <c:pt idx="41">
                  <c:v>40878</c:v>
                </c:pt>
                <c:pt idx="42">
                  <c:v>40848</c:v>
                </c:pt>
                <c:pt idx="43">
                  <c:v>40817</c:v>
                </c:pt>
                <c:pt idx="44">
                  <c:v>40787</c:v>
                </c:pt>
                <c:pt idx="45">
                  <c:v>40756</c:v>
                </c:pt>
                <c:pt idx="46">
                  <c:v>40725</c:v>
                </c:pt>
                <c:pt idx="47">
                  <c:v>40695</c:v>
                </c:pt>
                <c:pt idx="48">
                  <c:v>40664</c:v>
                </c:pt>
                <c:pt idx="49">
                  <c:v>40634</c:v>
                </c:pt>
                <c:pt idx="50">
                  <c:v>40603</c:v>
                </c:pt>
                <c:pt idx="51">
                  <c:v>40575</c:v>
                </c:pt>
                <c:pt idx="52">
                  <c:v>40544</c:v>
                </c:pt>
                <c:pt idx="53">
                  <c:v>40513</c:v>
                </c:pt>
                <c:pt idx="54">
                  <c:v>40483</c:v>
                </c:pt>
                <c:pt idx="55">
                  <c:v>40452</c:v>
                </c:pt>
                <c:pt idx="56">
                  <c:v>40422</c:v>
                </c:pt>
                <c:pt idx="57">
                  <c:v>40391</c:v>
                </c:pt>
                <c:pt idx="58">
                  <c:v>40360</c:v>
                </c:pt>
                <c:pt idx="59">
                  <c:v>40330</c:v>
                </c:pt>
                <c:pt idx="60">
                  <c:v>40299</c:v>
                </c:pt>
                <c:pt idx="61">
                  <c:v>40269</c:v>
                </c:pt>
                <c:pt idx="62">
                  <c:v>40238</c:v>
                </c:pt>
                <c:pt idx="63">
                  <c:v>40210</c:v>
                </c:pt>
                <c:pt idx="64">
                  <c:v>40179</c:v>
                </c:pt>
                <c:pt idx="65">
                  <c:v>40148</c:v>
                </c:pt>
                <c:pt idx="66">
                  <c:v>40118</c:v>
                </c:pt>
                <c:pt idx="67">
                  <c:v>40087</c:v>
                </c:pt>
                <c:pt idx="68">
                  <c:v>40057</c:v>
                </c:pt>
                <c:pt idx="69">
                  <c:v>40026</c:v>
                </c:pt>
                <c:pt idx="70">
                  <c:v>39995</c:v>
                </c:pt>
                <c:pt idx="71">
                  <c:v>39965</c:v>
                </c:pt>
                <c:pt idx="72">
                  <c:v>39934</c:v>
                </c:pt>
                <c:pt idx="73">
                  <c:v>39904</c:v>
                </c:pt>
                <c:pt idx="74">
                  <c:v>39873</c:v>
                </c:pt>
                <c:pt idx="75">
                  <c:v>39845</c:v>
                </c:pt>
                <c:pt idx="76">
                  <c:v>39814</c:v>
                </c:pt>
                <c:pt idx="77">
                  <c:v>39783</c:v>
                </c:pt>
                <c:pt idx="78">
                  <c:v>39753</c:v>
                </c:pt>
                <c:pt idx="79">
                  <c:v>39722</c:v>
                </c:pt>
                <c:pt idx="80">
                  <c:v>39692</c:v>
                </c:pt>
                <c:pt idx="81">
                  <c:v>39661</c:v>
                </c:pt>
                <c:pt idx="82">
                  <c:v>39630</c:v>
                </c:pt>
                <c:pt idx="83">
                  <c:v>39600</c:v>
                </c:pt>
                <c:pt idx="84">
                  <c:v>39569</c:v>
                </c:pt>
                <c:pt idx="85">
                  <c:v>39539</c:v>
                </c:pt>
                <c:pt idx="86">
                  <c:v>39508</c:v>
                </c:pt>
                <c:pt idx="87">
                  <c:v>39479</c:v>
                </c:pt>
                <c:pt idx="88">
                  <c:v>39448</c:v>
                </c:pt>
                <c:pt idx="89">
                  <c:v>39417</c:v>
                </c:pt>
                <c:pt idx="90">
                  <c:v>39387</c:v>
                </c:pt>
                <c:pt idx="91">
                  <c:v>39356</c:v>
                </c:pt>
                <c:pt idx="92">
                  <c:v>39326</c:v>
                </c:pt>
                <c:pt idx="93">
                  <c:v>39295</c:v>
                </c:pt>
                <c:pt idx="94">
                  <c:v>39264</c:v>
                </c:pt>
                <c:pt idx="95">
                  <c:v>39234</c:v>
                </c:pt>
                <c:pt idx="96">
                  <c:v>39203</c:v>
                </c:pt>
                <c:pt idx="97">
                  <c:v>39173</c:v>
                </c:pt>
                <c:pt idx="98">
                  <c:v>39142</c:v>
                </c:pt>
                <c:pt idx="99">
                  <c:v>39114</c:v>
                </c:pt>
                <c:pt idx="100">
                  <c:v>39083</c:v>
                </c:pt>
                <c:pt idx="101">
                  <c:v>39052</c:v>
                </c:pt>
                <c:pt idx="102">
                  <c:v>39022</c:v>
                </c:pt>
                <c:pt idx="103">
                  <c:v>38991</c:v>
                </c:pt>
                <c:pt idx="104">
                  <c:v>38961</c:v>
                </c:pt>
                <c:pt idx="105">
                  <c:v>38930</c:v>
                </c:pt>
                <c:pt idx="106">
                  <c:v>38899</c:v>
                </c:pt>
                <c:pt idx="107">
                  <c:v>38869</c:v>
                </c:pt>
                <c:pt idx="108">
                  <c:v>38838</c:v>
                </c:pt>
                <c:pt idx="109">
                  <c:v>38808</c:v>
                </c:pt>
                <c:pt idx="110">
                  <c:v>38777</c:v>
                </c:pt>
                <c:pt idx="111">
                  <c:v>38749</c:v>
                </c:pt>
                <c:pt idx="112">
                  <c:v>38718</c:v>
                </c:pt>
                <c:pt idx="113">
                  <c:v>38687</c:v>
                </c:pt>
                <c:pt idx="114">
                  <c:v>38657</c:v>
                </c:pt>
                <c:pt idx="115">
                  <c:v>38626</c:v>
                </c:pt>
                <c:pt idx="116">
                  <c:v>38596</c:v>
                </c:pt>
                <c:pt idx="117">
                  <c:v>38565</c:v>
                </c:pt>
                <c:pt idx="118">
                  <c:v>38534</c:v>
                </c:pt>
                <c:pt idx="119">
                  <c:v>38504</c:v>
                </c:pt>
                <c:pt idx="120">
                  <c:v>38473</c:v>
                </c:pt>
                <c:pt idx="121">
                  <c:v>38443</c:v>
                </c:pt>
                <c:pt idx="122">
                  <c:v>38412</c:v>
                </c:pt>
                <c:pt idx="123">
                  <c:v>38384</c:v>
                </c:pt>
              </c:numCache>
            </c:numRef>
          </c:cat>
          <c:val>
            <c:numRef>
              <c:f>'720-740'!$E$4:$E$125</c:f>
              <c:numCache>
                <c:formatCode>General</c:formatCode>
                <c:ptCount val="122"/>
                <c:pt idx="0">
                  <c:v>3.97713138735201</c:v>
                </c:pt>
                <c:pt idx="1">
                  <c:v>3.9219230985515399</c:v>
                </c:pt>
                <c:pt idx="2">
                  <c:v>3.9101116946891401</c:v>
                </c:pt>
                <c:pt idx="3">
                  <c:v>4.0616224510773202</c:v>
                </c:pt>
                <c:pt idx="4">
                  <c:v>4.2035925329350299</c:v>
                </c:pt>
                <c:pt idx="5">
                  <c:v>4.24547163341082</c:v>
                </c:pt>
                <c:pt idx="6">
                  <c:v>4.36266314046786</c:v>
                </c:pt>
                <c:pt idx="7">
                  <c:v>4.3810720759169799</c:v>
                </c:pt>
                <c:pt idx="8">
                  <c:v>4.3867961308868697</c:v>
                </c:pt>
                <c:pt idx="9">
                  <c:v>4.4035912196688596</c:v>
                </c:pt>
                <c:pt idx="10">
                  <c:v>4.4398829908248096</c:v>
                </c:pt>
                <c:pt idx="11">
                  <c:v>4.5615067756429903</c:v>
                </c:pt>
                <c:pt idx="12">
                  <c:v>4.5867072940713403</c:v>
                </c:pt>
                <c:pt idx="13">
                  <c:v>4.5800211736701897</c:v>
                </c:pt>
                <c:pt idx="14">
                  <c:v>4.6251769295862903</c:v>
                </c:pt>
                <c:pt idx="15">
                  <c:v>4.6666769229860003</c:v>
                </c:pt>
                <c:pt idx="16">
                  <c:v>4.5276861139919902</c:v>
                </c:pt>
                <c:pt idx="17">
                  <c:v>4.4553409894740197</c:v>
                </c:pt>
                <c:pt idx="18">
                  <c:v>4.5991024139660599</c:v>
                </c:pt>
                <c:pt idx="19">
                  <c:v>4.6925873103717803</c:v>
                </c:pt>
                <c:pt idx="20">
                  <c:v>4.5221097863415096</c:v>
                </c:pt>
                <c:pt idx="21">
                  <c:v>4.2132551040084101</c:v>
                </c:pt>
                <c:pt idx="22">
                  <c:v>3.85865337276537</c:v>
                </c:pt>
                <c:pt idx="23">
                  <c:v>3.7173696208711</c:v>
                </c:pt>
                <c:pt idx="24">
                  <c:v>3.7766944812508201</c:v>
                </c:pt>
                <c:pt idx="25">
                  <c:v>3.7362667087817099</c:v>
                </c:pt>
                <c:pt idx="26">
                  <c:v>3.6440738703311002</c:v>
                </c:pt>
                <c:pt idx="27">
                  <c:v>3.5685381071400699</c:v>
                </c:pt>
                <c:pt idx="28">
                  <c:v>3.5514853983081598</c:v>
                </c:pt>
                <c:pt idx="29">
                  <c:v>3.5589988988784702</c:v>
                </c:pt>
                <c:pt idx="30">
                  <c:v>3.6321561803875602</c:v>
                </c:pt>
                <c:pt idx="31">
                  <c:v>3.7302332995987002</c:v>
                </c:pt>
                <c:pt idx="32">
                  <c:v>3.7650546115730301</c:v>
                </c:pt>
                <c:pt idx="33">
                  <c:v>3.8586885517722802</c:v>
                </c:pt>
                <c:pt idx="34">
                  <c:v>3.9854005126601701</c:v>
                </c:pt>
                <c:pt idx="35">
                  <c:v>4.0790577022444499</c:v>
                </c:pt>
                <c:pt idx="36">
                  <c:v>4.1002426486852297</c:v>
                </c:pt>
                <c:pt idx="37">
                  <c:v>4.0409267494320904</c:v>
                </c:pt>
                <c:pt idx="38">
                  <c:v>4.0478975932306902</c:v>
                </c:pt>
                <c:pt idx="39">
                  <c:v>4.14067326449545</c:v>
                </c:pt>
                <c:pt idx="40">
                  <c:v>4.2029500818676899</c:v>
                </c:pt>
                <c:pt idx="41">
                  <c:v>4.1968989041731799</c:v>
                </c:pt>
                <c:pt idx="42">
                  <c:v>4.2568355281352401</c:v>
                </c:pt>
                <c:pt idx="43">
                  <c:v>4.3721467352298697</c:v>
                </c:pt>
                <c:pt idx="44">
                  <c:v>4.6169836264769701</c:v>
                </c:pt>
                <c:pt idx="45">
                  <c:v>4.7634430385864599</c:v>
                </c:pt>
                <c:pt idx="46">
                  <c:v>4.8578892695632803</c:v>
                </c:pt>
                <c:pt idx="47">
                  <c:v>4.9746655987343598</c:v>
                </c:pt>
                <c:pt idx="48">
                  <c:v>4.98657502357407</c:v>
                </c:pt>
                <c:pt idx="49">
                  <c:v>5.0076603184377104</c:v>
                </c:pt>
                <c:pt idx="50">
                  <c:v>4.8635280911523404</c:v>
                </c:pt>
                <c:pt idx="51">
                  <c:v>4.6860354061875897</c:v>
                </c:pt>
                <c:pt idx="52">
                  <c:v>4.4712870485772704</c:v>
                </c:pt>
                <c:pt idx="53">
                  <c:v>4.3905111947707098</c:v>
                </c:pt>
                <c:pt idx="54">
                  <c:v>4.4457385281480803</c:v>
                </c:pt>
                <c:pt idx="55">
                  <c:v>4.5067790047825698</c:v>
                </c:pt>
                <c:pt idx="56">
                  <c:v>4.6261150227303398</c:v>
                </c:pt>
                <c:pt idx="57">
                  <c:v>4.7830777715130903</c:v>
                </c:pt>
                <c:pt idx="58">
                  <c:v>5.0003167718385599</c:v>
                </c:pt>
                <c:pt idx="59">
                  <c:v>5.1788543495760999</c:v>
                </c:pt>
                <c:pt idx="60">
                  <c:v>5.1537176584331696</c:v>
                </c:pt>
                <c:pt idx="61">
                  <c:v>5.1034148368661603</c:v>
                </c:pt>
                <c:pt idx="62">
                  <c:v>5.1248070318258598</c:v>
                </c:pt>
                <c:pt idx="63">
                  <c:v>5.0159530210018897</c:v>
                </c:pt>
                <c:pt idx="64">
                  <c:v>4.9632501085597696</c:v>
                </c:pt>
                <c:pt idx="65">
                  <c:v>5.0386489726051797</c:v>
                </c:pt>
                <c:pt idx="66">
                  <c:v>5.0933463421058596</c:v>
                </c:pt>
                <c:pt idx="67">
                  <c:v>5.2601486428783</c:v>
                </c:pt>
                <c:pt idx="68">
                  <c:v>5.2443473252374604</c:v>
                </c:pt>
                <c:pt idx="69">
                  <c:v>5.1367781373208299</c:v>
                </c:pt>
                <c:pt idx="70">
                  <c:v>4.9548477572333702</c:v>
                </c:pt>
                <c:pt idx="71">
                  <c:v>4.8762927677469801</c:v>
                </c:pt>
                <c:pt idx="72">
                  <c:v>4.9061086591673604</c:v>
                </c:pt>
                <c:pt idx="73">
                  <c:v>4.9618112606563001</c:v>
                </c:pt>
                <c:pt idx="74">
                  <c:v>4.9168539619839802</c:v>
                </c:pt>
                <c:pt idx="75">
                  <c:v>4.9044960873686003</c:v>
                </c:pt>
                <c:pt idx="76">
                  <c:v>5.3851185930571397</c:v>
                </c:pt>
                <c:pt idx="77">
                  <c:v>6.0465042807308897</c:v>
                </c:pt>
                <c:pt idx="78">
                  <c:v>5.9455455189351198</c:v>
                </c:pt>
                <c:pt idx="79">
                  <c:v>6.2270523177524097</c:v>
                </c:pt>
                <c:pt idx="80">
                  <c:v>6.5487943440293304</c:v>
                </c:pt>
                <c:pt idx="81">
                  <c:v>6.3851911659739802</c:v>
                </c:pt>
                <c:pt idx="82">
                  <c:v>6.0817121054058001</c:v>
                </c:pt>
                <c:pt idx="83">
                  <c:v>5.9845543707167197</c:v>
                </c:pt>
                <c:pt idx="84">
                  <c:v>5.8416271554180703</c:v>
                </c:pt>
                <c:pt idx="85">
                  <c:v>5.8010687746476099</c:v>
                </c:pt>
                <c:pt idx="86">
                  <c:v>5.6177361925074498</c:v>
                </c:pt>
                <c:pt idx="87">
                  <c:v>5.9391958753027501</c:v>
                </c:pt>
                <c:pt idx="88">
                  <c:v>6.1928349065561896</c:v>
                </c:pt>
                <c:pt idx="89">
                  <c:v>6.3312913191860698</c:v>
                </c:pt>
                <c:pt idx="90">
                  <c:v>6.4565271556229398</c:v>
                </c:pt>
                <c:pt idx="91">
                  <c:v>6.5510210587520801</c:v>
                </c:pt>
                <c:pt idx="92">
                  <c:v>6.7363018632088698</c:v>
                </c:pt>
                <c:pt idx="93">
                  <c:v>6.7185306976194301</c:v>
                </c:pt>
                <c:pt idx="94">
                  <c:v>6.4285620997334796</c:v>
                </c:pt>
                <c:pt idx="95">
                  <c:v>6.2500473521100499</c:v>
                </c:pt>
                <c:pt idx="96">
                  <c:v>6.2010581096000097</c:v>
                </c:pt>
                <c:pt idx="97">
                  <c:v>6.2839219804860296</c:v>
                </c:pt>
                <c:pt idx="98">
                  <c:v>6.3010042806805204</c:v>
                </c:pt>
                <c:pt idx="99">
                  <c:v>6.22149034510291</c:v>
                </c:pt>
                <c:pt idx="100">
                  <c:v>6.2356316093067399</c:v>
                </c:pt>
                <c:pt idx="101">
                  <c:v>6.4160889543961099</c:v>
                </c:pt>
                <c:pt idx="102">
                  <c:v>6.4350899196240796</c:v>
                </c:pt>
                <c:pt idx="103">
                  <c:v>6.5688917410928198</c:v>
                </c:pt>
                <c:pt idx="104">
                  <c:v>6.7557135558889403</c:v>
                </c:pt>
                <c:pt idx="105">
                  <c:v>6.78851696647176</c:v>
                </c:pt>
                <c:pt idx="106">
                  <c:v>6.7323401461611097</c:v>
                </c:pt>
                <c:pt idx="107">
                  <c:v>6.5945754003893899</c:v>
                </c:pt>
                <c:pt idx="108">
                  <c:v>6.4837690505805501</c:v>
                </c:pt>
                <c:pt idx="109">
                  <c:v>6.3244241649132098</c:v>
                </c:pt>
                <c:pt idx="110">
                  <c:v>6.3133519870323198</c:v>
                </c:pt>
                <c:pt idx="111">
                  <c:v>6.3020381714755302</c:v>
                </c:pt>
                <c:pt idx="112">
                  <c:v>6.3688659512085097</c:v>
                </c:pt>
                <c:pt idx="113">
                  <c:v>6.1792715631400998</c:v>
                </c:pt>
                <c:pt idx="114">
                  <c:v>5.9235117354922897</c:v>
                </c:pt>
                <c:pt idx="115">
                  <c:v>5.8798681255656797</c:v>
                </c:pt>
                <c:pt idx="116">
                  <c:v>5.8263223297909201</c:v>
                </c:pt>
                <c:pt idx="117">
                  <c:v>5.6918948960706102</c:v>
                </c:pt>
                <c:pt idx="118">
                  <c:v>5.7186343846975598</c:v>
                </c:pt>
                <c:pt idx="119">
                  <c:v>5.8804977991941501</c:v>
                </c:pt>
                <c:pt idx="120">
                  <c:v>5.9686410005855501</c:v>
                </c:pt>
                <c:pt idx="121">
                  <c:v>5.74786663541341</c:v>
                </c:pt>
              </c:numCache>
            </c:numRef>
          </c:val>
          <c:smooth val="0"/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212504576"/>
        <c:axId val="212506112"/>
      </c:lineChart>
      <c:dateAx>
        <c:axId val="212504576"/>
        <c:scaling>
          <c:orientation val="minMax"/>
        </c:scaling>
        <c:delete val="0"/>
        <c:axPos val="b"/>
        <c:numFmt formatCode="m/d/yyyy" sourceLinked="1"/>
        <c:majorTickMark val="out"/>
        <c:minorTickMark val="none"/>
        <c:tickLblPos val="nextTo"/>
        <c:txPr>
          <a:bodyPr/>
          <a:lstStyle/>
          <a:p>
            <a:pPr>
              <a:defRPr sz="900"/>
            </a:pPr>
            <a:endParaRPr lang="en-US"/>
          </a:p>
        </c:txPr>
        <c:crossAx val="212506112"/>
        <c:crosses val="autoZero"/>
        <c:auto val="1"/>
        <c:lblOffset val="100"/>
        <c:baseTimeUnit val="months"/>
        <c:majorUnit val="12"/>
        <c:majorTimeUnit val="months"/>
      </c:dateAx>
      <c:valAx>
        <c:axId val="212506112"/>
        <c:scaling>
          <c:orientation val="minMax"/>
          <c:min val="3"/>
        </c:scaling>
        <c:delete val="0"/>
        <c:axPos val="l"/>
        <c:majorGridlines/>
        <c:title>
          <c:tx>
            <c:rich>
              <a:bodyPr rot="-5400000" vert="horz"/>
              <a:lstStyle/>
              <a:p>
                <a:pPr>
                  <a:defRPr/>
                </a:pPr>
                <a:r>
                  <a:rPr lang="en-US" dirty="0" smtClean="0"/>
                  <a:t>Note Rate (%)</a:t>
                </a:r>
                <a:endParaRPr lang="en-US" dirty="0"/>
              </a:p>
            </c:rich>
          </c:tx>
          <c:layout/>
          <c:overlay val="0"/>
        </c:title>
        <c:numFmt formatCode="0.0" sourceLinked="0"/>
        <c:majorTickMark val="out"/>
        <c:minorTickMark val="none"/>
        <c:tickLblPos val="nextTo"/>
        <c:txPr>
          <a:bodyPr/>
          <a:lstStyle/>
          <a:p>
            <a:pPr>
              <a:defRPr sz="900"/>
            </a:pPr>
            <a:endParaRPr lang="en-US"/>
          </a:p>
        </c:txPr>
        <c:crossAx val="212504576"/>
        <c:crosses val="autoZero"/>
        <c:crossBetween val="between"/>
      </c:valAx>
      <c:spPr>
        <a:ln>
          <a:solidFill>
            <a:schemeClr val="tx1"/>
          </a:solidFill>
        </a:ln>
      </c:spPr>
    </c:plotArea>
    <c:legend>
      <c:legendPos val="r"/>
      <c:layout/>
      <c:overlay val="0"/>
    </c:legend>
    <c:plotVisOnly val="1"/>
    <c:dispBlanksAs val="gap"/>
    <c:showDLblsOverMax val="0"/>
  </c:chart>
  <c:externalData r:id="rId1">
    <c:autoUpdate val="0"/>
  </c:externalData>
</c:chartSpace>
</file>

<file path=ppt/charts/chart2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col"/>
        <c:grouping val="clustered"/>
        <c:varyColors val="0"/>
        <c:ser>
          <c:idx val="3"/>
          <c:order val="0"/>
          <c:tx>
            <c:v>Bank vs Non-Bank</c:v>
          </c:tx>
          <c:spPr>
            <a:solidFill>
              <a:srgbClr val="AD275C"/>
            </a:solidFill>
            <a:ln>
              <a:noFill/>
            </a:ln>
          </c:spPr>
          <c:invertIfNegative val="0"/>
          <c:cat>
            <c:numRef>
              <c:f>'720-740'!$B$4:$B$127</c:f>
              <c:numCache>
                <c:formatCode>m/d/yyyy</c:formatCode>
                <c:ptCount val="124"/>
                <c:pt idx="0">
                  <c:v>42125</c:v>
                </c:pt>
                <c:pt idx="1">
                  <c:v>42095</c:v>
                </c:pt>
                <c:pt idx="2">
                  <c:v>42064</c:v>
                </c:pt>
                <c:pt idx="3">
                  <c:v>42036</c:v>
                </c:pt>
                <c:pt idx="4">
                  <c:v>42005</c:v>
                </c:pt>
                <c:pt idx="5">
                  <c:v>41974</c:v>
                </c:pt>
                <c:pt idx="6">
                  <c:v>41944</c:v>
                </c:pt>
                <c:pt idx="7">
                  <c:v>41913</c:v>
                </c:pt>
                <c:pt idx="8">
                  <c:v>41883</c:v>
                </c:pt>
                <c:pt idx="9">
                  <c:v>41852</c:v>
                </c:pt>
                <c:pt idx="10">
                  <c:v>41821</c:v>
                </c:pt>
                <c:pt idx="11">
                  <c:v>41791</c:v>
                </c:pt>
                <c:pt idx="12">
                  <c:v>41760</c:v>
                </c:pt>
                <c:pt idx="13">
                  <c:v>41730</c:v>
                </c:pt>
                <c:pt idx="14">
                  <c:v>41699</c:v>
                </c:pt>
                <c:pt idx="15">
                  <c:v>41671</c:v>
                </c:pt>
                <c:pt idx="16">
                  <c:v>41640</c:v>
                </c:pt>
                <c:pt idx="17">
                  <c:v>41609</c:v>
                </c:pt>
                <c:pt idx="18">
                  <c:v>41579</c:v>
                </c:pt>
                <c:pt idx="19">
                  <c:v>41548</c:v>
                </c:pt>
                <c:pt idx="20">
                  <c:v>41518</c:v>
                </c:pt>
                <c:pt idx="21">
                  <c:v>41487</c:v>
                </c:pt>
                <c:pt idx="22">
                  <c:v>41456</c:v>
                </c:pt>
                <c:pt idx="23">
                  <c:v>41426</c:v>
                </c:pt>
                <c:pt idx="24">
                  <c:v>41395</c:v>
                </c:pt>
                <c:pt idx="25">
                  <c:v>41365</c:v>
                </c:pt>
                <c:pt idx="26">
                  <c:v>41334</c:v>
                </c:pt>
                <c:pt idx="27">
                  <c:v>41306</c:v>
                </c:pt>
                <c:pt idx="28">
                  <c:v>41275</c:v>
                </c:pt>
                <c:pt idx="29">
                  <c:v>41244</c:v>
                </c:pt>
                <c:pt idx="30">
                  <c:v>41214</c:v>
                </c:pt>
                <c:pt idx="31">
                  <c:v>41183</c:v>
                </c:pt>
                <c:pt idx="32">
                  <c:v>41153</c:v>
                </c:pt>
                <c:pt idx="33">
                  <c:v>41122</c:v>
                </c:pt>
                <c:pt idx="34">
                  <c:v>41091</c:v>
                </c:pt>
                <c:pt idx="35">
                  <c:v>41061</c:v>
                </c:pt>
                <c:pt idx="36">
                  <c:v>41030</c:v>
                </c:pt>
                <c:pt idx="37">
                  <c:v>41000</c:v>
                </c:pt>
                <c:pt idx="38">
                  <c:v>40969</c:v>
                </c:pt>
                <c:pt idx="39">
                  <c:v>40940</c:v>
                </c:pt>
                <c:pt idx="40">
                  <c:v>40909</c:v>
                </c:pt>
                <c:pt idx="41">
                  <c:v>40878</c:v>
                </c:pt>
                <c:pt idx="42">
                  <c:v>40848</c:v>
                </c:pt>
                <c:pt idx="43">
                  <c:v>40817</c:v>
                </c:pt>
                <c:pt idx="44">
                  <c:v>40787</c:v>
                </c:pt>
                <c:pt idx="45">
                  <c:v>40756</c:v>
                </c:pt>
                <c:pt idx="46">
                  <c:v>40725</c:v>
                </c:pt>
                <c:pt idx="47">
                  <c:v>40695</c:v>
                </c:pt>
                <c:pt idx="48">
                  <c:v>40664</c:v>
                </c:pt>
                <c:pt idx="49">
                  <c:v>40634</c:v>
                </c:pt>
                <c:pt idx="50">
                  <c:v>40603</c:v>
                </c:pt>
                <c:pt idx="51">
                  <c:v>40575</c:v>
                </c:pt>
                <c:pt idx="52">
                  <c:v>40544</c:v>
                </c:pt>
                <c:pt idx="53">
                  <c:v>40513</c:v>
                </c:pt>
                <c:pt idx="54">
                  <c:v>40483</c:v>
                </c:pt>
                <c:pt idx="55">
                  <c:v>40452</c:v>
                </c:pt>
                <c:pt idx="56">
                  <c:v>40422</c:v>
                </c:pt>
                <c:pt idx="57">
                  <c:v>40391</c:v>
                </c:pt>
                <c:pt idx="58">
                  <c:v>40360</c:v>
                </c:pt>
                <c:pt idx="59">
                  <c:v>40330</c:v>
                </c:pt>
                <c:pt idx="60">
                  <c:v>40299</c:v>
                </c:pt>
                <c:pt idx="61">
                  <c:v>40269</c:v>
                </c:pt>
                <c:pt idx="62">
                  <c:v>40238</c:v>
                </c:pt>
                <c:pt idx="63">
                  <c:v>40210</c:v>
                </c:pt>
                <c:pt idx="64">
                  <c:v>40179</c:v>
                </c:pt>
                <c:pt idx="65">
                  <c:v>40148</c:v>
                </c:pt>
                <c:pt idx="66">
                  <c:v>40118</c:v>
                </c:pt>
                <c:pt idx="67">
                  <c:v>40087</c:v>
                </c:pt>
                <c:pt idx="68">
                  <c:v>40057</c:v>
                </c:pt>
                <c:pt idx="69">
                  <c:v>40026</c:v>
                </c:pt>
                <c:pt idx="70">
                  <c:v>39995</c:v>
                </c:pt>
                <c:pt idx="71">
                  <c:v>39965</c:v>
                </c:pt>
                <c:pt idx="72">
                  <c:v>39934</c:v>
                </c:pt>
                <c:pt idx="73">
                  <c:v>39904</c:v>
                </c:pt>
                <c:pt idx="74">
                  <c:v>39873</c:v>
                </c:pt>
                <c:pt idx="75">
                  <c:v>39845</c:v>
                </c:pt>
                <c:pt idx="76">
                  <c:v>39814</c:v>
                </c:pt>
                <c:pt idx="77">
                  <c:v>39783</c:v>
                </c:pt>
                <c:pt idx="78">
                  <c:v>39753</c:v>
                </c:pt>
                <c:pt idx="79">
                  <c:v>39722</c:v>
                </c:pt>
                <c:pt idx="80">
                  <c:v>39692</c:v>
                </c:pt>
                <c:pt idx="81">
                  <c:v>39661</c:v>
                </c:pt>
                <c:pt idx="82">
                  <c:v>39630</c:v>
                </c:pt>
                <c:pt idx="83">
                  <c:v>39600</c:v>
                </c:pt>
                <c:pt idx="84">
                  <c:v>39569</c:v>
                </c:pt>
                <c:pt idx="85">
                  <c:v>39539</c:v>
                </c:pt>
                <c:pt idx="86">
                  <c:v>39508</c:v>
                </c:pt>
                <c:pt idx="87">
                  <c:v>39479</c:v>
                </c:pt>
                <c:pt idx="88">
                  <c:v>39448</c:v>
                </c:pt>
                <c:pt idx="89">
                  <c:v>39417</c:v>
                </c:pt>
                <c:pt idx="90">
                  <c:v>39387</c:v>
                </c:pt>
                <c:pt idx="91">
                  <c:v>39356</c:v>
                </c:pt>
                <c:pt idx="92">
                  <c:v>39326</c:v>
                </c:pt>
                <c:pt idx="93">
                  <c:v>39295</c:v>
                </c:pt>
                <c:pt idx="94">
                  <c:v>39264</c:v>
                </c:pt>
                <c:pt idx="95">
                  <c:v>39234</c:v>
                </c:pt>
                <c:pt idx="96">
                  <c:v>39203</c:v>
                </c:pt>
                <c:pt idx="97">
                  <c:v>39173</c:v>
                </c:pt>
                <c:pt idx="98">
                  <c:v>39142</c:v>
                </c:pt>
                <c:pt idx="99">
                  <c:v>39114</c:v>
                </c:pt>
                <c:pt idx="100">
                  <c:v>39083</c:v>
                </c:pt>
                <c:pt idx="101">
                  <c:v>39052</c:v>
                </c:pt>
                <c:pt idx="102">
                  <c:v>39022</c:v>
                </c:pt>
                <c:pt idx="103">
                  <c:v>38991</c:v>
                </c:pt>
                <c:pt idx="104">
                  <c:v>38961</c:v>
                </c:pt>
                <c:pt idx="105">
                  <c:v>38930</c:v>
                </c:pt>
                <c:pt idx="106">
                  <c:v>38899</c:v>
                </c:pt>
                <c:pt idx="107">
                  <c:v>38869</c:v>
                </c:pt>
                <c:pt idx="108">
                  <c:v>38838</c:v>
                </c:pt>
                <c:pt idx="109">
                  <c:v>38808</c:v>
                </c:pt>
                <c:pt idx="110">
                  <c:v>38777</c:v>
                </c:pt>
                <c:pt idx="111">
                  <c:v>38749</c:v>
                </c:pt>
                <c:pt idx="112">
                  <c:v>38718</c:v>
                </c:pt>
                <c:pt idx="113">
                  <c:v>38687</c:v>
                </c:pt>
                <c:pt idx="114">
                  <c:v>38657</c:v>
                </c:pt>
                <c:pt idx="115">
                  <c:v>38626</c:v>
                </c:pt>
                <c:pt idx="116">
                  <c:v>38596</c:v>
                </c:pt>
                <c:pt idx="117">
                  <c:v>38565</c:v>
                </c:pt>
                <c:pt idx="118">
                  <c:v>38534</c:v>
                </c:pt>
                <c:pt idx="119">
                  <c:v>38504</c:v>
                </c:pt>
                <c:pt idx="120">
                  <c:v>38473</c:v>
                </c:pt>
                <c:pt idx="121">
                  <c:v>38443</c:v>
                </c:pt>
                <c:pt idx="122">
                  <c:v>38412</c:v>
                </c:pt>
                <c:pt idx="123">
                  <c:v>38384</c:v>
                </c:pt>
              </c:numCache>
            </c:numRef>
          </c:cat>
          <c:val>
            <c:numRef>
              <c:f>'720-740'!$F$4:$F$127</c:f>
              <c:numCache>
                <c:formatCode>0.00</c:formatCode>
                <c:ptCount val="124"/>
                <c:pt idx="0">
                  <c:v>-3.0192996629594404E-3</c:v>
                </c:pt>
                <c:pt idx="1">
                  <c:v>-3.3707575792809585E-2</c:v>
                </c:pt>
                <c:pt idx="2">
                  <c:v>-6.4338551127059773E-2</c:v>
                </c:pt>
                <c:pt idx="3">
                  <c:v>2.538707423834019E-2</c:v>
                </c:pt>
                <c:pt idx="4">
                  <c:v>-4.5687842334984907E-4</c:v>
                </c:pt>
                <c:pt idx="5">
                  <c:v>2.7228807209570327E-2</c:v>
                </c:pt>
                <c:pt idx="6">
                  <c:v>-2.9045871158239756E-2</c:v>
                </c:pt>
                <c:pt idx="7">
                  <c:v>-4.5025231496000018E-2</c:v>
                </c:pt>
                <c:pt idx="8">
                  <c:v>-2.7770559043769794E-2</c:v>
                </c:pt>
                <c:pt idx="9">
                  <c:v>-4.5062515242679346E-2</c:v>
                </c:pt>
                <c:pt idx="10">
                  <c:v>-2.4567060887910053E-2</c:v>
                </c:pt>
                <c:pt idx="11">
                  <c:v>-1.5331921832295592E-3</c:v>
                </c:pt>
                <c:pt idx="12">
                  <c:v>-2.4206779003597134E-3</c:v>
                </c:pt>
                <c:pt idx="13">
                  <c:v>-5.5622100930199814E-2</c:v>
                </c:pt>
                <c:pt idx="14">
                  <c:v>-1.888058952272953E-2</c:v>
                </c:pt>
                <c:pt idx="15">
                  <c:v>-2.4897338665050839E-2</c:v>
                </c:pt>
                <c:pt idx="16">
                  <c:v>-1.4759998733619994E-2</c:v>
                </c:pt>
                <c:pt idx="17">
                  <c:v>1.1293773707789612E-2</c:v>
                </c:pt>
                <c:pt idx="18">
                  <c:v>1.0670400410440095E-2</c:v>
                </c:pt>
                <c:pt idx="19">
                  <c:v>-6.4539758814250447E-2</c:v>
                </c:pt>
                <c:pt idx="20">
                  <c:v>-9.6060975594909337E-2</c:v>
                </c:pt>
                <c:pt idx="21">
                  <c:v>-0.16586935809679026</c:v>
                </c:pt>
                <c:pt idx="22">
                  <c:v>-4.0974328994869857E-2</c:v>
                </c:pt>
                <c:pt idx="23">
                  <c:v>3.8069707154609667E-2</c:v>
                </c:pt>
                <c:pt idx="24">
                  <c:v>-1.6146982368300034E-2</c:v>
                </c:pt>
                <c:pt idx="25">
                  <c:v>-9.0230496452701203E-3</c:v>
                </c:pt>
                <c:pt idx="26">
                  <c:v>2.1096748434600077E-2</c:v>
                </c:pt>
                <c:pt idx="27">
                  <c:v>7.4566394446229811E-2</c:v>
                </c:pt>
                <c:pt idx="28">
                  <c:v>5.836644708855987E-2</c:v>
                </c:pt>
                <c:pt idx="29">
                  <c:v>5.8516618151680078E-2</c:v>
                </c:pt>
                <c:pt idx="30">
                  <c:v>5.1632188911300059E-2</c:v>
                </c:pt>
                <c:pt idx="31">
                  <c:v>4.5122319244020215E-2</c:v>
                </c:pt>
                <c:pt idx="32">
                  <c:v>1.4786825283120031E-2</c:v>
                </c:pt>
                <c:pt idx="33">
                  <c:v>7.1467727251860236E-2</c:v>
                </c:pt>
                <c:pt idx="34">
                  <c:v>1.9745188973979921E-2</c:v>
                </c:pt>
                <c:pt idx="35">
                  <c:v>9.5828542120259819E-2</c:v>
                </c:pt>
                <c:pt idx="36">
                  <c:v>6.934291055168984E-2</c:v>
                </c:pt>
                <c:pt idx="37">
                  <c:v>1.7905114597899896E-2</c:v>
                </c:pt>
                <c:pt idx="38">
                  <c:v>1.5943951860689864E-2</c:v>
                </c:pt>
                <c:pt idx="39">
                  <c:v>4.5274707546510307E-2</c:v>
                </c:pt>
                <c:pt idx="40">
                  <c:v>8.7739237912396462E-3</c:v>
                </c:pt>
                <c:pt idx="41">
                  <c:v>6.6972063685049932E-2</c:v>
                </c:pt>
                <c:pt idx="42">
                  <c:v>-7.2208221644798343E-3</c:v>
                </c:pt>
                <c:pt idx="43">
                  <c:v>2.4467105492940178E-2</c:v>
                </c:pt>
                <c:pt idx="44">
                  <c:v>-1.6947969448040112E-2</c:v>
                </c:pt>
                <c:pt idx="45">
                  <c:v>9.656946825402013E-2</c:v>
                </c:pt>
                <c:pt idx="46">
                  <c:v>7.3445121819279535E-2</c:v>
                </c:pt>
                <c:pt idx="47">
                  <c:v>-4.5871623460440603E-2</c:v>
                </c:pt>
                <c:pt idx="48">
                  <c:v>-2.6875473927820082E-2</c:v>
                </c:pt>
                <c:pt idx="49">
                  <c:v>-9.6785767329800265E-2</c:v>
                </c:pt>
                <c:pt idx="50">
                  <c:v>-0.12484671045451989</c:v>
                </c:pt>
                <c:pt idx="51">
                  <c:v>-0.15147333808603936</c:v>
                </c:pt>
                <c:pt idx="52">
                  <c:v>-2.2525992635669567E-2</c:v>
                </c:pt>
                <c:pt idx="53">
                  <c:v>5.2023445045730199E-2</c:v>
                </c:pt>
                <c:pt idx="54">
                  <c:v>3.8398622444079322E-2</c:v>
                </c:pt>
                <c:pt idx="55">
                  <c:v>-2.4329755826889787E-2</c:v>
                </c:pt>
                <c:pt idx="56">
                  <c:v>3.809893875146031E-2</c:v>
                </c:pt>
                <c:pt idx="57">
                  <c:v>9.1827610333420573E-2</c:v>
                </c:pt>
                <c:pt idx="58">
                  <c:v>-6.1275501860979631E-2</c:v>
                </c:pt>
                <c:pt idx="59">
                  <c:v>-3.275077878403998E-2</c:v>
                </c:pt>
                <c:pt idx="60">
                  <c:v>6.9023569283022113E-4</c:v>
                </c:pt>
                <c:pt idx="61">
                  <c:v>-2.3081020790209905E-2</c:v>
                </c:pt>
                <c:pt idx="62">
                  <c:v>-1.7364209657009688E-2</c:v>
                </c:pt>
                <c:pt idx="63">
                  <c:v>-3.7486987106700731E-2</c:v>
                </c:pt>
                <c:pt idx="64">
                  <c:v>3.860004897835978E-2</c:v>
                </c:pt>
                <c:pt idx="65">
                  <c:v>-8.5914411898402321E-3</c:v>
                </c:pt>
                <c:pt idx="66">
                  <c:v>-3.1770157099840546E-2</c:v>
                </c:pt>
                <c:pt idx="67">
                  <c:v>-0.12719807797975058</c:v>
                </c:pt>
                <c:pt idx="68">
                  <c:v>-0.20063426649504024</c:v>
                </c:pt>
                <c:pt idx="69">
                  <c:v>-0.20799037399587039</c:v>
                </c:pt>
                <c:pt idx="70">
                  <c:v>-8.058256323406976E-2</c:v>
                </c:pt>
                <c:pt idx="71">
                  <c:v>-2.8368008529509936E-2</c:v>
                </c:pt>
                <c:pt idx="72">
                  <c:v>9.8743493370689883E-2</c:v>
                </c:pt>
                <c:pt idx="73">
                  <c:v>-0.14387507871420979</c:v>
                </c:pt>
                <c:pt idx="74">
                  <c:v>2.6818832708659812E-2</c:v>
                </c:pt>
                <c:pt idx="75">
                  <c:v>7.324993005167002E-2</c:v>
                </c:pt>
                <c:pt idx="76">
                  <c:v>0.10201110722509998</c:v>
                </c:pt>
                <c:pt idx="77">
                  <c:v>-0.24396880091240014</c:v>
                </c:pt>
                <c:pt idx="78">
                  <c:v>-0.25264570907700001</c:v>
                </c:pt>
                <c:pt idx="79">
                  <c:v>-0.11695360273697997</c:v>
                </c:pt>
                <c:pt idx="80">
                  <c:v>-0.29310238721106963</c:v>
                </c:pt>
                <c:pt idx="81">
                  <c:v>-0.13698895225708974</c:v>
                </c:pt>
                <c:pt idx="82">
                  <c:v>-0.6958347023313598</c:v>
                </c:pt>
                <c:pt idx="83">
                  <c:v>-0.18134933414443033</c:v>
                </c:pt>
                <c:pt idx="84">
                  <c:v>-1.0973385313279849E-2</c:v>
                </c:pt>
                <c:pt idx="85">
                  <c:v>-0.24419909895854985</c:v>
                </c:pt>
                <c:pt idx="86">
                  <c:v>-0.23687153450010001</c:v>
                </c:pt>
                <c:pt idx="87">
                  <c:v>-0.32890267401415052</c:v>
                </c:pt>
                <c:pt idx="88">
                  <c:v>-4.261579677069971E-2</c:v>
                </c:pt>
                <c:pt idx="89">
                  <c:v>-7.8534493666889915E-2</c:v>
                </c:pt>
                <c:pt idx="90">
                  <c:v>1.6637210104390121E-2</c:v>
                </c:pt>
                <c:pt idx="91">
                  <c:v>9.2988405143500152E-2</c:v>
                </c:pt>
                <c:pt idx="92">
                  <c:v>-0.16008339755291967</c:v>
                </c:pt>
                <c:pt idx="93">
                  <c:v>-0.10314232797098999</c:v>
                </c:pt>
                <c:pt idx="94">
                  <c:v>-5.8546681796089572E-2</c:v>
                </c:pt>
                <c:pt idx="95">
                  <c:v>-0.15964250966124993</c:v>
                </c:pt>
                <c:pt idx="96">
                  <c:v>-4.3805642614009876E-2</c:v>
                </c:pt>
                <c:pt idx="97">
                  <c:v>-0.17804017326059007</c:v>
                </c:pt>
                <c:pt idx="98">
                  <c:v>-3.1692935001981226E-4</c:v>
                </c:pt>
                <c:pt idx="99">
                  <c:v>-0.30181588516229052</c:v>
                </c:pt>
                <c:pt idx="100">
                  <c:v>-0.31009434343213993</c:v>
                </c:pt>
                <c:pt idx="101">
                  <c:v>-0.21197927358970947</c:v>
                </c:pt>
                <c:pt idx="102">
                  <c:v>-0.11740821868033002</c:v>
                </c:pt>
                <c:pt idx="103">
                  <c:v>-6.0651497653330111E-2</c:v>
                </c:pt>
                <c:pt idx="104">
                  <c:v>-0.16885196454233942</c:v>
                </c:pt>
                <c:pt idx="105">
                  <c:v>-8.733519475376994E-2</c:v>
                </c:pt>
                <c:pt idx="106">
                  <c:v>2.5765417301550464E-2</c:v>
                </c:pt>
                <c:pt idx="107">
                  <c:v>-0.3740580260213795</c:v>
                </c:pt>
                <c:pt idx="108">
                  <c:v>-0.27566395891848039</c:v>
                </c:pt>
                <c:pt idx="109">
                  <c:v>-0.25549809785207955</c:v>
                </c:pt>
                <c:pt idx="110">
                  <c:v>-0.36369816308308067</c:v>
                </c:pt>
                <c:pt idx="111">
                  <c:v>-0.32742992040413998</c:v>
                </c:pt>
                <c:pt idx="112">
                  <c:v>-0.35532389633057004</c:v>
                </c:pt>
                <c:pt idx="113">
                  <c:v>-0.28581922268808935</c:v>
                </c:pt>
                <c:pt idx="114">
                  <c:v>-6.6368394425899702E-2</c:v>
                </c:pt>
                <c:pt idx="115">
                  <c:v>-0.35189772545072984</c:v>
                </c:pt>
                <c:pt idx="116">
                  <c:v>-0.27267164272880962</c:v>
                </c:pt>
                <c:pt idx="117">
                  <c:v>-0.28093110525535003</c:v>
                </c:pt>
                <c:pt idx="118">
                  <c:v>-0.35426340150789937</c:v>
                </c:pt>
                <c:pt idx="119">
                  <c:v>-0.11885962271400974</c:v>
                </c:pt>
                <c:pt idx="120">
                  <c:v>-0.1060801477484894</c:v>
                </c:pt>
                <c:pt idx="121">
                  <c:v>-0.24050725030209019</c:v>
                </c:pt>
                <c:pt idx="122">
                  <c:v>-0.20751651980904029</c:v>
                </c:pt>
                <c:pt idx="123">
                  <c:v>-0.27987024526808923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213010304"/>
        <c:axId val="213011840"/>
      </c:barChart>
      <c:dateAx>
        <c:axId val="213010304"/>
        <c:scaling>
          <c:orientation val="minMax"/>
        </c:scaling>
        <c:delete val="0"/>
        <c:axPos val="b"/>
        <c:numFmt formatCode="m/d/yyyy" sourceLinked="1"/>
        <c:majorTickMark val="out"/>
        <c:minorTickMark val="none"/>
        <c:tickLblPos val="low"/>
        <c:txPr>
          <a:bodyPr/>
          <a:lstStyle/>
          <a:p>
            <a:pPr>
              <a:defRPr sz="900"/>
            </a:pPr>
            <a:endParaRPr lang="en-US"/>
          </a:p>
        </c:txPr>
        <c:crossAx val="213011840"/>
        <c:crosses val="autoZero"/>
        <c:auto val="1"/>
        <c:lblOffset val="100"/>
        <c:baseTimeUnit val="months"/>
        <c:majorUnit val="12"/>
        <c:majorTimeUnit val="months"/>
      </c:dateAx>
      <c:valAx>
        <c:axId val="213011840"/>
        <c:scaling>
          <c:orientation val="minMax"/>
          <c:min val="-0.4"/>
        </c:scaling>
        <c:delete val="0"/>
        <c:axPos val="l"/>
        <c:majorGridlines/>
        <c:numFmt formatCode="0.00" sourceLinked="1"/>
        <c:majorTickMark val="out"/>
        <c:minorTickMark val="none"/>
        <c:tickLblPos val="nextTo"/>
        <c:txPr>
          <a:bodyPr/>
          <a:lstStyle/>
          <a:p>
            <a:pPr>
              <a:defRPr sz="900"/>
            </a:pPr>
            <a:endParaRPr lang="en-US"/>
          </a:p>
        </c:txPr>
        <c:crossAx val="213010304"/>
        <c:crosses val="autoZero"/>
        <c:crossBetween val="between"/>
      </c:valAx>
      <c:spPr>
        <a:ln>
          <a:solidFill>
            <a:schemeClr val="tx1"/>
          </a:solidFill>
        </a:ln>
      </c:spPr>
    </c:plotArea>
    <c:plotVisOnly val="1"/>
    <c:dispBlanksAs val="gap"/>
    <c:showDLblsOverMax val="0"/>
  </c:chart>
  <c:externalData r:id="rId1">
    <c:autoUpdate val="0"/>
  </c:externalData>
</c:chartSpace>
</file>

<file path=ppt/charts/chart2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col"/>
        <c:grouping val="clustered"/>
        <c:varyColors val="0"/>
        <c:ser>
          <c:idx val="4"/>
          <c:order val="0"/>
          <c:tx>
            <c:v>Bank vs Small</c:v>
          </c:tx>
          <c:spPr>
            <a:solidFill>
              <a:srgbClr val="74B629"/>
            </a:solidFill>
            <a:ln>
              <a:noFill/>
            </a:ln>
          </c:spPr>
          <c:invertIfNegative val="0"/>
          <c:cat>
            <c:numRef>
              <c:f>'720-740'!$B$4:$B$127</c:f>
              <c:numCache>
                <c:formatCode>m/d/yyyy</c:formatCode>
                <c:ptCount val="124"/>
                <c:pt idx="0">
                  <c:v>42125</c:v>
                </c:pt>
                <c:pt idx="1">
                  <c:v>42095</c:v>
                </c:pt>
                <c:pt idx="2">
                  <c:v>42064</c:v>
                </c:pt>
                <c:pt idx="3">
                  <c:v>42036</c:v>
                </c:pt>
                <c:pt idx="4">
                  <c:v>42005</c:v>
                </c:pt>
                <c:pt idx="5">
                  <c:v>41974</c:v>
                </c:pt>
                <c:pt idx="6">
                  <c:v>41944</c:v>
                </c:pt>
                <c:pt idx="7">
                  <c:v>41913</c:v>
                </c:pt>
                <c:pt idx="8">
                  <c:v>41883</c:v>
                </c:pt>
                <c:pt idx="9">
                  <c:v>41852</c:v>
                </c:pt>
                <c:pt idx="10">
                  <c:v>41821</c:v>
                </c:pt>
                <c:pt idx="11">
                  <c:v>41791</c:v>
                </c:pt>
                <c:pt idx="12">
                  <c:v>41760</c:v>
                </c:pt>
                <c:pt idx="13">
                  <c:v>41730</c:v>
                </c:pt>
                <c:pt idx="14">
                  <c:v>41699</c:v>
                </c:pt>
                <c:pt idx="15">
                  <c:v>41671</c:v>
                </c:pt>
                <c:pt idx="16">
                  <c:v>41640</c:v>
                </c:pt>
                <c:pt idx="17">
                  <c:v>41609</c:v>
                </c:pt>
                <c:pt idx="18">
                  <c:v>41579</c:v>
                </c:pt>
                <c:pt idx="19">
                  <c:v>41548</c:v>
                </c:pt>
                <c:pt idx="20">
                  <c:v>41518</c:v>
                </c:pt>
                <c:pt idx="21">
                  <c:v>41487</c:v>
                </c:pt>
                <c:pt idx="22">
                  <c:v>41456</c:v>
                </c:pt>
                <c:pt idx="23">
                  <c:v>41426</c:v>
                </c:pt>
                <c:pt idx="24">
                  <c:v>41395</c:v>
                </c:pt>
                <c:pt idx="25">
                  <c:v>41365</c:v>
                </c:pt>
                <c:pt idx="26">
                  <c:v>41334</c:v>
                </c:pt>
                <c:pt idx="27">
                  <c:v>41306</c:v>
                </c:pt>
                <c:pt idx="28">
                  <c:v>41275</c:v>
                </c:pt>
                <c:pt idx="29">
                  <c:v>41244</c:v>
                </c:pt>
                <c:pt idx="30">
                  <c:v>41214</c:v>
                </c:pt>
                <c:pt idx="31">
                  <c:v>41183</c:v>
                </c:pt>
                <c:pt idx="32">
                  <c:v>41153</c:v>
                </c:pt>
                <c:pt idx="33">
                  <c:v>41122</c:v>
                </c:pt>
                <c:pt idx="34">
                  <c:v>41091</c:v>
                </c:pt>
                <c:pt idx="35">
                  <c:v>41061</c:v>
                </c:pt>
                <c:pt idx="36">
                  <c:v>41030</c:v>
                </c:pt>
                <c:pt idx="37">
                  <c:v>41000</c:v>
                </c:pt>
                <c:pt idx="38">
                  <c:v>40969</c:v>
                </c:pt>
                <c:pt idx="39">
                  <c:v>40940</c:v>
                </c:pt>
                <c:pt idx="40">
                  <c:v>40909</c:v>
                </c:pt>
                <c:pt idx="41">
                  <c:v>40878</c:v>
                </c:pt>
                <c:pt idx="42">
                  <c:v>40848</c:v>
                </c:pt>
                <c:pt idx="43">
                  <c:v>40817</c:v>
                </c:pt>
                <c:pt idx="44">
                  <c:v>40787</c:v>
                </c:pt>
                <c:pt idx="45">
                  <c:v>40756</c:v>
                </c:pt>
                <c:pt idx="46">
                  <c:v>40725</c:v>
                </c:pt>
                <c:pt idx="47">
                  <c:v>40695</c:v>
                </c:pt>
                <c:pt idx="48">
                  <c:v>40664</c:v>
                </c:pt>
                <c:pt idx="49">
                  <c:v>40634</c:v>
                </c:pt>
                <c:pt idx="50">
                  <c:v>40603</c:v>
                </c:pt>
                <c:pt idx="51">
                  <c:v>40575</c:v>
                </c:pt>
                <c:pt idx="52">
                  <c:v>40544</c:v>
                </c:pt>
                <c:pt idx="53">
                  <c:v>40513</c:v>
                </c:pt>
                <c:pt idx="54">
                  <c:v>40483</c:v>
                </c:pt>
                <c:pt idx="55">
                  <c:v>40452</c:v>
                </c:pt>
                <c:pt idx="56">
                  <c:v>40422</c:v>
                </c:pt>
                <c:pt idx="57">
                  <c:v>40391</c:v>
                </c:pt>
                <c:pt idx="58">
                  <c:v>40360</c:v>
                </c:pt>
                <c:pt idx="59">
                  <c:v>40330</c:v>
                </c:pt>
                <c:pt idx="60">
                  <c:v>40299</c:v>
                </c:pt>
                <c:pt idx="61">
                  <c:v>40269</c:v>
                </c:pt>
                <c:pt idx="62">
                  <c:v>40238</c:v>
                </c:pt>
                <c:pt idx="63">
                  <c:v>40210</c:v>
                </c:pt>
                <c:pt idx="64">
                  <c:v>40179</c:v>
                </c:pt>
                <c:pt idx="65">
                  <c:v>40148</c:v>
                </c:pt>
                <c:pt idx="66">
                  <c:v>40118</c:v>
                </c:pt>
                <c:pt idx="67">
                  <c:v>40087</c:v>
                </c:pt>
                <c:pt idx="68">
                  <c:v>40057</c:v>
                </c:pt>
                <c:pt idx="69">
                  <c:v>40026</c:v>
                </c:pt>
                <c:pt idx="70">
                  <c:v>39995</c:v>
                </c:pt>
                <c:pt idx="71">
                  <c:v>39965</c:v>
                </c:pt>
                <c:pt idx="72">
                  <c:v>39934</c:v>
                </c:pt>
                <c:pt idx="73">
                  <c:v>39904</c:v>
                </c:pt>
                <c:pt idx="74">
                  <c:v>39873</c:v>
                </c:pt>
                <c:pt idx="75">
                  <c:v>39845</c:v>
                </c:pt>
                <c:pt idx="76">
                  <c:v>39814</c:v>
                </c:pt>
                <c:pt idx="77">
                  <c:v>39783</c:v>
                </c:pt>
                <c:pt idx="78">
                  <c:v>39753</c:v>
                </c:pt>
                <c:pt idx="79">
                  <c:v>39722</c:v>
                </c:pt>
                <c:pt idx="80">
                  <c:v>39692</c:v>
                </c:pt>
                <c:pt idx="81">
                  <c:v>39661</c:v>
                </c:pt>
                <c:pt idx="82">
                  <c:v>39630</c:v>
                </c:pt>
                <c:pt idx="83">
                  <c:v>39600</c:v>
                </c:pt>
                <c:pt idx="84">
                  <c:v>39569</c:v>
                </c:pt>
                <c:pt idx="85">
                  <c:v>39539</c:v>
                </c:pt>
                <c:pt idx="86">
                  <c:v>39508</c:v>
                </c:pt>
                <c:pt idx="87">
                  <c:v>39479</c:v>
                </c:pt>
                <c:pt idx="88">
                  <c:v>39448</c:v>
                </c:pt>
                <c:pt idx="89">
                  <c:v>39417</c:v>
                </c:pt>
                <c:pt idx="90">
                  <c:v>39387</c:v>
                </c:pt>
                <c:pt idx="91">
                  <c:v>39356</c:v>
                </c:pt>
                <c:pt idx="92">
                  <c:v>39326</c:v>
                </c:pt>
                <c:pt idx="93">
                  <c:v>39295</c:v>
                </c:pt>
                <c:pt idx="94">
                  <c:v>39264</c:v>
                </c:pt>
                <c:pt idx="95">
                  <c:v>39234</c:v>
                </c:pt>
                <c:pt idx="96">
                  <c:v>39203</c:v>
                </c:pt>
                <c:pt idx="97">
                  <c:v>39173</c:v>
                </c:pt>
                <c:pt idx="98">
                  <c:v>39142</c:v>
                </c:pt>
                <c:pt idx="99">
                  <c:v>39114</c:v>
                </c:pt>
                <c:pt idx="100">
                  <c:v>39083</c:v>
                </c:pt>
                <c:pt idx="101">
                  <c:v>39052</c:v>
                </c:pt>
                <c:pt idx="102">
                  <c:v>39022</c:v>
                </c:pt>
                <c:pt idx="103">
                  <c:v>38991</c:v>
                </c:pt>
                <c:pt idx="104">
                  <c:v>38961</c:v>
                </c:pt>
                <c:pt idx="105">
                  <c:v>38930</c:v>
                </c:pt>
                <c:pt idx="106">
                  <c:v>38899</c:v>
                </c:pt>
                <c:pt idx="107">
                  <c:v>38869</c:v>
                </c:pt>
                <c:pt idx="108">
                  <c:v>38838</c:v>
                </c:pt>
                <c:pt idx="109">
                  <c:v>38808</c:v>
                </c:pt>
                <c:pt idx="110">
                  <c:v>38777</c:v>
                </c:pt>
                <c:pt idx="111">
                  <c:v>38749</c:v>
                </c:pt>
                <c:pt idx="112">
                  <c:v>38718</c:v>
                </c:pt>
                <c:pt idx="113">
                  <c:v>38687</c:v>
                </c:pt>
                <c:pt idx="114">
                  <c:v>38657</c:v>
                </c:pt>
                <c:pt idx="115">
                  <c:v>38626</c:v>
                </c:pt>
                <c:pt idx="116">
                  <c:v>38596</c:v>
                </c:pt>
                <c:pt idx="117">
                  <c:v>38565</c:v>
                </c:pt>
                <c:pt idx="118">
                  <c:v>38534</c:v>
                </c:pt>
                <c:pt idx="119">
                  <c:v>38504</c:v>
                </c:pt>
                <c:pt idx="120">
                  <c:v>38473</c:v>
                </c:pt>
                <c:pt idx="121">
                  <c:v>38443</c:v>
                </c:pt>
                <c:pt idx="122">
                  <c:v>38412</c:v>
                </c:pt>
                <c:pt idx="123">
                  <c:v>38384</c:v>
                </c:pt>
              </c:numCache>
            </c:numRef>
          </c:cat>
          <c:val>
            <c:numRef>
              <c:f>'720-740'!$G$4:$G$127</c:f>
              <c:numCache>
                <c:formatCode>0.00</c:formatCode>
                <c:ptCount val="124"/>
                <c:pt idx="0">
                  <c:v>9.1807971813640421E-2</c:v>
                </c:pt>
                <c:pt idx="1">
                  <c:v>7.5729350106920279E-2</c:v>
                </c:pt>
                <c:pt idx="2">
                  <c:v>6.0354305711479928E-2</c:v>
                </c:pt>
                <c:pt idx="3">
                  <c:v>0.12415480049233985</c:v>
                </c:pt>
                <c:pt idx="4">
                  <c:v>9.2213799978970279E-2</c:v>
                </c:pt>
                <c:pt idx="5">
                  <c:v>9.137928100872017E-2</c:v>
                </c:pt>
                <c:pt idx="6">
                  <c:v>6.2768501850020364E-2</c:v>
                </c:pt>
                <c:pt idx="7">
                  <c:v>5.2281208077030072E-2</c:v>
                </c:pt>
                <c:pt idx="8">
                  <c:v>9.5291239039850595E-2</c:v>
                </c:pt>
                <c:pt idx="9">
                  <c:v>4.7160618453810699E-2</c:v>
                </c:pt>
                <c:pt idx="10">
                  <c:v>6.7790968486749925E-2</c:v>
                </c:pt>
                <c:pt idx="11">
                  <c:v>6.8970780195679815E-2</c:v>
                </c:pt>
                <c:pt idx="12">
                  <c:v>8.4742775273739746E-2</c:v>
                </c:pt>
                <c:pt idx="13">
                  <c:v>6.1654409739510641E-2</c:v>
                </c:pt>
                <c:pt idx="14">
                  <c:v>0.10336878085569001</c:v>
                </c:pt>
                <c:pt idx="15">
                  <c:v>4.3582922546429259E-2</c:v>
                </c:pt>
                <c:pt idx="16">
                  <c:v>7.5284696075700097E-2</c:v>
                </c:pt>
                <c:pt idx="17">
                  <c:v>0.13020335750876999</c:v>
                </c:pt>
                <c:pt idx="18">
                  <c:v>7.5537949741390165E-2</c:v>
                </c:pt>
                <c:pt idx="19">
                  <c:v>-5.0913689469650691E-2</c:v>
                </c:pt>
                <c:pt idx="20">
                  <c:v>-5.967634530190935E-2</c:v>
                </c:pt>
                <c:pt idx="21">
                  <c:v>-9.4286366369970231E-2</c:v>
                </c:pt>
                <c:pt idx="22">
                  <c:v>9.7965996406101929E-3</c:v>
                </c:pt>
                <c:pt idx="23">
                  <c:v>8.2764477953099824E-2</c:v>
                </c:pt>
                <c:pt idx="24">
                  <c:v>3.6162336245280091E-2</c:v>
                </c:pt>
                <c:pt idx="25">
                  <c:v>6.0000024097260241E-2</c:v>
                </c:pt>
                <c:pt idx="26">
                  <c:v>0.10783252924301978</c:v>
                </c:pt>
                <c:pt idx="27">
                  <c:v>0.10617465323079989</c:v>
                </c:pt>
                <c:pt idx="28">
                  <c:v>0.12249307888626015</c:v>
                </c:pt>
                <c:pt idx="29">
                  <c:v>0.15021254530635986</c:v>
                </c:pt>
                <c:pt idx="30">
                  <c:v>0.14947454464163989</c:v>
                </c:pt>
                <c:pt idx="31">
                  <c:v>0.12790163538852983</c:v>
                </c:pt>
                <c:pt idx="32">
                  <c:v>9.1099179945129727E-2</c:v>
                </c:pt>
                <c:pt idx="33">
                  <c:v>0.10285096549191985</c:v>
                </c:pt>
                <c:pt idx="34">
                  <c:v>7.0685596189939748E-2</c:v>
                </c:pt>
                <c:pt idx="35">
                  <c:v>0.14388610069850039</c:v>
                </c:pt>
                <c:pt idx="36">
                  <c:v>0.12398752959432002</c:v>
                </c:pt>
                <c:pt idx="37">
                  <c:v>0.1210848083689493</c:v>
                </c:pt>
                <c:pt idx="38">
                  <c:v>0.11355738444295937</c:v>
                </c:pt>
                <c:pt idx="39">
                  <c:v>0.10123932907692001</c:v>
                </c:pt>
                <c:pt idx="40">
                  <c:v>0.11905293728236988</c:v>
                </c:pt>
                <c:pt idx="41">
                  <c:v>0.11950111694657028</c:v>
                </c:pt>
                <c:pt idx="42">
                  <c:v>9.4955246960330086E-2</c:v>
                </c:pt>
                <c:pt idx="43">
                  <c:v>0.12155240922886001</c:v>
                </c:pt>
                <c:pt idx="44">
                  <c:v>0.13434509342423961</c:v>
                </c:pt>
                <c:pt idx="45">
                  <c:v>8.0947166809259841E-2</c:v>
                </c:pt>
                <c:pt idx="46">
                  <c:v>6.9562139841809589E-2</c:v>
                </c:pt>
                <c:pt idx="47">
                  <c:v>0.11153889514362003</c:v>
                </c:pt>
                <c:pt idx="48">
                  <c:v>0.12699596786841028</c:v>
                </c:pt>
                <c:pt idx="49">
                  <c:v>3.8664112165179176E-2</c:v>
                </c:pt>
                <c:pt idx="50">
                  <c:v>-4.5192275796601677E-3</c:v>
                </c:pt>
                <c:pt idx="51">
                  <c:v>6.8539455355054457E-4</c:v>
                </c:pt>
                <c:pt idx="52">
                  <c:v>3.4756893782709852E-2</c:v>
                </c:pt>
                <c:pt idx="53">
                  <c:v>7.6376608425020365E-2</c:v>
                </c:pt>
                <c:pt idx="54">
                  <c:v>0.11752935743213921</c:v>
                </c:pt>
                <c:pt idx="55">
                  <c:v>0.11481145997649023</c:v>
                </c:pt>
                <c:pt idx="56">
                  <c:v>0.10761972368799011</c:v>
                </c:pt>
                <c:pt idx="57">
                  <c:v>0.10110553103926989</c:v>
                </c:pt>
                <c:pt idx="58">
                  <c:v>9.0943687713120447E-2</c:v>
                </c:pt>
                <c:pt idx="59">
                  <c:v>1.4096731757359926E-2</c:v>
                </c:pt>
                <c:pt idx="60">
                  <c:v>3.6968745963580574E-2</c:v>
                </c:pt>
                <c:pt idx="61">
                  <c:v>3.0001373145999821E-2</c:v>
                </c:pt>
                <c:pt idx="62">
                  <c:v>-2.9362119079499038E-3</c:v>
                </c:pt>
                <c:pt idx="63">
                  <c:v>2.9232564695560015E-2</c:v>
                </c:pt>
                <c:pt idx="64">
                  <c:v>9.088741348601026E-2</c:v>
                </c:pt>
                <c:pt idx="65">
                  <c:v>2.1973641080860418E-2</c:v>
                </c:pt>
                <c:pt idx="66">
                  <c:v>-1.4050286591699823E-2</c:v>
                </c:pt>
                <c:pt idx="67">
                  <c:v>-0.18070929263908031</c:v>
                </c:pt>
                <c:pt idx="68">
                  <c:v>-0.2039661384817002</c:v>
                </c:pt>
                <c:pt idx="69">
                  <c:v>-0.18388749519206993</c:v>
                </c:pt>
                <c:pt idx="70">
                  <c:v>-0.10166462593122017</c:v>
                </c:pt>
                <c:pt idx="71">
                  <c:v>-7.4962588587480283E-2</c:v>
                </c:pt>
                <c:pt idx="72">
                  <c:v>-7.5252626355280405E-2</c:v>
                </c:pt>
                <c:pt idx="73">
                  <c:v>-6.0290928061480287E-2</c:v>
                </c:pt>
                <c:pt idx="74">
                  <c:v>-1.9385603755960545E-2</c:v>
                </c:pt>
                <c:pt idx="75">
                  <c:v>4.9690399895260029E-2</c:v>
                </c:pt>
                <c:pt idx="76">
                  <c:v>-9.0320329467949989E-2</c:v>
                </c:pt>
                <c:pt idx="77">
                  <c:v>1.8466312296100185E-2</c:v>
                </c:pt>
                <c:pt idx="78">
                  <c:v>4.4474949963590582E-2</c:v>
                </c:pt>
                <c:pt idx="79">
                  <c:v>-7.8634898491809935E-2</c:v>
                </c:pt>
                <c:pt idx="80">
                  <c:v>-6.3175948922070013E-2</c:v>
                </c:pt>
                <c:pt idx="81">
                  <c:v>-2.606548071334025E-2</c:v>
                </c:pt>
                <c:pt idx="82">
                  <c:v>-3.3293192034689945E-2</c:v>
                </c:pt>
                <c:pt idx="83">
                  <c:v>-3.5488695366320044E-2</c:v>
                </c:pt>
                <c:pt idx="84">
                  <c:v>2.9285430826469394E-2</c:v>
                </c:pt>
                <c:pt idx="85">
                  <c:v>2.5903406132600004E-2</c:v>
                </c:pt>
                <c:pt idx="86">
                  <c:v>5.4863630278189746E-2</c:v>
                </c:pt>
                <c:pt idx="87">
                  <c:v>-2.3757498443304215E-3</c:v>
                </c:pt>
                <c:pt idx="88">
                  <c:v>-3.0723352633729384E-2</c:v>
                </c:pt>
                <c:pt idx="89">
                  <c:v>3.5710245739649871E-2</c:v>
                </c:pt>
                <c:pt idx="90">
                  <c:v>6.1230619098600059E-3</c:v>
                </c:pt>
                <c:pt idx="91">
                  <c:v>2.2651164323599815E-2</c:v>
                </c:pt>
                <c:pt idx="92">
                  <c:v>-4.8352194903349854E-2</c:v>
                </c:pt>
                <c:pt idx="93">
                  <c:v>-3.0690018107399908E-2</c:v>
                </c:pt>
                <c:pt idx="94">
                  <c:v>1.9066212014240413E-2</c:v>
                </c:pt>
                <c:pt idx="95">
                  <c:v>3.7926854069319837E-2</c:v>
                </c:pt>
                <c:pt idx="96">
                  <c:v>1.1347804891570057E-2</c:v>
                </c:pt>
                <c:pt idx="97">
                  <c:v>-4.6306813940799607E-2</c:v>
                </c:pt>
                <c:pt idx="98">
                  <c:v>1.2251537857239647E-2</c:v>
                </c:pt>
                <c:pt idx="99">
                  <c:v>-3.6849305000390409E-2</c:v>
                </c:pt>
                <c:pt idx="100">
                  <c:v>-6.1052692548289933E-2</c:v>
                </c:pt>
                <c:pt idx="101">
                  <c:v>-0.10743290820687967</c:v>
                </c:pt>
                <c:pt idx="102">
                  <c:v>-5.1573342084069829E-2</c:v>
                </c:pt>
                <c:pt idx="103">
                  <c:v>-2.9102090644260059E-2</c:v>
                </c:pt>
                <c:pt idx="104">
                  <c:v>-2.8636194171379969E-2</c:v>
                </c:pt>
                <c:pt idx="105">
                  <c:v>-2.4165158056295155E-3</c:v>
                </c:pt>
                <c:pt idx="106">
                  <c:v>5.4289100906004251E-3</c:v>
                </c:pt>
                <c:pt idx="107">
                  <c:v>1.6980868437290297E-2</c:v>
                </c:pt>
                <c:pt idx="108">
                  <c:v>-3.7841332698600461E-2</c:v>
                </c:pt>
                <c:pt idx="109">
                  <c:v>-1.1526058913659654E-2</c:v>
                </c:pt>
                <c:pt idx="110">
                  <c:v>-9.7637496478490071E-2</c:v>
                </c:pt>
                <c:pt idx="111">
                  <c:v>-6.6311564484370145E-2</c:v>
                </c:pt>
                <c:pt idx="112">
                  <c:v>-2.1484771077009412E-2</c:v>
                </c:pt>
                <c:pt idx="113">
                  <c:v>-1.1917467485039523E-2</c:v>
                </c:pt>
                <c:pt idx="114">
                  <c:v>-9.3242975202993961E-3</c:v>
                </c:pt>
                <c:pt idx="115">
                  <c:v>-2.5556471176099826E-2</c:v>
                </c:pt>
                <c:pt idx="116">
                  <c:v>-3.9025033206900872E-3</c:v>
                </c:pt>
                <c:pt idx="117">
                  <c:v>3.5097866212696616E-3</c:v>
                </c:pt>
                <c:pt idx="118">
                  <c:v>-1.7432749147694437E-3</c:v>
                </c:pt>
                <c:pt idx="119">
                  <c:v>1.9509401686960359E-2</c:v>
                </c:pt>
                <c:pt idx="120">
                  <c:v>-4.9448407933994076E-4</c:v>
                </c:pt>
                <c:pt idx="121">
                  <c:v>-2.3568505272749896E-2</c:v>
                </c:pt>
                <c:pt idx="122">
                  <c:v>1.8226054855150053E-2</c:v>
                </c:pt>
                <c:pt idx="123">
                  <c:v>-4.246206914799977E-2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213036032"/>
        <c:axId val="213037824"/>
      </c:barChart>
      <c:dateAx>
        <c:axId val="213036032"/>
        <c:scaling>
          <c:orientation val="minMax"/>
        </c:scaling>
        <c:delete val="0"/>
        <c:axPos val="b"/>
        <c:numFmt formatCode="m/d/yyyy" sourceLinked="1"/>
        <c:majorTickMark val="out"/>
        <c:minorTickMark val="none"/>
        <c:tickLblPos val="low"/>
        <c:txPr>
          <a:bodyPr/>
          <a:lstStyle/>
          <a:p>
            <a:pPr>
              <a:defRPr sz="900"/>
            </a:pPr>
            <a:endParaRPr lang="en-US"/>
          </a:p>
        </c:txPr>
        <c:crossAx val="213037824"/>
        <c:crosses val="autoZero"/>
        <c:auto val="1"/>
        <c:lblOffset val="100"/>
        <c:baseTimeUnit val="months"/>
        <c:majorUnit val="12"/>
        <c:majorTimeUnit val="months"/>
      </c:dateAx>
      <c:valAx>
        <c:axId val="213037824"/>
        <c:scaling>
          <c:orientation val="minMax"/>
          <c:min val="-0.2"/>
        </c:scaling>
        <c:delete val="0"/>
        <c:axPos val="l"/>
        <c:majorGridlines/>
        <c:numFmt formatCode="0.00" sourceLinked="1"/>
        <c:majorTickMark val="out"/>
        <c:minorTickMark val="none"/>
        <c:tickLblPos val="nextTo"/>
        <c:txPr>
          <a:bodyPr/>
          <a:lstStyle/>
          <a:p>
            <a:pPr>
              <a:defRPr sz="900"/>
            </a:pPr>
            <a:endParaRPr lang="en-US"/>
          </a:p>
        </c:txPr>
        <c:crossAx val="213036032"/>
        <c:crosses val="autoZero"/>
        <c:crossBetween val="between"/>
      </c:valAx>
      <c:spPr>
        <a:ln>
          <a:solidFill>
            <a:schemeClr val="tx1"/>
          </a:solidFill>
        </a:ln>
      </c:spPr>
    </c:plotArea>
    <c:plotVisOnly val="1"/>
    <c:dispBlanksAs val="gap"/>
    <c:showDLblsOverMax val="0"/>
  </c:chart>
  <c:externalData r:id="rId1">
    <c:autoUpdate val="0"/>
  </c:externalData>
</c:chartSpace>
</file>

<file path=ppt/charts/chart27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col"/>
        <c:grouping val="clustered"/>
        <c:varyColors val="0"/>
        <c:ser>
          <c:idx val="3"/>
          <c:order val="0"/>
          <c:tx>
            <c:v>Bank vs Non-Bank</c:v>
          </c:tx>
          <c:spPr>
            <a:solidFill>
              <a:srgbClr val="AD275C"/>
            </a:solidFill>
            <a:ln>
              <a:noFill/>
            </a:ln>
          </c:spPr>
          <c:invertIfNegative val="0"/>
          <c:cat>
            <c:numRef>
              <c:f>'720-740'!$B$4:$B$127</c:f>
              <c:numCache>
                <c:formatCode>m/d/yyyy</c:formatCode>
                <c:ptCount val="124"/>
                <c:pt idx="0">
                  <c:v>42125</c:v>
                </c:pt>
                <c:pt idx="1">
                  <c:v>42095</c:v>
                </c:pt>
                <c:pt idx="2">
                  <c:v>42064</c:v>
                </c:pt>
                <c:pt idx="3">
                  <c:v>42036</c:v>
                </c:pt>
                <c:pt idx="4">
                  <c:v>42005</c:v>
                </c:pt>
                <c:pt idx="5">
                  <c:v>41974</c:v>
                </c:pt>
                <c:pt idx="6">
                  <c:v>41944</c:v>
                </c:pt>
                <c:pt idx="7">
                  <c:v>41913</c:v>
                </c:pt>
                <c:pt idx="8">
                  <c:v>41883</c:v>
                </c:pt>
                <c:pt idx="9">
                  <c:v>41852</c:v>
                </c:pt>
                <c:pt idx="10">
                  <c:v>41821</c:v>
                </c:pt>
                <c:pt idx="11">
                  <c:v>41791</c:v>
                </c:pt>
                <c:pt idx="12">
                  <c:v>41760</c:v>
                </c:pt>
                <c:pt idx="13">
                  <c:v>41730</c:v>
                </c:pt>
                <c:pt idx="14">
                  <c:v>41699</c:v>
                </c:pt>
                <c:pt idx="15">
                  <c:v>41671</c:v>
                </c:pt>
                <c:pt idx="16">
                  <c:v>41640</c:v>
                </c:pt>
                <c:pt idx="17">
                  <c:v>41609</c:v>
                </c:pt>
                <c:pt idx="18">
                  <c:v>41579</c:v>
                </c:pt>
                <c:pt idx="19">
                  <c:v>41548</c:v>
                </c:pt>
                <c:pt idx="20">
                  <c:v>41518</c:v>
                </c:pt>
                <c:pt idx="21">
                  <c:v>41487</c:v>
                </c:pt>
                <c:pt idx="22">
                  <c:v>41456</c:v>
                </c:pt>
                <c:pt idx="23">
                  <c:v>41426</c:v>
                </c:pt>
                <c:pt idx="24">
                  <c:v>41395</c:v>
                </c:pt>
                <c:pt idx="25">
                  <c:v>41365</c:v>
                </c:pt>
                <c:pt idx="26">
                  <c:v>41334</c:v>
                </c:pt>
                <c:pt idx="27">
                  <c:v>41306</c:v>
                </c:pt>
                <c:pt idx="28">
                  <c:v>41275</c:v>
                </c:pt>
                <c:pt idx="29">
                  <c:v>41244</c:v>
                </c:pt>
                <c:pt idx="30">
                  <c:v>41214</c:v>
                </c:pt>
                <c:pt idx="31">
                  <c:v>41183</c:v>
                </c:pt>
                <c:pt idx="32">
                  <c:v>41153</c:v>
                </c:pt>
                <c:pt idx="33">
                  <c:v>41122</c:v>
                </c:pt>
                <c:pt idx="34">
                  <c:v>41091</c:v>
                </c:pt>
                <c:pt idx="35">
                  <c:v>41061</c:v>
                </c:pt>
                <c:pt idx="36">
                  <c:v>41030</c:v>
                </c:pt>
                <c:pt idx="37">
                  <c:v>41000</c:v>
                </c:pt>
                <c:pt idx="38">
                  <c:v>40969</c:v>
                </c:pt>
                <c:pt idx="39">
                  <c:v>40940</c:v>
                </c:pt>
                <c:pt idx="40">
                  <c:v>40909</c:v>
                </c:pt>
                <c:pt idx="41">
                  <c:v>40878</c:v>
                </c:pt>
                <c:pt idx="42">
                  <c:v>40848</c:v>
                </c:pt>
                <c:pt idx="43">
                  <c:v>40817</c:v>
                </c:pt>
                <c:pt idx="44">
                  <c:v>40787</c:v>
                </c:pt>
                <c:pt idx="45">
                  <c:v>40756</c:v>
                </c:pt>
                <c:pt idx="46">
                  <c:v>40725</c:v>
                </c:pt>
                <c:pt idx="47">
                  <c:v>40695</c:v>
                </c:pt>
                <c:pt idx="48">
                  <c:v>40664</c:v>
                </c:pt>
                <c:pt idx="49">
                  <c:v>40634</c:v>
                </c:pt>
                <c:pt idx="50">
                  <c:v>40603</c:v>
                </c:pt>
                <c:pt idx="51">
                  <c:v>40575</c:v>
                </c:pt>
                <c:pt idx="52">
                  <c:v>40544</c:v>
                </c:pt>
                <c:pt idx="53">
                  <c:v>40513</c:v>
                </c:pt>
                <c:pt idx="54">
                  <c:v>40483</c:v>
                </c:pt>
                <c:pt idx="55">
                  <c:v>40452</c:v>
                </c:pt>
                <c:pt idx="56">
                  <c:v>40422</c:v>
                </c:pt>
                <c:pt idx="57">
                  <c:v>40391</c:v>
                </c:pt>
                <c:pt idx="58">
                  <c:v>40360</c:v>
                </c:pt>
                <c:pt idx="59">
                  <c:v>40330</c:v>
                </c:pt>
                <c:pt idx="60">
                  <c:v>40299</c:v>
                </c:pt>
                <c:pt idx="61">
                  <c:v>40269</c:v>
                </c:pt>
                <c:pt idx="62">
                  <c:v>40238</c:v>
                </c:pt>
                <c:pt idx="63">
                  <c:v>40210</c:v>
                </c:pt>
                <c:pt idx="64">
                  <c:v>40179</c:v>
                </c:pt>
                <c:pt idx="65">
                  <c:v>40148</c:v>
                </c:pt>
                <c:pt idx="66">
                  <c:v>40118</c:v>
                </c:pt>
                <c:pt idx="67">
                  <c:v>40087</c:v>
                </c:pt>
                <c:pt idx="68">
                  <c:v>40057</c:v>
                </c:pt>
                <c:pt idx="69">
                  <c:v>40026</c:v>
                </c:pt>
                <c:pt idx="70">
                  <c:v>39995</c:v>
                </c:pt>
                <c:pt idx="71">
                  <c:v>39965</c:v>
                </c:pt>
                <c:pt idx="72">
                  <c:v>39934</c:v>
                </c:pt>
                <c:pt idx="73">
                  <c:v>39904</c:v>
                </c:pt>
                <c:pt idx="74">
                  <c:v>39873</c:v>
                </c:pt>
                <c:pt idx="75">
                  <c:v>39845</c:v>
                </c:pt>
                <c:pt idx="76">
                  <c:v>39814</c:v>
                </c:pt>
                <c:pt idx="77">
                  <c:v>39783</c:v>
                </c:pt>
                <c:pt idx="78">
                  <c:v>39753</c:v>
                </c:pt>
                <c:pt idx="79">
                  <c:v>39722</c:v>
                </c:pt>
                <c:pt idx="80">
                  <c:v>39692</c:v>
                </c:pt>
                <c:pt idx="81">
                  <c:v>39661</c:v>
                </c:pt>
                <c:pt idx="82">
                  <c:v>39630</c:v>
                </c:pt>
                <c:pt idx="83">
                  <c:v>39600</c:v>
                </c:pt>
                <c:pt idx="84">
                  <c:v>39569</c:v>
                </c:pt>
                <c:pt idx="85">
                  <c:v>39539</c:v>
                </c:pt>
                <c:pt idx="86">
                  <c:v>39508</c:v>
                </c:pt>
                <c:pt idx="87">
                  <c:v>39479</c:v>
                </c:pt>
                <c:pt idx="88">
                  <c:v>39448</c:v>
                </c:pt>
                <c:pt idx="89">
                  <c:v>39417</c:v>
                </c:pt>
                <c:pt idx="90">
                  <c:v>39387</c:v>
                </c:pt>
                <c:pt idx="91">
                  <c:v>39356</c:v>
                </c:pt>
                <c:pt idx="92">
                  <c:v>39326</c:v>
                </c:pt>
                <c:pt idx="93">
                  <c:v>39295</c:v>
                </c:pt>
                <c:pt idx="94">
                  <c:v>39264</c:v>
                </c:pt>
                <c:pt idx="95">
                  <c:v>39234</c:v>
                </c:pt>
                <c:pt idx="96">
                  <c:v>39203</c:v>
                </c:pt>
                <c:pt idx="97">
                  <c:v>39173</c:v>
                </c:pt>
                <c:pt idx="98">
                  <c:v>39142</c:v>
                </c:pt>
                <c:pt idx="99">
                  <c:v>39114</c:v>
                </c:pt>
                <c:pt idx="100">
                  <c:v>39083</c:v>
                </c:pt>
                <c:pt idx="101">
                  <c:v>39052</c:v>
                </c:pt>
                <c:pt idx="102">
                  <c:v>39022</c:v>
                </c:pt>
                <c:pt idx="103">
                  <c:v>38991</c:v>
                </c:pt>
                <c:pt idx="104">
                  <c:v>38961</c:v>
                </c:pt>
                <c:pt idx="105">
                  <c:v>38930</c:v>
                </c:pt>
                <c:pt idx="106">
                  <c:v>38899</c:v>
                </c:pt>
                <c:pt idx="107">
                  <c:v>38869</c:v>
                </c:pt>
                <c:pt idx="108">
                  <c:v>38838</c:v>
                </c:pt>
                <c:pt idx="109">
                  <c:v>38808</c:v>
                </c:pt>
                <c:pt idx="110">
                  <c:v>38777</c:v>
                </c:pt>
                <c:pt idx="111">
                  <c:v>38749</c:v>
                </c:pt>
                <c:pt idx="112">
                  <c:v>38718</c:v>
                </c:pt>
                <c:pt idx="113">
                  <c:v>38687</c:v>
                </c:pt>
                <c:pt idx="114">
                  <c:v>38657</c:v>
                </c:pt>
                <c:pt idx="115">
                  <c:v>38626</c:v>
                </c:pt>
                <c:pt idx="116">
                  <c:v>38596</c:v>
                </c:pt>
                <c:pt idx="117">
                  <c:v>38565</c:v>
                </c:pt>
                <c:pt idx="118">
                  <c:v>38534</c:v>
                </c:pt>
                <c:pt idx="119">
                  <c:v>38504</c:v>
                </c:pt>
                <c:pt idx="120">
                  <c:v>38473</c:v>
                </c:pt>
                <c:pt idx="121">
                  <c:v>38443</c:v>
                </c:pt>
                <c:pt idx="122">
                  <c:v>38412</c:v>
                </c:pt>
                <c:pt idx="123">
                  <c:v>38384</c:v>
                </c:pt>
              </c:numCache>
            </c:numRef>
          </c:cat>
          <c:val>
            <c:numRef>
              <c:f>'720-740'!$F$4:$F$127</c:f>
              <c:numCache>
                <c:formatCode>0.00</c:formatCode>
                <c:ptCount val="124"/>
                <c:pt idx="0">
                  <c:v>-3.0192996629594404E-3</c:v>
                </c:pt>
                <c:pt idx="1">
                  <c:v>-3.3707575792809585E-2</c:v>
                </c:pt>
                <c:pt idx="2">
                  <c:v>-6.4338551127059773E-2</c:v>
                </c:pt>
                <c:pt idx="3">
                  <c:v>2.538707423834019E-2</c:v>
                </c:pt>
                <c:pt idx="4">
                  <c:v>-4.5687842334984907E-4</c:v>
                </c:pt>
                <c:pt idx="5">
                  <c:v>2.7228807209570327E-2</c:v>
                </c:pt>
                <c:pt idx="6">
                  <c:v>-2.9045871158239756E-2</c:v>
                </c:pt>
                <c:pt idx="7">
                  <c:v>-4.5025231496000018E-2</c:v>
                </c:pt>
                <c:pt idx="8">
                  <c:v>-2.7770559043769794E-2</c:v>
                </c:pt>
                <c:pt idx="9">
                  <c:v>-4.5062515242679346E-2</c:v>
                </c:pt>
                <c:pt idx="10">
                  <c:v>-2.4567060887910053E-2</c:v>
                </c:pt>
                <c:pt idx="11">
                  <c:v>-1.5331921832295592E-3</c:v>
                </c:pt>
                <c:pt idx="12">
                  <c:v>-2.4206779003597134E-3</c:v>
                </c:pt>
                <c:pt idx="13">
                  <c:v>-5.5622100930199814E-2</c:v>
                </c:pt>
                <c:pt idx="14">
                  <c:v>-1.888058952272953E-2</c:v>
                </c:pt>
                <c:pt idx="15">
                  <c:v>-2.4897338665050839E-2</c:v>
                </c:pt>
                <c:pt idx="16">
                  <c:v>-1.4759998733619994E-2</c:v>
                </c:pt>
                <c:pt idx="17">
                  <c:v>1.1293773707789612E-2</c:v>
                </c:pt>
                <c:pt idx="18">
                  <c:v>1.0670400410440095E-2</c:v>
                </c:pt>
                <c:pt idx="19">
                  <c:v>-6.4539758814250447E-2</c:v>
                </c:pt>
                <c:pt idx="20">
                  <c:v>-9.6060975594909337E-2</c:v>
                </c:pt>
                <c:pt idx="21">
                  <c:v>-0.16586935809679026</c:v>
                </c:pt>
                <c:pt idx="22">
                  <c:v>-4.0974328994869857E-2</c:v>
                </c:pt>
                <c:pt idx="23">
                  <c:v>3.8069707154609667E-2</c:v>
                </c:pt>
                <c:pt idx="24">
                  <c:v>-1.6146982368300034E-2</c:v>
                </c:pt>
                <c:pt idx="25">
                  <c:v>-9.0230496452701203E-3</c:v>
                </c:pt>
                <c:pt idx="26">
                  <c:v>2.1096748434600077E-2</c:v>
                </c:pt>
                <c:pt idx="27">
                  <c:v>7.4566394446229811E-2</c:v>
                </c:pt>
                <c:pt idx="28">
                  <c:v>5.836644708855987E-2</c:v>
                </c:pt>
                <c:pt idx="29">
                  <c:v>5.8516618151680078E-2</c:v>
                </c:pt>
                <c:pt idx="30">
                  <c:v>5.1632188911300059E-2</c:v>
                </c:pt>
                <c:pt idx="31">
                  <c:v>4.5122319244020215E-2</c:v>
                </c:pt>
                <c:pt idx="32">
                  <c:v>1.4786825283120031E-2</c:v>
                </c:pt>
                <c:pt idx="33">
                  <c:v>7.1467727251860236E-2</c:v>
                </c:pt>
                <c:pt idx="34">
                  <c:v>1.9745188973979921E-2</c:v>
                </c:pt>
                <c:pt idx="35">
                  <c:v>9.5828542120259819E-2</c:v>
                </c:pt>
                <c:pt idx="36">
                  <c:v>6.934291055168984E-2</c:v>
                </c:pt>
                <c:pt idx="37">
                  <c:v>1.7905114597899896E-2</c:v>
                </c:pt>
                <c:pt idx="38">
                  <c:v>1.5943951860689864E-2</c:v>
                </c:pt>
                <c:pt idx="39">
                  <c:v>4.5274707546510307E-2</c:v>
                </c:pt>
                <c:pt idx="40">
                  <c:v>8.7739237912396462E-3</c:v>
                </c:pt>
                <c:pt idx="41">
                  <c:v>6.6972063685049932E-2</c:v>
                </c:pt>
                <c:pt idx="42">
                  <c:v>-7.2208221644798343E-3</c:v>
                </c:pt>
                <c:pt idx="43">
                  <c:v>2.4467105492940178E-2</c:v>
                </c:pt>
                <c:pt idx="44">
                  <c:v>-1.6947969448040112E-2</c:v>
                </c:pt>
                <c:pt idx="45">
                  <c:v>9.656946825402013E-2</c:v>
                </c:pt>
                <c:pt idx="46">
                  <c:v>7.3445121819279535E-2</c:v>
                </c:pt>
                <c:pt idx="47">
                  <c:v>-4.5871623460440603E-2</c:v>
                </c:pt>
                <c:pt idx="48">
                  <c:v>-2.6875473927820082E-2</c:v>
                </c:pt>
                <c:pt idx="49">
                  <c:v>-9.6785767329800265E-2</c:v>
                </c:pt>
                <c:pt idx="50">
                  <c:v>-0.12484671045451989</c:v>
                </c:pt>
                <c:pt idx="51">
                  <c:v>-0.15147333808603936</c:v>
                </c:pt>
                <c:pt idx="52">
                  <c:v>-2.2525992635669567E-2</c:v>
                </c:pt>
                <c:pt idx="53">
                  <c:v>5.2023445045730199E-2</c:v>
                </c:pt>
                <c:pt idx="54">
                  <c:v>3.8398622444079322E-2</c:v>
                </c:pt>
                <c:pt idx="55">
                  <c:v>-2.4329755826889787E-2</c:v>
                </c:pt>
                <c:pt idx="56">
                  <c:v>3.809893875146031E-2</c:v>
                </c:pt>
                <c:pt idx="57">
                  <c:v>9.1827610333420573E-2</c:v>
                </c:pt>
                <c:pt idx="58">
                  <c:v>-6.1275501860979631E-2</c:v>
                </c:pt>
                <c:pt idx="59">
                  <c:v>-3.275077878403998E-2</c:v>
                </c:pt>
                <c:pt idx="60">
                  <c:v>6.9023569283022113E-4</c:v>
                </c:pt>
                <c:pt idx="61">
                  <c:v>-2.3081020790209905E-2</c:v>
                </c:pt>
                <c:pt idx="62">
                  <c:v>-1.7364209657009688E-2</c:v>
                </c:pt>
                <c:pt idx="63">
                  <c:v>-3.7486987106700731E-2</c:v>
                </c:pt>
                <c:pt idx="64">
                  <c:v>3.860004897835978E-2</c:v>
                </c:pt>
                <c:pt idx="65">
                  <c:v>-8.5914411898402321E-3</c:v>
                </c:pt>
                <c:pt idx="66">
                  <c:v>-3.1770157099840546E-2</c:v>
                </c:pt>
                <c:pt idx="67">
                  <c:v>-0.12719807797975058</c:v>
                </c:pt>
                <c:pt idx="68">
                  <c:v>-0.20063426649504024</c:v>
                </c:pt>
                <c:pt idx="69">
                  <c:v>-0.20799037399587039</c:v>
                </c:pt>
                <c:pt idx="70">
                  <c:v>-8.058256323406976E-2</c:v>
                </c:pt>
                <c:pt idx="71">
                  <c:v>-2.8368008529509936E-2</c:v>
                </c:pt>
                <c:pt idx="72">
                  <c:v>9.8743493370689883E-2</c:v>
                </c:pt>
                <c:pt idx="73">
                  <c:v>-0.14387507871420979</c:v>
                </c:pt>
                <c:pt idx="74">
                  <c:v>2.6818832708659812E-2</c:v>
                </c:pt>
                <c:pt idx="75">
                  <c:v>7.324993005167002E-2</c:v>
                </c:pt>
                <c:pt idx="76">
                  <c:v>0.10201110722509998</c:v>
                </c:pt>
                <c:pt idx="77">
                  <c:v>-0.24396880091240014</c:v>
                </c:pt>
                <c:pt idx="78">
                  <c:v>-0.25264570907700001</c:v>
                </c:pt>
                <c:pt idx="79">
                  <c:v>-0.11695360273697997</c:v>
                </c:pt>
                <c:pt idx="80">
                  <c:v>-0.29310238721106963</c:v>
                </c:pt>
                <c:pt idx="81">
                  <c:v>-0.13698895225708974</c:v>
                </c:pt>
                <c:pt idx="82">
                  <c:v>-0.6958347023313598</c:v>
                </c:pt>
                <c:pt idx="83">
                  <c:v>-0.18134933414443033</c:v>
                </c:pt>
                <c:pt idx="84">
                  <c:v>-1.0973385313279849E-2</c:v>
                </c:pt>
                <c:pt idx="85">
                  <c:v>-0.24419909895854985</c:v>
                </c:pt>
                <c:pt idx="86">
                  <c:v>-0.23687153450010001</c:v>
                </c:pt>
                <c:pt idx="87">
                  <c:v>-0.32890267401415052</c:v>
                </c:pt>
                <c:pt idx="88">
                  <c:v>-4.261579677069971E-2</c:v>
                </c:pt>
                <c:pt idx="89">
                  <c:v>-7.8534493666889915E-2</c:v>
                </c:pt>
                <c:pt idx="90">
                  <c:v>1.6637210104390121E-2</c:v>
                </c:pt>
                <c:pt idx="91">
                  <c:v>9.2988405143500152E-2</c:v>
                </c:pt>
                <c:pt idx="92">
                  <c:v>-0.16008339755291967</c:v>
                </c:pt>
                <c:pt idx="93">
                  <c:v>-0.10314232797098999</c:v>
                </c:pt>
                <c:pt idx="94">
                  <c:v>-5.8546681796089572E-2</c:v>
                </c:pt>
                <c:pt idx="95">
                  <c:v>-0.15964250966124993</c:v>
                </c:pt>
                <c:pt idx="96">
                  <c:v>-4.3805642614009876E-2</c:v>
                </c:pt>
                <c:pt idx="97">
                  <c:v>-0.17804017326059007</c:v>
                </c:pt>
                <c:pt idx="98">
                  <c:v>-3.1692935001981226E-4</c:v>
                </c:pt>
                <c:pt idx="99">
                  <c:v>-0.30181588516229052</c:v>
                </c:pt>
                <c:pt idx="100">
                  <c:v>-0.31009434343213993</c:v>
                </c:pt>
                <c:pt idx="101">
                  <c:v>-0.21197927358970947</c:v>
                </c:pt>
                <c:pt idx="102">
                  <c:v>-0.11740821868033002</c:v>
                </c:pt>
                <c:pt idx="103">
                  <c:v>-6.0651497653330111E-2</c:v>
                </c:pt>
                <c:pt idx="104">
                  <c:v>-0.16885196454233942</c:v>
                </c:pt>
                <c:pt idx="105">
                  <c:v>-8.733519475376994E-2</c:v>
                </c:pt>
                <c:pt idx="106">
                  <c:v>2.5765417301550464E-2</c:v>
                </c:pt>
                <c:pt idx="107">
                  <c:v>-0.3740580260213795</c:v>
                </c:pt>
                <c:pt idx="108">
                  <c:v>-0.27566395891848039</c:v>
                </c:pt>
                <c:pt idx="109">
                  <c:v>-0.25549809785207955</c:v>
                </c:pt>
                <c:pt idx="110">
                  <c:v>-0.36369816308308067</c:v>
                </c:pt>
                <c:pt idx="111">
                  <c:v>-0.32742992040413998</c:v>
                </c:pt>
                <c:pt idx="112">
                  <c:v>-0.35532389633057004</c:v>
                </c:pt>
                <c:pt idx="113">
                  <c:v>-0.28581922268808935</c:v>
                </c:pt>
                <c:pt idx="114">
                  <c:v>-6.6368394425899702E-2</c:v>
                </c:pt>
                <c:pt idx="115">
                  <c:v>-0.35189772545072984</c:v>
                </c:pt>
                <c:pt idx="116">
                  <c:v>-0.27267164272880962</c:v>
                </c:pt>
                <c:pt idx="117">
                  <c:v>-0.28093110525535003</c:v>
                </c:pt>
                <c:pt idx="118">
                  <c:v>-0.35426340150789937</c:v>
                </c:pt>
                <c:pt idx="119">
                  <c:v>-0.11885962271400974</c:v>
                </c:pt>
                <c:pt idx="120">
                  <c:v>-0.1060801477484894</c:v>
                </c:pt>
                <c:pt idx="121">
                  <c:v>-0.24050725030209019</c:v>
                </c:pt>
                <c:pt idx="122">
                  <c:v>-0.20751651980904029</c:v>
                </c:pt>
                <c:pt idx="123">
                  <c:v>-0.27987024526808923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212584704"/>
        <c:axId val="212590592"/>
      </c:barChart>
      <c:dateAx>
        <c:axId val="212584704"/>
        <c:scaling>
          <c:orientation val="minMax"/>
        </c:scaling>
        <c:delete val="0"/>
        <c:axPos val="b"/>
        <c:numFmt formatCode="m/d/yyyy" sourceLinked="1"/>
        <c:majorTickMark val="out"/>
        <c:minorTickMark val="none"/>
        <c:tickLblPos val="low"/>
        <c:txPr>
          <a:bodyPr/>
          <a:lstStyle/>
          <a:p>
            <a:pPr>
              <a:defRPr sz="900"/>
            </a:pPr>
            <a:endParaRPr lang="en-US"/>
          </a:p>
        </c:txPr>
        <c:crossAx val="212590592"/>
        <c:crosses val="autoZero"/>
        <c:auto val="1"/>
        <c:lblOffset val="100"/>
        <c:baseTimeUnit val="months"/>
        <c:majorUnit val="12"/>
        <c:majorTimeUnit val="months"/>
      </c:dateAx>
      <c:valAx>
        <c:axId val="212590592"/>
        <c:scaling>
          <c:orientation val="minMax"/>
          <c:min val="-0.4"/>
        </c:scaling>
        <c:delete val="0"/>
        <c:axPos val="l"/>
        <c:majorGridlines/>
        <c:numFmt formatCode="0.00" sourceLinked="1"/>
        <c:majorTickMark val="out"/>
        <c:minorTickMark val="none"/>
        <c:tickLblPos val="nextTo"/>
        <c:txPr>
          <a:bodyPr/>
          <a:lstStyle/>
          <a:p>
            <a:pPr>
              <a:defRPr sz="900"/>
            </a:pPr>
            <a:endParaRPr lang="en-US"/>
          </a:p>
        </c:txPr>
        <c:crossAx val="212584704"/>
        <c:crosses val="autoZero"/>
        <c:crossBetween val="between"/>
        <c:majorUnit val="0.2"/>
      </c:valAx>
      <c:spPr>
        <a:ln>
          <a:solidFill>
            <a:schemeClr val="tx1"/>
          </a:solidFill>
        </a:ln>
      </c:spPr>
    </c:plotArea>
    <c:plotVisOnly val="1"/>
    <c:dispBlanksAs val="gap"/>
    <c:showDLblsOverMax val="0"/>
  </c:chart>
  <c:externalData r:id="rId1">
    <c:autoUpdate val="0"/>
  </c:externalData>
</c:chartSpace>
</file>

<file path=ppt/charts/chart28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col"/>
        <c:grouping val="clustered"/>
        <c:varyColors val="0"/>
        <c:ser>
          <c:idx val="3"/>
          <c:order val="0"/>
          <c:tx>
            <c:v>Bank vs Non-Bank</c:v>
          </c:tx>
          <c:spPr>
            <a:solidFill>
              <a:srgbClr val="AD275C"/>
            </a:solidFill>
            <a:ln>
              <a:noFill/>
            </a:ln>
          </c:spPr>
          <c:invertIfNegative val="0"/>
          <c:cat>
            <c:numRef>
              <c:f>'740-760'!$B$4:$B$127</c:f>
              <c:numCache>
                <c:formatCode>m/d/yyyy</c:formatCode>
                <c:ptCount val="124"/>
                <c:pt idx="0">
                  <c:v>42125</c:v>
                </c:pt>
                <c:pt idx="1">
                  <c:v>42095</c:v>
                </c:pt>
                <c:pt idx="2">
                  <c:v>42064</c:v>
                </c:pt>
                <c:pt idx="3">
                  <c:v>42036</c:v>
                </c:pt>
                <c:pt idx="4">
                  <c:v>42005</c:v>
                </c:pt>
                <c:pt idx="5">
                  <c:v>41974</c:v>
                </c:pt>
                <c:pt idx="6">
                  <c:v>41944</c:v>
                </c:pt>
                <c:pt idx="7">
                  <c:v>41913</c:v>
                </c:pt>
                <c:pt idx="8">
                  <c:v>41883</c:v>
                </c:pt>
                <c:pt idx="9">
                  <c:v>41852</c:v>
                </c:pt>
                <c:pt idx="10">
                  <c:v>41821</c:v>
                </c:pt>
                <c:pt idx="11">
                  <c:v>41791</c:v>
                </c:pt>
                <c:pt idx="12">
                  <c:v>41760</c:v>
                </c:pt>
                <c:pt idx="13">
                  <c:v>41730</c:v>
                </c:pt>
                <c:pt idx="14">
                  <c:v>41699</c:v>
                </c:pt>
                <c:pt idx="15">
                  <c:v>41671</c:v>
                </c:pt>
                <c:pt idx="16">
                  <c:v>41640</c:v>
                </c:pt>
                <c:pt idx="17">
                  <c:v>41609</c:v>
                </c:pt>
                <c:pt idx="18">
                  <c:v>41579</c:v>
                </c:pt>
                <c:pt idx="19">
                  <c:v>41548</c:v>
                </c:pt>
                <c:pt idx="20">
                  <c:v>41518</c:v>
                </c:pt>
                <c:pt idx="21">
                  <c:v>41487</c:v>
                </c:pt>
                <c:pt idx="22">
                  <c:v>41456</c:v>
                </c:pt>
                <c:pt idx="23">
                  <c:v>41426</c:v>
                </c:pt>
                <c:pt idx="24">
                  <c:v>41395</c:v>
                </c:pt>
                <c:pt idx="25">
                  <c:v>41365</c:v>
                </c:pt>
                <c:pt idx="26">
                  <c:v>41334</c:v>
                </c:pt>
                <c:pt idx="27">
                  <c:v>41306</c:v>
                </c:pt>
                <c:pt idx="28">
                  <c:v>41275</c:v>
                </c:pt>
                <c:pt idx="29">
                  <c:v>41244</c:v>
                </c:pt>
                <c:pt idx="30">
                  <c:v>41214</c:v>
                </c:pt>
                <c:pt idx="31">
                  <c:v>41183</c:v>
                </c:pt>
                <c:pt idx="32">
                  <c:v>41153</c:v>
                </c:pt>
                <c:pt idx="33">
                  <c:v>41122</c:v>
                </c:pt>
                <c:pt idx="34">
                  <c:v>41091</c:v>
                </c:pt>
                <c:pt idx="35">
                  <c:v>41061</c:v>
                </c:pt>
                <c:pt idx="36">
                  <c:v>41030</c:v>
                </c:pt>
                <c:pt idx="37">
                  <c:v>41000</c:v>
                </c:pt>
                <c:pt idx="38">
                  <c:v>40969</c:v>
                </c:pt>
                <c:pt idx="39">
                  <c:v>40940</c:v>
                </c:pt>
                <c:pt idx="40">
                  <c:v>40909</c:v>
                </c:pt>
                <c:pt idx="41">
                  <c:v>40878</c:v>
                </c:pt>
                <c:pt idx="42">
                  <c:v>40848</c:v>
                </c:pt>
                <c:pt idx="43">
                  <c:v>40817</c:v>
                </c:pt>
                <c:pt idx="44">
                  <c:v>40787</c:v>
                </c:pt>
                <c:pt idx="45">
                  <c:v>40756</c:v>
                </c:pt>
                <c:pt idx="46">
                  <c:v>40725</c:v>
                </c:pt>
                <c:pt idx="47">
                  <c:v>40695</c:v>
                </c:pt>
                <c:pt idx="48">
                  <c:v>40664</c:v>
                </c:pt>
                <c:pt idx="49">
                  <c:v>40634</c:v>
                </c:pt>
                <c:pt idx="50">
                  <c:v>40603</c:v>
                </c:pt>
                <c:pt idx="51">
                  <c:v>40575</c:v>
                </c:pt>
                <c:pt idx="52">
                  <c:v>40544</c:v>
                </c:pt>
                <c:pt idx="53">
                  <c:v>40513</c:v>
                </c:pt>
                <c:pt idx="54">
                  <c:v>40483</c:v>
                </c:pt>
                <c:pt idx="55">
                  <c:v>40452</c:v>
                </c:pt>
                <c:pt idx="56">
                  <c:v>40422</c:v>
                </c:pt>
                <c:pt idx="57">
                  <c:v>40391</c:v>
                </c:pt>
                <c:pt idx="58">
                  <c:v>40360</c:v>
                </c:pt>
                <c:pt idx="59">
                  <c:v>40330</c:v>
                </c:pt>
                <c:pt idx="60">
                  <c:v>40299</c:v>
                </c:pt>
                <c:pt idx="61">
                  <c:v>40269</c:v>
                </c:pt>
                <c:pt idx="62">
                  <c:v>40238</c:v>
                </c:pt>
                <c:pt idx="63">
                  <c:v>40210</c:v>
                </c:pt>
                <c:pt idx="64">
                  <c:v>40179</c:v>
                </c:pt>
                <c:pt idx="65">
                  <c:v>40148</c:v>
                </c:pt>
                <c:pt idx="66">
                  <c:v>40118</c:v>
                </c:pt>
                <c:pt idx="67">
                  <c:v>40087</c:v>
                </c:pt>
                <c:pt idx="68">
                  <c:v>40057</c:v>
                </c:pt>
                <c:pt idx="69">
                  <c:v>40026</c:v>
                </c:pt>
                <c:pt idx="70">
                  <c:v>39995</c:v>
                </c:pt>
                <c:pt idx="71">
                  <c:v>39965</c:v>
                </c:pt>
                <c:pt idx="72">
                  <c:v>39934</c:v>
                </c:pt>
                <c:pt idx="73">
                  <c:v>39904</c:v>
                </c:pt>
                <c:pt idx="74">
                  <c:v>39873</c:v>
                </c:pt>
                <c:pt idx="75">
                  <c:v>39845</c:v>
                </c:pt>
                <c:pt idx="76">
                  <c:v>39814</c:v>
                </c:pt>
                <c:pt idx="77">
                  <c:v>39783</c:v>
                </c:pt>
                <c:pt idx="78">
                  <c:v>39753</c:v>
                </c:pt>
                <c:pt idx="79">
                  <c:v>39722</c:v>
                </c:pt>
                <c:pt idx="80">
                  <c:v>39692</c:v>
                </c:pt>
                <c:pt idx="81">
                  <c:v>39661</c:v>
                </c:pt>
                <c:pt idx="82">
                  <c:v>39630</c:v>
                </c:pt>
                <c:pt idx="83">
                  <c:v>39600</c:v>
                </c:pt>
                <c:pt idx="84">
                  <c:v>39569</c:v>
                </c:pt>
                <c:pt idx="85">
                  <c:v>39539</c:v>
                </c:pt>
                <c:pt idx="86">
                  <c:v>39508</c:v>
                </c:pt>
                <c:pt idx="87">
                  <c:v>39479</c:v>
                </c:pt>
                <c:pt idx="88">
                  <c:v>39448</c:v>
                </c:pt>
                <c:pt idx="89">
                  <c:v>39417</c:v>
                </c:pt>
                <c:pt idx="90">
                  <c:v>39387</c:v>
                </c:pt>
                <c:pt idx="91">
                  <c:v>39356</c:v>
                </c:pt>
                <c:pt idx="92">
                  <c:v>39326</c:v>
                </c:pt>
                <c:pt idx="93">
                  <c:v>39295</c:v>
                </c:pt>
                <c:pt idx="94">
                  <c:v>39264</c:v>
                </c:pt>
                <c:pt idx="95">
                  <c:v>39234</c:v>
                </c:pt>
                <c:pt idx="96">
                  <c:v>39203</c:v>
                </c:pt>
                <c:pt idx="97">
                  <c:v>39173</c:v>
                </c:pt>
                <c:pt idx="98">
                  <c:v>39142</c:v>
                </c:pt>
                <c:pt idx="99">
                  <c:v>39114</c:v>
                </c:pt>
                <c:pt idx="100">
                  <c:v>39083</c:v>
                </c:pt>
                <c:pt idx="101">
                  <c:v>39052</c:v>
                </c:pt>
                <c:pt idx="102">
                  <c:v>39022</c:v>
                </c:pt>
                <c:pt idx="103">
                  <c:v>38991</c:v>
                </c:pt>
                <c:pt idx="104">
                  <c:v>38961</c:v>
                </c:pt>
                <c:pt idx="105">
                  <c:v>38930</c:v>
                </c:pt>
                <c:pt idx="106">
                  <c:v>38899</c:v>
                </c:pt>
                <c:pt idx="107">
                  <c:v>38869</c:v>
                </c:pt>
                <c:pt idx="108">
                  <c:v>38838</c:v>
                </c:pt>
                <c:pt idx="109">
                  <c:v>38808</c:v>
                </c:pt>
                <c:pt idx="110">
                  <c:v>38777</c:v>
                </c:pt>
                <c:pt idx="111">
                  <c:v>38749</c:v>
                </c:pt>
                <c:pt idx="112">
                  <c:v>38718</c:v>
                </c:pt>
                <c:pt idx="113">
                  <c:v>38687</c:v>
                </c:pt>
                <c:pt idx="114">
                  <c:v>38657</c:v>
                </c:pt>
                <c:pt idx="115">
                  <c:v>38626</c:v>
                </c:pt>
                <c:pt idx="116">
                  <c:v>38596</c:v>
                </c:pt>
                <c:pt idx="117">
                  <c:v>38565</c:v>
                </c:pt>
                <c:pt idx="118">
                  <c:v>38534</c:v>
                </c:pt>
                <c:pt idx="119">
                  <c:v>38504</c:v>
                </c:pt>
                <c:pt idx="120">
                  <c:v>38473</c:v>
                </c:pt>
                <c:pt idx="121">
                  <c:v>38443</c:v>
                </c:pt>
                <c:pt idx="122">
                  <c:v>38412</c:v>
                </c:pt>
                <c:pt idx="123">
                  <c:v>38384</c:v>
                </c:pt>
              </c:numCache>
            </c:numRef>
          </c:cat>
          <c:val>
            <c:numRef>
              <c:f>'740-760'!$F$4:$F$127</c:f>
              <c:numCache>
                <c:formatCode>0.00</c:formatCode>
                <c:ptCount val="124"/>
                <c:pt idx="0">
                  <c:v>2.5577064637169578E-2</c:v>
                </c:pt>
                <c:pt idx="1">
                  <c:v>-1.397791456509978E-3</c:v>
                </c:pt>
                <c:pt idx="2">
                  <c:v>-5.1691697825099858E-2</c:v>
                </c:pt>
                <c:pt idx="3">
                  <c:v>-1.4577489542920041E-2</c:v>
                </c:pt>
                <c:pt idx="4">
                  <c:v>-3.5028242395593878E-3</c:v>
                </c:pt>
                <c:pt idx="5">
                  <c:v>-1.4193066826720724E-2</c:v>
                </c:pt>
                <c:pt idx="6">
                  <c:v>-2.8826954569109553E-2</c:v>
                </c:pt>
                <c:pt idx="7">
                  <c:v>-4.8026940843629795E-2</c:v>
                </c:pt>
                <c:pt idx="8">
                  <c:v>-2.2502563892579985E-2</c:v>
                </c:pt>
                <c:pt idx="9">
                  <c:v>-2.3470815832330238E-2</c:v>
                </c:pt>
                <c:pt idx="10">
                  <c:v>-4.2540451878780416E-2</c:v>
                </c:pt>
                <c:pt idx="11">
                  <c:v>-2.9154333334420635E-2</c:v>
                </c:pt>
                <c:pt idx="12">
                  <c:v>-1.1151441483679747E-2</c:v>
                </c:pt>
                <c:pt idx="13">
                  <c:v>-4.9896423026919656E-2</c:v>
                </c:pt>
                <c:pt idx="14">
                  <c:v>-1.4376557522299827E-2</c:v>
                </c:pt>
                <c:pt idx="15">
                  <c:v>-3.7269685930990448E-2</c:v>
                </c:pt>
                <c:pt idx="16">
                  <c:v>-2.4824120357250123E-2</c:v>
                </c:pt>
                <c:pt idx="17">
                  <c:v>3.5701093376990123E-2</c:v>
                </c:pt>
                <c:pt idx="18">
                  <c:v>-3.4861866552549969E-2</c:v>
                </c:pt>
                <c:pt idx="19">
                  <c:v>-3.44784896901702E-2</c:v>
                </c:pt>
                <c:pt idx="20">
                  <c:v>-8.9221699039269353E-2</c:v>
                </c:pt>
                <c:pt idx="21">
                  <c:v>-0.14967214429828957</c:v>
                </c:pt>
                <c:pt idx="22">
                  <c:v>-1.1183343475599905E-2</c:v>
                </c:pt>
                <c:pt idx="23">
                  <c:v>2.0550072108960205E-2</c:v>
                </c:pt>
                <c:pt idx="24">
                  <c:v>-1.6344115094530043E-2</c:v>
                </c:pt>
                <c:pt idx="25">
                  <c:v>-1.3633242960202629E-3</c:v>
                </c:pt>
                <c:pt idx="26">
                  <c:v>2.6346420694089989E-2</c:v>
                </c:pt>
                <c:pt idx="27">
                  <c:v>3.454292296747008E-2</c:v>
                </c:pt>
                <c:pt idx="28">
                  <c:v>2.8552070852569944E-2</c:v>
                </c:pt>
                <c:pt idx="29">
                  <c:v>2.0160392448539621E-2</c:v>
                </c:pt>
                <c:pt idx="30">
                  <c:v>5.3174807415229619E-2</c:v>
                </c:pt>
                <c:pt idx="31">
                  <c:v>1.155775915595969E-2</c:v>
                </c:pt>
                <c:pt idx="32">
                  <c:v>-1.6995042135869998E-2</c:v>
                </c:pt>
                <c:pt idx="33">
                  <c:v>1.2859178906500013E-2</c:v>
                </c:pt>
                <c:pt idx="34">
                  <c:v>2.8556562509729932E-2</c:v>
                </c:pt>
                <c:pt idx="35">
                  <c:v>7.0321590467430362E-2</c:v>
                </c:pt>
                <c:pt idx="36">
                  <c:v>2.2167428845439652E-2</c:v>
                </c:pt>
                <c:pt idx="37">
                  <c:v>1.6257619973820248E-2</c:v>
                </c:pt>
                <c:pt idx="38">
                  <c:v>3.8809339137610088E-2</c:v>
                </c:pt>
                <c:pt idx="39">
                  <c:v>2.1224710857070228E-2</c:v>
                </c:pt>
                <c:pt idx="40">
                  <c:v>4.7192819939629871E-2</c:v>
                </c:pt>
                <c:pt idx="41">
                  <c:v>3.5497404044930292E-2</c:v>
                </c:pt>
                <c:pt idx="42">
                  <c:v>3.5676816967010083E-2</c:v>
                </c:pt>
                <c:pt idx="43">
                  <c:v>4.8619092985210166E-2</c:v>
                </c:pt>
                <c:pt idx="44">
                  <c:v>5.7215534940449508E-2</c:v>
                </c:pt>
                <c:pt idx="45">
                  <c:v>2.392238273958025E-2</c:v>
                </c:pt>
                <c:pt idx="46">
                  <c:v>0.10185632876451045</c:v>
                </c:pt>
                <c:pt idx="47">
                  <c:v>0.13270152905725041</c:v>
                </c:pt>
                <c:pt idx="48">
                  <c:v>-4.4683722694019323E-2</c:v>
                </c:pt>
                <c:pt idx="49">
                  <c:v>-0.11310892427448938</c:v>
                </c:pt>
                <c:pt idx="50">
                  <c:v>-0.15961301810433959</c:v>
                </c:pt>
                <c:pt idx="51">
                  <c:v>-0.14133103938256042</c:v>
                </c:pt>
                <c:pt idx="52">
                  <c:v>1.9967270919698521E-3</c:v>
                </c:pt>
                <c:pt idx="53">
                  <c:v>5.4566811672009941E-2</c:v>
                </c:pt>
                <c:pt idx="54">
                  <c:v>2.799760966836029E-2</c:v>
                </c:pt>
                <c:pt idx="55">
                  <c:v>-4.2861737717601045E-3</c:v>
                </c:pt>
                <c:pt idx="56">
                  <c:v>8.8762165770269519E-2</c:v>
                </c:pt>
                <c:pt idx="57">
                  <c:v>7.3704959621140098E-2</c:v>
                </c:pt>
                <c:pt idx="58">
                  <c:v>0.10104620361501038</c:v>
                </c:pt>
                <c:pt idx="59">
                  <c:v>-2.4696409811042486E-4</c:v>
                </c:pt>
                <c:pt idx="60">
                  <c:v>2.1175619762120235E-2</c:v>
                </c:pt>
                <c:pt idx="61">
                  <c:v>-6.8936637068599538E-3</c:v>
                </c:pt>
                <c:pt idx="62">
                  <c:v>-6.2297558720159962E-2</c:v>
                </c:pt>
                <c:pt idx="63">
                  <c:v>-0.20358615651673961</c:v>
                </c:pt>
                <c:pt idx="64">
                  <c:v>-7.0652740948569992E-2</c:v>
                </c:pt>
                <c:pt idx="65">
                  <c:v>-2.4868804122419874E-2</c:v>
                </c:pt>
                <c:pt idx="66">
                  <c:v>-2.7095996346889528E-2</c:v>
                </c:pt>
                <c:pt idx="67">
                  <c:v>-5.7975776718369509E-2</c:v>
                </c:pt>
                <c:pt idx="68">
                  <c:v>-0.17127612619490051</c:v>
                </c:pt>
                <c:pt idx="69">
                  <c:v>-0.27969603983810032</c:v>
                </c:pt>
                <c:pt idx="70">
                  <c:v>-9.5867777233940465E-2</c:v>
                </c:pt>
                <c:pt idx="71">
                  <c:v>-2.5563418833800533E-2</c:v>
                </c:pt>
                <c:pt idx="72">
                  <c:v>0.17208566972739003</c:v>
                </c:pt>
                <c:pt idx="73">
                  <c:v>-0.11804239868842981</c:v>
                </c:pt>
                <c:pt idx="74">
                  <c:v>-0.13537179034865066</c:v>
                </c:pt>
                <c:pt idx="75">
                  <c:v>-2.6070503999870098E-2</c:v>
                </c:pt>
                <c:pt idx="76">
                  <c:v>5.8517038485479844E-2</c:v>
                </c:pt>
                <c:pt idx="77">
                  <c:v>-0.31071062988726972</c:v>
                </c:pt>
                <c:pt idx="78">
                  <c:v>-0.24894151421166999</c:v>
                </c:pt>
                <c:pt idx="79">
                  <c:v>-0.15567047014265967</c:v>
                </c:pt>
                <c:pt idx="80">
                  <c:v>-0.13583500364824985</c:v>
                </c:pt>
                <c:pt idx="81">
                  <c:v>-0.2023730951160001</c:v>
                </c:pt>
                <c:pt idx="82">
                  <c:v>1.4981547701800046E-2</c:v>
                </c:pt>
                <c:pt idx="83">
                  <c:v>-7.743686378003023E-2</c:v>
                </c:pt>
                <c:pt idx="84">
                  <c:v>-2.7317792974590027E-2</c:v>
                </c:pt>
                <c:pt idx="85">
                  <c:v>-0.10955556305503933</c:v>
                </c:pt>
                <c:pt idx="86">
                  <c:v>-7.0795575240030217E-2</c:v>
                </c:pt>
                <c:pt idx="87">
                  <c:v>-0.18627730067037973</c:v>
                </c:pt>
                <c:pt idx="88">
                  <c:v>-0.15426805572173041</c:v>
                </c:pt>
                <c:pt idx="89">
                  <c:v>-1.6874551807330107E-2</c:v>
                </c:pt>
                <c:pt idx="90">
                  <c:v>-5.8237295376570408E-2</c:v>
                </c:pt>
                <c:pt idx="91">
                  <c:v>3.9012660290490331E-2</c:v>
                </c:pt>
                <c:pt idx="92">
                  <c:v>-4.4607405767219888E-2</c:v>
                </c:pt>
                <c:pt idx="93">
                  <c:v>-3.6566719266109438E-2</c:v>
                </c:pt>
                <c:pt idx="94">
                  <c:v>-6.613919057620965E-2</c:v>
                </c:pt>
                <c:pt idx="95">
                  <c:v>-0.15224324118794019</c:v>
                </c:pt>
                <c:pt idx="96">
                  <c:v>-2.9917412344190097E-2</c:v>
                </c:pt>
                <c:pt idx="97">
                  <c:v>-0.16064395911632978</c:v>
                </c:pt>
                <c:pt idx="98">
                  <c:v>-0.1722268988650999</c:v>
                </c:pt>
                <c:pt idx="99">
                  <c:v>-5.9999717176870249E-2</c:v>
                </c:pt>
                <c:pt idx="100">
                  <c:v>-0.22753788441925948</c:v>
                </c:pt>
                <c:pt idx="101">
                  <c:v>-0.25762353420140016</c:v>
                </c:pt>
                <c:pt idx="102">
                  <c:v>-8.0830630751299815E-2</c:v>
                </c:pt>
                <c:pt idx="103">
                  <c:v>-0.10965398183885977</c:v>
                </c:pt>
                <c:pt idx="104">
                  <c:v>-5.2465092171409822E-2</c:v>
                </c:pt>
                <c:pt idx="105">
                  <c:v>-0.11660449825750963</c:v>
                </c:pt>
                <c:pt idx="106">
                  <c:v>-4.7273710950520353E-2</c:v>
                </c:pt>
                <c:pt idx="107">
                  <c:v>-9.1217925729810467E-2</c:v>
                </c:pt>
                <c:pt idx="108">
                  <c:v>-0.33384270367352986</c:v>
                </c:pt>
                <c:pt idx="109">
                  <c:v>-0.2999574438511603</c:v>
                </c:pt>
                <c:pt idx="110">
                  <c:v>-0.25205664962809937</c:v>
                </c:pt>
                <c:pt idx="111">
                  <c:v>-0.33409931813014015</c:v>
                </c:pt>
                <c:pt idx="112">
                  <c:v>-0.29272745097757991</c:v>
                </c:pt>
                <c:pt idx="113">
                  <c:v>-0.13221823718100012</c:v>
                </c:pt>
                <c:pt idx="114">
                  <c:v>-0.29011394656212008</c:v>
                </c:pt>
                <c:pt idx="115">
                  <c:v>-0.27535706387783954</c:v>
                </c:pt>
                <c:pt idx="116">
                  <c:v>-9.4154077889060162E-2</c:v>
                </c:pt>
                <c:pt idx="117">
                  <c:v>1.0821750345293424E-3</c:v>
                </c:pt>
                <c:pt idx="118">
                  <c:v>-0.16638892131090977</c:v>
                </c:pt>
                <c:pt idx="119">
                  <c:v>-7.3226215050349985E-2</c:v>
                </c:pt>
                <c:pt idx="120">
                  <c:v>-0.22542964506642971</c:v>
                </c:pt>
                <c:pt idx="121">
                  <c:v>-0.24565862568536012</c:v>
                </c:pt>
                <c:pt idx="122">
                  <c:v>-0.20430890161915993</c:v>
                </c:pt>
                <c:pt idx="123">
                  <c:v>-0.13162740038177034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212598144"/>
        <c:axId val="212743296"/>
      </c:barChart>
      <c:dateAx>
        <c:axId val="212598144"/>
        <c:scaling>
          <c:orientation val="minMax"/>
        </c:scaling>
        <c:delete val="0"/>
        <c:axPos val="b"/>
        <c:numFmt formatCode="m/d/yyyy" sourceLinked="1"/>
        <c:majorTickMark val="out"/>
        <c:minorTickMark val="none"/>
        <c:tickLblPos val="low"/>
        <c:txPr>
          <a:bodyPr/>
          <a:lstStyle/>
          <a:p>
            <a:pPr>
              <a:defRPr sz="900"/>
            </a:pPr>
            <a:endParaRPr lang="en-US"/>
          </a:p>
        </c:txPr>
        <c:crossAx val="212743296"/>
        <c:crosses val="autoZero"/>
        <c:auto val="1"/>
        <c:lblOffset val="100"/>
        <c:baseTimeUnit val="months"/>
        <c:majorUnit val="12"/>
        <c:majorTimeUnit val="months"/>
      </c:dateAx>
      <c:valAx>
        <c:axId val="212743296"/>
        <c:scaling>
          <c:orientation val="minMax"/>
        </c:scaling>
        <c:delete val="0"/>
        <c:axPos val="l"/>
        <c:majorGridlines/>
        <c:numFmt formatCode="0.00" sourceLinked="1"/>
        <c:majorTickMark val="out"/>
        <c:minorTickMark val="none"/>
        <c:tickLblPos val="nextTo"/>
        <c:txPr>
          <a:bodyPr/>
          <a:lstStyle/>
          <a:p>
            <a:pPr>
              <a:defRPr sz="900"/>
            </a:pPr>
            <a:endParaRPr lang="en-US"/>
          </a:p>
        </c:txPr>
        <c:crossAx val="212598144"/>
        <c:crosses val="autoZero"/>
        <c:crossBetween val="between"/>
      </c:valAx>
      <c:spPr>
        <a:ln>
          <a:solidFill>
            <a:schemeClr val="tx1"/>
          </a:solidFill>
        </a:ln>
      </c:spPr>
    </c:plotArea>
    <c:plotVisOnly val="1"/>
    <c:dispBlanksAs val="gap"/>
    <c:showDLblsOverMax val="0"/>
  </c:chart>
  <c:externalData r:id="rId1">
    <c:autoUpdate val="0"/>
  </c:externalData>
</c:chartSpace>
</file>

<file path=ppt/charts/chart29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col"/>
        <c:grouping val="clustered"/>
        <c:varyColors val="0"/>
        <c:ser>
          <c:idx val="3"/>
          <c:order val="0"/>
          <c:tx>
            <c:v>Bank vs Non-Bank</c:v>
          </c:tx>
          <c:spPr>
            <a:solidFill>
              <a:srgbClr val="AD275C"/>
            </a:solidFill>
            <a:ln>
              <a:noFill/>
            </a:ln>
          </c:spPr>
          <c:invertIfNegative val="0"/>
          <c:cat>
            <c:numRef>
              <c:f>'760-780'!$B$4:$B$127</c:f>
              <c:numCache>
                <c:formatCode>m/d/yyyy</c:formatCode>
                <c:ptCount val="124"/>
                <c:pt idx="0">
                  <c:v>42125</c:v>
                </c:pt>
                <c:pt idx="1">
                  <c:v>42095</c:v>
                </c:pt>
                <c:pt idx="2">
                  <c:v>42064</c:v>
                </c:pt>
                <c:pt idx="3">
                  <c:v>42036</c:v>
                </c:pt>
                <c:pt idx="4">
                  <c:v>42005</c:v>
                </c:pt>
                <c:pt idx="5">
                  <c:v>41974</c:v>
                </c:pt>
                <c:pt idx="6">
                  <c:v>41944</c:v>
                </c:pt>
                <c:pt idx="7">
                  <c:v>41913</c:v>
                </c:pt>
                <c:pt idx="8">
                  <c:v>41883</c:v>
                </c:pt>
                <c:pt idx="9">
                  <c:v>41852</c:v>
                </c:pt>
                <c:pt idx="10">
                  <c:v>41821</c:v>
                </c:pt>
                <c:pt idx="11">
                  <c:v>41791</c:v>
                </c:pt>
                <c:pt idx="12">
                  <c:v>41760</c:v>
                </c:pt>
                <c:pt idx="13">
                  <c:v>41730</c:v>
                </c:pt>
                <c:pt idx="14">
                  <c:v>41699</c:v>
                </c:pt>
                <c:pt idx="15">
                  <c:v>41671</c:v>
                </c:pt>
                <c:pt idx="16">
                  <c:v>41640</c:v>
                </c:pt>
                <c:pt idx="17">
                  <c:v>41609</c:v>
                </c:pt>
                <c:pt idx="18">
                  <c:v>41579</c:v>
                </c:pt>
                <c:pt idx="19">
                  <c:v>41548</c:v>
                </c:pt>
                <c:pt idx="20">
                  <c:v>41518</c:v>
                </c:pt>
                <c:pt idx="21">
                  <c:v>41487</c:v>
                </c:pt>
                <c:pt idx="22">
                  <c:v>41456</c:v>
                </c:pt>
                <c:pt idx="23">
                  <c:v>41426</c:v>
                </c:pt>
                <c:pt idx="24">
                  <c:v>41395</c:v>
                </c:pt>
                <c:pt idx="25">
                  <c:v>41365</c:v>
                </c:pt>
                <c:pt idx="26">
                  <c:v>41334</c:v>
                </c:pt>
                <c:pt idx="27">
                  <c:v>41306</c:v>
                </c:pt>
                <c:pt idx="28">
                  <c:v>41275</c:v>
                </c:pt>
                <c:pt idx="29">
                  <c:v>41244</c:v>
                </c:pt>
                <c:pt idx="30">
                  <c:v>41214</c:v>
                </c:pt>
                <c:pt idx="31">
                  <c:v>41183</c:v>
                </c:pt>
                <c:pt idx="32">
                  <c:v>41153</c:v>
                </c:pt>
                <c:pt idx="33">
                  <c:v>41122</c:v>
                </c:pt>
                <c:pt idx="34">
                  <c:v>41091</c:v>
                </c:pt>
                <c:pt idx="35">
                  <c:v>41061</c:v>
                </c:pt>
                <c:pt idx="36">
                  <c:v>41030</c:v>
                </c:pt>
                <c:pt idx="37">
                  <c:v>41000</c:v>
                </c:pt>
                <c:pt idx="38">
                  <c:v>40969</c:v>
                </c:pt>
                <c:pt idx="39">
                  <c:v>40940</c:v>
                </c:pt>
                <c:pt idx="40">
                  <c:v>40909</c:v>
                </c:pt>
                <c:pt idx="41">
                  <c:v>40878</c:v>
                </c:pt>
                <c:pt idx="42">
                  <c:v>40848</c:v>
                </c:pt>
                <c:pt idx="43">
                  <c:v>40817</c:v>
                </c:pt>
                <c:pt idx="44">
                  <c:v>40787</c:v>
                </c:pt>
                <c:pt idx="45">
                  <c:v>40756</c:v>
                </c:pt>
                <c:pt idx="46">
                  <c:v>40725</c:v>
                </c:pt>
                <c:pt idx="47">
                  <c:v>40695</c:v>
                </c:pt>
                <c:pt idx="48">
                  <c:v>40664</c:v>
                </c:pt>
                <c:pt idx="49">
                  <c:v>40634</c:v>
                </c:pt>
                <c:pt idx="50">
                  <c:v>40603</c:v>
                </c:pt>
                <c:pt idx="51">
                  <c:v>40575</c:v>
                </c:pt>
                <c:pt idx="52">
                  <c:v>40544</c:v>
                </c:pt>
                <c:pt idx="53">
                  <c:v>40513</c:v>
                </c:pt>
                <c:pt idx="54">
                  <c:v>40483</c:v>
                </c:pt>
                <c:pt idx="55">
                  <c:v>40452</c:v>
                </c:pt>
                <c:pt idx="56">
                  <c:v>40422</c:v>
                </c:pt>
                <c:pt idx="57">
                  <c:v>40391</c:v>
                </c:pt>
                <c:pt idx="58">
                  <c:v>40360</c:v>
                </c:pt>
                <c:pt idx="59">
                  <c:v>40330</c:v>
                </c:pt>
                <c:pt idx="60">
                  <c:v>40299</c:v>
                </c:pt>
                <c:pt idx="61">
                  <c:v>40269</c:v>
                </c:pt>
                <c:pt idx="62">
                  <c:v>40238</c:v>
                </c:pt>
                <c:pt idx="63">
                  <c:v>40210</c:v>
                </c:pt>
                <c:pt idx="64">
                  <c:v>40179</c:v>
                </c:pt>
                <c:pt idx="65">
                  <c:v>40148</c:v>
                </c:pt>
                <c:pt idx="66">
                  <c:v>40118</c:v>
                </c:pt>
                <c:pt idx="67">
                  <c:v>40087</c:v>
                </c:pt>
                <c:pt idx="68">
                  <c:v>40057</c:v>
                </c:pt>
                <c:pt idx="69">
                  <c:v>40026</c:v>
                </c:pt>
                <c:pt idx="70">
                  <c:v>39995</c:v>
                </c:pt>
                <c:pt idx="71">
                  <c:v>39965</c:v>
                </c:pt>
                <c:pt idx="72">
                  <c:v>39934</c:v>
                </c:pt>
                <c:pt idx="73">
                  <c:v>39904</c:v>
                </c:pt>
                <c:pt idx="74">
                  <c:v>39873</c:v>
                </c:pt>
                <c:pt idx="75">
                  <c:v>39845</c:v>
                </c:pt>
                <c:pt idx="76">
                  <c:v>39814</c:v>
                </c:pt>
                <c:pt idx="77">
                  <c:v>39783</c:v>
                </c:pt>
                <c:pt idx="78">
                  <c:v>39753</c:v>
                </c:pt>
                <c:pt idx="79">
                  <c:v>39722</c:v>
                </c:pt>
                <c:pt idx="80">
                  <c:v>39692</c:v>
                </c:pt>
                <c:pt idx="81">
                  <c:v>39661</c:v>
                </c:pt>
                <c:pt idx="82">
                  <c:v>39630</c:v>
                </c:pt>
                <c:pt idx="83">
                  <c:v>39600</c:v>
                </c:pt>
                <c:pt idx="84">
                  <c:v>39569</c:v>
                </c:pt>
                <c:pt idx="85">
                  <c:v>39539</c:v>
                </c:pt>
                <c:pt idx="86">
                  <c:v>39508</c:v>
                </c:pt>
                <c:pt idx="87">
                  <c:v>39479</c:v>
                </c:pt>
                <c:pt idx="88">
                  <c:v>39448</c:v>
                </c:pt>
                <c:pt idx="89">
                  <c:v>39417</c:v>
                </c:pt>
                <c:pt idx="90">
                  <c:v>39387</c:v>
                </c:pt>
                <c:pt idx="91">
                  <c:v>39356</c:v>
                </c:pt>
                <c:pt idx="92">
                  <c:v>39326</c:v>
                </c:pt>
                <c:pt idx="93">
                  <c:v>39295</c:v>
                </c:pt>
                <c:pt idx="94">
                  <c:v>39264</c:v>
                </c:pt>
                <c:pt idx="95">
                  <c:v>39234</c:v>
                </c:pt>
                <c:pt idx="96">
                  <c:v>39203</c:v>
                </c:pt>
                <c:pt idx="97">
                  <c:v>39173</c:v>
                </c:pt>
                <c:pt idx="98">
                  <c:v>39142</c:v>
                </c:pt>
                <c:pt idx="99">
                  <c:v>39114</c:v>
                </c:pt>
                <c:pt idx="100">
                  <c:v>39083</c:v>
                </c:pt>
                <c:pt idx="101">
                  <c:v>39052</c:v>
                </c:pt>
                <c:pt idx="102">
                  <c:v>39022</c:v>
                </c:pt>
                <c:pt idx="103">
                  <c:v>38991</c:v>
                </c:pt>
                <c:pt idx="104">
                  <c:v>38961</c:v>
                </c:pt>
                <c:pt idx="105">
                  <c:v>38930</c:v>
                </c:pt>
                <c:pt idx="106">
                  <c:v>38899</c:v>
                </c:pt>
                <c:pt idx="107">
                  <c:v>38869</c:v>
                </c:pt>
                <c:pt idx="108">
                  <c:v>38838</c:v>
                </c:pt>
                <c:pt idx="109">
                  <c:v>38808</c:v>
                </c:pt>
                <c:pt idx="110">
                  <c:v>38777</c:v>
                </c:pt>
                <c:pt idx="111">
                  <c:v>38749</c:v>
                </c:pt>
                <c:pt idx="112">
                  <c:v>38718</c:v>
                </c:pt>
                <c:pt idx="113">
                  <c:v>38687</c:v>
                </c:pt>
                <c:pt idx="114">
                  <c:v>38657</c:v>
                </c:pt>
                <c:pt idx="115">
                  <c:v>38626</c:v>
                </c:pt>
                <c:pt idx="116">
                  <c:v>38596</c:v>
                </c:pt>
                <c:pt idx="117">
                  <c:v>38565</c:v>
                </c:pt>
                <c:pt idx="118">
                  <c:v>38534</c:v>
                </c:pt>
                <c:pt idx="119">
                  <c:v>38504</c:v>
                </c:pt>
                <c:pt idx="120">
                  <c:v>38473</c:v>
                </c:pt>
                <c:pt idx="121">
                  <c:v>38443</c:v>
                </c:pt>
                <c:pt idx="122">
                  <c:v>38412</c:v>
                </c:pt>
                <c:pt idx="123">
                  <c:v>38384</c:v>
                </c:pt>
              </c:numCache>
            </c:numRef>
          </c:cat>
          <c:val>
            <c:numRef>
              <c:f>'760-780'!$F$4:$F$127</c:f>
              <c:numCache>
                <c:formatCode>0.00</c:formatCode>
                <c:ptCount val="124"/>
                <c:pt idx="0">
                  <c:v>3.4060441681800224E-2</c:v>
                </c:pt>
                <c:pt idx="1">
                  <c:v>-1.8872845000659666E-2</c:v>
                </c:pt>
                <c:pt idx="2">
                  <c:v>-4.0750506244170204E-2</c:v>
                </c:pt>
                <c:pt idx="3">
                  <c:v>-2.851615716049416E-3</c:v>
                </c:pt>
                <c:pt idx="4">
                  <c:v>-1.7742276719605599E-3</c:v>
                </c:pt>
                <c:pt idx="5">
                  <c:v>-3.5313917888119661E-2</c:v>
                </c:pt>
                <c:pt idx="6">
                  <c:v>-3.9798273578309562E-2</c:v>
                </c:pt>
                <c:pt idx="7">
                  <c:v>-2.7563085990060188E-2</c:v>
                </c:pt>
                <c:pt idx="8">
                  <c:v>-2.5994095143059504E-2</c:v>
                </c:pt>
                <c:pt idx="9">
                  <c:v>-2.2407861059807743E-3</c:v>
                </c:pt>
                <c:pt idx="10">
                  <c:v>-4.0820468548059985E-2</c:v>
                </c:pt>
                <c:pt idx="11">
                  <c:v>-6.970852127709648E-3</c:v>
                </c:pt>
                <c:pt idx="12">
                  <c:v>-1.3578635096830105E-2</c:v>
                </c:pt>
                <c:pt idx="13">
                  <c:v>5.6576926758200585E-3</c:v>
                </c:pt>
                <c:pt idx="14">
                  <c:v>1.5226044991479171E-2</c:v>
                </c:pt>
                <c:pt idx="15">
                  <c:v>-2.3725545668209946E-2</c:v>
                </c:pt>
                <c:pt idx="16">
                  <c:v>7.588792752989626E-3</c:v>
                </c:pt>
                <c:pt idx="17">
                  <c:v>1.8416757166789921E-2</c:v>
                </c:pt>
                <c:pt idx="18">
                  <c:v>1.4365925908119692E-2</c:v>
                </c:pt>
                <c:pt idx="19">
                  <c:v>-1.5990888740839537E-2</c:v>
                </c:pt>
                <c:pt idx="20">
                  <c:v>-7.4299522167009968E-2</c:v>
                </c:pt>
                <c:pt idx="21">
                  <c:v>-0.12736246268746942</c:v>
                </c:pt>
                <c:pt idx="22">
                  <c:v>-1.9281134798399879E-2</c:v>
                </c:pt>
                <c:pt idx="23">
                  <c:v>1.8351209924039935E-2</c:v>
                </c:pt>
                <c:pt idx="24">
                  <c:v>1.2911209490980013E-2</c:v>
                </c:pt>
                <c:pt idx="25">
                  <c:v>-4.8622424749598103E-3</c:v>
                </c:pt>
                <c:pt idx="26">
                  <c:v>3.1792157299869839E-2</c:v>
                </c:pt>
                <c:pt idx="27">
                  <c:v>3.4544149732260276E-2</c:v>
                </c:pt>
                <c:pt idx="28">
                  <c:v>1.1468031138050172E-2</c:v>
                </c:pt>
                <c:pt idx="29">
                  <c:v>-3.2773096324003603E-3</c:v>
                </c:pt>
                <c:pt idx="30">
                  <c:v>2.1479733091890107E-2</c:v>
                </c:pt>
                <c:pt idx="31">
                  <c:v>-1.4196243410260045E-2</c:v>
                </c:pt>
                <c:pt idx="32">
                  <c:v>-1.5039425199189882E-2</c:v>
                </c:pt>
                <c:pt idx="33">
                  <c:v>1.3017691854530167E-2</c:v>
                </c:pt>
                <c:pt idx="34">
                  <c:v>3.8253768990809789E-2</c:v>
                </c:pt>
                <c:pt idx="35">
                  <c:v>8.2789178326869717E-2</c:v>
                </c:pt>
                <c:pt idx="36">
                  <c:v>3.268279044916067E-2</c:v>
                </c:pt>
                <c:pt idx="37">
                  <c:v>2.0374990954800332E-2</c:v>
                </c:pt>
                <c:pt idx="38">
                  <c:v>2.6437012186093511E-3</c:v>
                </c:pt>
                <c:pt idx="39">
                  <c:v>4.0076727529359424E-2</c:v>
                </c:pt>
                <c:pt idx="40">
                  <c:v>6.3284940432289716E-2</c:v>
                </c:pt>
                <c:pt idx="41">
                  <c:v>5.6147926862560205E-2</c:v>
                </c:pt>
                <c:pt idx="42">
                  <c:v>5.6765896126769633E-2</c:v>
                </c:pt>
                <c:pt idx="43">
                  <c:v>0.10357743124523999</c:v>
                </c:pt>
                <c:pt idx="44">
                  <c:v>-2.9623501258440044E-2</c:v>
                </c:pt>
                <c:pt idx="45">
                  <c:v>7.4900684612460466E-2</c:v>
                </c:pt>
                <c:pt idx="46">
                  <c:v>3.5488947987680319E-2</c:v>
                </c:pt>
                <c:pt idx="47">
                  <c:v>3.1103451415930294E-2</c:v>
                </c:pt>
                <c:pt idx="48">
                  <c:v>-6.8390213005829814E-2</c:v>
                </c:pt>
                <c:pt idx="49">
                  <c:v>-7.5657288788280042E-2</c:v>
                </c:pt>
                <c:pt idx="50">
                  <c:v>-8.860051365575039E-2</c:v>
                </c:pt>
                <c:pt idx="51">
                  <c:v>-0.16808723854490992</c:v>
                </c:pt>
                <c:pt idx="52">
                  <c:v>-2.260095710595067E-2</c:v>
                </c:pt>
                <c:pt idx="53">
                  <c:v>0.11146845150267026</c:v>
                </c:pt>
                <c:pt idx="54">
                  <c:v>5.3295377744150052E-2</c:v>
                </c:pt>
                <c:pt idx="55">
                  <c:v>4.2794671025830233E-2</c:v>
                </c:pt>
                <c:pt idx="56">
                  <c:v>4.7698763052889781E-2</c:v>
                </c:pt>
                <c:pt idx="57">
                  <c:v>6.9094955909900335E-2</c:v>
                </c:pt>
                <c:pt idx="58">
                  <c:v>9.8651060276839786E-2</c:v>
                </c:pt>
                <c:pt idx="59">
                  <c:v>1.6930295695519959E-2</c:v>
                </c:pt>
                <c:pt idx="60">
                  <c:v>7.0347758078899147E-3</c:v>
                </c:pt>
                <c:pt idx="61">
                  <c:v>-1.8423367318201045E-3</c:v>
                </c:pt>
                <c:pt idx="62">
                  <c:v>5.1019619174049957E-2</c:v>
                </c:pt>
                <c:pt idx="63">
                  <c:v>-3.8856054097530013E-2</c:v>
                </c:pt>
                <c:pt idx="64">
                  <c:v>3.4787011994559691E-2</c:v>
                </c:pt>
                <c:pt idx="65">
                  <c:v>-4.6514109781919721E-2</c:v>
                </c:pt>
                <c:pt idx="66">
                  <c:v>5.8190927647830293E-2</c:v>
                </c:pt>
                <c:pt idx="67">
                  <c:v>-0.16023662466310018</c:v>
                </c:pt>
                <c:pt idx="68">
                  <c:v>-0.2643154660314897</c:v>
                </c:pt>
                <c:pt idx="69">
                  <c:v>-0.25550133506083039</c:v>
                </c:pt>
                <c:pt idx="70">
                  <c:v>-8.4680162026479877E-2</c:v>
                </c:pt>
                <c:pt idx="71">
                  <c:v>5.2141658708600325E-2</c:v>
                </c:pt>
                <c:pt idx="72">
                  <c:v>0.2073105496095895</c:v>
                </c:pt>
                <c:pt idx="73">
                  <c:v>-0.13812896614404924</c:v>
                </c:pt>
                <c:pt idx="74">
                  <c:v>-6.1119761538670048E-2</c:v>
                </c:pt>
                <c:pt idx="75">
                  <c:v>-3.61127028040098E-2</c:v>
                </c:pt>
                <c:pt idx="76">
                  <c:v>9.2383357317689985E-2</c:v>
                </c:pt>
                <c:pt idx="77">
                  <c:v>8.6996343066349624E-2</c:v>
                </c:pt>
                <c:pt idx="78">
                  <c:v>-7.0671065424230406E-2</c:v>
                </c:pt>
                <c:pt idx="79">
                  <c:v>-0.15466469216520995</c:v>
                </c:pt>
                <c:pt idx="80">
                  <c:v>6.0210626707899451E-3</c:v>
                </c:pt>
                <c:pt idx="81">
                  <c:v>-0.24059517384563023</c:v>
                </c:pt>
                <c:pt idx="82">
                  <c:v>-0.13258049202085953</c:v>
                </c:pt>
                <c:pt idx="83">
                  <c:v>-0.11794353969890015</c:v>
                </c:pt>
                <c:pt idx="84">
                  <c:v>2.2321588795430003E-2</c:v>
                </c:pt>
                <c:pt idx="85">
                  <c:v>-0.18334124229745985</c:v>
                </c:pt>
                <c:pt idx="86">
                  <c:v>-6.2931956705729597E-2</c:v>
                </c:pt>
                <c:pt idx="87">
                  <c:v>-7.0704374360060385E-2</c:v>
                </c:pt>
                <c:pt idx="88">
                  <c:v>-0.22276653318438022</c:v>
                </c:pt>
                <c:pt idx="89">
                  <c:v>-0.15966426984427962</c:v>
                </c:pt>
                <c:pt idx="90">
                  <c:v>-1.1325781262879531E-2</c:v>
                </c:pt>
                <c:pt idx="91">
                  <c:v>5.2173863927770014E-2</c:v>
                </c:pt>
                <c:pt idx="92">
                  <c:v>3.1641332609090078E-2</c:v>
                </c:pt>
                <c:pt idx="93">
                  <c:v>-7.9761184923199835E-2</c:v>
                </c:pt>
                <c:pt idx="94">
                  <c:v>-0.14208793010853071</c:v>
                </c:pt>
                <c:pt idx="95">
                  <c:v>-6.7742393483239738E-2</c:v>
                </c:pt>
                <c:pt idx="96">
                  <c:v>-0.19266694744481949</c:v>
                </c:pt>
                <c:pt idx="97">
                  <c:v>2.6735486909929662E-2</c:v>
                </c:pt>
                <c:pt idx="98">
                  <c:v>-0.21828101603695949</c:v>
                </c:pt>
                <c:pt idx="99">
                  <c:v>-0.11245283553919005</c:v>
                </c:pt>
                <c:pt idx="100">
                  <c:v>-0.37972426263748993</c:v>
                </c:pt>
                <c:pt idx="101">
                  <c:v>-0.31383501291147997</c:v>
                </c:pt>
                <c:pt idx="102">
                  <c:v>-0.32084991617676994</c:v>
                </c:pt>
                <c:pt idx="103">
                  <c:v>-0.2281774542183399</c:v>
                </c:pt>
                <c:pt idx="104">
                  <c:v>-0.29449947014250988</c:v>
                </c:pt>
                <c:pt idx="105">
                  <c:v>-8.4892651245009887E-2</c:v>
                </c:pt>
                <c:pt idx="106">
                  <c:v>-0.34995034302203987</c:v>
                </c:pt>
                <c:pt idx="107">
                  <c:v>-0.15554726782342065</c:v>
                </c:pt>
                <c:pt idx="108">
                  <c:v>-7.6291733469690648E-2</c:v>
                </c:pt>
                <c:pt idx="109">
                  <c:v>-0.41149830926231967</c:v>
                </c:pt>
                <c:pt idx="110">
                  <c:v>-0.35133543682420054</c:v>
                </c:pt>
                <c:pt idx="111">
                  <c:v>-0.55072561156605992</c:v>
                </c:pt>
                <c:pt idx="112">
                  <c:v>-0.19174389669798941</c:v>
                </c:pt>
                <c:pt idx="113">
                  <c:v>-0.34478849310375015</c:v>
                </c:pt>
                <c:pt idx="114">
                  <c:v>-4.0425366663496831E-3</c:v>
                </c:pt>
                <c:pt idx="115">
                  <c:v>-0.17243422159079991</c:v>
                </c:pt>
                <c:pt idx="116">
                  <c:v>-0.10275335616746073</c:v>
                </c:pt>
                <c:pt idx="117">
                  <c:v>-1.9261176564997484E-3</c:v>
                </c:pt>
                <c:pt idx="118">
                  <c:v>-0.12710994303925016</c:v>
                </c:pt>
                <c:pt idx="119">
                  <c:v>-0.42961774640151074</c:v>
                </c:pt>
                <c:pt idx="120">
                  <c:v>-0.10652016094130001</c:v>
                </c:pt>
                <c:pt idx="121">
                  <c:v>-0.2776592457493301</c:v>
                </c:pt>
                <c:pt idx="122">
                  <c:v>-0.11917901799009023</c:v>
                </c:pt>
                <c:pt idx="123">
                  <c:v>-1.5562231503440493E-2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212771584"/>
        <c:axId val="212773120"/>
      </c:barChart>
      <c:dateAx>
        <c:axId val="212771584"/>
        <c:scaling>
          <c:orientation val="minMax"/>
        </c:scaling>
        <c:delete val="0"/>
        <c:axPos val="b"/>
        <c:numFmt formatCode="m/d/yyyy" sourceLinked="1"/>
        <c:majorTickMark val="out"/>
        <c:minorTickMark val="none"/>
        <c:tickLblPos val="low"/>
        <c:txPr>
          <a:bodyPr/>
          <a:lstStyle/>
          <a:p>
            <a:pPr>
              <a:defRPr sz="900"/>
            </a:pPr>
            <a:endParaRPr lang="en-US"/>
          </a:p>
        </c:txPr>
        <c:crossAx val="212773120"/>
        <c:crosses val="autoZero"/>
        <c:auto val="1"/>
        <c:lblOffset val="100"/>
        <c:baseTimeUnit val="months"/>
        <c:majorUnit val="12"/>
        <c:majorTimeUnit val="months"/>
      </c:dateAx>
      <c:valAx>
        <c:axId val="212773120"/>
        <c:scaling>
          <c:orientation val="minMax"/>
          <c:max val="0.2"/>
          <c:min val="-0.4"/>
        </c:scaling>
        <c:delete val="0"/>
        <c:axPos val="l"/>
        <c:majorGridlines/>
        <c:numFmt formatCode="0.00" sourceLinked="1"/>
        <c:majorTickMark val="out"/>
        <c:minorTickMark val="none"/>
        <c:tickLblPos val="nextTo"/>
        <c:txPr>
          <a:bodyPr/>
          <a:lstStyle/>
          <a:p>
            <a:pPr>
              <a:defRPr sz="900"/>
            </a:pPr>
            <a:endParaRPr lang="en-US"/>
          </a:p>
        </c:txPr>
        <c:crossAx val="212771584"/>
        <c:crosses val="autoZero"/>
        <c:crossBetween val="between"/>
      </c:valAx>
      <c:spPr>
        <a:ln>
          <a:solidFill>
            <a:schemeClr val="tx1"/>
          </a:solidFill>
        </a:ln>
      </c:spPr>
    </c:plotArea>
    <c:plotVisOnly val="1"/>
    <c:dispBlanksAs val="gap"/>
    <c:showDLblsOverMax val="0"/>
  </c:chart>
  <c:externalData r:id="rId1">
    <c:autoUpdate val="0"/>
  </c:externalData>
</c:chartSpace>
</file>

<file path=ppt/charts/chart30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col"/>
        <c:grouping val="clustered"/>
        <c:varyColors val="0"/>
        <c:ser>
          <c:idx val="3"/>
          <c:order val="0"/>
          <c:tx>
            <c:v>Bank vs Non-Bank</c:v>
          </c:tx>
          <c:spPr>
            <a:solidFill>
              <a:srgbClr val="AD275C"/>
            </a:solidFill>
            <a:ln>
              <a:noFill/>
            </a:ln>
          </c:spPr>
          <c:invertIfNegative val="0"/>
          <c:cat>
            <c:numRef>
              <c:f>'&gt;780'!$B$4:$B$127</c:f>
              <c:numCache>
                <c:formatCode>m/d/yyyy</c:formatCode>
                <c:ptCount val="124"/>
                <c:pt idx="0">
                  <c:v>42125</c:v>
                </c:pt>
                <c:pt idx="1">
                  <c:v>42095</c:v>
                </c:pt>
                <c:pt idx="2">
                  <c:v>42064</c:v>
                </c:pt>
                <c:pt idx="3">
                  <c:v>42036</c:v>
                </c:pt>
                <c:pt idx="4">
                  <c:v>42005</c:v>
                </c:pt>
                <c:pt idx="5">
                  <c:v>41974</c:v>
                </c:pt>
                <c:pt idx="6">
                  <c:v>41944</c:v>
                </c:pt>
                <c:pt idx="7">
                  <c:v>41913</c:v>
                </c:pt>
                <c:pt idx="8">
                  <c:v>41883</c:v>
                </c:pt>
                <c:pt idx="9">
                  <c:v>41852</c:v>
                </c:pt>
                <c:pt idx="10">
                  <c:v>41821</c:v>
                </c:pt>
                <c:pt idx="11">
                  <c:v>41791</c:v>
                </c:pt>
                <c:pt idx="12">
                  <c:v>41760</c:v>
                </c:pt>
                <c:pt idx="13">
                  <c:v>41730</c:v>
                </c:pt>
                <c:pt idx="14">
                  <c:v>41699</c:v>
                </c:pt>
                <c:pt idx="15">
                  <c:v>41671</c:v>
                </c:pt>
                <c:pt idx="16">
                  <c:v>41640</c:v>
                </c:pt>
                <c:pt idx="17">
                  <c:v>41609</c:v>
                </c:pt>
                <c:pt idx="18">
                  <c:v>41579</c:v>
                </c:pt>
                <c:pt idx="19">
                  <c:v>41548</c:v>
                </c:pt>
                <c:pt idx="20">
                  <c:v>41518</c:v>
                </c:pt>
                <c:pt idx="21">
                  <c:v>41487</c:v>
                </c:pt>
                <c:pt idx="22">
                  <c:v>41456</c:v>
                </c:pt>
                <c:pt idx="23">
                  <c:v>41426</c:v>
                </c:pt>
                <c:pt idx="24">
                  <c:v>41395</c:v>
                </c:pt>
                <c:pt idx="25">
                  <c:v>41365</c:v>
                </c:pt>
                <c:pt idx="26">
                  <c:v>41334</c:v>
                </c:pt>
                <c:pt idx="27">
                  <c:v>41306</c:v>
                </c:pt>
                <c:pt idx="28">
                  <c:v>41275</c:v>
                </c:pt>
                <c:pt idx="29">
                  <c:v>41244</c:v>
                </c:pt>
                <c:pt idx="30">
                  <c:v>41214</c:v>
                </c:pt>
                <c:pt idx="31">
                  <c:v>41183</c:v>
                </c:pt>
                <c:pt idx="32">
                  <c:v>41153</c:v>
                </c:pt>
                <c:pt idx="33">
                  <c:v>41122</c:v>
                </c:pt>
                <c:pt idx="34">
                  <c:v>41091</c:v>
                </c:pt>
                <c:pt idx="35">
                  <c:v>41061</c:v>
                </c:pt>
                <c:pt idx="36">
                  <c:v>41030</c:v>
                </c:pt>
                <c:pt idx="37">
                  <c:v>41000</c:v>
                </c:pt>
                <c:pt idx="38">
                  <c:v>40969</c:v>
                </c:pt>
                <c:pt idx="39">
                  <c:v>40940</c:v>
                </c:pt>
                <c:pt idx="40">
                  <c:v>40909</c:v>
                </c:pt>
                <c:pt idx="41">
                  <c:v>40878</c:v>
                </c:pt>
                <c:pt idx="42">
                  <c:v>40848</c:v>
                </c:pt>
                <c:pt idx="43">
                  <c:v>40817</c:v>
                </c:pt>
                <c:pt idx="44">
                  <c:v>40787</c:v>
                </c:pt>
                <c:pt idx="45">
                  <c:v>40756</c:v>
                </c:pt>
                <c:pt idx="46">
                  <c:v>40725</c:v>
                </c:pt>
                <c:pt idx="47">
                  <c:v>40695</c:v>
                </c:pt>
                <c:pt idx="48">
                  <c:v>40664</c:v>
                </c:pt>
                <c:pt idx="49">
                  <c:v>40634</c:v>
                </c:pt>
                <c:pt idx="50">
                  <c:v>40603</c:v>
                </c:pt>
                <c:pt idx="51">
                  <c:v>40575</c:v>
                </c:pt>
                <c:pt idx="52">
                  <c:v>40544</c:v>
                </c:pt>
                <c:pt idx="53">
                  <c:v>40513</c:v>
                </c:pt>
                <c:pt idx="54">
                  <c:v>40483</c:v>
                </c:pt>
                <c:pt idx="55">
                  <c:v>40452</c:v>
                </c:pt>
                <c:pt idx="56">
                  <c:v>40422</c:v>
                </c:pt>
                <c:pt idx="57">
                  <c:v>40391</c:v>
                </c:pt>
                <c:pt idx="58">
                  <c:v>40360</c:v>
                </c:pt>
                <c:pt idx="59">
                  <c:v>40330</c:v>
                </c:pt>
                <c:pt idx="60">
                  <c:v>40299</c:v>
                </c:pt>
                <c:pt idx="61">
                  <c:v>40269</c:v>
                </c:pt>
                <c:pt idx="62">
                  <c:v>40238</c:v>
                </c:pt>
                <c:pt idx="63">
                  <c:v>40210</c:v>
                </c:pt>
                <c:pt idx="64">
                  <c:v>40179</c:v>
                </c:pt>
                <c:pt idx="65">
                  <c:v>40148</c:v>
                </c:pt>
                <c:pt idx="66">
                  <c:v>40118</c:v>
                </c:pt>
                <c:pt idx="67">
                  <c:v>40087</c:v>
                </c:pt>
                <c:pt idx="68">
                  <c:v>40057</c:v>
                </c:pt>
                <c:pt idx="69">
                  <c:v>40026</c:v>
                </c:pt>
                <c:pt idx="70">
                  <c:v>39995</c:v>
                </c:pt>
                <c:pt idx="71">
                  <c:v>39965</c:v>
                </c:pt>
                <c:pt idx="72">
                  <c:v>39934</c:v>
                </c:pt>
                <c:pt idx="73">
                  <c:v>39904</c:v>
                </c:pt>
                <c:pt idx="74">
                  <c:v>39873</c:v>
                </c:pt>
                <c:pt idx="75">
                  <c:v>39845</c:v>
                </c:pt>
                <c:pt idx="76">
                  <c:v>39814</c:v>
                </c:pt>
                <c:pt idx="77">
                  <c:v>39783</c:v>
                </c:pt>
                <c:pt idx="78">
                  <c:v>39753</c:v>
                </c:pt>
                <c:pt idx="79">
                  <c:v>39722</c:v>
                </c:pt>
                <c:pt idx="80">
                  <c:v>39692</c:v>
                </c:pt>
                <c:pt idx="81">
                  <c:v>39661</c:v>
                </c:pt>
                <c:pt idx="82">
                  <c:v>39630</c:v>
                </c:pt>
                <c:pt idx="83">
                  <c:v>39600</c:v>
                </c:pt>
                <c:pt idx="84">
                  <c:v>39569</c:v>
                </c:pt>
                <c:pt idx="85">
                  <c:v>39539</c:v>
                </c:pt>
                <c:pt idx="86">
                  <c:v>39508</c:v>
                </c:pt>
                <c:pt idx="87">
                  <c:v>39479</c:v>
                </c:pt>
                <c:pt idx="88">
                  <c:v>39448</c:v>
                </c:pt>
                <c:pt idx="89">
                  <c:v>39417</c:v>
                </c:pt>
                <c:pt idx="90">
                  <c:v>39387</c:v>
                </c:pt>
                <c:pt idx="91">
                  <c:v>39356</c:v>
                </c:pt>
                <c:pt idx="92">
                  <c:v>39326</c:v>
                </c:pt>
                <c:pt idx="93">
                  <c:v>39295</c:v>
                </c:pt>
                <c:pt idx="94">
                  <c:v>39264</c:v>
                </c:pt>
                <c:pt idx="95">
                  <c:v>39234</c:v>
                </c:pt>
                <c:pt idx="96">
                  <c:v>39203</c:v>
                </c:pt>
                <c:pt idx="97">
                  <c:v>39173</c:v>
                </c:pt>
                <c:pt idx="98">
                  <c:v>39142</c:v>
                </c:pt>
                <c:pt idx="99">
                  <c:v>39114</c:v>
                </c:pt>
                <c:pt idx="100">
                  <c:v>39083</c:v>
                </c:pt>
                <c:pt idx="101">
                  <c:v>39052</c:v>
                </c:pt>
                <c:pt idx="102">
                  <c:v>39022</c:v>
                </c:pt>
                <c:pt idx="103">
                  <c:v>38991</c:v>
                </c:pt>
                <c:pt idx="104">
                  <c:v>38961</c:v>
                </c:pt>
                <c:pt idx="105">
                  <c:v>38930</c:v>
                </c:pt>
                <c:pt idx="106">
                  <c:v>38899</c:v>
                </c:pt>
                <c:pt idx="107">
                  <c:v>38869</c:v>
                </c:pt>
                <c:pt idx="108">
                  <c:v>38838</c:v>
                </c:pt>
                <c:pt idx="109">
                  <c:v>38808</c:v>
                </c:pt>
                <c:pt idx="110">
                  <c:v>38777</c:v>
                </c:pt>
                <c:pt idx="111">
                  <c:v>38749</c:v>
                </c:pt>
                <c:pt idx="112">
                  <c:v>38718</c:v>
                </c:pt>
                <c:pt idx="113">
                  <c:v>38687</c:v>
                </c:pt>
                <c:pt idx="114">
                  <c:v>38657</c:v>
                </c:pt>
                <c:pt idx="115">
                  <c:v>38626</c:v>
                </c:pt>
                <c:pt idx="116">
                  <c:v>38596</c:v>
                </c:pt>
                <c:pt idx="117">
                  <c:v>38565</c:v>
                </c:pt>
                <c:pt idx="118">
                  <c:v>38534</c:v>
                </c:pt>
                <c:pt idx="119">
                  <c:v>38504</c:v>
                </c:pt>
                <c:pt idx="120">
                  <c:v>38473</c:v>
                </c:pt>
                <c:pt idx="121">
                  <c:v>38443</c:v>
                </c:pt>
                <c:pt idx="122">
                  <c:v>38412</c:v>
                </c:pt>
                <c:pt idx="123">
                  <c:v>38384</c:v>
                </c:pt>
              </c:numCache>
            </c:numRef>
          </c:cat>
          <c:val>
            <c:numRef>
              <c:f>'&gt;780'!$F$4:$F$127</c:f>
              <c:numCache>
                <c:formatCode>0.00</c:formatCode>
                <c:ptCount val="124"/>
                <c:pt idx="0">
                  <c:v>5.683131390371976E-2</c:v>
                </c:pt>
                <c:pt idx="1">
                  <c:v>-1.5777648135610001E-2</c:v>
                </c:pt>
                <c:pt idx="2">
                  <c:v>-3.6672144894869696E-2</c:v>
                </c:pt>
                <c:pt idx="3">
                  <c:v>1.0657351564070439E-2</c:v>
                </c:pt>
                <c:pt idx="4">
                  <c:v>-6.5055811482599424E-3</c:v>
                </c:pt>
                <c:pt idx="5">
                  <c:v>-5.5897200596701779E-3</c:v>
                </c:pt>
                <c:pt idx="6">
                  <c:v>-5.1955942222409845E-2</c:v>
                </c:pt>
                <c:pt idx="7">
                  <c:v>-4.1711464360219885E-2</c:v>
                </c:pt>
                <c:pt idx="8">
                  <c:v>-8.2176429915898908E-3</c:v>
                </c:pt>
                <c:pt idx="9">
                  <c:v>-1.8894918943789918E-2</c:v>
                </c:pt>
                <c:pt idx="10">
                  <c:v>1.2339923991840251E-2</c:v>
                </c:pt>
                <c:pt idx="11">
                  <c:v>1.9458229445939779E-2</c:v>
                </c:pt>
                <c:pt idx="12">
                  <c:v>-5.6614342750602731E-3</c:v>
                </c:pt>
                <c:pt idx="13">
                  <c:v>9.066567371729839E-3</c:v>
                </c:pt>
                <c:pt idx="14">
                  <c:v>2.0031621530959498E-2</c:v>
                </c:pt>
                <c:pt idx="15">
                  <c:v>-5.8889805053179423E-2</c:v>
                </c:pt>
                <c:pt idx="16">
                  <c:v>-1.8038721562459337E-2</c:v>
                </c:pt>
                <c:pt idx="17">
                  <c:v>1.2817245694350277E-2</c:v>
                </c:pt>
                <c:pt idx="18">
                  <c:v>-4.3446952310249642E-2</c:v>
                </c:pt>
                <c:pt idx="19">
                  <c:v>-1.5387154127049385E-2</c:v>
                </c:pt>
                <c:pt idx="20">
                  <c:v>-7.8335148785920516E-2</c:v>
                </c:pt>
                <c:pt idx="21">
                  <c:v>-0.12748919994465968</c:v>
                </c:pt>
                <c:pt idx="22">
                  <c:v>-2.7635210700740043E-2</c:v>
                </c:pt>
                <c:pt idx="23">
                  <c:v>1.4244117288920055E-2</c:v>
                </c:pt>
                <c:pt idx="24">
                  <c:v>1.4019738972609996E-2</c:v>
                </c:pt>
                <c:pt idx="25">
                  <c:v>1.144519982120995E-2</c:v>
                </c:pt>
                <c:pt idx="26">
                  <c:v>5.2601917333229942E-2</c:v>
                </c:pt>
                <c:pt idx="27">
                  <c:v>1.7428581154649958E-2</c:v>
                </c:pt>
                <c:pt idx="28">
                  <c:v>2.3046807687149951E-2</c:v>
                </c:pt>
                <c:pt idx="29">
                  <c:v>2.7135909200501906E-3</c:v>
                </c:pt>
                <c:pt idx="30">
                  <c:v>2.3232180986580087E-2</c:v>
                </c:pt>
                <c:pt idx="31">
                  <c:v>2.1096333815870061E-2</c:v>
                </c:pt>
                <c:pt idx="32">
                  <c:v>6.5886337993403821E-3</c:v>
                </c:pt>
                <c:pt idx="33">
                  <c:v>2.8222255841400035E-2</c:v>
                </c:pt>
                <c:pt idx="34">
                  <c:v>6.1079296301000063E-2</c:v>
                </c:pt>
                <c:pt idx="35">
                  <c:v>6.760401796351978E-2</c:v>
                </c:pt>
                <c:pt idx="36">
                  <c:v>6.9078692643019579E-2</c:v>
                </c:pt>
                <c:pt idx="37">
                  <c:v>5.7299312719650164E-2</c:v>
                </c:pt>
                <c:pt idx="38">
                  <c:v>2.7180200212149508E-2</c:v>
                </c:pt>
                <c:pt idx="39">
                  <c:v>3.2196686194870594E-2</c:v>
                </c:pt>
                <c:pt idx="40">
                  <c:v>6.6299196441290675E-2</c:v>
                </c:pt>
                <c:pt idx="41">
                  <c:v>4.2864406737439964E-2</c:v>
                </c:pt>
                <c:pt idx="42">
                  <c:v>6.8354277263959595E-2</c:v>
                </c:pt>
                <c:pt idx="43">
                  <c:v>0.10710140605980989</c:v>
                </c:pt>
                <c:pt idx="44">
                  <c:v>5.1299968236560467E-2</c:v>
                </c:pt>
                <c:pt idx="45">
                  <c:v>4.5010708825780732E-2</c:v>
                </c:pt>
                <c:pt idx="46">
                  <c:v>5.8966609991910168E-2</c:v>
                </c:pt>
                <c:pt idx="47">
                  <c:v>5.12147768515403E-2</c:v>
                </c:pt>
                <c:pt idx="48">
                  <c:v>2.0572212478070284E-2</c:v>
                </c:pt>
                <c:pt idx="49">
                  <c:v>-5.2848634405130213E-2</c:v>
                </c:pt>
                <c:pt idx="50">
                  <c:v>-0.17640404177414037</c:v>
                </c:pt>
                <c:pt idx="51">
                  <c:v>-0.13752724330872024</c:v>
                </c:pt>
                <c:pt idx="52">
                  <c:v>-1.8504336329999482E-2</c:v>
                </c:pt>
                <c:pt idx="53">
                  <c:v>0.1040277281641302</c:v>
                </c:pt>
                <c:pt idx="54">
                  <c:v>4.7749932915150062E-2</c:v>
                </c:pt>
                <c:pt idx="55">
                  <c:v>1.7355348694610306E-2</c:v>
                </c:pt>
                <c:pt idx="56">
                  <c:v>2.3441072635470128E-2</c:v>
                </c:pt>
                <c:pt idx="57">
                  <c:v>-8.5700085965294548E-3</c:v>
                </c:pt>
                <c:pt idx="58">
                  <c:v>-2.0221059986759826E-2</c:v>
                </c:pt>
                <c:pt idx="59">
                  <c:v>-1.352863358183054E-2</c:v>
                </c:pt>
                <c:pt idx="60">
                  <c:v>-0.13048262939097999</c:v>
                </c:pt>
                <c:pt idx="61">
                  <c:v>9.4192027333710016E-2</c:v>
                </c:pt>
                <c:pt idx="62">
                  <c:v>-0.13136776533414007</c:v>
                </c:pt>
                <c:pt idx="63">
                  <c:v>-3.6479806783740187E-2</c:v>
                </c:pt>
                <c:pt idx="64">
                  <c:v>3.4029979473729988E-2</c:v>
                </c:pt>
                <c:pt idx="65">
                  <c:v>-1.8062764059689762E-2</c:v>
                </c:pt>
                <c:pt idx="66">
                  <c:v>2.111307494804926E-2</c:v>
                </c:pt>
                <c:pt idx="67">
                  <c:v>-0.10533345625423962</c:v>
                </c:pt>
                <c:pt idx="68">
                  <c:v>-0.19954616477051079</c:v>
                </c:pt>
                <c:pt idx="69">
                  <c:v>-0.2408748716990301</c:v>
                </c:pt>
                <c:pt idx="70">
                  <c:v>-4.7640103758100238E-2</c:v>
                </c:pt>
                <c:pt idx="71">
                  <c:v>5.3759277880909728E-2</c:v>
                </c:pt>
                <c:pt idx="72">
                  <c:v>0.13452320030202003</c:v>
                </c:pt>
                <c:pt idx="73">
                  <c:v>-7.6552562443610306E-2</c:v>
                </c:pt>
                <c:pt idx="74">
                  <c:v>5.0056685421759894E-2</c:v>
                </c:pt>
                <c:pt idx="75">
                  <c:v>-2.5867698038360309E-2</c:v>
                </c:pt>
                <c:pt idx="76">
                  <c:v>0.16962235763033995</c:v>
                </c:pt>
                <c:pt idx="77">
                  <c:v>-0.14013289293434017</c:v>
                </c:pt>
                <c:pt idx="78">
                  <c:v>-0.11423074182023019</c:v>
                </c:pt>
                <c:pt idx="79">
                  <c:v>-0.33032111148078958</c:v>
                </c:pt>
                <c:pt idx="80">
                  <c:v>-0.32096976305809033</c:v>
                </c:pt>
                <c:pt idx="81">
                  <c:v>-2.3112856898399592E-2</c:v>
                </c:pt>
                <c:pt idx="82">
                  <c:v>-0.3760642901090403</c:v>
                </c:pt>
                <c:pt idx="83">
                  <c:v>-2.3965590700959716E-2</c:v>
                </c:pt>
                <c:pt idx="84">
                  <c:v>2.1632535116709484E-2</c:v>
                </c:pt>
                <c:pt idx="85">
                  <c:v>-0.22942307094047987</c:v>
                </c:pt>
                <c:pt idx="86">
                  <c:v>-4.3744219160589459E-2</c:v>
                </c:pt>
                <c:pt idx="87">
                  <c:v>-1.3876145456429789E-2</c:v>
                </c:pt>
                <c:pt idx="88">
                  <c:v>-0.24726652210295974</c:v>
                </c:pt>
                <c:pt idx="89">
                  <c:v>-6.5284193708079918E-2</c:v>
                </c:pt>
                <c:pt idx="90">
                  <c:v>-2.4863404417519774E-2</c:v>
                </c:pt>
                <c:pt idx="91">
                  <c:v>-7.6613020277980226E-2</c:v>
                </c:pt>
                <c:pt idx="92">
                  <c:v>-3.784857324636981E-2</c:v>
                </c:pt>
                <c:pt idx="93">
                  <c:v>-0.12048653302715984</c:v>
                </c:pt>
                <c:pt idx="94">
                  <c:v>-0.36183017626919067</c:v>
                </c:pt>
                <c:pt idx="95">
                  <c:v>-3.9310024985840464E-2</c:v>
                </c:pt>
                <c:pt idx="96">
                  <c:v>1.9509307751640392E-2</c:v>
                </c:pt>
                <c:pt idx="97">
                  <c:v>3.7189813716249631E-2</c:v>
                </c:pt>
                <c:pt idx="98">
                  <c:v>-0.4285785052831903</c:v>
                </c:pt>
                <c:pt idx="99">
                  <c:v>-0.19048918958411054</c:v>
                </c:pt>
                <c:pt idx="100">
                  <c:v>-6.7035824316840298E-2</c:v>
                </c:pt>
                <c:pt idx="101">
                  <c:v>-0.1781102654058806</c:v>
                </c:pt>
                <c:pt idx="102">
                  <c:v>-0.18291805131135064</c:v>
                </c:pt>
                <c:pt idx="103">
                  <c:v>-3.1218694616309328E-2</c:v>
                </c:pt>
                <c:pt idx="104">
                  <c:v>-0.33350617370762059</c:v>
                </c:pt>
                <c:pt idx="105">
                  <c:v>-9.7352836289839928E-2</c:v>
                </c:pt>
                <c:pt idx="106">
                  <c:v>7.7234379272780096E-2</c:v>
                </c:pt>
                <c:pt idx="107">
                  <c:v>-0.18089557186913918</c:v>
                </c:pt>
                <c:pt idx="108">
                  <c:v>-0.11134373049141022</c:v>
                </c:pt>
                <c:pt idx="109">
                  <c:v>-0.29340527259201998</c:v>
                </c:pt>
                <c:pt idx="110">
                  <c:v>-0.37295472976653077</c:v>
                </c:pt>
                <c:pt idx="111">
                  <c:v>-0.10133042429611017</c:v>
                </c:pt>
                <c:pt idx="112">
                  <c:v>-0.11370730303997956</c:v>
                </c:pt>
                <c:pt idx="113">
                  <c:v>-9.8187210901279798E-2</c:v>
                </c:pt>
                <c:pt idx="114">
                  <c:v>0.12783664072517986</c:v>
                </c:pt>
                <c:pt idx="115">
                  <c:v>-5.6999535620209762E-2</c:v>
                </c:pt>
                <c:pt idx="116">
                  <c:v>-0.11933732308101952</c:v>
                </c:pt>
                <c:pt idx="117">
                  <c:v>-0.18429730332954986</c:v>
                </c:pt>
                <c:pt idx="118">
                  <c:v>1.4646968806510507E-2</c:v>
                </c:pt>
                <c:pt idx="119">
                  <c:v>-0.43319988076369942</c:v>
                </c:pt>
                <c:pt idx="120">
                  <c:v>-0.32402629711351949</c:v>
                </c:pt>
                <c:pt idx="121">
                  <c:v>-0.45820599581165045</c:v>
                </c:pt>
                <c:pt idx="122">
                  <c:v>-0.12156338055290927</c:v>
                </c:pt>
                <c:pt idx="123">
                  <c:v>-0.10715462790673946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212785024"/>
        <c:axId val="212786560"/>
      </c:barChart>
      <c:dateAx>
        <c:axId val="212785024"/>
        <c:scaling>
          <c:orientation val="minMax"/>
        </c:scaling>
        <c:delete val="0"/>
        <c:axPos val="b"/>
        <c:numFmt formatCode="m/d/yyyy" sourceLinked="1"/>
        <c:majorTickMark val="out"/>
        <c:minorTickMark val="none"/>
        <c:tickLblPos val="low"/>
        <c:txPr>
          <a:bodyPr/>
          <a:lstStyle/>
          <a:p>
            <a:pPr>
              <a:defRPr sz="900"/>
            </a:pPr>
            <a:endParaRPr lang="en-US"/>
          </a:p>
        </c:txPr>
        <c:crossAx val="212786560"/>
        <c:crosses val="autoZero"/>
        <c:auto val="1"/>
        <c:lblOffset val="100"/>
        <c:baseTimeUnit val="months"/>
        <c:majorUnit val="12"/>
        <c:majorTimeUnit val="months"/>
      </c:dateAx>
      <c:valAx>
        <c:axId val="212786560"/>
        <c:scaling>
          <c:orientation val="minMax"/>
          <c:max val="0.2"/>
          <c:min val="-0.4"/>
        </c:scaling>
        <c:delete val="0"/>
        <c:axPos val="l"/>
        <c:majorGridlines/>
        <c:numFmt formatCode="0.00" sourceLinked="1"/>
        <c:majorTickMark val="out"/>
        <c:minorTickMark val="none"/>
        <c:tickLblPos val="nextTo"/>
        <c:txPr>
          <a:bodyPr/>
          <a:lstStyle/>
          <a:p>
            <a:pPr>
              <a:defRPr sz="900"/>
            </a:pPr>
            <a:endParaRPr lang="en-US"/>
          </a:p>
        </c:txPr>
        <c:crossAx val="212785024"/>
        <c:crosses val="autoZero"/>
        <c:crossBetween val="between"/>
      </c:valAx>
      <c:spPr>
        <a:ln>
          <a:solidFill>
            <a:schemeClr val="tx1"/>
          </a:solidFill>
        </a:ln>
      </c:spPr>
    </c:plotArea>
    <c:plotVisOnly val="1"/>
    <c:dispBlanksAs val="gap"/>
    <c:showDLblsOverMax val="0"/>
  </c:chart>
  <c:externalData r:id="rId1">
    <c:autoUpdate val="0"/>
  </c:externalData>
</c:chartSpace>
</file>

<file path=ppt/charts/chart3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col"/>
        <c:grouping val="clustered"/>
        <c:varyColors val="0"/>
        <c:ser>
          <c:idx val="4"/>
          <c:order val="0"/>
          <c:tx>
            <c:v>Bank vs Small</c:v>
          </c:tx>
          <c:spPr>
            <a:solidFill>
              <a:srgbClr val="74B629"/>
            </a:solidFill>
            <a:ln>
              <a:noFill/>
            </a:ln>
          </c:spPr>
          <c:invertIfNegative val="0"/>
          <c:cat>
            <c:numRef>
              <c:f>'720-740'!$B$4:$B$127</c:f>
              <c:numCache>
                <c:formatCode>m/d/yyyy</c:formatCode>
                <c:ptCount val="124"/>
                <c:pt idx="0">
                  <c:v>42125</c:v>
                </c:pt>
                <c:pt idx="1">
                  <c:v>42095</c:v>
                </c:pt>
                <c:pt idx="2">
                  <c:v>42064</c:v>
                </c:pt>
                <c:pt idx="3">
                  <c:v>42036</c:v>
                </c:pt>
                <c:pt idx="4">
                  <c:v>42005</c:v>
                </c:pt>
                <c:pt idx="5">
                  <c:v>41974</c:v>
                </c:pt>
                <c:pt idx="6">
                  <c:v>41944</c:v>
                </c:pt>
                <c:pt idx="7">
                  <c:v>41913</c:v>
                </c:pt>
                <c:pt idx="8">
                  <c:v>41883</c:v>
                </c:pt>
                <c:pt idx="9">
                  <c:v>41852</c:v>
                </c:pt>
                <c:pt idx="10">
                  <c:v>41821</c:v>
                </c:pt>
                <c:pt idx="11">
                  <c:v>41791</c:v>
                </c:pt>
                <c:pt idx="12">
                  <c:v>41760</c:v>
                </c:pt>
                <c:pt idx="13">
                  <c:v>41730</c:v>
                </c:pt>
                <c:pt idx="14">
                  <c:v>41699</c:v>
                </c:pt>
                <c:pt idx="15">
                  <c:v>41671</c:v>
                </c:pt>
                <c:pt idx="16">
                  <c:v>41640</c:v>
                </c:pt>
                <c:pt idx="17">
                  <c:v>41609</c:v>
                </c:pt>
                <c:pt idx="18">
                  <c:v>41579</c:v>
                </c:pt>
                <c:pt idx="19">
                  <c:v>41548</c:v>
                </c:pt>
                <c:pt idx="20">
                  <c:v>41518</c:v>
                </c:pt>
                <c:pt idx="21">
                  <c:v>41487</c:v>
                </c:pt>
                <c:pt idx="22">
                  <c:v>41456</c:v>
                </c:pt>
                <c:pt idx="23">
                  <c:v>41426</c:v>
                </c:pt>
                <c:pt idx="24">
                  <c:v>41395</c:v>
                </c:pt>
                <c:pt idx="25">
                  <c:v>41365</c:v>
                </c:pt>
                <c:pt idx="26">
                  <c:v>41334</c:v>
                </c:pt>
                <c:pt idx="27">
                  <c:v>41306</c:v>
                </c:pt>
                <c:pt idx="28">
                  <c:v>41275</c:v>
                </c:pt>
                <c:pt idx="29">
                  <c:v>41244</c:v>
                </c:pt>
                <c:pt idx="30">
                  <c:v>41214</c:v>
                </c:pt>
                <c:pt idx="31">
                  <c:v>41183</c:v>
                </c:pt>
                <c:pt idx="32">
                  <c:v>41153</c:v>
                </c:pt>
                <c:pt idx="33">
                  <c:v>41122</c:v>
                </c:pt>
                <c:pt idx="34">
                  <c:v>41091</c:v>
                </c:pt>
                <c:pt idx="35">
                  <c:v>41061</c:v>
                </c:pt>
                <c:pt idx="36">
                  <c:v>41030</c:v>
                </c:pt>
                <c:pt idx="37">
                  <c:v>41000</c:v>
                </c:pt>
                <c:pt idx="38">
                  <c:v>40969</c:v>
                </c:pt>
                <c:pt idx="39">
                  <c:v>40940</c:v>
                </c:pt>
                <c:pt idx="40">
                  <c:v>40909</c:v>
                </c:pt>
                <c:pt idx="41">
                  <c:v>40878</c:v>
                </c:pt>
                <c:pt idx="42">
                  <c:v>40848</c:v>
                </c:pt>
                <c:pt idx="43">
                  <c:v>40817</c:v>
                </c:pt>
                <c:pt idx="44">
                  <c:v>40787</c:v>
                </c:pt>
                <c:pt idx="45">
                  <c:v>40756</c:v>
                </c:pt>
                <c:pt idx="46">
                  <c:v>40725</c:v>
                </c:pt>
                <c:pt idx="47">
                  <c:v>40695</c:v>
                </c:pt>
                <c:pt idx="48">
                  <c:v>40664</c:v>
                </c:pt>
                <c:pt idx="49">
                  <c:v>40634</c:v>
                </c:pt>
                <c:pt idx="50">
                  <c:v>40603</c:v>
                </c:pt>
                <c:pt idx="51">
                  <c:v>40575</c:v>
                </c:pt>
                <c:pt idx="52">
                  <c:v>40544</c:v>
                </c:pt>
                <c:pt idx="53">
                  <c:v>40513</c:v>
                </c:pt>
                <c:pt idx="54">
                  <c:v>40483</c:v>
                </c:pt>
                <c:pt idx="55">
                  <c:v>40452</c:v>
                </c:pt>
                <c:pt idx="56">
                  <c:v>40422</c:v>
                </c:pt>
                <c:pt idx="57">
                  <c:v>40391</c:v>
                </c:pt>
                <c:pt idx="58">
                  <c:v>40360</c:v>
                </c:pt>
                <c:pt idx="59">
                  <c:v>40330</c:v>
                </c:pt>
                <c:pt idx="60">
                  <c:v>40299</c:v>
                </c:pt>
                <c:pt idx="61">
                  <c:v>40269</c:v>
                </c:pt>
                <c:pt idx="62">
                  <c:v>40238</c:v>
                </c:pt>
                <c:pt idx="63">
                  <c:v>40210</c:v>
                </c:pt>
                <c:pt idx="64">
                  <c:v>40179</c:v>
                </c:pt>
                <c:pt idx="65">
                  <c:v>40148</c:v>
                </c:pt>
                <c:pt idx="66">
                  <c:v>40118</c:v>
                </c:pt>
                <c:pt idx="67">
                  <c:v>40087</c:v>
                </c:pt>
                <c:pt idx="68">
                  <c:v>40057</c:v>
                </c:pt>
                <c:pt idx="69">
                  <c:v>40026</c:v>
                </c:pt>
                <c:pt idx="70">
                  <c:v>39995</c:v>
                </c:pt>
                <c:pt idx="71">
                  <c:v>39965</c:v>
                </c:pt>
                <c:pt idx="72">
                  <c:v>39934</c:v>
                </c:pt>
                <c:pt idx="73">
                  <c:v>39904</c:v>
                </c:pt>
                <c:pt idx="74">
                  <c:v>39873</c:v>
                </c:pt>
                <c:pt idx="75">
                  <c:v>39845</c:v>
                </c:pt>
                <c:pt idx="76">
                  <c:v>39814</c:v>
                </c:pt>
                <c:pt idx="77">
                  <c:v>39783</c:v>
                </c:pt>
                <c:pt idx="78">
                  <c:v>39753</c:v>
                </c:pt>
                <c:pt idx="79">
                  <c:v>39722</c:v>
                </c:pt>
                <c:pt idx="80">
                  <c:v>39692</c:v>
                </c:pt>
                <c:pt idx="81">
                  <c:v>39661</c:v>
                </c:pt>
                <c:pt idx="82">
                  <c:v>39630</c:v>
                </c:pt>
                <c:pt idx="83">
                  <c:v>39600</c:v>
                </c:pt>
                <c:pt idx="84">
                  <c:v>39569</c:v>
                </c:pt>
                <c:pt idx="85">
                  <c:v>39539</c:v>
                </c:pt>
                <c:pt idx="86">
                  <c:v>39508</c:v>
                </c:pt>
                <c:pt idx="87">
                  <c:v>39479</c:v>
                </c:pt>
                <c:pt idx="88">
                  <c:v>39448</c:v>
                </c:pt>
                <c:pt idx="89">
                  <c:v>39417</c:v>
                </c:pt>
                <c:pt idx="90">
                  <c:v>39387</c:v>
                </c:pt>
                <c:pt idx="91">
                  <c:v>39356</c:v>
                </c:pt>
                <c:pt idx="92">
                  <c:v>39326</c:v>
                </c:pt>
                <c:pt idx="93">
                  <c:v>39295</c:v>
                </c:pt>
                <c:pt idx="94">
                  <c:v>39264</c:v>
                </c:pt>
                <c:pt idx="95">
                  <c:v>39234</c:v>
                </c:pt>
                <c:pt idx="96">
                  <c:v>39203</c:v>
                </c:pt>
                <c:pt idx="97">
                  <c:v>39173</c:v>
                </c:pt>
                <c:pt idx="98">
                  <c:v>39142</c:v>
                </c:pt>
                <c:pt idx="99">
                  <c:v>39114</c:v>
                </c:pt>
                <c:pt idx="100">
                  <c:v>39083</c:v>
                </c:pt>
                <c:pt idx="101">
                  <c:v>39052</c:v>
                </c:pt>
                <c:pt idx="102">
                  <c:v>39022</c:v>
                </c:pt>
                <c:pt idx="103">
                  <c:v>38991</c:v>
                </c:pt>
                <c:pt idx="104">
                  <c:v>38961</c:v>
                </c:pt>
                <c:pt idx="105">
                  <c:v>38930</c:v>
                </c:pt>
                <c:pt idx="106">
                  <c:v>38899</c:v>
                </c:pt>
                <c:pt idx="107">
                  <c:v>38869</c:v>
                </c:pt>
                <c:pt idx="108">
                  <c:v>38838</c:v>
                </c:pt>
                <c:pt idx="109">
                  <c:v>38808</c:v>
                </c:pt>
                <c:pt idx="110">
                  <c:v>38777</c:v>
                </c:pt>
                <c:pt idx="111">
                  <c:v>38749</c:v>
                </c:pt>
                <c:pt idx="112">
                  <c:v>38718</c:v>
                </c:pt>
                <c:pt idx="113">
                  <c:v>38687</c:v>
                </c:pt>
                <c:pt idx="114">
                  <c:v>38657</c:v>
                </c:pt>
                <c:pt idx="115">
                  <c:v>38626</c:v>
                </c:pt>
                <c:pt idx="116">
                  <c:v>38596</c:v>
                </c:pt>
                <c:pt idx="117">
                  <c:v>38565</c:v>
                </c:pt>
                <c:pt idx="118">
                  <c:v>38534</c:v>
                </c:pt>
                <c:pt idx="119">
                  <c:v>38504</c:v>
                </c:pt>
                <c:pt idx="120">
                  <c:v>38473</c:v>
                </c:pt>
                <c:pt idx="121">
                  <c:v>38443</c:v>
                </c:pt>
                <c:pt idx="122">
                  <c:v>38412</c:v>
                </c:pt>
                <c:pt idx="123">
                  <c:v>38384</c:v>
                </c:pt>
              </c:numCache>
            </c:numRef>
          </c:cat>
          <c:val>
            <c:numRef>
              <c:f>'720-740'!$G$4:$G$127</c:f>
              <c:numCache>
                <c:formatCode>0.00</c:formatCode>
                <c:ptCount val="124"/>
                <c:pt idx="0">
                  <c:v>9.1807971813640421E-2</c:v>
                </c:pt>
                <c:pt idx="1">
                  <c:v>7.5729350106920279E-2</c:v>
                </c:pt>
                <c:pt idx="2">
                  <c:v>6.0354305711479928E-2</c:v>
                </c:pt>
                <c:pt idx="3">
                  <c:v>0.12415480049233985</c:v>
                </c:pt>
                <c:pt idx="4">
                  <c:v>9.2213799978970279E-2</c:v>
                </c:pt>
                <c:pt idx="5">
                  <c:v>9.137928100872017E-2</c:v>
                </c:pt>
                <c:pt idx="6">
                  <c:v>6.2768501850020364E-2</c:v>
                </c:pt>
                <c:pt idx="7">
                  <c:v>5.2281208077030072E-2</c:v>
                </c:pt>
                <c:pt idx="8">
                  <c:v>9.5291239039850595E-2</c:v>
                </c:pt>
                <c:pt idx="9">
                  <c:v>4.7160618453810699E-2</c:v>
                </c:pt>
                <c:pt idx="10">
                  <c:v>6.7790968486749925E-2</c:v>
                </c:pt>
                <c:pt idx="11">
                  <c:v>6.8970780195679815E-2</c:v>
                </c:pt>
                <c:pt idx="12">
                  <c:v>8.4742775273739746E-2</c:v>
                </c:pt>
                <c:pt idx="13">
                  <c:v>6.1654409739510641E-2</c:v>
                </c:pt>
                <c:pt idx="14">
                  <c:v>0.10336878085569001</c:v>
                </c:pt>
                <c:pt idx="15">
                  <c:v>4.3582922546429259E-2</c:v>
                </c:pt>
                <c:pt idx="16">
                  <c:v>7.5284696075700097E-2</c:v>
                </c:pt>
                <c:pt idx="17">
                  <c:v>0.13020335750876999</c:v>
                </c:pt>
                <c:pt idx="18">
                  <c:v>7.5537949741390165E-2</c:v>
                </c:pt>
                <c:pt idx="19">
                  <c:v>-5.0913689469650691E-2</c:v>
                </c:pt>
                <c:pt idx="20">
                  <c:v>-5.967634530190935E-2</c:v>
                </c:pt>
                <c:pt idx="21">
                  <c:v>-9.4286366369970231E-2</c:v>
                </c:pt>
                <c:pt idx="22">
                  <c:v>9.7965996406101929E-3</c:v>
                </c:pt>
                <c:pt idx="23">
                  <c:v>8.2764477953099824E-2</c:v>
                </c:pt>
                <c:pt idx="24">
                  <c:v>3.6162336245280091E-2</c:v>
                </c:pt>
                <c:pt idx="25">
                  <c:v>6.0000024097260241E-2</c:v>
                </c:pt>
                <c:pt idx="26">
                  <c:v>0.10783252924301978</c:v>
                </c:pt>
                <c:pt idx="27">
                  <c:v>0.10617465323079989</c:v>
                </c:pt>
                <c:pt idx="28">
                  <c:v>0.12249307888626015</c:v>
                </c:pt>
                <c:pt idx="29">
                  <c:v>0.15021254530635986</c:v>
                </c:pt>
                <c:pt idx="30">
                  <c:v>0.14947454464163989</c:v>
                </c:pt>
                <c:pt idx="31">
                  <c:v>0.12790163538852983</c:v>
                </c:pt>
                <c:pt idx="32">
                  <c:v>9.1099179945129727E-2</c:v>
                </c:pt>
                <c:pt idx="33">
                  <c:v>0.10285096549191985</c:v>
                </c:pt>
                <c:pt idx="34">
                  <c:v>7.0685596189939748E-2</c:v>
                </c:pt>
                <c:pt idx="35">
                  <c:v>0.14388610069850039</c:v>
                </c:pt>
                <c:pt idx="36">
                  <c:v>0.12398752959432002</c:v>
                </c:pt>
                <c:pt idx="37">
                  <c:v>0.1210848083689493</c:v>
                </c:pt>
                <c:pt idx="38">
                  <c:v>0.11355738444295937</c:v>
                </c:pt>
                <c:pt idx="39">
                  <c:v>0.10123932907692001</c:v>
                </c:pt>
                <c:pt idx="40">
                  <c:v>0.11905293728236988</c:v>
                </c:pt>
                <c:pt idx="41">
                  <c:v>0.11950111694657028</c:v>
                </c:pt>
                <c:pt idx="42">
                  <c:v>9.4955246960330086E-2</c:v>
                </c:pt>
                <c:pt idx="43">
                  <c:v>0.12155240922886001</c:v>
                </c:pt>
                <c:pt idx="44">
                  <c:v>0.13434509342423961</c:v>
                </c:pt>
                <c:pt idx="45">
                  <c:v>8.0947166809259841E-2</c:v>
                </c:pt>
                <c:pt idx="46">
                  <c:v>6.9562139841809589E-2</c:v>
                </c:pt>
                <c:pt idx="47">
                  <c:v>0.11153889514362003</c:v>
                </c:pt>
                <c:pt idx="48">
                  <c:v>0.12699596786841028</c:v>
                </c:pt>
                <c:pt idx="49">
                  <c:v>3.8664112165179176E-2</c:v>
                </c:pt>
                <c:pt idx="50">
                  <c:v>-4.5192275796601677E-3</c:v>
                </c:pt>
                <c:pt idx="51">
                  <c:v>6.8539455355054457E-4</c:v>
                </c:pt>
                <c:pt idx="52">
                  <c:v>3.4756893782709852E-2</c:v>
                </c:pt>
                <c:pt idx="53">
                  <c:v>7.6376608425020365E-2</c:v>
                </c:pt>
                <c:pt idx="54">
                  <c:v>0.11752935743213921</c:v>
                </c:pt>
                <c:pt idx="55">
                  <c:v>0.11481145997649023</c:v>
                </c:pt>
                <c:pt idx="56">
                  <c:v>0.10761972368799011</c:v>
                </c:pt>
                <c:pt idx="57">
                  <c:v>0.10110553103926989</c:v>
                </c:pt>
                <c:pt idx="58">
                  <c:v>9.0943687713120447E-2</c:v>
                </c:pt>
                <c:pt idx="59">
                  <c:v>1.4096731757359926E-2</c:v>
                </c:pt>
                <c:pt idx="60">
                  <c:v>3.6968745963580574E-2</c:v>
                </c:pt>
                <c:pt idx="61">
                  <c:v>3.0001373145999821E-2</c:v>
                </c:pt>
                <c:pt idx="62">
                  <c:v>-2.9362119079499038E-3</c:v>
                </c:pt>
                <c:pt idx="63">
                  <c:v>2.9232564695560015E-2</c:v>
                </c:pt>
                <c:pt idx="64">
                  <c:v>9.088741348601026E-2</c:v>
                </c:pt>
                <c:pt idx="65">
                  <c:v>2.1973641080860418E-2</c:v>
                </c:pt>
                <c:pt idx="66">
                  <c:v>-1.4050286591699823E-2</c:v>
                </c:pt>
                <c:pt idx="67">
                  <c:v>-0.18070929263908031</c:v>
                </c:pt>
                <c:pt idx="68">
                  <c:v>-0.2039661384817002</c:v>
                </c:pt>
                <c:pt idx="69">
                  <c:v>-0.18388749519206993</c:v>
                </c:pt>
                <c:pt idx="70">
                  <c:v>-0.10166462593122017</c:v>
                </c:pt>
                <c:pt idx="71">
                  <c:v>-7.4962588587480283E-2</c:v>
                </c:pt>
                <c:pt idx="72">
                  <c:v>-7.5252626355280405E-2</c:v>
                </c:pt>
                <c:pt idx="73">
                  <c:v>-6.0290928061480287E-2</c:v>
                </c:pt>
                <c:pt idx="74">
                  <c:v>-1.9385603755960545E-2</c:v>
                </c:pt>
                <c:pt idx="75">
                  <c:v>4.9690399895260029E-2</c:v>
                </c:pt>
                <c:pt idx="76">
                  <c:v>-9.0320329467949989E-2</c:v>
                </c:pt>
                <c:pt idx="77">
                  <c:v>1.8466312296100185E-2</c:v>
                </c:pt>
                <c:pt idx="78">
                  <c:v>4.4474949963590582E-2</c:v>
                </c:pt>
                <c:pt idx="79">
                  <c:v>-7.8634898491809935E-2</c:v>
                </c:pt>
                <c:pt idx="80">
                  <c:v>-6.3175948922070013E-2</c:v>
                </c:pt>
                <c:pt idx="81">
                  <c:v>-2.606548071334025E-2</c:v>
                </c:pt>
                <c:pt idx="82">
                  <c:v>-3.3293192034689945E-2</c:v>
                </c:pt>
                <c:pt idx="83">
                  <c:v>-3.5488695366320044E-2</c:v>
                </c:pt>
                <c:pt idx="84">
                  <c:v>2.9285430826469394E-2</c:v>
                </c:pt>
                <c:pt idx="85">
                  <c:v>2.5903406132600004E-2</c:v>
                </c:pt>
                <c:pt idx="86">
                  <c:v>5.4863630278189746E-2</c:v>
                </c:pt>
                <c:pt idx="87">
                  <c:v>-2.3757498443304215E-3</c:v>
                </c:pt>
                <c:pt idx="88">
                  <c:v>-3.0723352633729384E-2</c:v>
                </c:pt>
                <c:pt idx="89">
                  <c:v>3.5710245739649871E-2</c:v>
                </c:pt>
                <c:pt idx="90">
                  <c:v>6.1230619098600059E-3</c:v>
                </c:pt>
                <c:pt idx="91">
                  <c:v>2.2651164323599815E-2</c:v>
                </c:pt>
                <c:pt idx="92">
                  <c:v>-4.8352194903349854E-2</c:v>
                </c:pt>
                <c:pt idx="93">
                  <c:v>-3.0690018107399908E-2</c:v>
                </c:pt>
                <c:pt idx="94">
                  <c:v>1.9066212014240413E-2</c:v>
                </c:pt>
                <c:pt idx="95">
                  <c:v>3.7926854069319837E-2</c:v>
                </c:pt>
                <c:pt idx="96">
                  <c:v>1.1347804891570057E-2</c:v>
                </c:pt>
                <c:pt idx="97">
                  <c:v>-4.6306813940799607E-2</c:v>
                </c:pt>
                <c:pt idx="98">
                  <c:v>1.2251537857239647E-2</c:v>
                </c:pt>
                <c:pt idx="99">
                  <c:v>-3.6849305000390409E-2</c:v>
                </c:pt>
                <c:pt idx="100">
                  <c:v>-6.1052692548289933E-2</c:v>
                </c:pt>
                <c:pt idx="101">
                  <c:v>-0.10743290820687967</c:v>
                </c:pt>
                <c:pt idx="102">
                  <c:v>-5.1573342084069829E-2</c:v>
                </c:pt>
                <c:pt idx="103">
                  <c:v>-2.9102090644260059E-2</c:v>
                </c:pt>
                <c:pt idx="104">
                  <c:v>-2.8636194171379969E-2</c:v>
                </c:pt>
                <c:pt idx="105">
                  <c:v>-2.4165158056295155E-3</c:v>
                </c:pt>
                <c:pt idx="106">
                  <c:v>5.4289100906004251E-3</c:v>
                </c:pt>
                <c:pt idx="107">
                  <c:v>1.6980868437290297E-2</c:v>
                </c:pt>
                <c:pt idx="108">
                  <c:v>-3.7841332698600461E-2</c:v>
                </c:pt>
                <c:pt idx="109">
                  <c:v>-1.1526058913659654E-2</c:v>
                </c:pt>
                <c:pt idx="110">
                  <c:v>-9.7637496478490071E-2</c:v>
                </c:pt>
                <c:pt idx="111">
                  <c:v>-6.6311564484370145E-2</c:v>
                </c:pt>
                <c:pt idx="112">
                  <c:v>-2.1484771077009412E-2</c:v>
                </c:pt>
                <c:pt idx="113">
                  <c:v>-1.1917467485039523E-2</c:v>
                </c:pt>
                <c:pt idx="114">
                  <c:v>-9.3242975202993961E-3</c:v>
                </c:pt>
                <c:pt idx="115">
                  <c:v>-2.5556471176099826E-2</c:v>
                </c:pt>
                <c:pt idx="116">
                  <c:v>-3.9025033206900872E-3</c:v>
                </c:pt>
                <c:pt idx="117">
                  <c:v>3.5097866212696616E-3</c:v>
                </c:pt>
                <c:pt idx="118">
                  <c:v>-1.7432749147694437E-3</c:v>
                </c:pt>
                <c:pt idx="119">
                  <c:v>1.9509401686960359E-2</c:v>
                </c:pt>
                <c:pt idx="120">
                  <c:v>-4.9448407933994076E-4</c:v>
                </c:pt>
                <c:pt idx="121">
                  <c:v>-2.3568505272749896E-2</c:v>
                </c:pt>
                <c:pt idx="122">
                  <c:v>1.8226054855150053E-2</c:v>
                </c:pt>
                <c:pt idx="123">
                  <c:v>-4.246206914799977E-2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212914944"/>
        <c:axId val="212916480"/>
      </c:barChart>
      <c:dateAx>
        <c:axId val="212914944"/>
        <c:scaling>
          <c:orientation val="minMax"/>
        </c:scaling>
        <c:delete val="0"/>
        <c:axPos val="b"/>
        <c:numFmt formatCode="m/d/yyyy" sourceLinked="1"/>
        <c:majorTickMark val="out"/>
        <c:minorTickMark val="none"/>
        <c:tickLblPos val="low"/>
        <c:txPr>
          <a:bodyPr/>
          <a:lstStyle/>
          <a:p>
            <a:pPr>
              <a:defRPr sz="900"/>
            </a:pPr>
            <a:endParaRPr lang="en-US"/>
          </a:p>
        </c:txPr>
        <c:crossAx val="212916480"/>
        <c:crosses val="autoZero"/>
        <c:auto val="1"/>
        <c:lblOffset val="100"/>
        <c:baseTimeUnit val="months"/>
        <c:majorUnit val="12"/>
        <c:majorTimeUnit val="months"/>
      </c:dateAx>
      <c:valAx>
        <c:axId val="212916480"/>
        <c:scaling>
          <c:orientation val="minMax"/>
          <c:min val="-0.2"/>
        </c:scaling>
        <c:delete val="0"/>
        <c:axPos val="l"/>
        <c:majorGridlines/>
        <c:numFmt formatCode="0.00" sourceLinked="1"/>
        <c:majorTickMark val="out"/>
        <c:minorTickMark val="none"/>
        <c:tickLblPos val="nextTo"/>
        <c:txPr>
          <a:bodyPr/>
          <a:lstStyle/>
          <a:p>
            <a:pPr>
              <a:defRPr sz="900"/>
            </a:pPr>
            <a:endParaRPr lang="en-US"/>
          </a:p>
        </c:txPr>
        <c:crossAx val="212914944"/>
        <c:crosses val="autoZero"/>
        <c:crossBetween val="between"/>
      </c:valAx>
      <c:spPr>
        <a:ln>
          <a:solidFill>
            <a:schemeClr val="tx1"/>
          </a:solidFill>
        </a:ln>
      </c:spPr>
    </c:plotArea>
    <c:plotVisOnly val="1"/>
    <c:dispBlanksAs val="gap"/>
    <c:showDLblsOverMax val="0"/>
  </c:chart>
  <c:externalData r:id="rId1">
    <c:autoUpdate val="0"/>
  </c:externalData>
</c:chartSpace>
</file>

<file path=ppt/charts/chart3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col"/>
        <c:grouping val="clustered"/>
        <c:varyColors val="0"/>
        <c:ser>
          <c:idx val="4"/>
          <c:order val="0"/>
          <c:tx>
            <c:v>Bank vs Small</c:v>
          </c:tx>
          <c:spPr>
            <a:solidFill>
              <a:srgbClr val="74B629"/>
            </a:solidFill>
            <a:ln>
              <a:noFill/>
            </a:ln>
          </c:spPr>
          <c:invertIfNegative val="0"/>
          <c:cat>
            <c:numRef>
              <c:f>'740-760'!$B$4:$B$127</c:f>
              <c:numCache>
                <c:formatCode>m/d/yyyy</c:formatCode>
                <c:ptCount val="124"/>
                <c:pt idx="0">
                  <c:v>42125</c:v>
                </c:pt>
                <c:pt idx="1">
                  <c:v>42095</c:v>
                </c:pt>
                <c:pt idx="2">
                  <c:v>42064</c:v>
                </c:pt>
                <c:pt idx="3">
                  <c:v>42036</c:v>
                </c:pt>
                <c:pt idx="4">
                  <c:v>42005</c:v>
                </c:pt>
                <c:pt idx="5">
                  <c:v>41974</c:v>
                </c:pt>
                <c:pt idx="6">
                  <c:v>41944</c:v>
                </c:pt>
                <c:pt idx="7">
                  <c:v>41913</c:v>
                </c:pt>
                <c:pt idx="8">
                  <c:v>41883</c:v>
                </c:pt>
                <c:pt idx="9">
                  <c:v>41852</c:v>
                </c:pt>
                <c:pt idx="10">
                  <c:v>41821</c:v>
                </c:pt>
                <c:pt idx="11">
                  <c:v>41791</c:v>
                </c:pt>
                <c:pt idx="12">
                  <c:v>41760</c:v>
                </c:pt>
                <c:pt idx="13">
                  <c:v>41730</c:v>
                </c:pt>
                <c:pt idx="14">
                  <c:v>41699</c:v>
                </c:pt>
                <c:pt idx="15">
                  <c:v>41671</c:v>
                </c:pt>
                <c:pt idx="16">
                  <c:v>41640</c:v>
                </c:pt>
                <c:pt idx="17">
                  <c:v>41609</c:v>
                </c:pt>
                <c:pt idx="18">
                  <c:v>41579</c:v>
                </c:pt>
                <c:pt idx="19">
                  <c:v>41548</c:v>
                </c:pt>
                <c:pt idx="20">
                  <c:v>41518</c:v>
                </c:pt>
                <c:pt idx="21">
                  <c:v>41487</c:v>
                </c:pt>
                <c:pt idx="22">
                  <c:v>41456</c:v>
                </c:pt>
                <c:pt idx="23">
                  <c:v>41426</c:v>
                </c:pt>
                <c:pt idx="24">
                  <c:v>41395</c:v>
                </c:pt>
                <c:pt idx="25">
                  <c:v>41365</c:v>
                </c:pt>
                <c:pt idx="26">
                  <c:v>41334</c:v>
                </c:pt>
                <c:pt idx="27">
                  <c:v>41306</c:v>
                </c:pt>
                <c:pt idx="28">
                  <c:v>41275</c:v>
                </c:pt>
                <c:pt idx="29">
                  <c:v>41244</c:v>
                </c:pt>
                <c:pt idx="30">
                  <c:v>41214</c:v>
                </c:pt>
                <c:pt idx="31">
                  <c:v>41183</c:v>
                </c:pt>
                <c:pt idx="32">
                  <c:v>41153</c:v>
                </c:pt>
                <c:pt idx="33">
                  <c:v>41122</c:v>
                </c:pt>
                <c:pt idx="34">
                  <c:v>41091</c:v>
                </c:pt>
                <c:pt idx="35">
                  <c:v>41061</c:v>
                </c:pt>
                <c:pt idx="36">
                  <c:v>41030</c:v>
                </c:pt>
                <c:pt idx="37">
                  <c:v>41000</c:v>
                </c:pt>
                <c:pt idx="38">
                  <c:v>40969</c:v>
                </c:pt>
                <c:pt idx="39">
                  <c:v>40940</c:v>
                </c:pt>
                <c:pt idx="40">
                  <c:v>40909</c:v>
                </c:pt>
                <c:pt idx="41">
                  <c:v>40878</c:v>
                </c:pt>
                <c:pt idx="42">
                  <c:v>40848</c:v>
                </c:pt>
                <c:pt idx="43">
                  <c:v>40817</c:v>
                </c:pt>
                <c:pt idx="44">
                  <c:v>40787</c:v>
                </c:pt>
                <c:pt idx="45">
                  <c:v>40756</c:v>
                </c:pt>
                <c:pt idx="46">
                  <c:v>40725</c:v>
                </c:pt>
                <c:pt idx="47">
                  <c:v>40695</c:v>
                </c:pt>
                <c:pt idx="48">
                  <c:v>40664</c:v>
                </c:pt>
                <c:pt idx="49">
                  <c:v>40634</c:v>
                </c:pt>
                <c:pt idx="50">
                  <c:v>40603</c:v>
                </c:pt>
                <c:pt idx="51">
                  <c:v>40575</c:v>
                </c:pt>
                <c:pt idx="52">
                  <c:v>40544</c:v>
                </c:pt>
                <c:pt idx="53">
                  <c:v>40513</c:v>
                </c:pt>
                <c:pt idx="54">
                  <c:v>40483</c:v>
                </c:pt>
                <c:pt idx="55">
                  <c:v>40452</c:v>
                </c:pt>
                <c:pt idx="56">
                  <c:v>40422</c:v>
                </c:pt>
                <c:pt idx="57">
                  <c:v>40391</c:v>
                </c:pt>
                <c:pt idx="58">
                  <c:v>40360</c:v>
                </c:pt>
                <c:pt idx="59">
                  <c:v>40330</c:v>
                </c:pt>
                <c:pt idx="60">
                  <c:v>40299</c:v>
                </c:pt>
                <c:pt idx="61">
                  <c:v>40269</c:v>
                </c:pt>
                <c:pt idx="62">
                  <c:v>40238</c:v>
                </c:pt>
                <c:pt idx="63">
                  <c:v>40210</c:v>
                </c:pt>
                <c:pt idx="64">
                  <c:v>40179</c:v>
                </c:pt>
                <c:pt idx="65">
                  <c:v>40148</c:v>
                </c:pt>
                <c:pt idx="66">
                  <c:v>40118</c:v>
                </c:pt>
                <c:pt idx="67">
                  <c:v>40087</c:v>
                </c:pt>
                <c:pt idx="68">
                  <c:v>40057</c:v>
                </c:pt>
                <c:pt idx="69">
                  <c:v>40026</c:v>
                </c:pt>
                <c:pt idx="70">
                  <c:v>39995</c:v>
                </c:pt>
                <c:pt idx="71">
                  <c:v>39965</c:v>
                </c:pt>
                <c:pt idx="72">
                  <c:v>39934</c:v>
                </c:pt>
                <c:pt idx="73">
                  <c:v>39904</c:v>
                </c:pt>
                <c:pt idx="74">
                  <c:v>39873</c:v>
                </c:pt>
                <c:pt idx="75">
                  <c:v>39845</c:v>
                </c:pt>
                <c:pt idx="76">
                  <c:v>39814</c:v>
                </c:pt>
                <c:pt idx="77">
                  <c:v>39783</c:v>
                </c:pt>
                <c:pt idx="78">
                  <c:v>39753</c:v>
                </c:pt>
                <c:pt idx="79">
                  <c:v>39722</c:v>
                </c:pt>
                <c:pt idx="80">
                  <c:v>39692</c:v>
                </c:pt>
                <c:pt idx="81">
                  <c:v>39661</c:v>
                </c:pt>
                <c:pt idx="82">
                  <c:v>39630</c:v>
                </c:pt>
                <c:pt idx="83">
                  <c:v>39600</c:v>
                </c:pt>
                <c:pt idx="84">
                  <c:v>39569</c:v>
                </c:pt>
                <c:pt idx="85">
                  <c:v>39539</c:v>
                </c:pt>
                <c:pt idx="86">
                  <c:v>39508</c:v>
                </c:pt>
                <c:pt idx="87">
                  <c:v>39479</c:v>
                </c:pt>
                <c:pt idx="88">
                  <c:v>39448</c:v>
                </c:pt>
                <c:pt idx="89">
                  <c:v>39417</c:v>
                </c:pt>
                <c:pt idx="90">
                  <c:v>39387</c:v>
                </c:pt>
                <c:pt idx="91">
                  <c:v>39356</c:v>
                </c:pt>
                <c:pt idx="92">
                  <c:v>39326</c:v>
                </c:pt>
                <c:pt idx="93">
                  <c:v>39295</c:v>
                </c:pt>
                <c:pt idx="94">
                  <c:v>39264</c:v>
                </c:pt>
                <c:pt idx="95">
                  <c:v>39234</c:v>
                </c:pt>
                <c:pt idx="96">
                  <c:v>39203</c:v>
                </c:pt>
                <c:pt idx="97">
                  <c:v>39173</c:v>
                </c:pt>
                <c:pt idx="98">
                  <c:v>39142</c:v>
                </c:pt>
                <c:pt idx="99">
                  <c:v>39114</c:v>
                </c:pt>
                <c:pt idx="100">
                  <c:v>39083</c:v>
                </c:pt>
                <c:pt idx="101">
                  <c:v>39052</c:v>
                </c:pt>
                <c:pt idx="102">
                  <c:v>39022</c:v>
                </c:pt>
                <c:pt idx="103">
                  <c:v>38991</c:v>
                </c:pt>
                <c:pt idx="104">
                  <c:v>38961</c:v>
                </c:pt>
                <c:pt idx="105">
                  <c:v>38930</c:v>
                </c:pt>
                <c:pt idx="106">
                  <c:v>38899</c:v>
                </c:pt>
                <c:pt idx="107">
                  <c:v>38869</c:v>
                </c:pt>
                <c:pt idx="108">
                  <c:v>38838</c:v>
                </c:pt>
                <c:pt idx="109">
                  <c:v>38808</c:v>
                </c:pt>
                <c:pt idx="110">
                  <c:v>38777</c:v>
                </c:pt>
                <c:pt idx="111">
                  <c:v>38749</c:v>
                </c:pt>
                <c:pt idx="112">
                  <c:v>38718</c:v>
                </c:pt>
                <c:pt idx="113">
                  <c:v>38687</c:v>
                </c:pt>
                <c:pt idx="114">
                  <c:v>38657</c:v>
                </c:pt>
                <c:pt idx="115">
                  <c:v>38626</c:v>
                </c:pt>
                <c:pt idx="116">
                  <c:v>38596</c:v>
                </c:pt>
                <c:pt idx="117">
                  <c:v>38565</c:v>
                </c:pt>
                <c:pt idx="118">
                  <c:v>38534</c:v>
                </c:pt>
                <c:pt idx="119">
                  <c:v>38504</c:v>
                </c:pt>
                <c:pt idx="120">
                  <c:v>38473</c:v>
                </c:pt>
                <c:pt idx="121">
                  <c:v>38443</c:v>
                </c:pt>
                <c:pt idx="122">
                  <c:v>38412</c:v>
                </c:pt>
                <c:pt idx="123">
                  <c:v>38384</c:v>
                </c:pt>
              </c:numCache>
            </c:numRef>
          </c:cat>
          <c:val>
            <c:numRef>
              <c:f>'740-760'!$G$4:$G$127</c:f>
              <c:numCache>
                <c:formatCode>0.00</c:formatCode>
                <c:ptCount val="124"/>
                <c:pt idx="0">
                  <c:v>0.13951807184661957</c:v>
                </c:pt>
                <c:pt idx="1">
                  <c:v>9.2149460471429911E-2</c:v>
                </c:pt>
                <c:pt idx="2">
                  <c:v>6.7759171120460149E-2</c:v>
                </c:pt>
                <c:pt idx="3">
                  <c:v>7.9487844120879725E-2</c:v>
                </c:pt>
                <c:pt idx="4">
                  <c:v>8.7555866110080594E-2</c:v>
                </c:pt>
                <c:pt idx="5">
                  <c:v>7.4144982554919636E-2</c:v>
                </c:pt>
                <c:pt idx="6">
                  <c:v>5.9455276263940426E-2</c:v>
                </c:pt>
                <c:pt idx="7">
                  <c:v>3.938211954073001E-2</c:v>
                </c:pt>
                <c:pt idx="8">
                  <c:v>9.0341675213689854E-2</c:v>
                </c:pt>
                <c:pt idx="9">
                  <c:v>5.6117062487699876E-2</c:v>
                </c:pt>
                <c:pt idx="10">
                  <c:v>7.7088675192969802E-2</c:v>
                </c:pt>
                <c:pt idx="11">
                  <c:v>8.2817570875529434E-2</c:v>
                </c:pt>
                <c:pt idx="12">
                  <c:v>7.7501634063670721E-2</c:v>
                </c:pt>
                <c:pt idx="13">
                  <c:v>5.8043904843340322E-2</c:v>
                </c:pt>
                <c:pt idx="14">
                  <c:v>9.0330605754060045E-2</c:v>
                </c:pt>
                <c:pt idx="15">
                  <c:v>6.3335679208630147E-2</c:v>
                </c:pt>
                <c:pt idx="16">
                  <c:v>5.7078741946090084E-2</c:v>
                </c:pt>
                <c:pt idx="17">
                  <c:v>8.0027640212410489E-2</c:v>
                </c:pt>
                <c:pt idx="18">
                  <c:v>5.2655711381380144E-2</c:v>
                </c:pt>
                <c:pt idx="19">
                  <c:v>-3.9858727784110037E-2</c:v>
                </c:pt>
                <c:pt idx="20">
                  <c:v>-7.4603247387859284E-2</c:v>
                </c:pt>
                <c:pt idx="21">
                  <c:v>-6.5275810398589762E-2</c:v>
                </c:pt>
                <c:pt idx="22">
                  <c:v>3.3031327022809975E-2</c:v>
                </c:pt>
                <c:pt idx="23">
                  <c:v>6.1787526731559961E-2</c:v>
                </c:pt>
                <c:pt idx="24">
                  <c:v>4.2289806527000096E-2</c:v>
                </c:pt>
                <c:pt idx="25">
                  <c:v>6.8692059458220101E-2</c:v>
                </c:pt>
                <c:pt idx="26">
                  <c:v>9.8924356874739772E-2</c:v>
                </c:pt>
                <c:pt idx="27">
                  <c:v>9.3482174972700172E-2</c:v>
                </c:pt>
                <c:pt idx="28">
                  <c:v>7.175961088454974E-2</c:v>
                </c:pt>
                <c:pt idx="29">
                  <c:v>0.10608794893517981</c:v>
                </c:pt>
                <c:pt idx="30">
                  <c:v>0.12443961389034985</c:v>
                </c:pt>
                <c:pt idx="31">
                  <c:v>8.3470538661839733E-2</c:v>
                </c:pt>
                <c:pt idx="32">
                  <c:v>6.7138197707509839E-2</c:v>
                </c:pt>
                <c:pt idx="33">
                  <c:v>8.2888719570600067E-2</c:v>
                </c:pt>
                <c:pt idx="34">
                  <c:v>7.8905879396530043E-2</c:v>
                </c:pt>
                <c:pt idx="35">
                  <c:v>0.13027522019153004</c:v>
                </c:pt>
                <c:pt idx="36">
                  <c:v>0.11212903089380966</c:v>
                </c:pt>
                <c:pt idx="37">
                  <c:v>9.8775500472280342E-2</c:v>
                </c:pt>
                <c:pt idx="38">
                  <c:v>0.11366363279066016</c:v>
                </c:pt>
                <c:pt idx="39">
                  <c:v>8.8240948602090086E-2</c:v>
                </c:pt>
                <c:pt idx="40">
                  <c:v>0.10063953216145016</c:v>
                </c:pt>
                <c:pt idx="41">
                  <c:v>9.9607167155419951E-2</c:v>
                </c:pt>
                <c:pt idx="42">
                  <c:v>8.6822716567610314E-2</c:v>
                </c:pt>
                <c:pt idx="43">
                  <c:v>0.10224741835692974</c:v>
                </c:pt>
                <c:pt idx="44">
                  <c:v>0.13475387657773918</c:v>
                </c:pt>
                <c:pt idx="45">
                  <c:v>8.7887052775149854E-2</c:v>
                </c:pt>
                <c:pt idx="46">
                  <c:v>7.589323821011984E-2</c:v>
                </c:pt>
                <c:pt idx="47">
                  <c:v>0.10777562179392053</c:v>
                </c:pt>
                <c:pt idx="48">
                  <c:v>5.9259058890880567E-2</c:v>
                </c:pt>
                <c:pt idx="49">
                  <c:v>5.498528584731055E-2</c:v>
                </c:pt>
                <c:pt idx="50">
                  <c:v>1.0274943661670477E-2</c:v>
                </c:pt>
                <c:pt idx="51">
                  <c:v>4.1784601655630027E-2</c:v>
                </c:pt>
                <c:pt idx="52">
                  <c:v>3.4184946786879777E-2</c:v>
                </c:pt>
                <c:pt idx="53">
                  <c:v>6.9073363821980038E-2</c:v>
                </c:pt>
                <c:pt idx="54">
                  <c:v>0.10470589395792018</c:v>
                </c:pt>
                <c:pt idx="55">
                  <c:v>0.10983557973743974</c:v>
                </c:pt>
                <c:pt idx="56">
                  <c:v>0.1020768481308103</c:v>
                </c:pt>
                <c:pt idx="57">
                  <c:v>9.9745712884200088E-2</c:v>
                </c:pt>
                <c:pt idx="58">
                  <c:v>0.10653225183235993</c:v>
                </c:pt>
                <c:pt idx="59">
                  <c:v>3.2266695177010085E-2</c:v>
                </c:pt>
                <c:pt idx="60">
                  <c:v>2.8884194876840574E-2</c:v>
                </c:pt>
                <c:pt idx="61">
                  <c:v>4.8790102029980353E-2</c:v>
                </c:pt>
                <c:pt idx="62">
                  <c:v>-7.2320122140023813E-4</c:v>
                </c:pt>
                <c:pt idx="63">
                  <c:v>2.9662699541180615E-2</c:v>
                </c:pt>
                <c:pt idx="64">
                  <c:v>5.7472803535329575E-2</c:v>
                </c:pt>
                <c:pt idx="65">
                  <c:v>-8.2311604354998735E-3</c:v>
                </c:pt>
                <c:pt idx="66">
                  <c:v>-6.7833072788801019E-3</c:v>
                </c:pt>
                <c:pt idx="67">
                  <c:v>-0.14411586712922997</c:v>
                </c:pt>
                <c:pt idx="68">
                  <c:v>-0.21385216485928016</c:v>
                </c:pt>
                <c:pt idx="69">
                  <c:v>-0.17333462478107986</c:v>
                </c:pt>
                <c:pt idx="70">
                  <c:v>-0.11358031800851975</c:v>
                </c:pt>
                <c:pt idx="71">
                  <c:v>-6.8496278124970722E-2</c:v>
                </c:pt>
                <c:pt idx="72">
                  <c:v>-6.3292195372480542E-2</c:v>
                </c:pt>
                <c:pt idx="73">
                  <c:v>-6.7288176575000413E-2</c:v>
                </c:pt>
                <c:pt idx="74">
                  <c:v>-3.5788730202300556E-2</c:v>
                </c:pt>
                <c:pt idx="75">
                  <c:v>2.9419563948499317E-2</c:v>
                </c:pt>
                <c:pt idx="76">
                  <c:v>-6.325779071050075E-2</c:v>
                </c:pt>
                <c:pt idx="77">
                  <c:v>-4.0502785716229894E-2</c:v>
                </c:pt>
                <c:pt idx="78">
                  <c:v>-5.6887501014140085E-2</c:v>
                </c:pt>
                <c:pt idx="79">
                  <c:v>-5.968163851288022E-2</c:v>
                </c:pt>
                <c:pt idx="80">
                  <c:v>-1.3390255514989846E-2</c:v>
                </c:pt>
                <c:pt idx="81">
                  <c:v>4.5541973119150647E-2</c:v>
                </c:pt>
                <c:pt idx="82">
                  <c:v>2.1578302311802133E-3</c:v>
                </c:pt>
                <c:pt idx="83">
                  <c:v>5.4415479525999899E-3</c:v>
                </c:pt>
                <c:pt idx="84">
                  <c:v>5.04860043310984E-3</c:v>
                </c:pt>
                <c:pt idx="85">
                  <c:v>-6.9441991928989921E-2</c:v>
                </c:pt>
                <c:pt idx="86">
                  <c:v>3.1373348559520231E-2</c:v>
                </c:pt>
                <c:pt idx="87">
                  <c:v>-6.499847616700194E-3</c:v>
                </c:pt>
                <c:pt idx="88">
                  <c:v>-1.1257086892050516E-2</c:v>
                </c:pt>
                <c:pt idx="89">
                  <c:v>-2.8104875173890598E-2</c:v>
                </c:pt>
                <c:pt idx="90">
                  <c:v>7.6235721840891557E-3</c:v>
                </c:pt>
                <c:pt idx="91">
                  <c:v>-5.1028135331696589E-3</c:v>
                </c:pt>
                <c:pt idx="92">
                  <c:v>-3.7637212397719999E-2</c:v>
                </c:pt>
                <c:pt idx="93">
                  <c:v>-3.1346370832070036E-2</c:v>
                </c:pt>
                <c:pt idx="94">
                  <c:v>-4.1417673829196033E-3</c:v>
                </c:pt>
                <c:pt idx="95">
                  <c:v>4.8260026076990314E-2</c:v>
                </c:pt>
                <c:pt idx="96">
                  <c:v>1.4486177688570301E-2</c:v>
                </c:pt>
                <c:pt idx="97">
                  <c:v>-6.9969518050509549E-2</c:v>
                </c:pt>
                <c:pt idx="98">
                  <c:v>-1.6828333777000104E-2</c:v>
                </c:pt>
                <c:pt idx="99">
                  <c:v>-2.5875984881039926E-2</c:v>
                </c:pt>
                <c:pt idx="100">
                  <c:v>-7.0463522284580193E-2</c:v>
                </c:pt>
                <c:pt idx="101">
                  <c:v>-4.7072033680859882E-2</c:v>
                </c:pt>
                <c:pt idx="102">
                  <c:v>-4.0247041470769851E-2</c:v>
                </c:pt>
                <c:pt idx="103">
                  <c:v>-2.3571045237850363E-2</c:v>
                </c:pt>
                <c:pt idx="104">
                  <c:v>-4.9581550372430172E-2</c:v>
                </c:pt>
                <c:pt idx="105">
                  <c:v>0.10880207446684054</c:v>
                </c:pt>
                <c:pt idx="106">
                  <c:v>-5.3058464406650074E-2</c:v>
                </c:pt>
                <c:pt idx="107">
                  <c:v>4.2089175489079977E-2</c:v>
                </c:pt>
                <c:pt idx="108">
                  <c:v>-8.4369609745579943E-2</c:v>
                </c:pt>
                <c:pt idx="109">
                  <c:v>-8.9044257624397716E-3</c:v>
                </c:pt>
                <c:pt idx="110">
                  <c:v>-1.9673059037059737E-2</c:v>
                </c:pt>
                <c:pt idx="111">
                  <c:v>-2.9411068063540213E-2</c:v>
                </c:pt>
                <c:pt idx="112">
                  <c:v>-3.6605065534920378E-2</c:v>
                </c:pt>
                <c:pt idx="113">
                  <c:v>6.8496343233297452E-3</c:v>
                </c:pt>
                <c:pt idx="114">
                  <c:v>-2.9342498360240832E-2</c:v>
                </c:pt>
                <c:pt idx="115">
                  <c:v>-7.3799734716759602E-2</c:v>
                </c:pt>
                <c:pt idx="116">
                  <c:v>2.3141318616629825E-2</c:v>
                </c:pt>
                <c:pt idx="117">
                  <c:v>8.735188867429855E-3</c:v>
                </c:pt>
                <c:pt idx="118">
                  <c:v>-1.1841244158140363E-2</c:v>
                </c:pt>
                <c:pt idx="119">
                  <c:v>1.7656976119369894E-2</c:v>
                </c:pt>
                <c:pt idx="120">
                  <c:v>3.4058023910910507E-2</c:v>
                </c:pt>
                <c:pt idx="121">
                  <c:v>2.1730064073720357E-2</c:v>
                </c:pt>
                <c:pt idx="122">
                  <c:v>-2.9595420710379905E-2</c:v>
                </c:pt>
                <c:pt idx="123">
                  <c:v>-4.7697619104569711E-2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212809600"/>
        <c:axId val="212811136"/>
      </c:barChart>
      <c:dateAx>
        <c:axId val="212809600"/>
        <c:scaling>
          <c:orientation val="minMax"/>
        </c:scaling>
        <c:delete val="0"/>
        <c:axPos val="b"/>
        <c:numFmt formatCode="m/d/yyyy" sourceLinked="1"/>
        <c:majorTickMark val="out"/>
        <c:minorTickMark val="none"/>
        <c:tickLblPos val="low"/>
        <c:txPr>
          <a:bodyPr/>
          <a:lstStyle/>
          <a:p>
            <a:pPr>
              <a:defRPr sz="900"/>
            </a:pPr>
            <a:endParaRPr lang="en-US"/>
          </a:p>
        </c:txPr>
        <c:crossAx val="212811136"/>
        <c:crosses val="autoZero"/>
        <c:auto val="1"/>
        <c:lblOffset val="100"/>
        <c:baseTimeUnit val="months"/>
        <c:majorUnit val="12"/>
        <c:majorTimeUnit val="months"/>
      </c:dateAx>
      <c:valAx>
        <c:axId val="212811136"/>
        <c:scaling>
          <c:orientation val="minMax"/>
          <c:min val="-0.2"/>
        </c:scaling>
        <c:delete val="0"/>
        <c:axPos val="l"/>
        <c:majorGridlines/>
        <c:numFmt formatCode="0.00" sourceLinked="1"/>
        <c:majorTickMark val="out"/>
        <c:minorTickMark val="none"/>
        <c:tickLblPos val="nextTo"/>
        <c:txPr>
          <a:bodyPr/>
          <a:lstStyle/>
          <a:p>
            <a:pPr>
              <a:defRPr sz="900"/>
            </a:pPr>
            <a:endParaRPr lang="en-US"/>
          </a:p>
        </c:txPr>
        <c:crossAx val="212809600"/>
        <c:crosses val="autoZero"/>
        <c:crossBetween val="between"/>
      </c:valAx>
      <c:spPr>
        <a:ln>
          <a:solidFill>
            <a:schemeClr val="tx1"/>
          </a:solidFill>
        </a:ln>
      </c:spPr>
    </c:plotArea>
    <c:plotVisOnly val="1"/>
    <c:dispBlanksAs val="gap"/>
    <c:showDLblsOverMax val="0"/>
  </c:chart>
  <c:externalData r:id="rId1">
    <c:autoUpdate val="0"/>
  </c:externalData>
</c:chartSpace>
</file>

<file path=ppt/charts/chart3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col"/>
        <c:grouping val="clustered"/>
        <c:varyColors val="0"/>
        <c:ser>
          <c:idx val="4"/>
          <c:order val="0"/>
          <c:tx>
            <c:v>Bank vs Small</c:v>
          </c:tx>
          <c:spPr>
            <a:solidFill>
              <a:srgbClr val="74B629"/>
            </a:solidFill>
            <a:ln>
              <a:noFill/>
            </a:ln>
          </c:spPr>
          <c:invertIfNegative val="0"/>
          <c:cat>
            <c:numRef>
              <c:f>'760-780'!$B$4:$B$127</c:f>
              <c:numCache>
                <c:formatCode>m/d/yyyy</c:formatCode>
                <c:ptCount val="124"/>
                <c:pt idx="0">
                  <c:v>42125</c:v>
                </c:pt>
                <c:pt idx="1">
                  <c:v>42095</c:v>
                </c:pt>
                <c:pt idx="2">
                  <c:v>42064</c:v>
                </c:pt>
                <c:pt idx="3">
                  <c:v>42036</c:v>
                </c:pt>
                <c:pt idx="4">
                  <c:v>42005</c:v>
                </c:pt>
                <c:pt idx="5">
                  <c:v>41974</c:v>
                </c:pt>
                <c:pt idx="6">
                  <c:v>41944</c:v>
                </c:pt>
                <c:pt idx="7">
                  <c:v>41913</c:v>
                </c:pt>
                <c:pt idx="8">
                  <c:v>41883</c:v>
                </c:pt>
                <c:pt idx="9">
                  <c:v>41852</c:v>
                </c:pt>
                <c:pt idx="10">
                  <c:v>41821</c:v>
                </c:pt>
                <c:pt idx="11">
                  <c:v>41791</c:v>
                </c:pt>
                <c:pt idx="12">
                  <c:v>41760</c:v>
                </c:pt>
                <c:pt idx="13">
                  <c:v>41730</c:v>
                </c:pt>
                <c:pt idx="14">
                  <c:v>41699</c:v>
                </c:pt>
                <c:pt idx="15">
                  <c:v>41671</c:v>
                </c:pt>
                <c:pt idx="16">
                  <c:v>41640</c:v>
                </c:pt>
                <c:pt idx="17">
                  <c:v>41609</c:v>
                </c:pt>
                <c:pt idx="18">
                  <c:v>41579</c:v>
                </c:pt>
                <c:pt idx="19">
                  <c:v>41548</c:v>
                </c:pt>
                <c:pt idx="20">
                  <c:v>41518</c:v>
                </c:pt>
                <c:pt idx="21">
                  <c:v>41487</c:v>
                </c:pt>
                <c:pt idx="22">
                  <c:v>41456</c:v>
                </c:pt>
                <c:pt idx="23">
                  <c:v>41426</c:v>
                </c:pt>
                <c:pt idx="24">
                  <c:v>41395</c:v>
                </c:pt>
                <c:pt idx="25">
                  <c:v>41365</c:v>
                </c:pt>
                <c:pt idx="26">
                  <c:v>41334</c:v>
                </c:pt>
                <c:pt idx="27">
                  <c:v>41306</c:v>
                </c:pt>
                <c:pt idx="28">
                  <c:v>41275</c:v>
                </c:pt>
                <c:pt idx="29">
                  <c:v>41244</c:v>
                </c:pt>
                <c:pt idx="30">
                  <c:v>41214</c:v>
                </c:pt>
                <c:pt idx="31">
                  <c:v>41183</c:v>
                </c:pt>
                <c:pt idx="32">
                  <c:v>41153</c:v>
                </c:pt>
                <c:pt idx="33">
                  <c:v>41122</c:v>
                </c:pt>
                <c:pt idx="34">
                  <c:v>41091</c:v>
                </c:pt>
                <c:pt idx="35">
                  <c:v>41061</c:v>
                </c:pt>
                <c:pt idx="36">
                  <c:v>41030</c:v>
                </c:pt>
                <c:pt idx="37">
                  <c:v>41000</c:v>
                </c:pt>
                <c:pt idx="38">
                  <c:v>40969</c:v>
                </c:pt>
                <c:pt idx="39">
                  <c:v>40940</c:v>
                </c:pt>
                <c:pt idx="40">
                  <c:v>40909</c:v>
                </c:pt>
                <c:pt idx="41">
                  <c:v>40878</c:v>
                </c:pt>
                <c:pt idx="42">
                  <c:v>40848</c:v>
                </c:pt>
                <c:pt idx="43">
                  <c:v>40817</c:v>
                </c:pt>
                <c:pt idx="44">
                  <c:v>40787</c:v>
                </c:pt>
                <c:pt idx="45">
                  <c:v>40756</c:v>
                </c:pt>
                <c:pt idx="46">
                  <c:v>40725</c:v>
                </c:pt>
                <c:pt idx="47">
                  <c:v>40695</c:v>
                </c:pt>
                <c:pt idx="48">
                  <c:v>40664</c:v>
                </c:pt>
                <c:pt idx="49">
                  <c:v>40634</c:v>
                </c:pt>
                <c:pt idx="50">
                  <c:v>40603</c:v>
                </c:pt>
                <c:pt idx="51">
                  <c:v>40575</c:v>
                </c:pt>
                <c:pt idx="52">
                  <c:v>40544</c:v>
                </c:pt>
                <c:pt idx="53">
                  <c:v>40513</c:v>
                </c:pt>
                <c:pt idx="54">
                  <c:v>40483</c:v>
                </c:pt>
                <c:pt idx="55">
                  <c:v>40452</c:v>
                </c:pt>
                <c:pt idx="56">
                  <c:v>40422</c:v>
                </c:pt>
                <c:pt idx="57">
                  <c:v>40391</c:v>
                </c:pt>
                <c:pt idx="58">
                  <c:v>40360</c:v>
                </c:pt>
                <c:pt idx="59">
                  <c:v>40330</c:v>
                </c:pt>
                <c:pt idx="60">
                  <c:v>40299</c:v>
                </c:pt>
                <c:pt idx="61">
                  <c:v>40269</c:v>
                </c:pt>
                <c:pt idx="62">
                  <c:v>40238</c:v>
                </c:pt>
                <c:pt idx="63">
                  <c:v>40210</c:v>
                </c:pt>
                <c:pt idx="64">
                  <c:v>40179</c:v>
                </c:pt>
                <c:pt idx="65">
                  <c:v>40148</c:v>
                </c:pt>
                <c:pt idx="66">
                  <c:v>40118</c:v>
                </c:pt>
                <c:pt idx="67">
                  <c:v>40087</c:v>
                </c:pt>
                <c:pt idx="68">
                  <c:v>40057</c:v>
                </c:pt>
                <c:pt idx="69">
                  <c:v>40026</c:v>
                </c:pt>
                <c:pt idx="70">
                  <c:v>39995</c:v>
                </c:pt>
                <c:pt idx="71">
                  <c:v>39965</c:v>
                </c:pt>
                <c:pt idx="72">
                  <c:v>39934</c:v>
                </c:pt>
                <c:pt idx="73">
                  <c:v>39904</c:v>
                </c:pt>
                <c:pt idx="74">
                  <c:v>39873</c:v>
                </c:pt>
                <c:pt idx="75">
                  <c:v>39845</c:v>
                </c:pt>
                <c:pt idx="76">
                  <c:v>39814</c:v>
                </c:pt>
                <c:pt idx="77">
                  <c:v>39783</c:v>
                </c:pt>
                <c:pt idx="78">
                  <c:v>39753</c:v>
                </c:pt>
                <c:pt idx="79">
                  <c:v>39722</c:v>
                </c:pt>
                <c:pt idx="80">
                  <c:v>39692</c:v>
                </c:pt>
                <c:pt idx="81">
                  <c:v>39661</c:v>
                </c:pt>
                <c:pt idx="82">
                  <c:v>39630</c:v>
                </c:pt>
                <c:pt idx="83">
                  <c:v>39600</c:v>
                </c:pt>
                <c:pt idx="84">
                  <c:v>39569</c:v>
                </c:pt>
                <c:pt idx="85">
                  <c:v>39539</c:v>
                </c:pt>
                <c:pt idx="86">
                  <c:v>39508</c:v>
                </c:pt>
                <c:pt idx="87">
                  <c:v>39479</c:v>
                </c:pt>
                <c:pt idx="88">
                  <c:v>39448</c:v>
                </c:pt>
                <c:pt idx="89">
                  <c:v>39417</c:v>
                </c:pt>
                <c:pt idx="90">
                  <c:v>39387</c:v>
                </c:pt>
                <c:pt idx="91">
                  <c:v>39356</c:v>
                </c:pt>
                <c:pt idx="92">
                  <c:v>39326</c:v>
                </c:pt>
                <c:pt idx="93">
                  <c:v>39295</c:v>
                </c:pt>
                <c:pt idx="94">
                  <c:v>39264</c:v>
                </c:pt>
                <c:pt idx="95">
                  <c:v>39234</c:v>
                </c:pt>
                <c:pt idx="96">
                  <c:v>39203</c:v>
                </c:pt>
                <c:pt idx="97">
                  <c:v>39173</c:v>
                </c:pt>
                <c:pt idx="98">
                  <c:v>39142</c:v>
                </c:pt>
                <c:pt idx="99">
                  <c:v>39114</c:v>
                </c:pt>
                <c:pt idx="100">
                  <c:v>39083</c:v>
                </c:pt>
                <c:pt idx="101">
                  <c:v>39052</c:v>
                </c:pt>
                <c:pt idx="102">
                  <c:v>39022</c:v>
                </c:pt>
                <c:pt idx="103">
                  <c:v>38991</c:v>
                </c:pt>
                <c:pt idx="104">
                  <c:v>38961</c:v>
                </c:pt>
                <c:pt idx="105">
                  <c:v>38930</c:v>
                </c:pt>
                <c:pt idx="106">
                  <c:v>38899</c:v>
                </c:pt>
                <c:pt idx="107">
                  <c:v>38869</c:v>
                </c:pt>
                <c:pt idx="108">
                  <c:v>38838</c:v>
                </c:pt>
                <c:pt idx="109">
                  <c:v>38808</c:v>
                </c:pt>
                <c:pt idx="110">
                  <c:v>38777</c:v>
                </c:pt>
                <c:pt idx="111">
                  <c:v>38749</c:v>
                </c:pt>
                <c:pt idx="112">
                  <c:v>38718</c:v>
                </c:pt>
                <c:pt idx="113">
                  <c:v>38687</c:v>
                </c:pt>
                <c:pt idx="114">
                  <c:v>38657</c:v>
                </c:pt>
                <c:pt idx="115">
                  <c:v>38626</c:v>
                </c:pt>
                <c:pt idx="116">
                  <c:v>38596</c:v>
                </c:pt>
                <c:pt idx="117">
                  <c:v>38565</c:v>
                </c:pt>
                <c:pt idx="118">
                  <c:v>38534</c:v>
                </c:pt>
                <c:pt idx="119">
                  <c:v>38504</c:v>
                </c:pt>
                <c:pt idx="120">
                  <c:v>38473</c:v>
                </c:pt>
                <c:pt idx="121">
                  <c:v>38443</c:v>
                </c:pt>
                <c:pt idx="122">
                  <c:v>38412</c:v>
                </c:pt>
                <c:pt idx="123">
                  <c:v>38384</c:v>
                </c:pt>
              </c:numCache>
            </c:numRef>
          </c:cat>
          <c:val>
            <c:numRef>
              <c:f>'760-780'!$G$4:$G$127</c:f>
              <c:numCache>
                <c:formatCode>0.00</c:formatCode>
                <c:ptCount val="124"/>
                <c:pt idx="0">
                  <c:v>0.12062991629545028</c:v>
                </c:pt>
                <c:pt idx="1">
                  <c:v>8.0027725329620214E-2</c:v>
                </c:pt>
                <c:pt idx="2">
                  <c:v>7.695451871610981E-2</c:v>
                </c:pt>
                <c:pt idx="3">
                  <c:v>0.1232793667178802</c:v>
                </c:pt>
                <c:pt idx="4">
                  <c:v>0.1047323653996699</c:v>
                </c:pt>
                <c:pt idx="5">
                  <c:v>4.8145435162950001E-2</c:v>
                </c:pt>
                <c:pt idx="6">
                  <c:v>8.2430590039019869E-2</c:v>
                </c:pt>
                <c:pt idx="7">
                  <c:v>5.5683295126519816E-2</c:v>
                </c:pt>
                <c:pt idx="8">
                  <c:v>8.7079732012620426E-2</c:v>
                </c:pt>
                <c:pt idx="9">
                  <c:v>7.9235799347749492E-2</c:v>
                </c:pt>
                <c:pt idx="10">
                  <c:v>6.9105511365259886E-2</c:v>
                </c:pt>
                <c:pt idx="11">
                  <c:v>8.8661879924620379E-2</c:v>
                </c:pt>
                <c:pt idx="12">
                  <c:v>0.10252549907754016</c:v>
                </c:pt>
                <c:pt idx="13">
                  <c:v>7.2786040649769568E-2</c:v>
                </c:pt>
                <c:pt idx="14">
                  <c:v>9.5149028340269837E-2</c:v>
                </c:pt>
                <c:pt idx="15">
                  <c:v>7.1893256399589767E-2</c:v>
                </c:pt>
                <c:pt idx="16">
                  <c:v>9.7882633895289395E-2</c:v>
                </c:pt>
                <c:pt idx="17">
                  <c:v>7.3489756443749776E-2</c:v>
                </c:pt>
                <c:pt idx="18">
                  <c:v>6.3770952541510439E-2</c:v>
                </c:pt>
                <c:pt idx="19">
                  <c:v>-3.1281405208719804E-2</c:v>
                </c:pt>
                <c:pt idx="20">
                  <c:v>-7.5679969228409583E-2</c:v>
                </c:pt>
                <c:pt idx="21">
                  <c:v>-8.8990305875030096E-2</c:v>
                </c:pt>
                <c:pt idx="22">
                  <c:v>4.6861914626650236E-2</c:v>
                </c:pt>
                <c:pt idx="23">
                  <c:v>6.1324338825699876E-2</c:v>
                </c:pt>
                <c:pt idx="24">
                  <c:v>5.9209600266969975E-2</c:v>
                </c:pt>
                <c:pt idx="25">
                  <c:v>4.8349683945080102E-2</c:v>
                </c:pt>
                <c:pt idx="26">
                  <c:v>0.10187785733175003</c:v>
                </c:pt>
                <c:pt idx="27">
                  <c:v>8.4659109484600314E-2</c:v>
                </c:pt>
                <c:pt idx="28">
                  <c:v>6.3987332511210138E-2</c:v>
                </c:pt>
                <c:pt idx="29">
                  <c:v>6.7536393826869823E-2</c:v>
                </c:pt>
                <c:pt idx="30">
                  <c:v>9.5131568725410176E-2</c:v>
                </c:pt>
                <c:pt idx="31">
                  <c:v>6.3638652099709869E-2</c:v>
                </c:pt>
                <c:pt idx="32">
                  <c:v>5.6879281036350093E-2</c:v>
                </c:pt>
                <c:pt idx="33">
                  <c:v>4.9994027373669869E-2</c:v>
                </c:pt>
                <c:pt idx="34">
                  <c:v>6.8196830939589947E-2</c:v>
                </c:pt>
                <c:pt idx="35">
                  <c:v>0.10466516149993055</c:v>
                </c:pt>
                <c:pt idx="36">
                  <c:v>9.7296449393350137E-2</c:v>
                </c:pt>
                <c:pt idx="37">
                  <c:v>0.10274128151594031</c:v>
                </c:pt>
                <c:pt idx="38">
                  <c:v>8.8660480754259918E-2</c:v>
                </c:pt>
                <c:pt idx="39">
                  <c:v>7.9492186941750198E-2</c:v>
                </c:pt>
                <c:pt idx="40">
                  <c:v>9.456580812323967E-2</c:v>
                </c:pt>
                <c:pt idx="41">
                  <c:v>0.10069859161338002</c:v>
                </c:pt>
                <c:pt idx="42">
                  <c:v>9.0340985380420236E-2</c:v>
                </c:pt>
                <c:pt idx="43">
                  <c:v>0.11986168122992069</c:v>
                </c:pt>
                <c:pt idx="44">
                  <c:v>0.10235485725020954</c:v>
                </c:pt>
                <c:pt idx="45">
                  <c:v>7.1534802140690523E-2</c:v>
                </c:pt>
                <c:pt idx="46">
                  <c:v>5.4805839685170277E-2</c:v>
                </c:pt>
                <c:pt idx="47">
                  <c:v>9.4574660880450523E-2</c:v>
                </c:pt>
                <c:pt idx="48">
                  <c:v>0.1101853723947297</c:v>
                </c:pt>
                <c:pt idx="49">
                  <c:v>2.623594505136051E-2</c:v>
                </c:pt>
                <c:pt idx="50">
                  <c:v>1.8695689048429998E-2</c:v>
                </c:pt>
                <c:pt idx="51">
                  <c:v>1.4363387675819794E-2</c:v>
                </c:pt>
                <c:pt idx="52">
                  <c:v>5.0880733007129919E-2</c:v>
                </c:pt>
                <c:pt idx="53">
                  <c:v>6.0777005154210251E-2</c:v>
                </c:pt>
                <c:pt idx="54">
                  <c:v>9.0635662140090112E-2</c:v>
                </c:pt>
                <c:pt idx="55">
                  <c:v>9.4732058132209751E-2</c:v>
                </c:pt>
                <c:pt idx="56">
                  <c:v>0.11039045339119014</c:v>
                </c:pt>
                <c:pt idx="57">
                  <c:v>0.10656706335814015</c:v>
                </c:pt>
                <c:pt idx="58">
                  <c:v>9.4519356320169834E-2</c:v>
                </c:pt>
                <c:pt idx="59">
                  <c:v>2.7120678821540345E-2</c:v>
                </c:pt>
                <c:pt idx="60">
                  <c:v>3.5078922972919813E-2</c:v>
                </c:pt>
                <c:pt idx="61">
                  <c:v>4.2255123077969969E-2</c:v>
                </c:pt>
                <c:pt idx="62">
                  <c:v>-6.7216959017013522E-4</c:v>
                </c:pt>
                <c:pt idx="63">
                  <c:v>2.634240260223919E-2</c:v>
                </c:pt>
                <c:pt idx="64">
                  <c:v>4.0091631954709328E-2</c:v>
                </c:pt>
                <c:pt idx="65">
                  <c:v>2.385905882371997E-2</c:v>
                </c:pt>
                <c:pt idx="66">
                  <c:v>-1.3879668603090423E-2</c:v>
                </c:pt>
                <c:pt idx="67">
                  <c:v>-0.13214353255628009</c:v>
                </c:pt>
                <c:pt idx="68">
                  <c:v>-0.20050108240255948</c:v>
                </c:pt>
                <c:pt idx="69">
                  <c:v>-0.17316468227338966</c:v>
                </c:pt>
                <c:pt idx="70">
                  <c:v>-9.9662946924989448E-2</c:v>
                </c:pt>
                <c:pt idx="71">
                  <c:v>-7.675826872317959E-2</c:v>
                </c:pt>
                <c:pt idx="72">
                  <c:v>-7.3639609472739842E-2</c:v>
                </c:pt>
                <c:pt idx="73">
                  <c:v>-7.2919841939759422E-2</c:v>
                </c:pt>
                <c:pt idx="74">
                  <c:v>-3.0838740951140586E-2</c:v>
                </c:pt>
                <c:pt idx="75">
                  <c:v>1.5575736532499995E-2</c:v>
                </c:pt>
                <c:pt idx="76">
                  <c:v>-7.0327308970394853E-3</c:v>
                </c:pt>
                <c:pt idx="77">
                  <c:v>-3.337998635167061E-2</c:v>
                </c:pt>
                <c:pt idx="78">
                  <c:v>-2.4848204040810451E-2</c:v>
                </c:pt>
                <c:pt idx="79">
                  <c:v>-7.4133137164000829E-3</c:v>
                </c:pt>
                <c:pt idx="80">
                  <c:v>-1.3350053492850122E-2</c:v>
                </c:pt>
                <c:pt idx="81">
                  <c:v>2.4041055756559793E-2</c:v>
                </c:pt>
                <c:pt idx="82">
                  <c:v>-3.6785020109009636E-2</c:v>
                </c:pt>
                <c:pt idx="83">
                  <c:v>7.766388046392958E-2</c:v>
                </c:pt>
                <c:pt idx="84">
                  <c:v>2.9787010859209317E-2</c:v>
                </c:pt>
                <c:pt idx="85">
                  <c:v>-5.8513287360000277E-3</c:v>
                </c:pt>
                <c:pt idx="86">
                  <c:v>1.6584311087250114E-2</c:v>
                </c:pt>
                <c:pt idx="87">
                  <c:v>1.0952271554280024E-2</c:v>
                </c:pt>
                <c:pt idx="88">
                  <c:v>-5.3445081594140298E-2</c:v>
                </c:pt>
                <c:pt idx="89">
                  <c:v>-2.097615020431931E-2</c:v>
                </c:pt>
                <c:pt idx="90">
                  <c:v>6.7084334993250394E-2</c:v>
                </c:pt>
                <c:pt idx="91">
                  <c:v>1.5097077386499791E-2</c:v>
                </c:pt>
                <c:pt idx="92">
                  <c:v>-3.6007193983804697E-3</c:v>
                </c:pt>
                <c:pt idx="93">
                  <c:v>-6.5782336169349698E-2</c:v>
                </c:pt>
                <c:pt idx="94">
                  <c:v>9.9222988966598535E-3</c:v>
                </c:pt>
                <c:pt idx="95">
                  <c:v>9.6115991698179748E-2</c:v>
                </c:pt>
                <c:pt idx="96">
                  <c:v>5.2163607345540264E-2</c:v>
                </c:pt>
                <c:pt idx="97">
                  <c:v>-3.1755065310419717E-2</c:v>
                </c:pt>
                <c:pt idx="98">
                  <c:v>5.0036893426110396E-2</c:v>
                </c:pt>
                <c:pt idx="99">
                  <c:v>-6.7395574177790074E-2</c:v>
                </c:pt>
                <c:pt idx="100">
                  <c:v>-3.2961900620419371E-2</c:v>
                </c:pt>
                <c:pt idx="101">
                  <c:v>-8.2255126487479124E-2</c:v>
                </c:pt>
                <c:pt idx="102">
                  <c:v>-0.10550348537744014</c:v>
                </c:pt>
                <c:pt idx="103">
                  <c:v>2.0877095520459577E-2</c:v>
                </c:pt>
                <c:pt idx="104">
                  <c:v>-6.8353343391519772E-2</c:v>
                </c:pt>
                <c:pt idx="105">
                  <c:v>9.6841645572160573E-2</c:v>
                </c:pt>
                <c:pt idx="106">
                  <c:v>-8.6033127756219407E-2</c:v>
                </c:pt>
                <c:pt idx="107">
                  <c:v>1.2588539196169535E-2</c:v>
                </c:pt>
                <c:pt idx="108">
                  <c:v>8.3472671343196581E-3</c:v>
                </c:pt>
                <c:pt idx="109">
                  <c:v>-7.2948485563209431E-2</c:v>
                </c:pt>
                <c:pt idx="110">
                  <c:v>-7.0448797365999738E-2</c:v>
                </c:pt>
                <c:pt idx="111">
                  <c:v>-0.10207964265412972</c:v>
                </c:pt>
                <c:pt idx="112">
                  <c:v>-9.2026252293999633E-2</c:v>
                </c:pt>
                <c:pt idx="113">
                  <c:v>2.8372556238129398E-2</c:v>
                </c:pt>
                <c:pt idx="114">
                  <c:v>-3.9916670554339895E-2</c:v>
                </c:pt>
                <c:pt idx="115">
                  <c:v>-4.3378572282990469E-2</c:v>
                </c:pt>
                <c:pt idx="116">
                  <c:v>4.6804299852096776E-3</c:v>
                </c:pt>
                <c:pt idx="117">
                  <c:v>2.0194085054630051E-2</c:v>
                </c:pt>
                <c:pt idx="118">
                  <c:v>-3.9646277689104892E-3</c:v>
                </c:pt>
                <c:pt idx="119">
                  <c:v>2.740077585171985E-2</c:v>
                </c:pt>
                <c:pt idx="120">
                  <c:v>4.9544102065910423E-2</c:v>
                </c:pt>
                <c:pt idx="121">
                  <c:v>8.9084834042910011E-2</c:v>
                </c:pt>
                <c:pt idx="122">
                  <c:v>9.8482262695398504E-3</c:v>
                </c:pt>
                <c:pt idx="123">
                  <c:v>-3.3950128377750133E-2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212827136"/>
        <c:axId val="212845312"/>
      </c:barChart>
      <c:dateAx>
        <c:axId val="212827136"/>
        <c:scaling>
          <c:orientation val="minMax"/>
        </c:scaling>
        <c:delete val="0"/>
        <c:axPos val="b"/>
        <c:numFmt formatCode="m/d/yyyy" sourceLinked="1"/>
        <c:majorTickMark val="out"/>
        <c:minorTickMark val="none"/>
        <c:tickLblPos val="low"/>
        <c:txPr>
          <a:bodyPr/>
          <a:lstStyle/>
          <a:p>
            <a:pPr>
              <a:defRPr sz="900"/>
            </a:pPr>
            <a:endParaRPr lang="en-US"/>
          </a:p>
        </c:txPr>
        <c:crossAx val="212845312"/>
        <c:crosses val="autoZero"/>
        <c:auto val="1"/>
        <c:lblOffset val="100"/>
        <c:baseTimeUnit val="months"/>
        <c:majorUnit val="12"/>
        <c:majorTimeUnit val="months"/>
      </c:dateAx>
      <c:valAx>
        <c:axId val="212845312"/>
        <c:scaling>
          <c:orientation val="minMax"/>
          <c:min val="-0.2"/>
        </c:scaling>
        <c:delete val="0"/>
        <c:axPos val="l"/>
        <c:majorGridlines/>
        <c:numFmt formatCode="0.00" sourceLinked="1"/>
        <c:majorTickMark val="out"/>
        <c:minorTickMark val="none"/>
        <c:tickLblPos val="nextTo"/>
        <c:txPr>
          <a:bodyPr/>
          <a:lstStyle/>
          <a:p>
            <a:pPr>
              <a:defRPr sz="900"/>
            </a:pPr>
            <a:endParaRPr lang="en-US"/>
          </a:p>
        </c:txPr>
        <c:crossAx val="212827136"/>
        <c:crosses val="autoZero"/>
        <c:crossBetween val="between"/>
      </c:valAx>
      <c:spPr>
        <a:ln>
          <a:solidFill>
            <a:schemeClr val="tx1"/>
          </a:solidFill>
        </a:ln>
      </c:spPr>
    </c:plotArea>
    <c:plotVisOnly val="1"/>
    <c:dispBlanksAs val="gap"/>
    <c:showDLblsOverMax val="0"/>
  </c:chart>
  <c:externalData r:id="rId1">
    <c:autoUpdate val="0"/>
  </c:externalData>
</c:chartSpace>
</file>

<file path=ppt/charts/chart3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col"/>
        <c:grouping val="clustered"/>
        <c:varyColors val="0"/>
        <c:ser>
          <c:idx val="4"/>
          <c:order val="0"/>
          <c:tx>
            <c:v>Bank vs Small</c:v>
          </c:tx>
          <c:spPr>
            <a:solidFill>
              <a:srgbClr val="74B629"/>
            </a:solidFill>
            <a:ln>
              <a:noFill/>
            </a:ln>
          </c:spPr>
          <c:invertIfNegative val="0"/>
          <c:cat>
            <c:numRef>
              <c:f>'&gt;780'!$B$4:$B$127</c:f>
              <c:numCache>
                <c:formatCode>m/d/yyyy</c:formatCode>
                <c:ptCount val="124"/>
                <c:pt idx="0">
                  <c:v>42125</c:v>
                </c:pt>
                <c:pt idx="1">
                  <c:v>42095</c:v>
                </c:pt>
                <c:pt idx="2">
                  <c:v>42064</c:v>
                </c:pt>
                <c:pt idx="3">
                  <c:v>42036</c:v>
                </c:pt>
                <c:pt idx="4">
                  <c:v>42005</c:v>
                </c:pt>
                <c:pt idx="5">
                  <c:v>41974</c:v>
                </c:pt>
                <c:pt idx="6">
                  <c:v>41944</c:v>
                </c:pt>
                <c:pt idx="7">
                  <c:v>41913</c:v>
                </c:pt>
                <c:pt idx="8">
                  <c:v>41883</c:v>
                </c:pt>
                <c:pt idx="9">
                  <c:v>41852</c:v>
                </c:pt>
                <c:pt idx="10">
                  <c:v>41821</c:v>
                </c:pt>
                <c:pt idx="11">
                  <c:v>41791</c:v>
                </c:pt>
                <c:pt idx="12">
                  <c:v>41760</c:v>
                </c:pt>
                <c:pt idx="13">
                  <c:v>41730</c:v>
                </c:pt>
                <c:pt idx="14">
                  <c:v>41699</c:v>
                </c:pt>
                <c:pt idx="15">
                  <c:v>41671</c:v>
                </c:pt>
                <c:pt idx="16">
                  <c:v>41640</c:v>
                </c:pt>
                <c:pt idx="17">
                  <c:v>41609</c:v>
                </c:pt>
                <c:pt idx="18">
                  <c:v>41579</c:v>
                </c:pt>
                <c:pt idx="19">
                  <c:v>41548</c:v>
                </c:pt>
                <c:pt idx="20">
                  <c:v>41518</c:v>
                </c:pt>
                <c:pt idx="21">
                  <c:v>41487</c:v>
                </c:pt>
                <c:pt idx="22">
                  <c:v>41456</c:v>
                </c:pt>
                <c:pt idx="23">
                  <c:v>41426</c:v>
                </c:pt>
                <c:pt idx="24">
                  <c:v>41395</c:v>
                </c:pt>
                <c:pt idx="25">
                  <c:v>41365</c:v>
                </c:pt>
                <c:pt idx="26">
                  <c:v>41334</c:v>
                </c:pt>
                <c:pt idx="27">
                  <c:v>41306</c:v>
                </c:pt>
                <c:pt idx="28">
                  <c:v>41275</c:v>
                </c:pt>
                <c:pt idx="29">
                  <c:v>41244</c:v>
                </c:pt>
                <c:pt idx="30">
                  <c:v>41214</c:v>
                </c:pt>
                <c:pt idx="31">
                  <c:v>41183</c:v>
                </c:pt>
                <c:pt idx="32">
                  <c:v>41153</c:v>
                </c:pt>
                <c:pt idx="33">
                  <c:v>41122</c:v>
                </c:pt>
                <c:pt idx="34">
                  <c:v>41091</c:v>
                </c:pt>
                <c:pt idx="35">
                  <c:v>41061</c:v>
                </c:pt>
                <c:pt idx="36">
                  <c:v>41030</c:v>
                </c:pt>
                <c:pt idx="37">
                  <c:v>41000</c:v>
                </c:pt>
                <c:pt idx="38">
                  <c:v>40969</c:v>
                </c:pt>
                <c:pt idx="39">
                  <c:v>40940</c:v>
                </c:pt>
                <c:pt idx="40">
                  <c:v>40909</c:v>
                </c:pt>
                <c:pt idx="41">
                  <c:v>40878</c:v>
                </c:pt>
                <c:pt idx="42">
                  <c:v>40848</c:v>
                </c:pt>
                <c:pt idx="43">
                  <c:v>40817</c:v>
                </c:pt>
                <c:pt idx="44">
                  <c:v>40787</c:v>
                </c:pt>
                <c:pt idx="45">
                  <c:v>40756</c:v>
                </c:pt>
                <c:pt idx="46">
                  <c:v>40725</c:v>
                </c:pt>
                <c:pt idx="47">
                  <c:v>40695</c:v>
                </c:pt>
                <c:pt idx="48">
                  <c:v>40664</c:v>
                </c:pt>
                <c:pt idx="49">
                  <c:v>40634</c:v>
                </c:pt>
                <c:pt idx="50">
                  <c:v>40603</c:v>
                </c:pt>
                <c:pt idx="51">
                  <c:v>40575</c:v>
                </c:pt>
                <c:pt idx="52">
                  <c:v>40544</c:v>
                </c:pt>
                <c:pt idx="53">
                  <c:v>40513</c:v>
                </c:pt>
                <c:pt idx="54">
                  <c:v>40483</c:v>
                </c:pt>
                <c:pt idx="55">
                  <c:v>40452</c:v>
                </c:pt>
                <c:pt idx="56">
                  <c:v>40422</c:v>
                </c:pt>
                <c:pt idx="57">
                  <c:v>40391</c:v>
                </c:pt>
                <c:pt idx="58">
                  <c:v>40360</c:v>
                </c:pt>
                <c:pt idx="59">
                  <c:v>40330</c:v>
                </c:pt>
                <c:pt idx="60">
                  <c:v>40299</c:v>
                </c:pt>
                <c:pt idx="61">
                  <c:v>40269</c:v>
                </c:pt>
                <c:pt idx="62">
                  <c:v>40238</c:v>
                </c:pt>
                <c:pt idx="63">
                  <c:v>40210</c:v>
                </c:pt>
                <c:pt idx="64">
                  <c:v>40179</c:v>
                </c:pt>
                <c:pt idx="65">
                  <c:v>40148</c:v>
                </c:pt>
                <c:pt idx="66">
                  <c:v>40118</c:v>
                </c:pt>
                <c:pt idx="67">
                  <c:v>40087</c:v>
                </c:pt>
                <c:pt idx="68">
                  <c:v>40057</c:v>
                </c:pt>
                <c:pt idx="69">
                  <c:v>40026</c:v>
                </c:pt>
                <c:pt idx="70">
                  <c:v>39995</c:v>
                </c:pt>
                <c:pt idx="71">
                  <c:v>39965</c:v>
                </c:pt>
                <c:pt idx="72">
                  <c:v>39934</c:v>
                </c:pt>
                <c:pt idx="73">
                  <c:v>39904</c:v>
                </c:pt>
                <c:pt idx="74">
                  <c:v>39873</c:v>
                </c:pt>
                <c:pt idx="75">
                  <c:v>39845</c:v>
                </c:pt>
                <c:pt idx="76">
                  <c:v>39814</c:v>
                </c:pt>
                <c:pt idx="77">
                  <c:v>39783</c:v>
                </c:pt>
                <c:pt idx="78">
                  <c:v>39753</c:v>
                </c:pt>
                <c:pt idx="79">
                  <c:v>39722</c:v>
                </c:pt>
                <c:pt idx="80">
                  <c:v>39692</c:v>
                </c:pt>
                <c:pt idx="81">
                  <c:v>39661</c:v>
                </c:pt>
                <c:pt idx="82">
                  <c:v>39630</c:v>
                </c:pt>
                <c:pt idx="83">
                  <c:v>39600</c:v>
                </c:pt>
                <c:pt idx="84">
                  <c:v>39569</c:v>
                </c:pt>
                <c:pt idx="85">
                  <c:v>39539</c:v>
                </c:pt>
                <c:pt idx="86">
                  <c:v>39508</c:v>
                </c:pt>
                <c:pt idx="87">
                  <c:v>39479</c:v>
                </c:pt>
                <c:pt idx="88">
                  <c:v>39448</c:v>
                </c:pt>
                <c:pt idx="89">
                  <c:v>39417</c:v>
                </c:pt>
                <c:pt idx="90">
                  <c:v>39387</c:v>
                </c:pt>
                <c:pt idx="91">
                  <c:v>39356</c:v>
                </c:pt>
                <c:pt idx="92">
                  <c:v>39326</c:v>
                </c:pt>
                <c:pt idx="93">
                  <c:v>39295</c:v>
                </c:pt>
                <c:pt idx="94">
                  <c:v>39264</c:v>
                </c:pt>
                <c:pt idx="95">
                  <c:v>39234</c:v>
                </c:pt>
                <c:pt idx="96">
                  <c:v>39203</c:v>
                </c:pt>
                <c:pt idx="97">
                  <c:v>39173</c:v>
                </c:pt>
                <c:pt idx="98">
                  <c:v>39142</c:v>
                </c:pt>
                <c:pt idx="99">
                  <c:v>39114</c:v>
                </c:pt>
                <c:pt idx="100">
                  <c:v>39083</c:v>
                </c:pt>
                <c:pt idx="101">
                  <c:v>39052</c:v>
                </c:pt>
                <c:pt idx="102">
                  <c:v>39022</c:v>
                </c:pt>
                <c:pt idx="103">
                  <c:v>38991</c:v>
                </c:pt>
                <c:pt idx="104">
                  <c:v>38961</c:v>
                </c:pt>
                <c:pt idx="105">
                  <c:v>38930</c:v>
                </c:pt>
                <c:pt idx="106">
                  <c:v>38899</c:v>
                </c:pt>
                <c:pt idx="107">
                  <c:v>38869</c:v>
                </c:pt>
                <c:pt idx="108">
                  <c:v>38838</c:v>
                </c:pt>
                <c:pt idx="109">
                  <c:v>38808</c:v>
                </c:pt>
                <c:pt idx="110">
                  <c:v>38777</c:v>
                </c:pt>
                <c:pt idx="111">
                  <c:v>38749</c:v>
                </c:pt>
                <c:pt idx="112">
                  <c:v>38718</c:v>
                </c:pt>
                <c:pt idx="113">
                  <c:v>38687</c:v>
                </c:pt>
                <c:pt idx="114">
                  <c:v>38657</c:v>
                </c:pt>
                <c:pt idx="115">
                  <c:v>38626</c:v>
                </c:pt>
                <c:pt idx="116">
                  <c:v>38596</c:v>
                </c:pt>
                <c:pt idx="117">
                  <c:v>38565</c:v>
                </c:pt>
                <c:pt idx="118">
                  <c:v>38534</c:v>
                </c:pt>
                <c:pt idx="119">
                  <c:v>38504</c:v>
                </c:pt>
                <c:pt idx="120">
                  <c:v>38473</c:v>
                </c:pt>
                <c:pt idx="121">
                  <c:v>38443</c:v>
                </c:pt>
                <c:pt idx="122">
                  <c:v>38412</c:v>
                </c:pt>
                <c:pt idx="123">
                  <c:v>38384</c:v>
                </c:pt>
              </c:numCache>
            </c:numRef>
          </c:cat>
          <c:val>
            <c:numRef>
              <c:f>'&gt;780'!$G$4:$G$127</c:f>
              <c:numCache>
                <c:formatCode>0.00</c:formatCode>
                <c:ptCount val="124"/>
                <c:pt idx="0">
                  <c:v>0.14474482635755948</c:v>
                </c:pt>
                <c:pt idx="1">
                  <c:v>9.1903596812859867E-2</c:v>
                </c:pt>
                <c:pt idx="2">
                  <c:v>8.8467381404560008E-2</c:v>
                </c:pt>
                <c:pt idx="3">
                  <c:v>0.10954084700514066</c:v>
                </c:pt>
                <c:pt idx="4">
                  <c:v>0.11234818831291982</c:v>
                </c:pt>
                <c:pt idx="5">
                  <c:v>8.9330841060019317E-2</c:v>
                </c:pt>
                <c:pt idx="6">
                  <c:v>6.8007576686219373E-2</c:v>
                </c:pt>
                <c:pt idx="7">
                  <c:v>5.4089437473129998E-2</c:v>
                </c:pt>
                <c:pt idx="8">
                  <c:v>0.10074159199951982</c:v>
                </c:pt>
                <c:pt idx="9">
                  <c:v>0.1041909102686196</c:v>
                </c:pt>
                <c:pt idx="10">
                  <c:v>8.8665928221829837E-2</c:v>
                </c:pt>
                <c:pt idx="11">
                  <c:v>0.11198910218823954</c:v>
                </c:pt>
                <c:pt idx="12">
                  <c:v>9.4383554406699766E-2</c:v>
                </c:pt>
                <c:pt idx="13">
                  <c:v>0.12994107068820959</c:v>
                </c:pt>
                <c:pt idx="14">
                  <c:v>0.13652215896985975</c:v>
                </c:pt>
                <c:pt idx="15">
                  <c:v>7.4175141574200687E-2</c:v>
                </c:pt>
                <c:pt idx="16">
                  <c:v>7.6424704119520293E-2</c:v>
                </c:pt>
                <c:pt idx="17">
                  <c:v>9.5458757305340036E-2</c:v>
                </c:pt>
                <c:pt idx="18">
                  <c:v>4.7559731578420639E-2</c:v>
                </c:pt>
                <c:pt idx="19">
                  <c:v>-2.1973823076269383E-2</c:v>
                </c:pt>
                <c:pt idx="20">
                  <c:v>-5.5810305418300565E-2</c:v>
                </c:pt>
                <c:pt idx="21">
                  <c:v>-4.974624346256018E-2</c:v>
                </c:pt>
                <c:pt idx="22">
                  <c:v>2.8622078025230202E-2</c:v>
                </c:pt>
                <c:pt idx="23">
                  <c:v>6.7825212530360002E-2</c:v>
                </c:pt>
                <c:pt idx="24">
                  <c:v>5.6917473328349732E-2</c:v>
                </c:pt>
                <c:pt idx="25">
                  <c:v>6.6106372131570001E-2</c:v>
                </c:pt>
                <c:pt idx="26">
                  <c:v>0.10933488477723996</c:v>
                </c:pt>
                <c:pt idx="27">
                  <c:v>7.3468517235539821E-2</c:v>
                </c:pt>
                <c:pt idx="28">
                  <c:v>6.8486605356929964E-2</c:v>
                </c:pt>
                <c:pt idx="29">
                  <c:v>7.4234549667360206E-2</c:v>
                </c:pt>
                <c:pt idx="30">
                  <c:v>0.10013751366758017</c:v>
                </c:pt>
                <c:pt idx="31">
                  <c:v>7.5149512851449884E-2</c:v>
                </c:pt>
                <c:pt idx="32">
                  <c:v>6.0848066788960153E-2</c:v>
                </c:pt>
                <c:pt idx="33">
                  <c:v>4.9985365385070146E-2</c:v>
                </c:pt>
                <c:pt idx="34">
                  <c:v>6.1868884611070207E-2</c:v>
                </c:pt>
                <c:pt idx="35">
                  <c:v>8.5209708750430213E-2</c:v>
                </c:pt>
                <c:pt idx="36">
                  <c:v>9.8605827684229652E-2</c:v>
                </c:pt>
                <c:pt idx="37">
                  <c:v>0.10469615242769992</c:v>
                </c:pt>
                <c:pt idx="38">
                  <c:v>9.1754168111899848E-2</c:v>
                </c:pt>
                <c:pt idx="39">
                  <c:v>6.8642746594810511E-2</c:v>
                </c:pt>
                <c:pt idx="40">
                  <c:v>8.796829919003013E-2</c:v>
                </c:pt>
                <c:pt idx="41">
                  <c:v>9.9438978437839332E-2</c:v>
                </c:pt>
                <c:pt idx="42">
                  <c:v>8.5225917271530172E-2</c:v>
                </c:pt>
                <c:pt idx="43">
                  <c:v>0.15440080981536042</c:v>
                </c:pt>
                <c:pt idx="44">
                  <c:v>0.12660389990092025</c:v>
                </c:pt>
                <c:pt idx="45">
                  <c:v>7.0170039047060762E-2</c:v>
                </c:pt>
                <c:pt idx="46">
                  <c:v>7.5388993758130241E-2</c:v>
                </c:pt>
                <c:pt idx="47">
                  <c:v>9.3959537839210405E-2</c:v>
                </c:pt>
                <c:pt idx="48">
                  <c:v>8.4199054445940114E-2</c:v>
                </c:pt>
                <c:pt idx="49">
                  <c:v>5.1294478837510482E-2</c:v>
                </c:pt>
                <c:pt idx="50">
                  <c:v>2.9491581293410007E-2</c:v>
                </c:pt>
                <c:pt idx="51">
                  <c:v>4.816051250205966E-2</c:v>
                </c:pt>
                <c:pt idx="52">
                  <c:v>4.7150497018700221E-2</c:v>
                </c:pt>
                <c:pt idx="53">
                  <c:v>6.5079601782939811E-2</c:v>
                </c:pt>
                <c:pt idx="54">
                  <c:v>8.7990099110230702E-2</c:v>
                </c:pt>
                <c:pt idx="55">
                  <c:v>8.7182580036480495E-2</c:v>
                </c:pt>
                <c:pt idx="56">
                  <c:v>9.5037761577490443E-2</c:v>
                </c:pt>
                <c:pt idx="57">
                  <c:v>9.0104358519639938E-2</c:v>
                </c:pt>
                <c:pt idx="58">
                  <c:v>8.5416149789760532E-2</c:v>
                </c:pt>
                <c:pt idx="59">
                  <c:v>2.7817345032319807E-2</c:v>
                </c:pt>
                <c:pt idx="60">
                  <c:v>5.7812517025870314E-2</c:v>
                </c:pt>
                <c:pt idx="61">
                  <c:v>4.3743801253199877E-2</c:v>
                </c:pt>
                <c:pt idx="62">
                  <c:v>7.9075823305201354E-3</c:v>
                </c:pt>
                <c:pt idx="63">
                  <c:v>5.7450038250980384E-2</c:v>
                </c:pt>
                <c:pt idx="64">
                  <c:v>5.7680389553570244E-2</c:v>
                </c:pt>
                <c:pt idx="65">
                  <c:v>2.5030876125209822E-2</c:v>
                </c:pt>
                <c:pt idx="66">
                  <c:v>-4.579487467510468E-3</c:v>
                </c:pt>
                <c:pt idx="67">
                  <c:v>-0.15434315191544012</c:v>
                </c:pt>
                <c:pt idx="68">
                  <c:v>-0.21616630539572057</c:v>
                </c:pt>
                <c:pt idx="69">
                  <c:v>-0.17506334430057979</c:v>
                </c:pt>
                <c:pt idx="70">
                  <c:v>-0.10491770914796028</c:v>
                </c:pt>
                <c:pt idx="71">
                  <c:v>-7.9756471617169922E-2</c:v>
                </c:pt>
                <c:pt idx="72">
                  <c:v>-7.3149576417899986E-2</c:v>
                </c:pt>
                <c:pt idx="73">
                  <c:v>-6.3898852221379698E-2</c:v>
                </c:pt>
                <c:pt idx="74">
                  <c:v>-2.841935774051052E-2</c:v>
                </c:pt>
                <c:pt idx="75">
                  <c:v>1.1666682529289929E-2</c:v>
                </c:pt>
                <c:pt idx="76">
                  <c:v>-5.7450897375669996E-2</c:v>
                </c:pt>
                <c:pt idx="77">
                  <c:v>-3.2902728830380035E-2</c:v>
                </c:pt>
                <c:pt idx="78">
                  <c:v>-3.6130649007120041E-2</c:v>
                </c:pt>
                <c:pt idx="79">
                  <c:v>-0.13633797945676029</c:v>
                </c:pt>
                <c:pt idx="80">
                  <c:v>1.2715298762969951E-2</c:v>
                </c:pt>
                <c:pt idx="81">
                  <c:v>9.3283753362310762E-2</c:v>
                </c:pt>
                <c:pt idx="82">
                  <c:v>-1.1775047284039886E-2</c:v>
                </c:pt>
                <c:pt idx="83">
                  <c:v>7.0320658606550346E-2</c:v>
                </c:pt>
                <c:pt idx="84">
                  <c:v>1.6504544413599831E-2</c:v>
                </c:pt>
                <c:pt idx="85">
                  <c:v>3.0235526472510266E-2</c:v>
                </c:pt>
                <c:pt idx="86">
                  <c:v>4.8458887393910466E-2</c:v>
                </c:pt>
                <c:pt idx="87">
                  <c:v>9.4164391231803535E-3</c:v>
                </c:pt>
                <c:pt idx="88">
                  <c:v>5.6491969028310329E-2</c:v>
                </c:pt>
                <c:pt idx="89">
                  <c:v>2.839148882007958E-2</c:v>
                </c:pt>
                <c:pt idx="90">
                  <c:v>0.11720260069666999</c:v>
                </c:pt>
                <c:pt idx="91">
                  <c:v>4.2470155812520005E-2</c:v>
                </c:pt>
                <c:pt idx="92">
                  <c:v>3.1888730173889712E-2</c:v>
                </c:pt>
                <c:pt idx="93">
                  <c:v>7.2335358884950018E-2</c:v>
                </c:pt>
                <c:pt idx="94">
                  <c:v>6.4128963017009433E-2</c:v>
                </c:pt>
                <c:pt idx="95">
                  <c:v>7.9035812867189748E-2</c:v>
                </c:pt>
                <c:pt idx="96">
                  <c:v>3.1419287687720399E-2</c:v>
                </c:pt>
                <c:pt idx="97">
                  <c:v>-4.9245080088160087E-2</c:v>
                </c:pt>
                <c:pt idx="98">
                  <c:v>7.1003084215099932E-3</c:v>
                </c:pt>
                <c:pt idx="99">
                  <c:v>-4.4049331291597937E-3</c:v>
                </c:pt>
                <c:pt idx="100">
                  <c:v>-3.8234236269659938E-2</c:v>
                </c:pt>
                <c:pt idx="101">
                  <c:v>-5.6731703763680308E-2</c:v>
                </c:pt>
                <c:pt idx="102">
                  <c:v>0.10419698368289954</c:v>
                </c:pt>
                <c:pt idx="103">
                  <c:v>3.6490471548990655E-2</c:v>
                </c:pt>
                <c:pt idx="104">
                  <c:v>-3.0907751500240721E-2</c:v>
                </c:pt>
                <c:pt idx="105">
                  <c:v>7.6609102924130035E-2</c:v>
                </c:pt>
                <c:pt idx="106">
                  <c:v>3.1526732947529723E-2</c:v>
                </c:pt>
                <c:pt idx="107">
                  <c:v>-5.7914542933970026E-2</c:v>
                </c:pt>
                <c:pt idx="108">
                  <c:v>-4.3701034031050412E-2</c:v>
                </c:pt>
                <c:pt idx="109">
                  <c:v>-1.031124627558988E-2</c:v>
                </c:pt>
                <c:pt idx="110">
                  <c:v>-7.7530344847405175E-3</c:v>
                </c:pt>
                <c:pt idx="111">
                  <c:v>-3.8410928579050818E-2</c:v>
                </c:pt>
                <c:pt idx="112">
                  <c:v>1.5977230890804606E-3</c:v>
                </c:pt>
                <c:pt idx="113">
                  <c:v>-1.7673707719379372E-2</c:v>
                </c:pt>
                <c:pt idx="114">
                  <c:v>1.4634129867060253E-2</c:v>
                </c:pt>
                <c:pt idx="115">
                  <c:v>-1.6281984073973632E-4</c:v>
                </c:pt>
                <c:pt idx="116">
                  <c:v>9.3781151552496667E-3</c:v>
                </c:pt>
                <c:pt idx="117">
                  <c:v>3.0575716343950177E-2</c:v>
                </c:pt>
                <c:pt idx="118">
                  <c:v>-1.2936486176499784E-2</c:v>
                </c:pt>
                <c:pt idx="119">
                  <c:v>-1.443718326055965E-2</c:v>
                </c:pt>
                <c:pt idx="120">
                  <c:v>-4.7463860883096842E-3</c:v>
                </c:pt>
                <c:pt idx="121">
                  <c:v>0.11434818708781957</c:v>
                </c:pt>
                <c:pt idx="122">
                  <c:v>4.061021295334033E-2</c:v>
                </c:pt>
                <c:pt idx="123">
                  <c:v>-1.0469155907180117E-2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213332352"/>
        <c:axId val="213333888"/>
      </c:barChart>
      <c:dateAx>
        <c:axId val="213332352"/>
        <c:scaling>
          <c:orientation val="minMax"/>
        </c:scaling>
        <c:delete val="0"/>
        <c:axPos val="b"/>
        <c:numFmt formatCode="m/d/yyyy" sourceLinked="1"/>
        <c:majorTickMark val="out"/>
        <c:minorTickMark val="none"/>
        <c:tickLblPos val="low"/>
        <c:txPr>
          <a:bodyPr/>
          <a:lstStyle/>
          <a:p>
            <a:pPr>
              <a:defRPr sz="900"/>
            </a:pPr>
            <a:endParaRPr lang="en-US"/>
          </a:p>
        </c:txPr>
        <c:crossAx val="213333888"/>
        <c:crosses val="autoZero"/>
        <c:auto val="1"/>
        <c:lblOffset val="100"/>
        <c:baseTimeUnit val="months"/>
        <c:majorUnit val="12"/>
        <c:majorTimeUnit val="months"/>
      </c:dateAx>
      <c:valAx>
        <c:axId val="213333888"/>
        <c:scaling>
          <c:orientation val="minMax"/>
          <c:min val="-0.2"/>
        </c:scaling>
        <c:delete val="0"/>
        <c:axPos val="l"/>
        <c:majorGridlines/>
        <c:numFmt formatCode="0.00" sourceLinked="1"/>
        <c:majorTickMark val="out"/>
        <c:minorTickMark val="none"/>
        <c:tickLblPos val="nextTo"/>
        <c:txPr>
          <a:bodyPr/>
          <a:lstStyle/>
          <a:p>
            <a:pPr>
              <a:defRPr sz="900"/>
            </a:pPr>
            <a:endParaRPr lang="en-US"/>
          </a:p>
        </c:txPr>
        <c:crossAx val="213332352"/>
        <c:crosses val="autoZero"/>
        <c:crossBetween val="between"/>
      </c:valAx>
      <c:spPr>
        <a:ln>
          <a:solidFill>
            <a:schemeClr val="tx1"/>
          </a:solidFill>
        </a:ln>
      </c:spPr>
    </c:plotArea>
    <c:plotVisOnly val="1"/>
    <c:dispBlanksAs val="gap"/>
    <c:showDLblsOverMax val="0"/>
  </c:chart>
  <c:externalData r:id="rId1">
    <c:autoUpdate val="0"/>
  </c:externalData>
</c:chartSpace>
</file>

<file path=ppt/charts/chart3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/>
          <a:lstStyle/>
          <a:p>
            <a:pPr>
              <a:defRPr/>
            </a:pPr>
            <a:r>
              <a:rPr lang="en-US" dirty="0" smtClean="0"/>
              <a:t>Number of Applications</a:t>
            </a:r>
            <a:endParaRPr lang="en-US" dirty="0"/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'FICO Dist'!$C$2</c:f>
              <c:strCache>
                <c:ptCount val="1"/>
                <c:pt idx="0">
                  <c:v>Cnt</c:v>
                </c:pt>
              </c:strCache>
            </c:strRef>
          </c:tx>
          <c:invertIfNegative val="0"/>
          <c:cat>
            <c:numRef>
              <c:f>'FICO Dist'!$B$147:$B$361</c:f>
              <c:numCache>
                <c:formatCode>General</c:formatCode>
                <c:ptCount val="215"/>
                <c:pt idx="0">
                  <c:v>618</c:v>
                </c:pt>
                <c:pt idx="1">
                  <c:v>619</c:v>
                </c:pt>
                <c:pt idx="2">
                  <c:v>620</c:v>
                </c:pt>
                <c:pt idx="3">
                  <c:v>621</c:v>
                </c:pt>
                <c:pt idx="4">
                  <c:v>622</c:v>
                </c:pt>
                <c:pt idx="5">
                  <c:v>623</c:v>
                </c:pt>
                <c:pt idx="6">
                  <c:v>624</c:v>
                </c:pt>
                <c:pt idx="7">
                  <c:v>625</c:v>
                </c:pt>
                <c:pt idx="8">
                  <c:v>626</c:v>
                </c:pt>
                <c:pt idx="9">
                  <c:v>627</c:v>
                </c:pt>
                <c:pt idx="10">
                  <c:v>628</c:v>
                </c:pt>
                <c:pt idx="11">
                  <c:v>629</c:v>
                </c:pt>
                <c:pt idx="12">
                  <c:v>630</c:v>
                </c:pt>
                <c:pt idx="13">
                  <c:v>631</c:v>
                </c:pt>
                <c:pt idx="14">
                  <c:v>632</c:v>
                </c:pt>
                <c:pt idx="15">
                  <c:v>633</c:v>
                </c:pt>
                <c:pt idx="16">
                  <c:v>634</c:v>
                </c:pt>
                <c:pt idx="17">
                  <c:v>635</c:v>
                </c:pt>
                <c:pt idx="18">
                  <c:v>636</c:v>
                </c:pt>
                <c:pt idx="19">
                  <c:v>637</c:v>
                </c:pt>
                <c:pt idx="20">
                  <c:v>638</c:v>
                </c:pt>
                <c:pt idx="21">
                  <c:v>639</c:v>
                </c:pt>
                <c:pt idx="22">
                  <c:v>640</c:v>
                </c:pt>
                <c:pt idx="23">
                  <c:v>641</c:v>
                </c:pt>
                <c:pt idx="24">
                  <c:v>642</c:v>
                </c:pt>
                <c:pt idx="25">
                  <c:v>643</c:v>
                </c:pt>
                <c:pt idx="26">
                  <c:v>644</c:v>
                </c:pt>
                <c:pt idx="27">
                  <c:v>645</c:v>
                </c:pt>
                <c:pt idx="28">
                  <c:v>646</c:v>
                </c:pt>
                <c:pt idx="29">
                  <c:v>647</c:v>
                </c:pt>
                <c:pt idx="30">
                  <c:v>648</c:v>
                </c:pt>
                <c:pt idx="31">
                  <c:v>649</c:v>
                </c:pt>
                <c:pt idx="32">
                  <c:v>650</c:v>
                </c:pt>
                <c:pt idx="33">
                  <c:v>651</c:v>
                </c:pt>
                <c:pt idx="34">
                  <c:v>652</c:v>
                </c:pt>
                <c:pt idx="35">
                  <c:v>653</c:v>
                </c:pt>
                <c:pt idx="36">
                  <c:v>654</c:v>
                </c:pt>
                <c:pt idx="37">
                  <c:v>655</c:v>
                </c:pt>
                <c:pt idx="38">
                  <c:v>656</c:v>
                </c:pt>
                <c:pt idx="39">
                  <c:v>657</c:v>
                </c:pt>
                <c:pt idx="40">
                  <c:v>658</c:v>
                </c:pt>
                <c:pt idx="41">
                  <c:v>659</c:v>
                </c:pt>
                <c:pt idx="42">
                  <c:v>660</c:v>
                </c:pt>
                <c:pt idx="43">
                  <c:v>661</c:v>
                </c:pt>
                <c:pt idx="44">
                  <c:v>662</c:v>
                </c:pt>
                <c:pt idx="45">
                  <c:v>663</c:v>
                </c:pt>
                <c:pt idx="46">
                  <c:v>664</c:v>
                </c:pt>
                <c:pt idx="47">
                  <c:v>665</c:v>
                </c:pt>
                <c:pt idx="48">
                  <c:v>666</c:v>
                </c:pt>
                <c:pt idx="49">
                  <c:v>667</c:v>
                </c:pt>
                <c:pt idx="50">
                  <c:v>668</c:v>
                </c:pt>
                <c:pt idx="51">
                  <c:v>669</c:v>
                </c:pt>
                <c:pt idx="52">
                  <c:v>670</c:v>
                </c:pt>
                <c:pt idx="53">
                  <c:v>671</c:v>
                </c:pt>
                <c:pt idx="54">
                  <c:v>672</c:v>
                </c:pt>
                <c:pt idx="55">
                  <c:v>673</c:v>
                </c:pt>
                <c:pt idx="56">
                  <c:v>674</c:v>
                </c:pt>
                <c:pt idx="57">
                  <c:v>675</c:v>
                </c:pt>
                <c:pt idx="58">
                  <c:v>676</c:v>
                </c:pt>
                <c:pt idx="59">
                  <c:v>677</c:v>
                </c:pt>
                <c:pt idx="60">
                  <c:v>678</c:v>
                </c:pt>
                <c:pt idx="61">
                  <c:v>679</c:v>
                </c:pt>
                <c:pt idx="62">
                  <c:v>680</c:v>
                </c:pt>
                <c:pt idx="63">
                  <c:v>681</c:v>
                </c:pt>
                <c:pt idx="64">
                  <c:v>682</c:v>
                </c:pt>
                <c:pt idx="65">
                  <c:v>683</c:v>
                </c:pt>
                <c:pt idx="66">
                  <c:v>684</c:v>
                </c:pt>
                <c:pt idx="67">
                  <c:v>685</c:v>
                </c:pt>
                <c:pt idx="68">
                  <c:v>686</c:v>
                </c:pt>
                <c:pt idx="69">
                  <c:v>687</c:v>
                </c:pt>
                <c:pt idx="70">
                  <c:v>688</c:v>
                </c:pt>
                <c:pt idx="71">
                  <c:v>689</c:v>
                </c:pt>
                <c:pt idx="72">
                  <c:v>690</c:v>
                </c:pt>
                <c:pt idx="73">
                  <c:v>691</c:v>
                </c:pt>
                <c:pt idx="74">
                  <c:v>692</c:v>
                </c:pt>
                <c:pt idx="75">
                  <c:v>693</c:v>
                </c:pt>
                <c:pt idx="76">
                  <c:v>694</c:v>
                </c:pt>
                <c:pt idx="77">
                  <c:v>695</c:v>
                </c:pt>
                <c:pt idx="78">
                  <c:v>696</c:v>
                </c:pt>
                <c:pt idx="79">
                  <c:v>697</c:v>
                </c:pt>
                <c:pt idx="80">
                  <c:v>698</c:v>
                </c:pt>
                <c:pt idx="81">
                  <c:v>699</c:v>
                </c:pt>
                <c:pt idx="82">
                  <c:v>700</c:v>
                </c:pt>
                <c:pt idx="83">
                  <c:v>701</c:v>
                </c:pt>
                <c:pt idx="84">
                  <c:v>702</c:v>
                </c:pt>
                <c:pt idx="85">
                  <c:v>703</c:v>
                </c:pt>
                <c:pt idx="86">
                  <c:v>704</c:v>
                </c:pt>
                <c:pt idx="87">
                  <c:v>705</c:v>
                </c:pt>
                <c:pt idx="88">
                  <c:v>706</c:v>
                </c:pt>
                <c:pt idx="89">
                  <c:v>707</c:v>
                </c:pt>
                <c:pt idx="90">
                  <c:v>708</c:v>
                </c:pt>
                <c:pt idx="91">
                  <c:v>709</c:v>
                </c:pt>
                <c:pt idx="92">
                  <c:v>710</c:v>
                </c:pt>
                <c:pt idx="93">
                  <c:v>711</c:v>
                </c:pt>
                <c:pt idx="94">
                  <c:v>712</c:v>
                </c:pt>
                <c:pt idx="95">
                  <c:v>713</c:v>
                </c:pt>
                <c:pt idx="96">
                  <c:v>714</c:v>
                </c:pt>
                <c:pt idx="97">
                  <c:v>715</c:v>
                </c:pt>
                <c:pt idx="98">
                  <c:v>716</c:v>
                </c:pt>
                <c:pt idx="99">
                  <c:v>717</c:v>
                </c:pt>
                <c:pt idx="100">
                  <c:v>718</c:v>
                </c:pt>
                <c:pt idx="101">
                  <c:v>719</c:v>
                </c:pt>
                <c:pt idx="102">
                  <c:v>720</c:v>
                </c:pt>
                <c:pt idx="103">
                  <c:v>721</c:v>
                </c:pt>
                <c:pt idx="104">
                  <c:v>722</c:v>
                </c:pt>
                <c:pt idx="105">
                  <c:v>723</c:v>
                </c:pt>
                <c:pt idx="106">
                  <c:v>724</c:v>
                </c:pt>
                <c:pt idx="107">
                  <c:v>725</c:v>
                </c:pt>
                <c:pt idx="108">
                  <c:v>726</c:v>
                </c:pt>
                <c:pt idx="109">
                  <c:v>727</c:v>
                </c:pt>
                <c:pt idx="110">
                  <c:v>728</c:v>
                </c:pt>
                <c:pt idx="111">
                  <c:v>729</c:v>
                </c:pt>
                <c:pt idx="112">
                  <c:v>730</c:v>
                </c:pt>
                <c:pt idx="113">
                  <c:v>731</c:v>
                </c:pt>
                <c:pt idx="114">
                  <c:v>732</c:v>
                </c:pt>
                <c:pt idx="115">
                  <c:v>733</c:v>
                </c:pt>
                <c:pt idx="116">
                  <c:v>734</c:v>
                </c:pt>
                <c:pt idx="117">
                  <c:v>735</c:v>
                </c:pt>
                <c:pt idx="118">
                  <c:v>736</c:v>
                </c:pt>
                <c:pt idx="119">
                  <c:v>737</c:v>
                </c:pt>
                <c:pt idx="120">
                  <c:v>738</c:v>
                </c:pt>
                <c:pt idx="121">
                  <c:v>739</c:v>
                </c:pt>
                <c:pt idx="122">
                  <c:v>740</c:v>
                </c:pt>
                <c:pt idx="123">
                  <c:v>741</c:v>
                </c:pt>
                <c:pt idx="124">
                  <c:v>742</c:v>
                </c:pt>
                <c:pt idx="125">
                  <c:v>743</c:v>
                </c:pt>
                <c:pt idx="126">
                  <c:v>744</c:v>
                </c:pt>
                <c:pt idx="127">
                  <c:v>745</c:v>
                </c:pt>
                <c:pt idx="128">
                  <c:v>746</c:v>
                </c:pt>
                <c:pt idx="129">
                  <c:v>747</c:v>
                </c:pt>
                <c:pt idx="130">
                  <c:v>748</c:v>
                </c:pt>
                <c:pt idx="131">
                  <c:v>749</c:v>
                </c:pt>
                <c:pt idx="132">
                  <c:v>750</c:v>
                </c:pt>
                <c:pt idx="133">
                  <c:v>751</c:v>
                </c:pt>
                <c:pt idx="134">
                  <c:v>752</c:v>
                </c:pt>
                <c:pt idx="135">
                  <c:v>753</c:v>
                </c:pt>
                <c:pt idx="136">
                  <c:v>754</c:v>
                </c:pt>
                <c:pt idx="137">
                  <c:v>755</c:v>
                </c:pt>
                <c:pt idx="138">
                  <c:v>756</c:v>
                </c:pt>
                <c:pt idx="139">
                  <c:v>757</c:v>
                </c:pt>
                <c:pt idx="140">
                  <c:v>758</c:v>
                </c:pt>
                <c:pt idx="141">
                  <c:v>759</c:v>
                </c:pt>
                <c:pt idx="142">
                  <c:v>760</c:v>
                </c:pt>
                <c:pt idx="143">
                  <c:v>761</c:v>
                </c:pt>
                <c:pt idx="144">
                  <c:v>762</c:v>
                </c:pt>
                <c:pt idx="145">
                  <c:v>763</c:v>
                </c:pt>
                <c:pt idx="146">
                  <c:v>764</c:v>
                </c:pt>
                <c:pt idx="147">
                  <c:v>765</c:v>
                </c:pt>
                <c:pt idx="148">
                  <c:v>766</c:v>
                </c:pt>
                <c:pt idx="149">
                  <c:v>767</c:v>
                </c:pt>
                <c:pt idx="150">
                  <c:v>768</c:v>
                </c:pt>
                <c:pt idx="151">
                  <c:v>769</c:v>
                </c:pt>
                <c:pt idx="152">
                  <c:v>770</c:v>
                </c:pt>
                <c:pt idx="153">
                  <c:v>771</c:v>
                </c:pt>
                <c:pt idx="154">
                  <c:v>772</c:v>
                </c:pt>
                <c:pt idx="155">
                  <c:v>773</c:v>
                </c:pt>
                <c:pt idx="156">
                  <c:v>774</c:v>
                </c:pt>
                <c:pt idx="157">
                  <c:v>775</c:v>
                </c:pt>
                <c:pt idx="158">
                  <c:v>776</c:v>
                </c:pt>
                <c:pt idx="159">
                  <c:v>777</c:v>
                </c:pt>
                <c:pt idx="160">
                  <c:v>778</c:v>
                </c:pt>
                <c:pt idx="161">
                  <c:v>779</c:v>
                </c:pt>
                <c:pt idx="162">
                  <c:v>780</c:v>
                </c:pt>
                <c:pt idx="163">
                  <c:v>781</c:v>
                </c:pt>
                <c:pt idx="164">
                  <c:v>782</c:v>
                </c:pt>
                <c:pt idx="165">
                  <c:v>783</c:v>
                </c:pt>
                <c:pt idx="166">
                  <c:v>784</c:v>
                </c:pt>
                <c:pt idx="167">
                  <c:v>785</c:v>
                </c:pt>
                <c:pt idx="168">
                  <c:v>786</c:v>
                </c:pt>
                <c:pt idx="169">
                  <c:v>787</c:v>
                </c:pt>
                <c:pt idx="170">
                  <c:v>788</c:v>
                </c:pt>
                <c:pt idx="171">
                  <c:v>789</c:v>
                </c:pt>
                <c:pt idx="172">
                  <c:v>790</c:v>
                </c:pt>
                <c:pt idx="173">
                  <c:v>791</c:v>
                </c:pt>
                <c:pt idx="174">
                  <c:v>792</c:v>
                </c:pt>
                <c:pt idx="175">
                  <c:v>793</c:v>
                </c:pt>
                <c:pt idx="176">
                  <c:v>794</c:v>
                </c:pt>
                <c:pt idx="177">
                  <c:v>795</c:v>
                </c:pt>
                <c:pt idx="178">
                  <c:v>796</c:v>
                </c:pt>
                <c:pt idx="179">
                  <c:v>797</c:v>
                </c:pt>
                <c:pt idx="180">
                  <c:v>798</c:v>
                </c:pt>
                <c:pt idx="181">
                  <c:v>799</c:v>
                </c:pt>
                <c:pt idx="182">
                  <c:v>800</c:v>
                </c:pt>
                <c:pt idx="183">
                  <c:v>801</c:v>
                </c:pt>
                <c:pt idx="184">
                  <c:v>802</c:v>
                </c:pt>
                <c:pt idx="185">
                  <c:v>803</c:v>
                </c:pt>
                <c:pt idx="186">
                  <c:v>804</c:v>
                </c:pt>
                <c:pt idx="187">
                  <c:v>805</c:v>
                </c:pt>
                <c:pt idx="188">
                  <c:v>806</c:v>
                </c:pt>
                <c:pt idx="189">
                  <c:v>807</c:v>
                </c:pt>
                <c:pt idx="190">
                  <c:v>808</c:v>
                </c:pt>
                <c:pt idx="191">
                  <c:v>809</c:v>
                </c:pt>
                <c:pt idx="192">
                  <c:v>810</c:v>
                </c:pt>
                <c:pt idx="193">
                  <c:v>811</c:v>
                </c:pt>
                <c:pt idx="194">
                  <c:v>812</c:v>
                </c:pt>
                <c:pt idx="195">
                  <c:v>813</c:v>
                </c:pt>
                <c:pt idx="196">
                  <c:v>814</c:v>
                </c:pt>
                <c:pt idx="197">
                  <c:v>815</c:v>
                </c:pt>
                <c:pt idx="198">
                  <c:v>816</c:v>
                </c:pt>
                <c:pt idx="199">
                  <c:v>817</c:v>
                </c:pt>
                <c:pt idx="200">
                  <c:v>818</c:v>
                </c:pt>
                <c:pt idx="201">
                  <c:v>819</c:v>
                </c:pt>
                <c:pt idx="202">
                  <c:v>820</c:v>
                </c:pt>
                <c:pt idx="203">
                  <c:v>821</c:v>
                </c:pt>
                <c:pt idx="204">
                  <c:v>822</c:v>
                </c:pt>
                <c:pt idx="205">
                  <c:v>823</c:v>
                </c:pt>
                <c:pt idx="206">
                  <c:v>824</c:v>
                </c:pt>
                <c:pt idx="207">
                  <c:v>825</c:v>
                </c:pt>
                <c:pt idx="208">
                  <c:v>826</c:v>
                </c:pt>
                <c:pt idx="209">
                  <c:v>827</c:v>
                </c:pt>
                <c:pt idx="210">
                  <c:v>828</c:v>
                </c:pt>
                <c:pt idx="211">
                  <c:v>829</c:v>
                </c:pt>
                <c:pt idx="212">
                  <c:v>830</c:v>
                </c:pt>
                <c:pt idx="213">
                  <c:v>831</c:v>
                </c:pt>
                <c:pt idx="214">
                  <c:v>832</c:v>
                </c:pt>
              </c:numCache>
            </c:numRef>
          </c:cat>
          <c:val>
            <c:numRef>
              <c:f>'FICO Dist'!$C$147:$C$361</c:f>
              <c:numCache>
                <c:formatCode>General</c:formatCode>
                <c:ptCount val="215"/>
                <c:pt idx="0">
                  <c:v>35</c:v>
                </c:pt>
                <c:pt idx="1">
                  <c:v>38</c:v>
                </c:pt>
                <c:pt idx="2">
                  <c:v>151</c:v>
                </c:pt>
                <c:pt idx="3">
                  <c:v>144</c:v>
                </c:pt>
                <c:pt idx="4">
                  <c:v>135</c:v>
                </c:pt>
                <c:pt idx="5">
                  <c:v>131</c:v>
                </c:pt>
                <c:pt idx="6">
                  <c:v>125</c:v>
                </c:pt>
                <c:pt idx="7">
                  <c:v>141</c:v>
                </c:pt>
                <c:pt idx="8">
                  <c:v>188</c:v>
                </c:pt>
                <c:pt idx="9">
                  <c:v>170</c:v>
                </c:pt>
                <c:pt idx="10">
                  <c:v>182</c:v>
                </c:pt>
                <c:pt idx="11">
                  <c:v>174</c:v>
                </c:pt>
                <c:pt idx="12">
                  <c:v>159</c:v>
                </c:pt>
                <c:pt idx="13">
                  <c:v>177</c:v>
                </c:pt>
                <c:pt idx="14">
                  <c:v>207</c:v>
                </c:pt>
                <c:pt idx="15">
                  <c:v>180</c:v>
                </c:pt>
                <c:pt idx="16">
                  <c:v>176</c:v>
                </c:pt>
                <c:pt idx="17">
                  <c:v>205</c:v>
                </c:pt>
                <c:pt idx="18">
                  <c:v>187</c:v>
                </c:pt>
                <c:pt idx="19">
                  <c:v>190</c:v>
                </c:pt>
                <c:pt idx="20">
                  <c:v>229</c:v>
                </c:pt>
                <c:pt idx="21">
                  <c:v>212</c:v>
                </c:pt>
                <c:pt idx="22">
                  <c:v>251</c:v>
                </c:pt>
                <c:pt idx="23">
                  <c:v>228</c:v>
                </c:pt>
                <c:pt idx="24">
                  <c:v>277</c:v>
                </c:pt>
                <c:pt idx="25">
                  <c:v>253</c:v>
                </c:pt>
                <c:pt idx="26">
                  <c:v>265</c:v>
                </c:pt>
                <c:pt idx="27">
                  <c:v>243</c:v>
                </c:pt>
                <c:pt idx="28">
                  <c:v>305</c:v>
                </c:pt>
                <c:pt idx="29">
                  <c:v>344</c:v>
                </c:pt>
                <c:pt idx="30">
                  <c:v>258</c:v>
                </c:pt>
                <c:pt idx="31">
                  <c:v>318</c:v>
                </c:pt>
                <c:pt idx="32">
                  <c:v>292</c:v>
                </c:pt>
                <c:pt idx="33">
                  <c:v>340</c:v>
                </c:pt>
                <c:pt idx="34">
                  <c:v>306</c:v>
                </c:pt>
                <c:pt idx="35">
                  <c:v>326</c:v>
                </c:pt>
                <c:pt idx="36">
                  <c:v>328</c:v>
                </c:pt>
                <c:pt idx="37">
                  <c:v>314</c:v>
                </c:pt>
                <c:pt idx="38">
                  <c:v>322</c:v>
                </c:pt>
                <c:pt idx="39">
                  <c:v>317</c:v>
                </c:pt>
                <c:pt idx="40">
                  <c:v>315</c:v>
                </c:pt>
                <c:pt idx="41">
                  <c:v>341</c:v>
                </c:pt>
                <c:pt idx="42">
                  <c:v>418</c:v>
                </c:pt>
                <c:pt idx="43">
                  <c:v>432</c:v>
                </c:pt>
                <c:pt idx="44">
                  <c:v>423</c:v>
                </c:pt>
                <c:pt idx="45">
                  <c:v>430</c:v>
                </c:pt>
                <c:pt idx="46">
                  <c:v>449</c:v>
                </c:pt>
                <c:pt idx="47">
                  <c:v>394</c:v>
                </c:pt>
                <c:pt idx="48">
                  <c:v>409</c:v>
                </c:pt>
                <c:pt idx="49">
                  <c:v>418</c:v>
                </c:pt>
                <c:pt idx="50">
                  <c:v>445</c:v>
                </c:pt>
                <c:pt idx="51">
                  <c:v>455</c:v>
                </c:pt>
                <c:pt idx="52">
                  <c:v>464</c:v>
                </c:pt>
                <c:pt idx="53">
                  <c:v>450</c:v>
                </c:pt>
                <c:pt idx="54">
                  <c:v>488</c:v>
                </c:pt>
                <c:pt idx="55">
                  <c:v>496</c:v>
                </c:pt>
                <c:pt idx="56">
                  <c:v>482</c:v>
                </c:pt>
                <c:pt idx="57">
                  <c:v>525</c:v>
                </c:pt>
                <c:pt idx="58">
                  <c:v>530</c:v>
                </c:pt>
                <c:pt idx="59">
                  <c:v>511</c:v>
                </c:pt>
                <c:pt idx="60">
                  <c:v>521</c:v>
                </c:pt>
                <c:pt idx="61">
                  <c:v>493</c:v>
                </c:pt>
                <c:pt idx="62">
                  <c:v>638</c:v>
                </c:pt>
                <c:pt idx="63">
                  <c:v>594</c:v>
                </c:pt>
                <c:pt idx="64">
                  <c:v>668</c:v>
                </c:pt>
                <c:pt idx="65">
                  <c:v>645</c:v>
                </c:pt>
                <c:pt idx="66">
                  <c:v>682</c:v>
                </c:pt>
                <c:pt idx="67">
                  <c:v>663</c:v>
                </c:pt>
                <c:pt idx="68">
                  <c:v>651</c:v>
                </c:pt>
                <c:pt idx="69">
                  <c:v>626</c:v>
                </c:pt>
                <c:pt idx="70">
                  <c:v>692</c:v>
                </c:pt>
                <c:pt idx="71">
                  <c:v>653</c:v>
                </c:pt>
                <c:pt idx="72">
                  <c:v>666</c:v>
                </c:pt>
                <c:pt idx="73">
                  <c:v>655</c:v>
                </c:pt>
                <c:pt idx="74">
                  <c:v>716</c:v>
                </c:pt>
                <c:pt idx="75">
                  <c:v>731</c:v>
                </c:pt>
                <c:pt idx="76">
                  <c:v>688</c:v>
                </c:pt>
                <c:pt idx="77">
                  <c:v>712</c:v>
                </c:pt>
                <c:pt idx="78">
                  <c:v>673</c:v>
                </c:pt>
                <c:pt idx="79">
                  <c:v>731</c:v>
                </c:pt>
                <c:pt idx="80">
                  <c:v>719</c:v>
                </c:pt>
                <c:pt idx="81">
                  <c:v>698</c:v>
                </c:pt>
                <c:pt idx="82">
                  <c:v>865</c:v>
                </c:pt>
                <c:pt idx="83">
                  <c:v>838</c:v>
                </c:pt>
                <c:pt idx="84">
                  <c:v>890</c:v>
                </c:pt>
                <c:pt idx="85">
                  <c:v>990</c:v>
                </c:pt>
                <c:pt idx="86">
                  <c:v>830</c:v>
                </c:pt>
                <c:pt idx="87">
                  <c:v>918</c:v>
                </c:pt>
                <c:pt idx="88">
                  <c:v>860</c:v>
                </c:pt>
                <c:pt idx="89">
                  <c:v>851</c:v>
                </c:pt>
                <c:pt idx="90">
                  <c:v>865</c:v>
                </c:pt>
                <c:pt idx="91">
                  <c:v>894</c:v>
                </c:pt>
                <c:pt idx="92">
                  <c:v>763</c:v>
                </c:pt>
                <c:pt idx="93">
                  <c:v>886</c:v>
                </c:pt>
                <c:pt idx="94">
                  <c:v>894</c:v>
                </c:pt>
                <c:pt idx="95">
                  <c:v>844</c:v>
                </c:pt>
                <c:pt idx="96">
                  <c:v>899</c:v>
                </c:pt>
                <c:pt idx="97">
                  <c:v>830</c:v>
                </c:pt>
                <c:pt idx="98">
                  <c:v>982</c:v>
                </c:pt>
                <c:pt idx="99">
                  <c:v>812</c:v>
                </c:pt>
                <c:pt idx="100">
                  <c:v>760</c:v>
                </c:pt>
                <c:pt idx="101">
                  <c:v>847</c:v>
                </c:pt>
                <c:pt idx="102">
                  <c:v>988</c:v>
                </c:pt>
                <c:pt idx="103">
                  <c:v>1012</c:v>
                </c:pt>
                <c:pt idx="104">
                  <c:v>1075</c:v>
                </c:pt>
                <c:pt idx="105">
                  <c:v>952</c:v>
                </c:pt>
                <c:pt idx="106">
                  <c:v>1118</c:v>
                </c:pt>
                <c:pt idx="107">
                  <c:v>1141</c:v>
                </c:pt>
                <c:pt idx="108">
                  <c:v>1098</c:v>
                </c:pt>
                <c:pt idx="109">
                  <c:v>1181</c:v>
                </c:pt>
                <c:pt idx="110">
                  <c:v>924</c:v>
                </c:pt>
                <c:pt idx="111">
                  <c:v>1004</c:v>
                </c:pt>
                <c:pt idx="112">
                  <c:v>1023</c:v>
                </c:pt>
                <c:pt idx="113">
                  <c:v>991</c:v>
                </c:pt>
                <c:pt idx="114">
                  <c:v>1031</c:v>
                </c:pt>
                <c:pt idx="115">
                  <c:v>1025</c:v>
                </c:pt>
                <c:pt idx="116">
                  <c:v>1005</c:v>
                </c:pt>
                <c:pt idx="117">
                  <c:v>1014</c:v>
                </c:pt>
                <c:pt idx="118">
                  <c:v>999</c:v>
                </c:pt>
                <c:pt idx="119">
                  <c:v>1071</c:v>
                </c:pt>
                <c:pt idx="120">
                  <c:v>1148</c:v>
                </c:pt>
                <c:pt idx="121">
                  <c:v>1087</c:v>
                </c:pt>
                <c:pt idx="122">
                  <c:v>1081</c:v>
                </c:pt>
                <c:pt idx="123">
                  <c:v>1096</c:v>
                </c:pt>
                <c:pt idx="124">
                  <c:v>1206</c:v>
                </c:pt>
                <c:pt idx="125">
                  <c:v>1178</c:v>
                </c:pt>
                <c:pt idx="126">
                  <c:v>1161</c:v>
                </c:pt>
                <c:pt idx="127">
                  <c:v>1250</c:v>
                </c:pt>
                <c:pt idx="128">
                  <c:v>1296</c:v>
                </c:pt>
                <c:pt idx="129">
                  <c:v>1165</c:v>
                </c:pt>
                <c:pt idx="130">
                  <c:v>1040</c:v>
                </c:pt>
                <c:pt idx="131">
                  <c:v>1255</c:v>
                </c:pt>
                <c:pt idx="132">
                  <c:v>1298</c:v>
                </c:pt>
                <c:pt idx="133">
                  <c:v>1270</c:v>
                </c:pt>
                <c:pt idx="134">
                  <c:v>1311</c:v>
                </c:pt>
                <c:pt idx="135">
                  <c:v>1287</c:v>
                </c:pt>
                <c:pt idx="136">
                  <c:v>1327</c:v>
                </c:pt>
                <c:pt idx="137">
                  <c:v>1381</c:v>
                </c:pt>
                <c:pt idx="138">
                  <c:v>1526</c:v>
                </c:pt>
                <c:pt idx="139">
                  <c:v>1344</c:v>
                </c:pt>
                <c:pt idx="140">
                  <c:v>1359</c:v>
                </c:pt>
                <c:pt idx="141">
                  <c:v>1573</c:v>
                </c:pt>
                <c:pt idx="142">
                  <c:v>1457</c:v>
                </c:pt>
                <c:pt idx="143">
                  <c:v>1458</c:v>
                </c:pt>
                <c:pt idx="144">
                  <c:v>1573</c:v>
                </c:pt>
                <c:pt idx="145">
                  <c:v>1532</c:v>
                </c:pt>
                <c:pt idx="146">
                  <c:v>1472</c:v>
                </c:pt>
                <c:pt idx="147">
                  <c:v>1455</c:v>
                </c:pt>
                <c:pt idx="148">
                  <c:v>1657</c:v>
                </c:pt>
                <c:pt idx="149">
                  <c:v>1660</c:v>
                </c:pt>
                <c:pt idx="150">
                  <c:v>1463</c:v>
                </c:pt>
                <c:pt idx="151">
                  <c:v>1469</c:v>
                </c:pt>
                <c:pt idx="152">
                  <c:v>1859</c:v>
                </c:pt>
                <c:pt idx="153">
                  <c:v>1695</c:v>
                </c:pt>
                <c:pt idx="154">
                  <c:v>1575</c:v>
                </c:pt>
                <c:pt idx="155">
                  <c:v>1797</c:v>
                </c:pt>
                <c:pt idx="156">
                  <c:v>1764</c:v>
                </c:pt>
                <c:pt idx="157">
                  <c:v>1622</c:v>
                </c:pt>
                <c:pt idx="158">
                  <c:v>1823</c:v>
                </c:pt>
                <c:pt idx="159">
                  <c:v>1756</c:v>
                </c:pt>
                <c:pt idx="160">
                  <c:v>1942</c:v>
                </c:pt>
                <c:pt idx="161">
                  <c:v>1878</c:v>
                </c:pt>
                <c:pt idx="162">
                  <c:v>1881</c:v>
                </c:pt>
                <c:pt idx="163">
                  <c:v>1924</c:v>
                </c:pt>
                <c:pt idx="164">
                  <c:v>1845</c:v>
                </c:pt>
                <c:pt idx="165">
                  <c:v>1907</c:v>
                </c:pt>
                <c:pt idx="166">
                  <c:v>2111</c:v>
                </c:pt>
                <c:pt idx="167">
                  <c:v>1825</c:v>
                </c:pt>
                <c:pt idx="168">
                  <c:v>1909</c:v>
                </c:pt>
                <c:pt idx="169">
                  <c:v>2338</c:v>
                </c:pt>
                <c:pt idx="170">
                  <c:v>1882</c:v>
                </c:pt>
                <c:pt idx="171">
                  <c:v>1747</c:v>
                </c:pt>
                <c:pt idx="172">
                  <c:v>2264</c:v>
                </c:pt>
                <c:pt idx="173">
                  <c:v>2280</c:v>
                </c:pt>
                <c:pt idx="174">
                  <c:v>1936</c:v>
                </c:pt>
                <c:pt idx="175">
                  <c:v>2024</c:v>
                </c:pt>
                <c:pt idx="176">
                  <c:v>1974</c:v>
                </c:pt>
                <c:pt idx="177">
                  <c:v>1886</c:v>
                </c:pt>
                <c:pt idx="178">
                  <c:v>2148</c:v>
                </c:pt>
                <c:pt idx="179">
                  <c:v>2222</c:v>
                </c:pt>
                <c:pt idx="180">
                  <c:v>1973</c:v>
                </c:pt>
                <c:pt idx="181">
                  <c:v>1936</c:v>
                </c:pt>
                <c:pt idx="182">
                  <c:v>2147</c:v>
                </c:pt>
                <c:pt idx="183">
                  <c:v>2551</c:v>
                </c:pt>
                <c:pt idx="184">
                  <c:v>2170</c:v>
                </c:pt>
                <c:pt idx="185">
                  <c:v>1634</c:v>
                </c:pt>
                <c:pt idx="186">
                  <c:v>1822</c:v>
                </c:pt>
                <c:pt idx="187">
                  <c:v>1292</c:v>
                </c:pt>
                <c:pt idx="188">
                  <c:v>1520</c:v>
                </c:pt>
                <c:pt idx="189">
                  <c:v>1323</c:v>
                </c:pt>
                <c:pt idx="190">
                  <c:v>1913</c:v>
                </c:pt>
                <c:pt idx="191">
                  <c:v>2261</c:v>
                </c:pt>
                <c:pt idx="192">
                  <c:v>958</c:v>
                </c:pt>
                <c:pt idx="193">
                  <c:v>1173</c:v>
                </c:pt>
                <c:pt idx="194">
                  <c:v>1298</c:v>
                </c:pt>
                <c:pt idx="195">
                  <c:v>1227</c:v>
                </c:pt>
                <c:pt idx="196">
                  <c:v>836</c:v>
                </c:pt>
                <c:pt idx="197">
                  <c:v>578</c:v>
                </c:pt>
                <c:pt idx="198">
                  <c:v>954</c:v>
                </c:pt>
                <c:pt idx="199">
                  <c:v>567</c:v>
                </c:pt>
                <c:pt idx="200">
                  <c:v>222</c:v>
                </c:pt>
                <c:pt idx="201">
                  <c:v>462</c:v>
                </c:pt>
                <c:pt idx="202">
                  <c:v>478</c:v>
                </c:pt>
                <c:pt idx="203">
                  <c:v>71</c:v>
                </c:pt>
                <c:pt idx="204">
                  <c:v>72</c:v>
                </c:pt>
                <c:pt idx="205">
                  <c:v>295</c:v>
                </c:pt>
                <c:pt idx="206">
                  <c:v>33</c:v>
                </c:pt>
                <c:pt idx="207">
                  <c:v>46</c:v>
                </c:pt>
                <c:pt idx="208">
                  <c:v>18</c:v>
                </c:pt>
                <c:pt idx="209">
                  <c:v>6</c:v>
                </c:pt>
                <c:pt idx="210">
                  <c:v>8</c:v>
                </c:pt>
                <c:pt idx="211">
                  <c:v>24</c:v>
                </c:pt>
                <c:pt idx="212">
                  <c:v>1</c:v>
                </c:pt>
                <c:pt idx="213">
                  <c:v>2</c:v>
                </c:pt>
                <c:pt idx="214">
                  <c:v>6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120291328"/>
        <c:axId val="120622080"/>
      </c:barChart>
      <c:catAx>
        <c:axId val="120291328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nextTo"/>
        <c:crossAx val="120622080"/>
        <c:crosses val="autoZero"/>
        <c:auto val="1"/>
        <c:lblAlgn val="ctr"/>
        <c:lblOffset val="100"/>
        <c:noMultiLvlLbl val="0"/>
      </c:catAx>
      <c:valAx>
        <c:axId val="120622080"/>
        <c:scaling>
          <c:orientation val="minMax"/>
        </c:scaling>
        <c:delete val="0"/>
        <c:axPos val="l"/>
        <c:majorGridlines/>
        <c:numFmt formatCode="General" sourceLinked="1"/>
        <c:majorTickMark val="out"/>
        <c:minorTickMark val="none"/>
        <c:tickLblPos val="nextTo"/>
        <c:crossAx val="120291328"/>
        <c:crosses val="autoZero"/>
        <c:crossBetween val="between"/>
      </c:valAx>
    </c:plotArea>
    <c:plotVisOnly val="1"/>
    <c:dispBlanksAs val="gap"/>
    <c:showDLblsOverMax val="0"/>
  </c:chart>
  <c:externalData r:id="rId1">
    <c:autoUpdate val="0"/>
  </c:externalData>
</c:chartSpace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17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4738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2" y="5"/>
            <a:ext cx="3038161" cy="46354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2433" tIns="46215" rIns="92433" bIns="46215" numCol="1" anchor="t" anchorCtr="0" compatLnSpc="1">
            <a:prstTxWarp prst="textNoShape">
              <a:avLst/>
            </a:prstTxWarp>
          </a:bodyPr>
          <a:lstStyle>
            <a:lvl1pPr defTabSz="921588">
              <a:defRPr sz="1300">
                <a:latin typeface="Arial" charset="0"/>
              </a:defRPr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244739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970640" y="5"/>
            <a:ext cx="3038161" cy="46354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2433" tIns="46215" rIns="92433" bIns="46215" numCol="1" anchor="t" anchorCtr="0" compatLnSpc="1">
            <a:prstTxWarp prst="textNoShape">
              <a:avLst/>
            </a:prstTxWarp>
          </a:bodyPr>
          <a:lstStyle>
            <a:lvl1pPr algn="r" defTabSz="921588">
              <a:defRPr sz="1300">
                <a:latin typeface="Arial" charset="0"/>
              </a:defRPr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244740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2" y="8831269"/>
            <a:ext cx="3038161" cy="46354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2433" tIns="46215" rIns="92433" bIns="46215" numCol="1" anchor="b" anchorCtr="0" compatLnSpc="1">
            <a:prstTxWarp prst="textNoShape">
              <a:avLst/>
            </a:prstTxWarp>
          </a:bodyPr>
          <a:lstStyle>
            <a:lvl1pPr defTabSz="921588">
              <a:defRPr sz="1300">
                <a:latin typeface="Arial" charset="0"/>
              </a:defRPr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244741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970640" y="8831269"/>
            <a:ext cx="3038161" cy="46354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2433" tIns="46215" rIns="92433" bIns="46215" numCol="1" anchor="b" anchorCtr="0" compatLnSpc="1">
            <a:prstTxWarp prst="textNoShape">
              <a:avLst/>
            </a:prstTxWarp>
          </a:bodyPr>
          <a:lstStyle>
            <a:lvl1pPr algn="r" defTabSz="921588">
              <a:defRPr sz="1300">
                <a:latin typeface="Arial" charset="0"/>
              </a:defRPr>
            </a:lvl1pPr>
          </a:lstStyle>
          <a:p>
            <a:pPr>
              <a:defRPr/>
            </a:pPr>
            <a:fld id="{BDCE5F9F-0CCF-4CAC-B31C-496A1DC3068E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60646214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16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730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2" y="5"/>
            <a:ext cx="3038161" cy="46354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2433" tIns="46215" rIns="92433" bIns="46215" numCol="1" anchor="t" anchorCtr="0" compatLnSpc="1">
            <a:prstTxWarp prst="textNoShape">
              <a:avLst/>
            </a:prstTxWarp>
          </a:bodyPr>
          <a:lstStyle>
            <a:lvl1pPr defTabSz="921588">
              <a:defRPr sz="1300">
                <a:latin typeface="Arial" charset="0"/>
              </a:defRPr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201731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970640" y="5"/>
            <a:ext cx="3038161" cy="46354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2433" tIns="46215" rIns="92433" bIns="46215" numCol="1" anchor="t" anchorCtr="0" compatLnSpc="1">
            <a:prstTxWarp prst="textNoShape">
              <a:avLst/>
            </a:prstTxWarp>
          </a:bodyPr>
          <a:lstStyle>
            <a:lvl1pPr algn="r" defTabSz="921588">
              <a:defRPr sz="1300">
                <a:latin typeface="Arial" charset="0"/>
              </a:defRPr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87044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249363" y="698500"/>
            <a:ext cx="4511675" cy="348615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201733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701363" y="4416436"/>
            <a:ext cx="5607678" cy="41814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2433" tIns="46215" rIns="92433" bIns="46215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noProof="0" smtClean="0"/>
              <a:t>Click to edit Master text styles</a:t>
            </a:r>
          </a:p>
          <a:p>
            <a:pPr lvl="1"/>
            <a:r>
              <a:rPr lang="en-US" noProof="0" smtClean="0"/>
              <a:t>Second level</a:t>
            </a:r>
          </a:p>
          <a:p>
            <a:pPr lvl="2"/>
            <a:r>
              <a:rPr lang="en-US" noProof="0" smtClean="0"/>
              <a:t>Third level</a:t>
            </a:r>
          </a:p>
          <a:p>
            <a:pPr lvl="3"/>
            <a:r>
              <a:rPr lang="en-US" noProof="0" smtClean="0"/>
              <a:t>Fourth level</a:t>
            </a:r>
          </a:p>
          <a:p>
            <a:pPr lvl="4"/>
            <a:r>
              <a:rPr lang="en-US" noProof="0" smtClean="0"/>
              <a:t>Fifth level</a:t>
            </a:r>
          </a:p>
        </p:txBody>
      </p:sp>
      <p:sp>
        <p:nvSpPr>
          <p:cNvPr id="201734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2" y="8831269"/>
            <a:ext cx="3038161" cy="46354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2433" tIns="46215" rIns="92433" bIns="46215" numCol="1" anchor="b" anchorCtr="0" compatLnSpc="1">
            <a:prstTxWarp prst="textNoShape">
              <a:avLst/>
            </a:prstTxWarp>
          </a:bodyPr>
          <a:lstStyle>
            <a:lvl1pPr defTabSz="921588">
              <a:defRPr sz="1300">
                <a:latin typeface="Arial" charset="0"/>
              </a:defRPr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201735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970640" y="8831269"/>
            <a:ext cx="3038161" cy="46354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2433" tIns="46215" rIns="92433" bIns="46215" numCol="1" anchor="b" anchorCtr="0" compatLnSpc="1">
            <a:prstTxWarp prst="textNoShape">
              <a:avLst/>
            </a:prstTxWarp>
          </a:bodyPr>
          <a:lstStyle>
            <a:lvl1pPr algn="r" defTabSz="921588">
              <a:defRPr sz="1300">
                <a:latin typeface="Arial" charset="0"/>
              </a:defRPr>
            </a:lvl1pPr>
          </a:lstStyle>
          <a:p>
            <a:pPr>
              <a:defRPr/>
            </a:pPr>
            <a:fld id="{993BEEDA-D9FC-4A9F-BB3F-83B0CB940930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26465593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300" kern="1200">
        <a:solidFill>
          <a:schemeClr val="tx1"/>
        </a:solidFill>
        <a:latin typeface="Arial" charset="0"/>
        <a:ea typeface="+mn-ea"/>
        <a:cs typeface="+mn-cs"/>
      </a:defRPr>
    </a:lvl1pPr>
    <a:lvl2pPr marL="507526" algn="l" rtl="0" eaLnBrk="0" fontAlgn="base" hangingPunct="0">
      <a:spcBef>
        <a:spcPct val="30000"/>
      </a:spcBef>
      <a:spcAft>
        <a:spcPct val="0"/>
      </a:spcAft>
      <a:defRPr sz="1300" kern="1200">
        <a:solidFill>
          <a:schemeClr val="tx1"/>
        </a:solidFill>
        <a:latin typeface="Arial" charset="0"/>
        <a:ea typeface="+mn-ea"/>
        <a:cs typeface="+mn-cs"/>
      </a:defRPr>
    </a:lvl2pPr>
    <a:lvl3pPr marL="1016818" algn="l" rtl="0" eaLnBrk="0" fontAlgn="base" hangingPunct="0">
      <a:spcBef>
        <a:spcPct val="30000"/>
      </a:spcBef>
      <a:spcAft>
        <a:spcPct val="0"/>
      </a:spcAft>
      <a:defRPr sz="1300" kern="1200">
        <a:solidFill>
          <a:schemeClr val="tx1"/>
        </a:solidFill>
        <a:latin typeface="Arial" charset="0"/>
        <a:ea typeface="+mn-ea"/>
        <a:cs typeface="+mn-cs"/>
      </a:defRPr>
    </a:lvl3pPr>
    <a:lvl4pPr marL="1526111" algn="l" rtl="0" eaLnBrk="0" fontAlgn="base" hangingPunct="0">
      <a:spcBef>
        <a:spcPct val="30000"/>
      </a:spcBef>
      <a:spcAft>
        <a:spcPct val="0"/>
      </a:spcAft>
      <a:defRPr sz="1300" kern="1200">
        <a:solidFill>
          <a:schemeClr val="tx1"/>
        </a:solidFill>
        <a:latin typeface="Arial" charset="0"/>
        <a:ea typeface="+mn-ea"/>
        <a:cs typeface="+mn-cs"/>
      </a:defRPr>
    </a:lvl4pPr>
    <a:lvl5pPr marL="2035405" algn="l" rtl="0" eaLnBrk="0" fontAlgn="base" hangingPunct="0">
      <a:spcBef>
        <a:spcPct val="30000"/>
      </a:spcBef>
      <a:spcAft>
        <a:spcPct val="0"/>
      </a:spcAft>
      <a:defRPr sz="1300" kern="1200">
        <a:solidFill>
          <a:schemeClr val="tx1"/>
        </a:solidFill>
        <a:latin typeface="Arial" charset="0"/>
        <a:ea typeface="+mn-ea"/>
        <a:cs typeface="+mn-cs"/>
      </a:defRPr>
    </a:lvl5pPr>
    <a:lvl6pPr marL="2546180" algn="l" defTabSz="1018472" rtl="0" eaLnBrk="1" latinLnBrk="0" hangingPunct="1">
      <a:defRPr sz="1300" kern="1200">
        <a:solidFill>
          <a:schemeClr val="tx1"/>
        </a:solidFill>
        <a:latin typeface="+mn-lt"/>
        <a:ea typeface="+mn-ea"/>
        <a:cs typeface="+mn-cs"/>
      </a:defRPr>
    </a:lvl6pPr>
    <a:lvl7pPr marL="3055417" algn="l" defTabSz="1018472" rtl="0" eaLnBrk="1" latinLnBrk="0" hangingPunct="1">
      <a:defRPr sz="1300" kern="1200">
        <a:solidFill>
          <a:schemeClr val="tx1"/>
        </a:solidFill>
        <a:latin typeface="+mn-lt"/>
        <a:ea typeface="+mn-ea"/>
        <a:cs typeface="+mn-cs"/>
      </a:defRPr>
    </a:lvl7pPr>
    <a:lvl8pPr marL="3564653" algn="l" defTabSz="1018472" rtl="0" eaLnBrk="1" latinLnBrk="0" hangingPunct="1">
      <a:defRPr sz="1300" kern="1200">
        <a:solidFill>
          <a:schemeClr val="tx1"/>
        </a:solidFill>
        <a:latin typeface="+mn-lt"/>
        <a:ea typeface="+mn-ea"/>
        <a:cs typeface="+mn-cs"/>
      </a:defRPr>
    </a:lvl8pPr>
    <a:lvl9pPr marL="4073887" algn="l" defTabSz="1018472" rtl="0" eaLnBrk="1" latinLnBrk="0" hangingPunct="1">
      <a:defRPr sz="13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113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249363" y="698500"/>
            <a:ext cx="4511675" cy="3486150"/>
          </a:xfrm>
          <a:ln/>
        </p:spPr>
      </p:sp>
      <p:sp>
        <p:nvSpPr>
          <p:cNvPr id="90114" name="Notes Placeholder 2"/>
          <p:cNvSpPr>
            <a:spLocks noGrp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en-US" dirty="0" smtClean="0"/>
          </a:p>
        </p:txBody>
      </p:sp>
      <p:sp>
        <p:nvSpPr>
          <p:cNvPr id="90115" name="Slide Number Placeholder 3"/>
          <p:cNvSpPr>
            <a:spLocks noGrp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pPr defTabSz="919996"/>
            <a:fld id="{1FE077EC-684A-4FD9-A6C3-9AE90D8B81D6}" type="slidenum">
              <a:rPr lang="en-US" smtClean="0"/>
              <a:pPr defTabSz="919996"/>
              <a:t>1</a:t>
            </a:fld>
            <a:endParaRPr lang="en-US" dirty="0" smtClean="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4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4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4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4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4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5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5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5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5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5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54380" y="2414488"/>
            <a:ext cx="8549640" cy="1666028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8760" y="4404360"/>
            <a:ext cx="7040880" cy="1986280"/>
          </a:xfrm>
        </p:spPr>
        <p:txBody>
          <a:bodyPr/>
          <a:lstStyle>
            <a:lvl1pPr marL="0" indent="0" algn="ctr">
              <a:buNone/>
              <a:defRPr/>
            </a:lvl1pPr>
            <a:lvl2pPr marL="509235" indent="0" algn="ctr">
              <a:buNone/>
              <a:defRPr/>
            </a:lvl2pPr>
            <a:lvl3pPr marL="1018472" indent="0" algn="ctr">
              <a:buNone/>
              <a:defRPr/>
            </a:lvl3pPr>
            <a:lvl4pPr marL="1527709" indent="0" algn="ctr">
              <a:buNone/>
              <a:defRPr/>
            </a:lvl4pPr>
            <a:lvl5pPr marL="2036945" indent="0" algn="ctr">
              <a:buNone/>
              <a:defRPr/>
            </a:lvl5pPr>
            <a:lvl6pPr marL="2546180" indent="0" algn="ctr">
              <a:buNone/>
              <a:defRPr/>
            </a:lvl6pPr>
            <a:lvl7pPr marL="3055417" indent="0" algn="ctr">
              <a:buNone/>
              <a:defRPr/>
            </a:lvl7pPr>
            <a:lvl8pPr marL="3564653" indent="0" algn="ctr">
              <a:buNone/>
              <a:defRPr/>
            </a:lvl8pPr>
            <a:lvl9pPr marL="4073887" indent="0" algn="ctr">
              <a:buNone/>
              <a:defRPr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252273" y="179917"/>
            <a:ext cx="6806130" cy="677966"/>
          </a:xfrm>
        </p:spPr>
        <p:txBody>
          <a:bodyPr/>
          <a:lstStyle/>
          <a:p>
            <a:r>
              <a:rPr lang="en-US" dirty="0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 sz="1200">
                <a:latin typeface="+mn-lt"/>
              </a:defRPr>
            </a:lvl1pPr>
            <a:lvl2pPr>
              <a:defRPr sz="1200">
                <a:latin typeface="+mn-lt"/>
              </a:defRPr>
            </a:lvl2pPr>
            <a:lvl3pPr>
              <a:defRPr sz="1200">
                <a:latin typeface="+mn-lt"/>
              </a:defRPr>
            </a:lvl3pPr>
            <a:lvl4pPr marL="803088" indent="-234895">
              <a:defRPr sz="1200">
                <a:latin typeface="+mn-lt"/>
              </a:defRPr>
            </a:lvl4pPr>
            <a:lvl5pPr marL="1025285" indent="-222198">
              <a:defRPr sz="1200">
                <a:latin typeface="+mn-lt"/>
              </a:defRPr>
            </a:lvl5pPr>
          </a:lstStyle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94544" y="4994491"/>
            <a:ext cx="8549640" cy="1543685"/>
          </a:xfrm>
        </p:spPr>
        <p:txBody>
          <a:bodyPr/>
          <a:lstStyle>
            <a:lvl1pPr algn="l">
              <a:defRPr sz="45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94544" y="3294281"/>
            <a:ext cx="8549640" cy="1700212"/>
          </a:xfrm>
        </p:spPr>
        <p:txBody>
          <a:bodyPr anchor="b"/>
          <a:lstStyle>
            <a:lvl1pPr marL="0" indent="0">
              <a:buNone/>
              <a:defRPr sz="2200"/>
            </a:lvl1pPr>
            <a:lvl2pPr marL="509235" indent="0">
              <a:buNone/>
              <a:defRPr sz="2000"/>
            </a:lvl2pPr>
            <a:lvl3pPr marL="1018472" indent="0">
              <a:buNone/>
              <a:defRPr sz="1800"/>
            </a:lvl3pPr>
            <a:lvl4pPr marL="1527709" indent="0">
              <a:buNone/>
              <a:defRPr sz="1600"/>
            </a:lvl4pPr>
            <a:lvl5pPr marL="2036945" indent="0">
              <a:buNone/>
              <a:defRPr sz="1600"/>
            </a:lvl5pPr>
            <a:lvl6pPr marL="2546180" indent="0">
              <a:buNone/>
              <a:defRPr sz="1600"/>
            </a:lvl6pPr>
            <a:lvl7pPr marL="3055417" indent="0">
              <a:buNone/>
              <a:defRPr sz="1600"/>
            </a:lvl7pPr>
            <a:lvl8pPr marL="3564653" indent="0">
              <a:buNone/>
              <a:defRPr sz="1600"/>
            </a:lvl8pPr>
            <a:lvl9pPr marL="4073887" indent="0">
              <a:buNone/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28600" y="1567078"/>
            <a:ext cx="4716784" cy="5375911"/>
          </a:xfrm>
        </p:spPr>
        <p:txBody>
          <a:bodyPr/>
          <a:lstStyle>
            <a:lvl1pPr>
              <a:defRPr sz="1200">
                <a:latin typeface="+mn-lt"/>
              </a:defRPr>
            </a:lvl1pPr>
            <a:lvl2pPr>
              <a:defRPr sz="1200">
                <a:latin typeface="+mn-lt"/>
              </a:defRPr>
            </a:lvl2pPr>
            <a:lvl3pPr>
              <a:defRPr sz="1200">
                <a:latin typeface="+mn-lt"/>
              </a:defRPr>
            </a:lvl3pPr>
            <a:lvl4pPr>
              <a:defRPr sz="1200">
                <a:latin typeface="+mn-lt"/>
              </a:defRPr>
            </a:lvl4pPr>
            <a:lvl5pPr>
              <a:defRPr sz="1200">
                <a:latin typeface="+mn-lt"/>
              </a:defRPr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113025" y="1567078"/>
            <a:ext cx="4716776" cy="5375911"/>
          </a:xfrm>
        </p:spPr>
        <p:txBody>
          <a:bodyPr/>
          <a:lstStyle>
            <a:lvl1pPr>
              <a:defRPr sz="1200">
                <a:latin typeface="+mn-lt"/>
              </a:defRPr>
            </a:lvl1pPr>
            <a:lvl2pPr>
              <a:defRPr sz="1200">
                <a:latin typeface="+mn-lt"/>
              </a:defRPr>
            </a:lvl2pPr>
            <a:lvl3pPr>
              <a:defRPr sz="1200">
                <a:latin typeface="+mn-lt"/>
              </a:defRPr>
            </a:lvl3pPr>
            <a:lvl4pPr>
              <a:defRPr sz="1200">
                <a:latin typeface="+mn-lt"/>
              </a:defRPr>
            </a:lvl4pPr>
            <a:lvl5pPr>
              <a:defRPr sz="1200">
                <a:latin typeface="+mn-lt"/>
              </a:defRPr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54380" y="2414482"/>
            <a:ext cx="8549640" cy="1666028"/>
          </a:xfrm>
          <a:prstGeom prst="rect">
            <a:avLst/>
          </a:prstGeom>
        </p:spPr>
        <p:txBody>
          <a:bodyPr lIns="91418" tIns="45710" rIns="91418" bIns="45710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8760" y="4404360"/>
            <a:ext cx="7040880" cy="1986280"/>
          </a:xfrm>
        </p:spPr>
        <p:txBody>
          <a:bodyPr/>
          <a:lstStyle>
            <a:lvl1pPr marL="0" indent="0" algn="ctr">
              <a:buNone/>
              <a:defRPr/>
            </a:lvl1pPr>
            <a:lvl2pPr marL="509292" indent="0" algn="ctr">
              <a:buNone/>
              <a:defRPr/>
            </a:lvl2pPr>
            <a:lvl3pPr marL="1018586" indent="0" algn="ctr">
              <a:buNone/>
              <a:defRPr/>
            </a:lvl3pPr>
            <a:lvl4pPr marL="1527879" indent="0" algn="ctr">
              <a:buNone/>
              <a:defRPr/>
            </a:lvl4pPr>
            <a:lvl5pPr marL="2037173" indent="0" algn="ctr">
              <a:buNone/>
              <a:defRPr/>
            </a:lvl5pPr>
            <a:lvl6pPr marL="2546466" indent="0" algn="ctr">
              <a:buNone/>
              <a:defRPr/>
            </a:lvl6pPr>
            <a:lvl7pPr marL="3055758" indent="0" algn="ctr">
              <a:buNone/>
              <a:defRPr/>
            </a:lvl7pPr>
            <a:lvl8pPr marL="3565052" indent="0" algn="ctr">
              <a:buNone/>
              <a:defRPr/>
            </a:lvl8pPr>
            <a:lvl9pPr marL="4074344" indent="0" algn="ctr">
              <a:buNone/>
              <a:defRPr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5" y="179917"/>
            <a:ext cx="8574088" cy="609918"/>
          </a:xfrm>
          <a:prstGeom prst="rect">
            <a:avLst/>
          </a:prstGeom>
        </p:spPr>
        <p:txBody>
          <a:bodyPr lIns="91418" tIns="45710" rIns="91418" bIns="45710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06195" y="43183"/>
            <a:ext cx="8574088" cy="609918"/>
          </a:xfrm>
          <a:prstGeom prst="rect">
            <a:avLst/>
          </a:prstGeom>
        </p:spPr>
        <p:txBody>
          <a:bodyPr lIns="91418" tIns="45710" rIns="91418" bIns="45710"/>
          <a:lstStyle/>
          <a:p>
            <a:r>
              <a:rPr lang="en-US" dirty="0" smtClean="0"/>
              <a:t>Click to edit Master title style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5" y="179917"/>
            <a:ext cx="8574088" cy="609918"/>
          </a:xfrm>
          <a:prstGeom prst="rect">
            <a:avLst/>
          </a:prstGeo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54380" y="2414488"/>
            <a:ext cx="8549640" cy="1666028"/>
          </a:xfrm>
          <a:prstGeom prst="rect">
            <a:avLst/>
          </a:prstGeom>
        </p:spPr>
        <p:txBody>
          <a:bodyPr lIns="101847" tIns="50923" rIns="101847" bIns="50923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8760" y="4404360"/>
            <a:ext cx="7040880" cy="1986280"/>
          </a:xfrm>
          <a:prstGeom prst="rect">
            <a:avLst/>
          </a:prstGeom>
        </p:spPr>
        <p:txBody>
          <a:bodyPr lIns="101847" tIns="50923" rIns="101847" bIns="50923"/>
          <a:lstStyle>
            <a:lvl1pPr marL="0" indent="0" algn="ctr">
              <a:buNone/>
              <a:defRPr/>
            </a:lvl1pPr>
            <a:lvl2pPr marL="509235" indent="0" algn="ctr">
              <a:buNone/>
              <a:defRPr/>
            </a:lvl2pPr>
            <a:lvl3pPr marL="1018472" indent="0" algn="ctr">
              <a:buNone/>
              <a:defRPr/>
            </a:lvl3pPr>
            <a:lvl4pPr marL="1527709" indent="0" algn="ctr">
              <a:buNone/>
              <a:defRPr/>
            </a:lvl4pPr>
            <a:lvl5pPr marL="2036945" indent="0" algn="ctr">
              <a:buNone/>
              <a:defRPr/>
            </a:lvl5pPr>
            <a:lvl6pPr marL="2546180" indent="0" algn="ctr">
              <a:buNone/>
              <a:defRPr/>
            </a:lvl6pPr>
            <a:lvl7pPr marL="3055417" indent="0" algn="ctr">
              <a:buNone/>
              <a:defRPr/>
            </a:lvl7pPr>
            <a:lvl8pPr marL="3564653" indent="0" algn="ctr">
              <a:buNone/>
              <a:defRPr/>
            </a:lvl8pPr>
            <a:lvl9pPr marL="4073887" indent="0" algn="ctr">
              <a:buNone/>
              <a:defRPr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54380" y="2414482"/>
            <a:ext cx="8549640" cy="1666028"/>
          </a:xfrm>
          <a:prstGeom prst="rect">
            <a:avLst/>
          </a:prstGeom>
        </p:spPr>
        <p:txBody>
          <a:bodyPr lIns="101858" tIns="50929" rIns="101858" bIns="50929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8760" y="4404360"/>
            <a:ext cx="7040880" cy="1986280"/>
          </a:xfrm>
          <a:prstGeom prst="rect">
            <a:avLst/>
          </a:prstGeom>
        </p:spPr>
        <p:txBody>
          <a:bodyPr lIns="101858" tIns="50929" rIns="101858" bIns="50929"/>
          <a:lstStyle>
            <a:lvl1pPr marL="0" indent="0" algn="ctr">
              <a:buNone/>
              <a:defRPr/>
            </a:lvl1pPr>
            <a:lvl2pPr marL="509292" indent="0" algn="ctr">
              <a:buNone/>
              <a:defRPr/>
            </a:lvl2pPr>
            <a:lvl3pPr marL="1018586" indent="0" algn="ctr">
              <a:buNone/>
              <a:defRPr/>
            </a:lvl3pPr>
            <a:lvl4pPr marL="1527879" indent="0" algn="ctr">
              <a:buNone/>
              <a:defRPr/>
            </a:lvl4pPr>
            <a:lvl5pPr marL="2037173" indent="0" algn="ctr">
              <a:buNone/>
              <a:defRPr/>
            </a:lvl5pPr>
            <a:lvl6pPr marL="2546466" indent="0" algn="ctr">
              <a:buNone/>
              <a:defRPr/>
            </a:lvl6pPr>
            <a:lvl7pPr marL="3055758" indent="0" algn="ctr">
              <a:buNone/>
              <a:defRPr/>
            </a:lvl7pPr>
            <a:lvl8pPr marL="3565052" indent="0" algn="ctr">
              <a:buNone/>
              <a:defRPr/>
            </a:lvl8pPr>
            <a:lvl9pPr marL="4074344" indent="0" algn="ctr">
              <a:buNone/>
              <a:defRPr/>
            </a:lvl9pPr>
          </a:lstStyle>
          <a:p>
            <a:r>
              <a:rPr lang="en-US"/>
              <a:t>Click to edit Master subtitle style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06195" y="176176"/>
            <a:ext cx="8574088" cy="609918"/>
          </a:xfrm>
          <a:prstGeom prst="rect">
            <a:avLst/>
          </a:prstGeo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91627" y="6521118"/>
            <a:ext cx="9454198" cy="915732"/>
          </a:xfrm>
          <a:prstGeom prst="rect">
            <a:avLst/>
          </a:prstGeom>
        </p:spPr>
        <p:txBody>
          <a:bodyPr lIns="91418" tIns="45710" rIns="91418" bIns="45710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02920" y="1813563"/>
            <a:ext cx="9052560" cy="5129425"/>
          </a:xfrm>
          <a:prstGeom prst="rect">
            <a:avLst/>
          </a:prstGeom>
        </p:spPr>
        <p:txBody>
          <a:bodyPr lIns="101858" tIns="50929" rIns="101858" bIns="50929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252273" y="179917"/>
            <a:ext cx="6806130" cy="677966"/>
          </a:xfrm>
          <a:prstGeom prst="rect">
            <a:avLst/>
          </a:prstGeom>
        </p:spPr>
        <p:txBody>
          <a:bodyPr/>
          <a:lstStyle/>
          <a:p>
            <a:r>
              <a:rPr lang="en-US" dirty="0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54380" y="2414488"/>
            <a:ext cx="8549640" cy="1666028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8760" y="4404360"/>
            <a:ext cx="7040880" cy="1986280"/>
          </a:xfrm>
        </p:spPr>
        <p:txBody>
          <a:bodyPr/>
          <a:lstStyle>
            <a:lvl1pPr marL="0" indent="0" algn="ctr">
              <a:buNone/>
              <a:defRPr/>
            </a:lvl1pPr>
            <a:lvl2pPr marL="509295" indent="0" algn="ctr">
              <a:buNone/>
              <a:defRPr/>
            </a:lvl2pPr>
            <a:lvl3pPr marL="1018592" indent="0" algn="ctr">
              <a:buNone/>
              <a:defRPr/>
            </a:lvl3pPr>
            <a:lvl4pPr marL="1527887" indent="0" algn="ctr">
              <a:buNone/>
              <a:defRPr/>
            </a:lvl4pPr>
            <a:lvl5pPr marL="2037183" indent="0" algn="ctr">
              <a:buNone/>
              <a:defRPr/>
            </a:lvl5pPr>
            <a:lvl6pPr marL="2546478" indent="0" algn="ctr">
              <a:buNone/>
              <a:defRPr/>
            </a:lvl6pPr>
            <a:lvl7pPr marL="3055774" indent="0" algn="ctr">
              <a:buNone/>
              <a:defRPr/>
            </a:lvl7pPr>
            <a:lvl8pPr marL="3565070" indent="0" algn="ctr">
              <a:buNone/>
              <a:defRPr/>
            </a:lvl8pPr>
            <a:lvl9pPr marL="4074364" indent="0" algn="ctr">
              <a:buNone/>
              <a:defRPr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17642391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252272" y="179917"/>
            <a:ext cx="6806130" cy="677966"/>
          </a:xfrm>
        </p:spPr>
        <p:txBody>
          <a:bodyPr/>
          <a:lstStyle/>
          <a:p>
            <a:r>
              <a:rPr lang="en-US" dirty="0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 sz="1200">
                <a:latin typeface="+mn-lt"/>
              </a:defRPr>
            </a:lvl1pPr>
            <a:lvl2pPr>
              <a:defRPr sz="1200">
                <a:latin typeface="+mn-lt"/>
              </a:defRPr>
            </a:lvl2pPr>
            <a:lvl3pPr>
              <a:defRPr sz="1200">
                <a:latin typeface="+mn-lt"/>
              </a:defRPr>
            </a:lvl3pPr>
            <a:lvl4pPr marL="803181" indent="-234922">
              <a:defRPr sz="1200">
                <a:latin typeface="+mn-lt"/>
              </a:defRPr>
            </a:lvl4pPr>
            <a:lvl5pPr marL="1025405" indent="-222224">
              <a:defRPr sz="1200">
                <a:latin typeface="+mn-lt"/>
              </a:defRPr>
            </a:lvl5pPr>
          </a:lstStyle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859887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94544" y="4994490"/>
            <a:ext cx="8549640" cy="1543685"/>
          </a:xfrm>
        </p:spPr>
        <p:txBody>
          <a:bodyPr/>
          <a:lstStyle>
            <a:lvl1pPr algn="l">
              <a:defRPr sz="45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94544" y="3294280"/>
            <a:ext cx="8549640" cy="1700212"/>
          </a:xfrm>
        </p:spPr>
        <p:txBody>
          <a:bodyPr anchor="b"/>
          <a:lstStyle>
            <a:lvl1pPr marL="0" indent="0">
              <a:buNone/>
              <a:defRPr sz="2200"/>
            </a:lvl1pPr>
            <a:lvl2pPr marL="509295" indent="0">
              <a:buNone/>
              <a:defRPr sz="2000"/>
            </a:lvl2pPr>
            <a:lvl3pPr marL="1018592" indent="0">
              <a:buNone/>
              <a:defRPr sz="1800"/>
            </a:lvl3pPr>
            <a:lvl4pPr marL="1527887" indent="0">
              <a:buNone/>
              <a:defRPr sz="1600"/>
            </a:lvl4pPr>
            <a:lvl5pPr marL="2037183" indent="0">
              <a:buNone/>
              <a:defRPr sz="1600"/>
            </a:lvl5pPr>
            <a:lvl6pPr marL="2546478" indent="0">
              <a:buNone/>
              <a:defRPr sz="1600"/>
            </a:lvl6pPr>
            <a:lvl7pPr marL="3055774" indent="0">
              <a:buNone/>
              <a:defRPr sz="1600"/>
            </a:lvl7pPr>
            <a:lvl8pPr marL="3565070" indent="0">
              <a:buNone/>
              <a:defRPr sz="1600"/>
            </a:lvl8pPr>
            <a:lvl9pPr marL="4074364" indent="0">
              <a:buNone/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4275483849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28600" y="1567077"/>
            <a:ext cx="4716784" cy="5375911"/>
          </a:xfrm>
        </p:spPr>
        <p:txBody>
          <a:bodyPr/>
          <a:lstStyle>
            <a:lvl1pPr>
              <a:defRPr sz="1200">
                <a:latin typeface="+mn-lt"/>
              </a:defRPr>
            </a:lvl1pPr>
            <a:lvl2pPr>
              <a:defRPr sz="1200">
                <a:latin typeface="+mn-lt"/>
              </a:defRPr>
            </a:lvl2pPr>
            <a:lvl3pPr>
              <a:defRPr sz="1200">
                <a:latin typeface="+mn-lt"/>
              </a:defRPr>
            </a:lvl3pPr>
            <a:lvl4pPr>
              <a:defRPr sz="1200">
                <a:latin typeface="+mn-lt"/>
              </a:defRPr>
            </a:lvl4pPr>
            <a:lvl5pPr>
              <a:defRPr sz="1200">
                <a:latin typeface="+mn-lt"/>
              </a:defRPr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113025" y="1567077"/>
            <a:ext cx="4716776" cy="5375911"/>
          </a:xfrm>
        </p:spPr>
        <p:txBody>
          <a:bodyPr/>
          <a:lstStyle>
            <a:lvl1pPr>
              <a:defRPr sz="1200">
                <a:latin typeface="+mn-lt"/>
              </a:defRPr>
            </a:lvl1pPr>
            <a:lvl2pPr>
              <a:defRPr sz="1200">
                <a:latin typeface="+mn-lt"/>
              </a:defRPr>
            </a:lvl2pPr>
            <a:lvl3pPr>
              <a:defRPr sz="1200">
                <a:latin typeface="+mn-lt"/>
              </a:defRPr>
            </a:lvl3pPr>
            <a:lvl4pPr>
              <a:defRPr sz="1200">
                <a:latin typeface="+mn-lt"/>
              </a:defRPr>
            </a:lvl4pPr>
            <a:lvl5pPr>
              <a:defRPr sz="1200">
                <a:latin typeface="+mn-lt"/>
              </a:defRPr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26134501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198120704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54380" y="2414488"/>
            <a:ext cx="8549640" cy="1666028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8760" y="4404360"/>
            <a:ext cx="7040880" cy="1986280"/>
          </a:xfrm>
        </p:spPr>
        <p:txBody>
          <a:bodyPr/>
          <a:lstStyle>
            <a:lvl1pPr marL="0" indent="0" algn="ctr">
              <a:buNone/>
              <a:defRPr/>
            </a:lvl1pPr>
            <a:lvl2pPr marL="508463" indent="0" algn="ctr">
              <a:buNone/>
              <a:defRPr/>
            </a:lvl2pPr>
            <a:lvl3pPr marL="1016925" indent="0" algn="ctr">
              <a:buNone/>
              <a:defRPr/>
            </a:lvl3pPr>
            <a:lvl4pPr marL="1525388" indent="0" algn="ctr">
              <a:buNone/>
              <a:defRPr/>
            </a:lvl4pPr>
            <a:lvl5pPr marL="2033851" indent="0" algn="ctr">
              <a:buNone/>
              <a:defRPr/>
            </a:lvl5pPr>
            <a:lvl6pPr marL="2542312" indent="0" algn="ctr">
              <a:buNone/>
              <a:defRPr/>
            </a:lvl6pPr>
            <a:lvl7pPr marL="3050775" indent="0" algn="ctr">
              <a:buNone/>
              <a:defRPr/>
            </a:lvl7pPr>
            <a:lvl8pPr marL="3559239" indent="0" algn="ctr">
              <a:buNone/>
              <a:defRPr/>
            </a:lvl8pPr>
            <a:lvl9pPr marL="4067698" indent="0" algn="ctr">
              <a:buNone/>
              <a:defRPr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80228656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252277" y="179917"/>
            <a:ext cx="6806130" cy="677966"/>
          </a:xfrm>
        </p:spPr>
        <p:txBody>
          <a:bodyPr/>
          <a:lstStyle/>
          <a:p>
            <a:r>
              <a:rPr lang="en-US" dirty="0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 sz="1200">
                <a:latin typeface="+mn-lt"/>
              </a:defRPr>
            </a:lvl1pPr>
            <a:lvl2pPr>
              <a:defRPr sz="1200">
                <a:latin typeface="+mn-lt"/>
              </a:defRPr>
            </a:lvl2pPr>
            <a:lvl3pPr>
              <a:defRPr sz="1200">
                <a:latin typeface="+mn-lt"/>
              </a:defRPr>
            </a:lvl3pPr>
            <a:lvl4pPr marL="801869" indent="-234537">
              <a:defRPr sz="1200">
                <a:latin typeface="+mn-lt"/>
              </a:defRPr>
            </a:lvl4pPr>
            <a:lvl5pPr marL="1023730" indent="-221860">
              <a:defRPr sz="1200">
                <a:latin typeface="+mn-lt"/>
              </a:defRPr>
            </a:lvl5pPr>
          </a:lstStyle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42511558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94544" y="4994505"/>
            <a:ext cx="8549640" cy="1543685"/>
          </a:xfrm>
        </p:spPr>
        <p:txBody>
          <a:bodyPr/>
          <a:lstStyle>
            <a:lvl1pPr algn="l">
              <a:defRPr sz="45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94544" y="3294282"/>
            <a:ext cx="8549640" cy="1700212"/>
          </a:xfrm>
        </p:spPr>
        <p:txBody>
          <a:bodyPr anchor="b"/>
          <a:lstStyle>
            <a:lvl1pPr marL="0" indent="0">
              <a:buNone/>
              <a:defRPr sz="2200"/>
            </a:lvl1pPr>
            <a:lvl2pPr marL="508463" indent="0">
              <a:buNone/>
              <a:defRPr sz="2000"/>
            </a:lvl2pPr>
            <a:lvl3pPr marL="1016925" indent="0">
              <a:buNone/>
              <a:defRPr sz="1800"/>
            </a:lvl3pPr>
            <a:lvl4pPr marL="1525388" indent="0">
              <a:buNone/>
              <a:defRPr sz="1600"/>
            </a:lvl4pPr>
            <a:lvl5pPr marL="2033851" indent="0">
              <a:buNone/>
              <a:defRPr sz="1600"/>
            </a:lvl5pPr>
            <a:lvl6pPr marL="2542312" indent="0">
              <a:buNone/>
              <a:defRPr sz="1600"/>
            </a:lvl6pPr>
            <a:lvl7pPr marL="3050775" indent="0">
              <a:buNone/>
              <a:defRPr sz="1600"/>
            </a:lvl7pPr>
            <a:lvl8pPr marL="3559239" indent="0">
              <a:buNone/>
              <a:defRPr sz="1600"/>
            </a:lvl8pPr>
            <a:lvl9pPr marL="4067698" indent="0">
              <a:buNone/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4035771534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28600" y="1567092"/>
            <a:ext cx="4716784" cy="5375911"/>
          </a:xfrm>
        </p:spPr>
        <p:txBody>
          <a:bodyPr/>
          <a:lstStyle>
            <a:lvl1pPr>
              <a:defRPr sz="1200">
                <a:latin typeface="+mn-lt"/>
              </a:defRPr>
            </a:lvl1pPr>
            <a:lvl2pPr>
              <a:defRPr sz="1200">
                <a:latin typeface="+mn-lt"/>
              </a:defRPr>
            </a:lvl2pPr>
            <a:lvl3pPr>
              <a:defRPr sz="1200">
                <a:latin typeface="+mn-lt"/>
              </a:defRPr>
            </a:lvl3pPr>
            <a:lvl4pPr>
              <a:defRPr sz="1200">
                <a:latin typeface="+mn-lt"/>
              </a:defRPr>
            </a:lvl4pPr>
            <a:lvl5pPr>
              <a:defRPr sz="1200">
                <a:latin typeface="+mn-lt"/>
              </a:defRPr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113025" y="1567092"/>
            <a:ext cx="4716776" cy="5375911"/>
          </a:xfrm>
        </p:spPr>
        <p:txBody>
          <a:bodyPr/>
          <a:lstStyle>
            <a:lvl1pPr>
              <a:defRPr sz="1200">
                <a:latin typeface="+mn-lt"/>
              </a:defRPr>
            </a:lvl1pPr>
            <a:lvl2pPr>
              <a:defRPr sz="1200">
                <a:latin typeface="+mn-lt"/>
              </a:defRPr>
            </a:lvl2pPr>
            <a:lvl3pPr>
              <a:defRPr sz="1200">
                <a:latin typeface="+mn-lt"/>
              </a:defRPr>
            </a:lvl3pPr>
            <a:lvl4pPr>
              <a:defRPr sz="1200">
                <a:latin typeface="+mn-lt"/>
              </a:defRPr>
            </a:lvl4pPr>
            <a:lvl5pPr>
              <a:defRPr sz="1200">
                <a:latin typeface="+mn-lt"/>
              </a:defRPr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16141080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77902559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8.xml"/><Relationship Id="rId2" Type="http://schemas.openxmlformats.org/officeDocument/2006/relationships/slideLayout" Target="../slideLayouts/slideLayout7.xml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1.png"/><Relationship Id="rId4" Type="http://schemas.openxmlformats.org/officeDocument/2006/relationships/theme" Target="../theme/theme2.xml"/></Relationships>
</file>

<file path=ppt/slideMasters/_rels/slideMaster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theme" Target="../theme/theme3.xml"/><Relationship Id="rId1" Type="http://schemas.openxmlformats.org/officeDocument/2006/relationships/slideLayout" Target="../slideLayouts/slideLayout9.xml"/></Relationships>
</file>

<file path=ppt/slideMasters/_rels/slideMaster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theme" Target="../theme/theme4.xml"/><Relationship Id="rId1" Type="http://schemas.openxmlformats.org/officeDocument/2006/relationships/slideLayout" Target="../slideLayouts/slideLayout10.xml"/><Relationship Id="rId5" Type="http://schemas.openxmlformats.org/officeDocument/2006/relationships/image" Target="../media/image4.gif"/><Relationship Id="rId4" Type="http://schemas.openxmlformats.org/officeDocument/2006/relationships/image" Target="../media/image3.jpeg"/></Relationships>
</file>

<file path=ppt/slideMasters/_rels/slideMaster5.xml.rels><?xml version="1.0" encoding="UTF-8" standalone="yes"?>
<Relationships xmlns="http://schemas.openxmlformats.org/package/2006/relationships"><Relationship Id="rId3" Type="http://schemas.openxmlformats.org/officeDocument/2006/relationships/theme" Target="../theme/theme5.xml"/><Relationship Id="rId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1.xml"/><Relationship Id="rId4" Type="http://schemas.openxmlformats.org/officeDocument/2006/relationships/image" Target="../media/image3.jpeg"/></Relationships>
</file>

<file path=ppt/slideMasters/_rels/slideMaster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theme" Target="../theme/theme6.xml"/></Relationships>
</file>

<file path=ppt/slideMasters/_rels/slideMaster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image" Target="../media/image3.jpeg"/><Relationship Id="rId1" Type="http://schemas.openxmlformats.org/officeDocument/2006/relationships/theme" Target="../theme/theme7.xml"/></Relationships>
</file>

<file path=ppt/slideMasters/_rels/slideMaster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theme" Target="../theme/theme8.xml"/></Relationships>
</file>

<file path=ppt/slideMasters/_rels/slideMaster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theme" Target="../theme/theme9.xml"/><Relationship Id="rId1" Type="http://schemas.openxmlformats.org/officeDocument/2006/relationships/slideLayout" Target="../slideLayouts/slideLayout13.xml"/></Relationships>
</file>

<file path=ppt/slideMasters/_rels/slideMaster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theme" Target="../theme/theme10.xml"/><Relationship Id="rId1" Type="http://schemas.openxmlformats.org/officeDocument/2006/relationships/slideLayout" Target="../slideLayouts/slideLayout14.xml"/></Relationships>
</file>

<file path=ppt/slideMasters/_rels/slideMaster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theme" Target="../theme/theme11.xml"/><Relationship Id="rId1" Type="http://schemas.openxmlformats.org/officeDocument/2006/relationships/slideLayout" Target="../slideLayouts/slideLayout15.xml"/></Relationships>
</file>

<file path=ppt/slideMasters/_rels/slideMaster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gif"/><Relationship Id="rId2" Type="http://schemas.openxmlformats.org/officeDocument/2006/relationships/image" Target="../media/image5.jpeg"/><Relationship Id="rId1" Type="http://schemas.openxmlformats.org/officeDocument/2006/relationships/theme" Target="../theme/theme12.xml"/></Relationships>
</file>

<file path=ppt/slideMasters/_rels/slideMaster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2.jpeg"/><Relationship Id="rId1" Type="http://schemas.openxmlformats.org/officeDocument/2006/relationships/theme" Target="../theme/theme13.xml"/><Relationship Id="rId4" Type="http://schemas.openxmlformats.org/officeDocument/2006/relationships/image" Target="../media/image4.gif"/></Relationships>
</file>

<file path=ppt/slideMasters/_rels/slideMaster1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8.xml"/><Relationship Id="rId7" Type="http://schemas.openxmlformats.org/officeDocument/2006/relationships/image" Target="../media/image1.png"/><Relationship Id="rId2" Type="http://schemas.openxmlformats.org/officeDocument/2006/relationships/slideLayout" Target="../slideLayouts/slideLayout17.xml"/><Relationship Id="rId1" Type="http://schemas.openxmlformats.org/officeDocument/2006/relationships/slideLayout" Target="../slideLayouts/slideLayout16.xml"/><Relationship Id="rId6" Type="http://schemas.openxmlformats.org/officeDocument/2006/relationships/theme" Target="../theme/theme14.xml"/><Relationship Id="rId5" Type="http://schemas.openxmlformats.org/officeDocument/2006/relationships/slideLayout" Target="../slideLayouts/slideLayout20.xml"/><Relationship Id="rId4" Type="http://schemas.openxmlformats.org/officeDocument/2006/relationships/slideLayout" Target="../slideLayouts/slideLayout19.xml"/></Relationships>
</file>

<file path=ppt/slideMasters/_rels/slideMaster1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3.xml"/><Relationship Id="rId7" Type="http://schemas.openxmlformats.org/officeDocument/2006/relationships/image" Target="../media/image1.png"/><Relationship Id="rId2" Type="http://schemas.openxmlformats.org/officeDocument/2006/relationships/slideLayout" Target="../slideLayouts/slideLayout22.xml"/><Relationship Id="rId1" Type="http://schemas.openxmlformats.org/officeDocument/2006/relationships/slideLayout" Target="../slideLayouts/slideLayout21.xml"/><Relationship Id="rId6" Type="http://schemas.openxmlformats.org/officeDocument/2006/relationships/theme" Target="../theme/theme15.xml"/><Relationship Id="rId5" Type="http://schemas.openxmlformats.org/officeDocument/2006/relationships/slideLayout" Target="../slideLayouts/slideLayout25.xml"/><Relationship Id="rId4" Type="http://schemas.openxmlformats.org/officeDocument/2006/relationships/slideLayout" Target="../slideLayouts/slideLayout2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228600" y="1265238"/>
            <a:ext cx="9601200" cy="568420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101847" tIns="50923" rIns="101847" bIns="50923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</p:txBody>
      </p:sp>
      <p:sp>
        <p:nvSpPr>
          <p:cNvPr id="3123" name="Rectangle 51"/>
          <p:cNvSpPr>
            <a:spLocks noChangeArrowheads="1"/>
          </p:cNvSpPr>
          <p:nvPr/>
        </p:nvSpPr>
        <p:spPr bwMode="auto">
          <a:xfrm>
            <a:off x="228600" y="230122"/>
            <a:ext cx="9601200" cy="649224"/>
          </a:xfrm>
          <a:prstGeom prst="rect">
            <a:avLst/>
          </a:prstGeom>
          <a:solidFill>
            <a:srgbClr val="2E398A"/>
          </a:solidFill>
          <a:ln w="9525">
            <a:noFill/>
            <a:miter lim="800000"/>
            <a:headEnd/>
            <a:tailEnd/>
          </a:ln>
          <a:effectLst/>
        </p:spPr>
        <p:txBody>
          <a:bodyPr wrap="none" lIns="101847" tIns="50923" rIns="101847" bIns="50923" anchor="ctr"/>
          <a:lstStyle/>
          <a:p>
            <a:pPr>
              <a:defRPr/>
            </a:pPr>
            <a:endParaRPr lang="en-US" dirty="0"/>
          </a:p>
        </p:txBody>
      </p:sp>
      <p:sp>
        <p:nvSpPr>
          <p:cNvPr id="1029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2518975" y="220861"/>
            <a:ext cx="7280116" cy="64410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101847" tIns="50923" rIns="101847" bIns="50923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dirty="0" smtClean="0"/>
              <a:t>Click to edit Master title style</a:t>
            </a:r>
          </a:p>
        </p:txBody>
      </p:sp>
      <p:sp>
        <p:nvSpPr>
          <p:cNvPr id="3272" name="Rectangle 200"/>
          <p:cNvSpPr>
            <a:spLocks noChangeArrowheads="1"/>
          </p:cNvSpPr>
          <p:nvPr/>
        </p:nvSpPr>
        <p:spPr bwMode="auto">
          <a:xfrm>
            <a:off x="228602" y="7333576"/>
            <a:ext cx="827723" cy="213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lIns="0" tIns="0" rIns="0" bIns="0" anchor="b"/>
          <a:lstStyle/>
          <a:p>
            <a:pPr algn="l">
              <a:defRPr/>
            </a:pPr>
            <a:r>
              <a:rPr lang="en-US" sz="900" b="1" dirty="0">
                <a:solidFill>
                  <a:schemeClr val="tx2"/>
                </a:solidFill>
                <a:latin typeface="Calibri" pitchFamily="34" charset="0"/>
              </a:rPr>
              <a:t>PAGE </a:t>
            </a:r>
            <a:fld id="{54B17DE0-6D87-48AB-BBA0-9128AA86CC3B}" type="slidenum">
              <a:rPr lang="en-US" sz="900" b="1">
                <a:solidFill>
                  <a:schemeClr val="tx2"/>
                </a:solidFill>
                <a:latin typeface="Calibri" pitchFamily="34" charset="0"/>
              </a:rPr>
              <a:pPr algn="l">
                <a:defRPr/>
              </a:pPr>
              <a:t>‹#›</a:t>
            </a:fld>
            <a:endParaRPr lang="en-US" sz="900" b="1" dirty="0">
              <a:solidFill>
                <a:schemeClr val="tx2"/>
              </a:solidFill>
              <a:latin typeface="Calibri" pitchFamily="34" charset="0"/>
            </a:endParaRPr>
          </a:p>
        </p:txBody>
      </p:sp>
      <p:pic>
        <p:nvPicPr>
          <p:cNvPr id="1032" name="Picture 20" descr="Cello_LOGO_Horizontal_Short.png"/>
          <p:cNvPicPr>
            <a:picLocks noChangeAspect="1"/>
          </p:cNvPicPr>
          <p:nvPr userDrawn="1"/>
        </p:nvPicPr>
        <p:blipFill>
          <a:blip r:embed="rId7" cstate="print"/>
          <a:srcRect/>
          <a:stretch>
            <a:fillRect/>
          </a:stretch>
        </p:blipFill>
        <p:spPr bwMode="auto">
          <a:xfrm>
            <a:off x="308121" y="322236"/>
            <a:ext cx="2416810" cy="45159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cxnSp>
        <p:nvCxnSpPr>
          <p:cNvPr id="21" name="Straight Connector 20"/>
          <p:cNvCxnSpPr/>
          <p:nvPr userDrawn="1"/>
        </p:nvCxnSpPr>
        <p:spPr>
          <a:xfrm>
            <a:off x="228600" y="7240271"/>
            <a:ext cx="9601200" cy="0"/>
          </a:xfrm>
          <a:prstGeom prst="line">
            <a:avLst/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70" r:id="rId1"/>
    <p:sldLayoutId id="2147483669" r:id="rId2"/>
    <p:sldLayoutId id="2147483668" r:id="rId3"/>
    <p:sldLayoutId id="2147483667" r:id="rId4"/>
    <p:sldLayoutId id="2147483664" r:id="rId5"/>
  </p:sldLayoutIdLst>
  <p:timing>
    <p:tnLst>
      <p:par>
        <p:cTn id="1" dur="indefinite" restart="never" nodeType="tmRoot"/>
      </p:par>
    </p:tnLst>
  </p:timing>
  <p:txStyles>
    <p:titleStyle>
      <a:lvl1pPr algn="r" rtl="0" eaLnBrk="0" fontAlgn="base" hangingPunct="0">
        <a:spcBef>
          <a:spcPct val="0"/>
        </a:spcBef>
        <a:spcAft>
          <a:spcPct val="0"/>
        </a:spcAft>
        <a:defRPr sz="1400" b="1">
          <a:solidFill>
            <a:schemeClr val="bg1"/>
          </a:solidFill>
          <a:latin typeface="Calibri" pitchFamily="34" charset="0"/>
          <a:ea typeface="+mj-ea"/>
          <a:cs typeface="+mj-cs"/>
        </a:defRPr>
      </a:lvl1pPr>
      <a:lvl2pPr algn="r" rtl="0" eaLnBrk="0" fontAlgn="base" hangingPunct="0">
        <a:spcBef>
          <a:spcPct val="0"/>
        </a:spcBef>
        <a:spcAft>
          <a:spcPct val="0"/>
        </a:spcAft>
        <a:defRPr sz="1400" b="1">
          <a:solidFill>
            <a:schemeClr val="bg1"/>
          </a:solidFill>
          <a:latin typeface="Calibri" pitchFamily="34" charset="0"/>
        </a:defRPr>
      </a:lvl2pPr>
      <a:lvl3pPr algn="r" rtl="0" eaLnBrk="0" fontAlgn="base" hangingPunct="0">
        <a:spcBef>
          <a:spcPct val="0"/>
        </a:spcBef>
        <a:spcAft>
          <a:spcPct val="0"/>
        </a:spcAft>
        <a:defRPr sz="1400" b="1">
          <a:solidFill>
            <a:schemeClr val="bg1"/>
          </a:solidFill>
          <a:latin typeface="Calibri" pitchFamily="34" charset="0"/>
        </a:defRPr>
      </a:lvl3pPr>
      <a:lvl4pPr algn="r" rtl="0" eaLnBrk="0" fontAlgn="base" hangingPunct="0">
        <a:spcBef>
          <a:spcPct val="0"/>
        </a:spcBef>
        <a:spcAft>
          <a:spcPct val="0"/>
        </a:spcAft>
        <a:defRPr sz="1400" b="1">
          <a:solidFill>
            <a:schemeClr val="bg1"/>
          </a:solidFill>
          <a:latin typeface="Calibri" pitchFamily="34" charset="0"/>
        </a:defRPr>
      </a:lvl4pPr>
      <a:lvl5pPr algn="r" rtl="0" eaLnBrk="0" fontAlgn="base" hangingPunct="0">
        <a:spcBef>
          <a:spcPct val="0"/>
        </a:spcBef>
        <a:spcAft>
          <a:spcPct val="0"/>
        </a:spcAft>
        <a:defRPr sz="1400" b="1">
          <a:solidFill>
            <a:schemeClr val="bg1"/>
          </a:solidFill>
          <a:latin typeface="Calibri" pitchFamily="34" charset="0"/>
        </a:defRPr>
      </a:lvl5pPr>
      <a:lvl6pPr marL="509235" algn="r" rtl="0" fontAlgn="base">
        <a:spcBef>
          <a:spcPct val="0"/>
        </a:spcBef>
        <a:spcAft>
          <a:spcPct val="0"/>
        </a:spcAft>
        <a:defRPr sz="1900">
          <a:solidFill>
            <a:schemeClr val="bg1"/>
          </a:solidFill>
          <a:latin typeface="Calisto MT" pitchFamily="18" charset="0"/>
        </a:defRPr>
      </a:lvl6pPr>
      <a:lvl7pPr marL="1018472" algn="r" rtl="0" fontAlgn="base">
        <a:spcBef>
          <a:spcPct val="0"/>
        </a:spcBef>
        <a:spcAft>
          <a:spcPct val="0"/>
        </a:spcAft>
        <a:defRPr sz="1900">
          <a:solidFill>
            <a:schemeClr val="bg1"/>
          </a:solidFill>
          <a:latin typeface="Calisto MT" pitchFamily="18" charset="0"/>
        </a:defRPr>
      </a:lvl7pPr>
      <a:lvl8pPr marL="1527709" algn="r" rtl="0" fontAlgn="base">
        <a:spcBef>
          <a:spcPct val="0"/>
        </a:spcBef>
        <a:spcAft>
          <a:spcPct val="0"/>
        </a:spcAft>
        <a:defRPr sz="1900">
          <a:solidFill>
            <a:schemeClr val="bg1"/>
          </a:solidFill>
          <a:latin typeface="Calisto MT" pitchFamily="18" charset="0"/>
        </a:defRPr>
      </a:lvl8pPr>
      <a:lvl9pPr marL="2036945" algn="r" rtl="0" fontAlgn="base">
        <a:spcBef>
          <a:spcPct val="0"/>
        </a:spcBef>
        <a:spcAft>
          <a:spcPct val="0"/>
        </a:spcAft>
        <a:defRPr sz="1900">
          <a:solidFill>
            <a:schemeClr val="bg1"/>
          </a:solidFill>
          <a:latin typeface="Calisto MT" pitchFamily="18" charset="0"/>
        </a:defRPr>
      </a:lvl9pPr>
    </p:titleStyle>
    <p:bodyStyle>
      <a:lvl1pPr marL="187449" indent="-187449" algn="l" rtl="0" eaLnBrk="0" fontAlgn="base" hangingPunct="0">
        <a:spcBef>
          <a:spcPct val="110000"/>
        </a:spcBef>
        <a:spcAft>
          <a:spcPct val="0"/>
        </a:spcAft>
        <a:buClr>
          <a:schemeClr val="tx2"/>
        </a:buClr>
        <a:buChar char="•"/>
        <a:defRPr sz="1200">
          <a:solidFill>
            <a:schemeClr val="tx1"/>
          </a:solidFill>
          <a:latin typeface="+mn-lt"/>
          <a:ea typeface="+mn-ea"/>
          <a:cs typeface="+mn-cs"/>
        </a:defRPr>
      </a:lvl1pPr>
      <a:lvl2pPr marL="376665" indent="-185681" algn="l" rtl="0" eaLnBrk="0" fontAlgn="base" hangingPunct="0">
        <a:spcBef>
          <a:spcPct val="47000"/>
        </a:spcBef>
        <a:spcAft>
          <a:spcPct val="0"/>
        </a:spcAft>
        <a:buClr>
          <a:schemeClr val="tx2"/>
        </a:buClr>
        <a:buFont typeface="Times" pitchFamily="18" charset="0"/>
        <a:buChar char="–"/>
        <a:defRPr sz="1200">
          <a:solidFill>
            <a:schemeClr val="tx1"/>
          </a:solidFill>
          <a:latin typeface="+mn-lt"/>
        </a:defRPr>
      </a:lvl2pPr>
      <a:lvl3pPr marL="565882" indent="-185681" algn="l" rtl="0" eaLnBrk="0" fontAlgn="base" hangingPunct="0">
        <a:spcBef>
          <a:spcPct val="20000"/>
        </a:spcBef>
        <a:spcAft>
          <a:spcPct val="0"/>
        </a:spcAft>
        <a:buClr>
          <a:schemeClr val="tx2"/>
        </a:buClr>
        <a:buFont typeface="Times" pitchFamily="18" charset="0"/>
        <a:buChar char="–"/>
        <a:defRPr sz="1200">
          <a:solidFill>
            <a:schemeClr val="tx1"/>
          </a:solidFill>
          <a:latin typeface="+mn-lt"/>
        </a:defRPr>
      </a:lvl3pPr>
      <a:lvl4pPr marL="1780758" indent="-252880" algn="l" rtl="0" eaLnBrk="0" fontAlgn="base" hangingPunct="0">
        <a:spcBef>
          <a:spcPct val="20000"/>
        </a:spcBef>
        <a:spcAft>
          <a:spcPct val="0"/>
        </a:spcAft>
        <a:buChar char="–"/>
        <a:defRPr sz="1600">
          <a:solidFill>
            <a:schemeClr val="tx1"/>
          </a:solidFill>
          <a:latin typeface="Arial" charset="0"/>
        </a:defRPr>
      </a:lvl4pPr>
      <a:lvl5pPr marL="2290051" indent="-252880" algn="l" rtl="0" eaLnBrk="0" fontAlgn="base" hangingPunct="0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Arial" charset="0"/>
        </a:defRPr>
      </a:lvl5pPr>
      <a:lvl6pPr marL="2800798" indent="-254617" algn="l" rtl="0" fontAlgn="base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Arial" charset="0"/>
        </a:defRPr>
      </a:lvl6pPr>
      <a:lvl7pPr marL="3310035" indent="-254617" algn="l" rtl="0" fontAlgn="base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Arial" charset="0"/>
        </a:defRPr>
      </a:lvl7pPr>
      <a:lvl8pPr marL="3819270" indent="-254617" algn="l" rtl="0" fontAlgn="base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Arial" charset="0"/>
        </a:defRPr>
      </a:lvl8pPr>
      <a:lvl9pPr marL="4328505" indent="-254617" algn="l" rtl="0" fontAlgn="base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Arial" charset="0"/>
        </a:defRPr>
      </a:lvl9pPr>
    </p:bodyStyle>
    <p:otherStyle>
      <a:defPPr>
        <a:defRPr lang="en-US"/>
      </a:defPPr>
      <a:lvl1pPr marL="0" algn="l" defTabSz="1018472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509235" algn="l" defTabSz="1018472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018472" algn="l" defTabSz="1018472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527709" algn="l" defTabSz="1018472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36945" algn="l" defTabSz="1018472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46180" algn="l" defTabSz="1018472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3055417" algn="l" defTabSz="1018472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564653" algn="l" defTabSz="1018472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4073887" algn="l" defTabSz="1018472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Rectangle 51"/>
          <p:cNvSpPr>
            <a:spLocks noChangeArrowheads="1"/>
          </p:cNvSpPr>
          <p:nvPr userDrawn="1"/>
        </p:nvSpPr>
        <p:spPr bwMode="auto">
          <a:xfrm>
            <a:off x="228600" y="230122"/>
            <a:ext cx="9601200" cy="649224"/>
          </a:xfrm>
          <a:prstGeom prst="rect">
            <a:avLst/>
          </a:prstGeom>
          <a:solidFill>
            <a:srgbClr val="2E398A"/>
          </a:solidFill>
          <a:ln w="9525">
            <a:noFill/>
            <a:miter lim="800000"/>
            <a:headEnd/>
            <a:tailEnd/>
          </a:ln>
          <a:effectLst/>
        </p:spPr>
        <p:txBody>
          <a:bodyPr wrap="none" lIns="101847" tIns="50923" rIns="101847" bIns="50923" anchor="ctr"/>
          <a:lstStyle/>
          <a:p>
            <a:pPr>
              <a:defRPr/>
            </a:pPr>
            <a:endParaRPr lang="en-US" dirty="0"/>
          </a:p>
        </p:txBody>
      </p:sp>
      <p:sp>
        <p:nvSpPr>
          <p:cNvPr id="13314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2387124" y="1829756"/>
            <a:ext cx="7493158" cy="514921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101847" tIns="50923" rIns="101847" bIns="50923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</p:txBody>
      </p:sp>
      <p:sp>
        <p:nvSpPr>
          <p:cNvPr id="555039" name="Line 31"/>
          <p:cNvSpPr>
            <a:spLocks noChangeShapeType="1"/>
          </p:cNvSpPr>
          <p:nvPr/>
        </p:nvSpPr>
        <p:spPr bwMode="auto">
          <a:xfrm>
            <a:off x="2305050" y="1887328"/>
            <a:ext cx="0" cy="5366912"/>
          </a:xfrm>
          <a:prstGeom prst="line">
            <a:avLst/>
          </a:prstGeom>
          <a:noFill/>
          <a:ln w="3175">
            <a:solidFill>
              <a:schemeClr val="accent1"/>
            </a:solidFill>
            <a:round/>
            <a:headEnd/>
            <a:tailEnd/>
          </a:ln>
          <a:effectLst/>
        </p:spPr>
        <p:txBody>
          <a:bodyPr lIns="101858" tIns="50929" rIns="101858" bIns="50929"/>
          <a:lstStyle/>
          <a:p>
            <a:pPr>
              <a:defRPr/>
            </a:pPr>
            <a:endParaRPr lang="en-US" dirty="0"/>
          </a:p>
        </p:txBody>
      </p:sp>
      <p:sp>
        <p:nvSpPr>
          <p:cNvPr id="56" name="Line 54"/>
          <p:cNvSpPr>
            <a:spLocks noChangeShapeType="1"/>
          </p:cNvSpPr>
          <p:nvPr userDrawn="1"/>
        </p:nvSpPr>
        <p:spPr bwMode="auto">
          <a:xfrm>
            <a:off x="43657" y="1126278"/>
            <a:ext cx="9971088" cy="0"/>
          </a:xfrm>
          <a:prstGeom prst="line">
            <a:avLst/>
          </a:prstGeom>
          <a:noFill/>
          <a:ln w="3175">
            <a:solidFill>
              <a:schemeClr val="bg1"/>
            </a:solidFill>
            <a:round/>
            <a:headEnd/>
            <a:tailEnd/>
          </a:ln>
          <a:effectLst/>
        </p:spPr>
        <p:txBody>
          <a:bodyPr lIns="101847" tIns="50923" rIns="101847" bIns="50923"/>
          <a:lstStyle/>
          <a:p>
            <a:pPr>
              <a:defRPr/>
            </a:pPr>
            <a:endParaRPr lang="en-US" dirty="0"/>
          </a:p>
        </p:txBody>
      </p:sp>
      <p:sp>
        <p:nvSpPr>
          <p:cNvPr id="23" name="Line 54"/>
          <p:cNvSpPr>
            <a:spLocks noChangeShapeType="1"/>
          </p:cNvSpPr>
          <p:nvPr userDrawn="1"/>
        </p:nvSpPr>
        <p:spPr bwMode="auto">
          <a:xfrm>
            <a:off x="43657" y="1126278"/>
            <a:ext cx="9971088" cy="0"/>
          </a:xfrm>
          <a:prstGeom prst="line">
            <a:avLst/>
          </a:prstGeom>
          <a:noFill/>
          <a:ln w="3175">
            <a:solidFill>
              <a:schemeClr val="bg1"/>
            </a:solidFill>
            <a:round/>
            <a:headEnd/>
            <a:tailEnd/>
          </a:ln>
          <a:effectLst/>
        </p:spPr>
        <p:txBody>
          <a:bodyPr lIns="101847" tIns="50923" rIns="101847" bIns="50923"/>
          <a:lstStyle/>
          <a:p>
            <a:pPr>
              <a:defRPr/>
            </a:pPr>
            <a:endParaRPr lang="en-US" dirty="0"/>
          </a:p>
        </p:txBody>
      </p:sp>
      <p:sp>
        <p:nvSpPr>
          <p:cNvPr id="24" name="Rectangle 2"/>
          <p:cNvSpPr txBox="1">
            <a:spLocks noChangeArrowheads="1"/>
          </p:cNvSpPr>
          <p:nvPr userDrawn="1"/>
        </p:nvSpPr>
        <p:spPr bwMode="auto">
          <a:xfrm>
            <a:off x="2518975" y="220861"/>
            <a:ext cx="7280116" cy="64410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101847" tIns="50923" rIns="101847" bIns="50923" numCol="1" anchor="t" anchorCtr="0" compatLnSpc="1">
            <a:prstTxWarp prst="textNoShape">
              <a:avLst/>
            </a:prstTxWarp>
          </a:bodyPr>
          <a:lstStyle/>
          <a:p>
            <a:pPr marL="0" marR="0" lvl="0" indent="0" algn="r" defTabSz="914187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0" cap="none" spc="0" normalizeH="0" baseline="0" noProof="0" dirty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Click to edit Master title style</a:t>
            </a:r>
          </a:p>
        </p:txBody>
      </p:sp>
      <p:pic>
        <p:nvPicPr>
          <p:cNvPr id="37" name="Picture 20" descr="Cello_LOGO_Horizontal_Short.png"/>
          <p:cNvPicPr>
            <a:picLocks noChangeAspect="1"/>
          </p:cNvPicPr>
          <p:nvPr userDrawn="1"/>
        </p:nvPicPr>
        <p:blipFill>
          <a:blip r:embed="rId5" cstate="print"/>
          <a:srcRect/>
          <a:stretch>
            <a:fillRect/>
          </a:stretch>
        </p:blipFill>
        <p:spPr bwMode="auto">
          <a:xfrm>
            <a:off x="308121" y="322236"/>
            <a:ext cx="2416810" cy="45159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39" name="Rectangle 200"/>
          <p:cNvSpPr>
            <a:spLocks noChangeArrowheads="1"/>
          </p:cNvSpPr>
          <p:nvPr userDrawn="1"/>
        </p:nvSpPr>
        <p:spPr bwMode="auto">
          <a:xfrm>
            <a:off x="228602" y="7333576"/>
            <a:ext cx="827723" cy="213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lIns="0" tIns="0" rIns="0" bIns="0" anchor="b"/>
          <a:lstStyle/>
          <a:p>
            <a:pPr algn="l">
              <a:defRPr/>
            </a:pPr>
            <a:r>
              <a:rPr lang="en-US" sz="900" b="1" dirty="0">
                <a:solidFill>
                  <a:schemeClr val="tx2"/>
                </a:solidFill>
                <a:latin typeface="Calibri" pitchFamily="34" charset="0"/>
              </a:rPr>
              <a:t>PAGE </a:t>
            </a:r>
            <a:fld id="{54B17DE0-6D87-48AB-BBA0-9128AA86CC3B}" type="slidenum">
              <a:rPr lang="en-US" sz="900" b="1">
                <a:solidFill>
                  <a:schemeClr val="tx2"/>
                </a:solidFill>
                <a:latin typeface="Calibri" pitchFamily="34" charset="0"/>
              </a:rPr>
              <a:pPr algn="l">
                <a:defRPr/>
              </a:pPr>
              <a:t>‹#›</a:t>
            </a:fld>
            <a:endParaRPr lang="en-US" sz="900" b="1" dirty="0">
              <a:solidFill>
                <a:schemeClr val="tx2"/>
              </a:solidFill>
              <a:latin typeface="Calibri" pitchFamily="34" charset="0"/>
            </a:endParaRPr>
          </a:p>
        </p:txBody>
      </p:sp>
      <p:cxnSp>
        <p:nvCxnSpPr>
          <p:cNvPr id="40" name="Straight Connector 39"/>
          <p:cNvCxnSpPr/>
          <p:nvPr userDrawn="1"/>
        </p:nvCxnSpPr>
        <p:spPr>
          <a:xfrm>
            <a:off x="228600" y="7240271"/>
            <a:ext cx="9601200" cy="0"/>
          </a:xfrm>
          <a:prstGeom prst="line">
            <a:avLst/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81" r:id="rId1"/>
    <p:sldLayoutId id="2147483680" r:id="rId2"/>
    <p:sldLayoutId id="2147483676" r:id="rId3"/>
  </p:sldLayoutIdLst>
  <p:timing>
    <p:tnLst>
      <p:par>
        <p:cTn id="1" dur="indefinite" restart="never" nodeType="tmRoot"/>
      </p:par>
    </p:tnLst>
  </p:timing>
  <p:txStyles>
    <p:titleStyle>
      <a:lvl1pPr algn="r" rtl="0" eaLnBrk="0" fontAlgn="base" hangingPunct="0">
        <a:spcBef>
          <a:spcPct val="0"/>
        </a:spcBef>
        <a:spcAft>
          <a:spcPct val="0"/>
        </a:spcAft>
        <a:defRPr sz="1400" b="1">
          <a:solidFill>
            <a:schemeClr val="bg1"/>
          </a:solidFill>
          <a:latin typeface="+mj-lt"/>
          <a:ea typeface="+mj-ea"/>
          <a:cs typeface="+mj-cs"/>
        </a:defRPr>
      </a:lvl1pPr>
      <a:lvl2pPr algn="r" rtl="0" eaLnBrk="0" fontAlgn="base" hangingPunct="0">
        <a:spcBef>
          <a:spcPct val="0"/>
        </a:spcBef>
        <a:spcAft>
          <a:spcPct val="0"/>
        </a:spcAft>
        <a:defRPr sz="1400" b="1">
          <a:solidFill>
            <a:schemeClr val="bg1"/>
          </a:solidFill>
          <a:latin typeface="Calibri" pitchFamily="34" charset="0"/>
        </a:defRPr>
      </a:lvl2pPr>
      <a:lvl3pPr algn="r" rtl="0" eaLnBrk="0" fontAlgn="base" hangingPunct="0">
        <a:spcBef>
          <a:spcPct val="0"/>
        </a:spcBef>
        <a:spcAft>
          <a:spcPct val="0"/>
        </a:spcAft>
        <a:defRPr sz="1400" b="1">
          <a:solidFill>
            <a:schemeClr val="bg1"/>
          </a:solidFill>
          <a:latin typeface="Calibri" pitchFamily="34" charset="0"/>
        </a:defRPr>
      </a:lvl3pPr>
      <a:lvl4pPr algn="r" rtl="0" eaLnBrk="0" fontAlgn="base" hangingPunct="0">
        <a:spcBef>
          <a:spcPct val="0"/>
        </a:spcBef>
        <a:spcAft>
          <a:spcPct val="0"/>
        </a:spcAft>
        <a:defRPr sz="1400" b="1">
          <a:solidFill>
            <a:schemeClr val="bg1"/>
          </a:solidFill>
          <a:latin typeface="Calibri" pitchFamily="34" charset="0"/>
        </a:defRPr>
      </a:lvl4pPr>
      <a:lvl5pPr algn="r" rtl="0" eaLnBrk="0" fontAlgn="base" hangingPunct="0">
        <a:spcBef>
          <a:spcPct val="0"/>
        </a:spcBef>
        <a:spcAft>
          <a:spcPct val="0"/>
        </a:spcAft>
        <a:defRPr sz="1400" b="1">
          <a:solidFill>
            <a:schemeClr val="bg1"/>
          </a:solidFill>
          <a:latin typeface="Calibri" pitchFamily="34" charset="0"/>
        </a:defRPr>
      </a:lvl5pPr>
      <a:lvl6pPr marL="509292" algn="r" rtl="0" fontAlgn="base">
        <a:spcBef>
          <a:spcPct val="0"/>
        </a:spcBef>
        <a:spcAft>
          <a:spcPct val="0"/>
        </a:spcAft>
        <a:defRPr sz="1900">
          <a:solidFill>
            <a:schemeClr val="bg1"/>
          </a:solidFill>
          <a:latin typeface="Calibri" pitchFamily="34" charset="0"/>
        </a:defRPr>
      </a:lvl6pPr>
      <a:lvl7pPr marL="1018586" algn="r" rtl="0" fontAlgn="base">
        <a:spcBef>
          <a:spcPct val="0"/>
        </a:spcBef>
        <a:spcAft>
          <a:spcPct val="0"/>
        </a:spcAft>
        <a:defRPr sz="1900">
          <a:solidFill>
            <a:schemeClr val="bg1"/>
          </a:solidFill>
          <a:latin typeface="Calibri" pitchFamily="34" charset="0"/>
        </a:defRPr>
      </a:lvl7pPr>
      <a:lvl8pPr marL="1527879" algn="r" rtl="0" fontAlgn="base">
        <a:spcBef>
          <a:spcPct val="0"/>
        </a:spcBef>
        <a:spcAft>
          <a:spcPct val="0"/>
        </a:spcAft>
        <a:defRPr sz="1900">
          <a:solidFill>
            <a:schemeClr val="bg1"/>
          </a:solidFill>
          <a:latin typeface="Calibri" pitchFamily="34" charset="0"/>
        </a:defRPr>
      </a:lvl8pPr>
      <a:lvl9pPr marL="2037173" algn="r" rtl="0" fontAlgn="base">
        <a:spcBef>
          <a:spcPct val="0"/>
        </a:spcBef>
        <a:spcAft>
          <a:spcPct val="0"/>
        </a:spcAft>
        <a:defRPr sz="1900">
          <a:solidFill>
            <a:schemeClr val="bg1"/>
          </a:solidFill>
          <a:latin typeface="Calibri" pitchFamily="34" charset="0"/>
        </a:defRPr>
      </a:lvl9pPr>
    </p:titleStyle>
    <p:bodyStyle>
      <a:lvl1pPr algn="l" rtl="0" eaLnBrk="0" fontAlgn="base" hangingPunct="0">
        <a:spcBef>
          <a:spcPct val="110000"/>
        </a:spcBef>
        <a:spcAft>
          <a:spcPct val="0"/>
        </a:spcAft>
        <a:buClr>
          <a:schemeClr val="tx2"/>
        </a:buClr>
        <a:defRPr sz="1200">
          <a:solidFill>
            <a:schemeClr val="tx1"/>
          </a:solidFill>
          <a:latin typeface="+mn-lt"/>
          <a:ea typeface="+mn-ea"/>
          <a:cs typeface="+mn-cs"/>
        </a:defRPr>
      </a:lvl1pPr>
      <a:lvl2pPr marL="1769" algn="l" rtl="0" eaLnBrk="0" fontAlgn="base" hangingPunct="0">
        <a:spcBef>
          <a:spcPct val="47000"/>
        </a:spcBef>
        <a:spcAft>
          <a:spcPct val="0"/>
        </a:spcAft>
        <a:buClr>
          <a:schemeClr val="tx2"/>
        </a:buClr>
        <a:buFont typeface="Times" pitchFamily="18" charset="0"/>
        <a:defRPr sz="1200">
          <a:solidFill>
            <a:schemeClr val="tx1"/>
          </a:solidFill>
          <a:latin typeface="+mn-lt"/>
        </a:defRPr>
      </a:lvl2pPr>
      <a:lvl3pPr marL="3538" algn="l" rtl="0" eaLnBrk="0" fontAlgn="base" hangingPunct="0">
        <a:spcBef>
          <a:spcPct val="20000"/>
        </a:spcBef>
        <a:spcAft>
          <a:spcPct val="0"/>
        </a:spcAft>
        <a:buClr>
          <a:schemeClr val="tx2"/>
        </a:buClr>
        <a:buFont typeface="Times" pitchFamily="18" charset="0"/>
        <a:defRPr sz="1200">
          <a:solidFill>
            <a:schemeClr val="tx1"/>
          </a:solidFill>
          <a:latin typeface="+mn-lt"/>
        </a:defRPr>
      </a:lvl3pPr>
      <a:lvl4pPr marL="1780758" indent="-252880" algn="l" rtl="0" eaLnBrk="0" fontAlgn="base" hangingPunct="0">
        <a:spcBef>
          <a:spcPct val="20000"/>
        </a:spcBef>
        <a:spcAft>
          <a:spcPct val="0"/>
        </a:spcAft>
        <a:buChar char="–"/>
        <a:defRPr sz="1600">
          <a:solidFill>
            <a:schemeClr val="tx1"/>
          </a:solidFill>
          <a:latin typeface="Arial" charset="0"/>
        </a:defRPr>
      </a:lvl4pPr>
      <a:lvl5pPr marL="2290051" indent="-252880" algn="l" rtl="0" eaLnBrk="0" fontAlgn="base" hangingPunct="0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Arial" charset="0"/>
        </a:defRPr>
      </a:lvl5pPr>
      <a:lvl6pPr marL="2799345" indent="-252880" algn="l" rtl="0" fontAlgn="base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Arial" charset="0"/>
        </a:defRPr>
      </a:lvl6pPr>
      <a:lvl7pPr marL="3308637" indent="-252880" algn="l" rtl="0" fontAlgn="base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Arial" charset="0"/>
        </a:defRPr>
      </a:lvl7pPr>
      <a:lvl8pPr marL="3817931" indent="-252880" algn="l" rtl="0" fontAlgn="base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Arial" charset="0"/>
        </a:defRPr>
      </a:lvl8pPr>
      <a:lvl9pPr marL="4327224" indent="-252880" algn="l" rtl="0" fontAlgn="base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Arial" charset="0"/>
        </a:defRPr>
      </a:lvl9pPr>
    </p:bodyStyle>
    <p:otherStyle>
      <a:defPPr>
        <a:defRPr lang="en-US"/>
      </a:defPPr>
      <a:lvl1pPr marL="0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509292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018586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527879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37173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46466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3055758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565052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4074344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2340501" y="1168402"/>
            <a:ext cx="7539782" cy="58134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101847" tIns="50923" rIns="101847" bIns="50923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68703" name="Line 31"/>
          <p:cNvSpPr>
            <a:spLocks noChangeShapeType="1"/>
          </p:cNvSpPr>
          <p:nvPr/>
        </p:nvSpPr>
        <p:spPr bwMode="auto">
          <a:xfrm>
            <a:off x="2302546" y="1265239"/>
            <a:ext cx="0" cy="5968682"/>
          </a:xfrm>
          <a:prstGeom prst="line">
            <a:avLst/>
          </a:prstGeom>
          <a:noFill/>
          <a:ln w="3175">
            <a:solidFill>
              <a:schemeClr val="accent1"/>
            </a:solidFill>
            <a:round/>
            <a:headEnd/>
            <a:tailEnd/>
          </a:ln>
          <a:effectLst/>
        </p:spPr>
        <p:txBody>
          <a:bodyPr lIns="101858" tIns="50929" rIns="101858" bIns="50929"/>
          <a:lstStyle/>
          <a:p>
            <a:pPr>
              <a:defRPr/>
            </a:pPr>
            <a:endParaRPr lang="en-US" dirty="0"/>
          </a:p>
        </p:txBody>
      </p:sp>
      <p:sp>
        <p:nvSpPr>
          <p:cNvPr id="22" name="Rectangle 51"/>
          <p:cNvSpPr>
            <a:spLocks noChangeArrowheads="1"/>
          </p:cNvSpPr>
          <p:nvPr userDrawn="1"/>
        </p:nvSpPr>
        <p:spPr bwMode="auto">
          <a:xfrm>
            <a:off x="228600" y="230122"/>
            <a:ext cx="9601200" cy="649224"/>
          </a:xfrm>
          <a:prstGeom prst="rect">
            <a:avLst/>
          </a:prstGeom>
          <a:solidFill>
            <a:srgbClr val="2E398A"/>
          </a:solidFill>
          <a:ln w="9525">
            <a:noFill/>
            <a:miter lim="800000"/>
            <a:headEnd/>
            <a:tailEnd/>
          </a:ln>
          <a:effectLst/>
        </p:spPr>
        <p:txBody>
          <a:bodyPr wrap="none" lIns="101847" tIns="50923" rIns="101847" bIns="50923" anchor="ctr"/>
          <a:lstStyle/>
          <a:p>
            <a:pPr>
              <a:defRPr/>
            </a:pPr>
            <a:endParaRPr lang="en-US" dirty="0"/>
          </a:p>
        </p:txBody>
      </p:sp>
      <p:sp>
        <p:nvSpPr>
          <p:cNvPr id="23" name="Line 54"/>
          <p:cNvSpPr>
            <a:spLocks noChangeShapeType="1"/>
          </p:cNvSpPr>
          <p:nvPr userDrawn="1"/>
        </p:nvSpPr>
        <p:spPr bwMode="auto">
          <a:xfrm>
            <a:off x="43657" y="1126278"/>
            <a:ext cx="9971088" cy="0"/>
          </a:xfrm>
          <a:prstGeom prst="line">
            <a:avLst/>
          </a:prstGeom>
          <a:noFill/>
          <a:ln w="3175">
            <a:solidFill>
              <a:schemeClr val="bg1"/>
            </a:solidFill>
            <a:round/>
            <a:headEnd/>
            <a:tailEnd/>
          </a:ln>
          <a:effectLst/>
        </p:spPr>
        <p:txBody>
          <a:bodyPr lIns="101847" tIns="50923" rIns="101847" bIns="50923"/>
          <a:lstStyle/>
          <a:p>
            <a:pPr>
              <a:defRPr/>
            </a:pPr>
            <a:endParaRPr lang="en-US" dirty="0"/>
          </a:p>
        </p:txBody>
      </p:sp>
      <p:sp>
        <p:nvSpPr>
          <p:cNvPr id="24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2518975" y="220861"/>
            <a:ext cx="7280116" cy="64410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101847" tIns="50923" rIns="101847" bIns="50923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dirty="0" smtClean="0"/>
              <a:t>Click to edit Master title style</a:t>
            </a:r>
          </a:p>
        </p:txBody>
      </p:sp>
      <p:pic>
        <p:nvPicPr>
          <p:cNvPr id="50" name="Picture 20" descr="Cello_LOGO_Horizontal_Short.png"/>
          <p:cNvPicPr>
            <a:picLocks noChangeAspect="1"/>
          </p:cNvPicPr>
          <p:nvPr userDrawn="1"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308121" y="322236"/>
            <a:ext cx="2416810" cy="45159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1" name="Rectangle 200"/>
          <p:cNvSpPr>
            <a:spLocks noChangeArrowheads="1"/>
          </p:cNvSpPr>
          <p:nvPr userDrawn="1"/>
        </p:nvSpPr>
        <p:spPr bwMode="auto">
          <a:xfrm>
            <a:off x="228602" y="7333576"/>
            <a:ext cx="827723" cy="213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lIns="0" tIns="0" rIns="0" bIns="0" anchor="b"/>
          <a:lstStyle/>
          <a:p>
            <a:pPr algn="l">
              <a:defRPr/>
            </a:pPr>
            <a:r>
              <a:rPr lang="en-US" sz="900" b="1" dirty="0">
                <a:solidFill>
                  <a:schemeClr val="tx2"/>
                </a:solidFill>
                <a:latin typeface="Calibri" pitchFamily="34" charset="0"/>
              </a:rPr>
              <a:t>PAGE </a:t>
            </a:r>
            <a:fld id="{54B17DE0-6D87-48AB-BBA0-9128AA86CC3B}" type="slidenum">
              <a:rPr lang="en-US" sz="900" b="1">
                <a:solidFill>
                  <a:schemeClr val="tx2"/>
                </a:solidFill>
                <a:latin typeface="Calibri" pitchFamily="34" charset="0"/>
              </a:rPr>
              <a:pPr algn="l">
                <a:defRPr/>
              </a:pPr>
              <a:t>‹#›</a:t>
            </a:fld>
            <a:endParaRPr lang="en-US" sz="900" b="1" dirty="0">
              <a:solidFill>
                <a:schemeClr val="tx2"/>
              </a:solidFill>
              <a:latin typeface="Calibri" pitchFamily="34" charset="0"/>
            </a:endParaRPr>
          </a:p>
        </p:txBody>
      </p:sp>
      <p:cxnSp>
        <p:nvCxnSpPr>
          <p:cNvPr id="34" name="Straight Connector 33"/>
          <p:cNvCxnSpPr/>
          <p:nvPr userDrawn="1"/>
        </p:nvCxnSpPr>
        <p:spPr>
          <a:xfrm>
            <a:off x="228600" y="7240271"/>
            <a:ext cx="9601200" cy="0"/>
          </a:xfrm>
          <a:prstGeom prst="line">
            <a:avLst/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91" r:id="rId1"/>
  </p:sldLayoutIdLst>
  <p:timing>
    <p:tnLst>
      <p:par>
        <p:cTn id="1" dur="indefinite" restart="never" nodeType="tmRoot"/>
      </p:par>
    </p:tnLst>
  </p:timing>
  <p:txStyles>
    <p:titleStyle>
      <a:lvl1pPr algn="r" rtl="0" eaLnBrk="0" fontAlgn="base" hangingPunct="0">
        <a:spcBef>
          <a:spcPct val="0"/>
        </a:spcBef>
        <a:spcAft>
          <a:spcPct val="0"/>
        </a:spcAft>
        <a:defRPr sz="1400" b="1">
          <a:solidFill>
            <a:schemeClr val="bg1"/>
          </a:solidFill>
          <a:latin typeface="+mj-lt"/>
          <a:ea typeface="+mj-ea"/>
          <a:cs typeface="+mj-cs"/>
        </a:defRPr>
      </a:lvl1pPr>
      <a:lvl2pPr algn="r" rtl="0" eaLnBrk="0" fontAlgn="base" hangingPunct="0">
        <a:spcBef>
          <a:spcPct val="0"/>
        </a:spcBef>
        <a:spcAft>
          <a:spcPct val="0"/>
        </a:spcAft>
        <a:defRPr sz="1400" b="1">
          <a:solidFill>
            <a:schemeClr val="bg1"/>
          </a:solidFill>
          <a:latin typeface="Calibri" pitchFamily="34" charset="0"/>
        </a:defRPr>
      </a:lvl2pPr>
      <a:lvl3pPr algn="r" rtl="0" eaLnBrk="0" fontAlgn="base" hangingPunct="0">
        <a:spcBef>
          <a:spcPct val="0"/>
        </a:spcBef>
        <a:spcAft>
          <a:spcPct val="0"/>
        </a:spcAft>
        <a:defRPr sz="1400" b="1">
          <a:solidFill>
            <a:schemeClr val="bg1"/>
          </a:solidFill>
          <a:latin typeface="Calibri" pitchFamily="34" charset="0"/>
        </a:defRPr>
      </a:lvl3pPr>
      <a:lvl4pPr algn="r" rtl="0" eaLnBrk="0" fontAlgn="base" hangingPunct="0">
        <a:spcBef>
          <a:spcPct val="0"/>
        </a:spcBef>
        <a:spcAft>
          <a:spcPct val="0"/>
        </a:spcAft>
        <a:defRPr sz="1400" b="1">
          <a:solidFill>
            <a:schemeClr val="bg1"/>
          </a:solidFill>
          <a:latin typeface="Calibri" pitchFamily="34" charset="0"/>
        </a:defRPr>
      </a:lvl4pPr>
      <a:lvl5pPr algn="r" rtl="0" eaLnBrk="0" fontAlgn="base" hangingPunct="0">
        <a:spcBef>
          <a:spcPct val="0"/>
        </a:spcBef>
        <a:spcAft>
          <a:spcPct val="0"/>
        </a:spcAft>
        <a:defRPr sz="1400" b="1">
          <a:solidFill>
            <a:schemeClr val="bg1"/>
          </a:solidFill>
          <a:latin typeface="Calibri" pitchFamily="34" charset="0"/>
        </a:defRPr>
      </a:lvl5pPr>
      <a:lvl6pPr marL="509292" algn="r" rtl="0" fontAlgn="base">
        <a:spcBef>
          <a:spcPct val="0"/>
        </a:spcBef>
        <a:spcAft>
          <a:spcPct val="0"/>
        </a:spcAft>
        <a:defRPr sz="1900">
          <a:solidFill>
            <a:schemeClr val="bg1"/>
          </a:solidFill>
          <a:latin typeface="Calibri" pitchFamily="34" charset="0"/>
        </a:defRPr>
      </a:lvl6pPr>
      <a:lvl7pPr marL="1018586" algn="r" rtl="0" fontAlgn="base">
        <a:spcBef>
          <a:spcPct val="0"/>
        </a:spcBef>
        <a:spcAft>
          <a:spcPct val="0"/>
        </a:spcAft>
        <a:defRPr sz="1900">
          <a:solidFill>
            <a:schemeClr val="bg1"/>
          </a:solidFill>
          <a:latin typeface="Calibri" pitchFamily="34" charset="0"/>
        </a:defRPr>
      </a:lvl7pPr>
      <a:lvl8pPr marL="1527879" algn="r" rtl="0" fontAlgn="base">
        <a:spcBef>
          <a:spcPct val="0"/>
        </a:spcBef>
        <a:spcAft>
          <a:spcPct val="0"/>
        </a:spcAft>
        <a:defRPr sz="1900">
          <a:solidFill>
            <a:schemeClr val="bg1"/>
          </a:solidFill>
          <a:latin typeface="Calibri" pitchFamily="34" charset="0"/>
        </a:defRPr>
      </a:lvl8pPr>
      <a:lvl9pPr marL="2037173" algn="r" rtl="0" fontAlgn="base">
        <a:spcBef>
          <a:spcPct val="0"/>
        </a:spcBef>
        <a:spcAft>
          <a:spcPct val="0"/>
        </a:spcAft>
        <a:defRPr sz="1900">
          <a:solidFill>
            <a:schemeClr val="bg1"/>
          </a:solidFill>
          <a:latin typeface="Calibri" pitchFamily="34" charset="0"/>
        </a:defRPr>
      </a:lvl9pPr>
    </p:titleStyle>
    <p:bodyStyle>
      <a:lvl1pPr algn="just" rtl="0" eaLnBrk="0" fontAlgn="base" hangingPunct="0">
        <a:spcBef>
          <a:spcPct val="47000"/>
        </a:spcBef>
        <a:spcAft>
          <a:spcPct val="0"/>
        </a:spcAft>
        <a:buClr>
          <a:schemeClr val="tx2"/>
        </a:buClr>
        <a:defRPr sz="1200">
          <a:solidFill>
            <a:schemeClr val="tx1"/>
          </a:solidFill>
          <a:latin typeface="+mn-lt"/>
          <a:ea typeface="+mn-ea"/>
          <a:cs typeface="+mn-cs"/>
        </a:defRPr>
      </a:lvl1pPr>
      <a:lvl2pPr marL="1769" algn="l" rtl="0" eaLnBrk="0" fontAlgn="base" hangingPunct="0">
        <a:spcBef>
          <a:spcPct val="47000"/>
        </a:spcBef>
        <a:spcAft>
          <a:spcPct val="0"/>
        </a:spcAft>
        <a:buClr>
          <a:schemeClr val="tx2"/>
        </a:buClr>
        <a:buFont typeface="Times" pitchFamily="18" charset="0"/>
        <a:defRPr sz="1200">
          <a:solidFill>
            <a:schemeClr val="tx1"/>
          </a:solidFill>
          <a:latin typeface="+mn-lt"/>
        </a:defRPr>
      </a:lvl2pPr>
      <a:lvl3pPr marL="3538" algn="l" rtl="0" eaLnBrk="0" fontAlgn="base" hangingPunct="0">
        <a:spcBef>
          <a:spcPct val="20000"/>
        </a:spcBef>
        <a:spcAft>
          <a:spcPct val="0"/>
        </a:spcAft>
        <a:buClr>
          <a:schemeClr val="tx2"/>
        </a:buClr>
        <a:buFont typeface="Times" pitchFamily="18" charset="0"/>
        <a:defRPr sz="1200">
          <a:solidFill>
            <a:schemeClr val="tx1"/>
          </a:solidFill>
          <a:latin typeface="+mn-lt"/>
        </a:defRPr>
      </a:lvl3pPr>
      <a:lvl4pPr marL="1780758" indent="-252880" algn="l" rtl="0" eaLnBrk="0" fontAlgn="base" hangingPunct="0">
        <a:spcBef>
          <a:spcPct val="20000"/>
        </a:spcBef>
        <a:spcAft>
          <a:spcPct val="0"/>
        </a:spcAft>
        <a:buChar char="–"/>
        <a:defRPr sz="1600">
          <a:solidFill>
            <a:schemeClr val="tx1"/>
          </a:solidFill>
          <a:latin typeface="Arial" charset="0"/>
        </a:defRPr>
      </a:lvl4pPr>
      <a:lvl5pPr marL="2290051" indent="-252880" algn="l" rtl="0" eaLnBrk="0" fontAlgn="base" hangingPunct="0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Arial" charset="0"/>
        </a:defRPr>
      </a:lvl5pPr>
      <a:lvl6pPr marL="2799345" indent="-252880" algn="l" rtl="0" fontAlgn="base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Arial" charset="0"/>
        </a:defRPr>
      </a:lvl6pPr>
      <a:lvl7pPr marL="3308637" indent="-252880" algn="l" rtl="0" fontAlgn="base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Arial" charset="0"/>
        </a:defRPr>
      </a:lvl7pPr>
      <a:lvl8pPr marL="3817931" indent="-252880" algn="l" rtl="0" fontAlgn="base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Arial" charset="0"/>
        </a:defRPr>
      </a:lvl8pPr>
      <a:lvl9pPr marL="4327224" indent="-252880" algn="l" rtl="0" fontAlgn="base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Arial" charset="0"/>
        </a:defRPr>
      </a:lvl9pPr>
    </p:bodyStyle>
    <p:otherStyle>
      <a:defPPr>
        <a:defRPr lang="en-US"/>
      </a:defPPr>
      <a:lvl1pPr marL="0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509292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018586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527879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37173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46466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3055758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565052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4074344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7918" name="Picture 30" descr="Cello_CoverDesigns_Cellobluestrip-01"/>
          <p:cNvPicPr>
            <a:picLocks noChangeAspect="1" noChangeArrowheads="1"/>
          </p:cNvPicPr>
          <p:nvPr userDrawn="1"/>
        </p:nvPicPr>
        <p:blipFill>
          <a:blip r:embed="rId3" cstate="print"/>
          <a:srcRect b="3510"/>
          <a:stretch>
            <a:fillRect/>
          </a:stretch>
        </p:blipFill>
        <p:spPr bwMode="auto">
          <a:xfrm>
            <a:off x="228600" y="4769594"/>
            <a:ext cx="9601200" cy="482500"/>
          </a:xfrm>
          <a:prstGeom prst="rect">
            <a:avLst/>
          </a:prstGeom>
          <a:noFill/>
        </p:spPr>
      </p:pic>
      <p:pic>
        <p:nvPicPr>
          <p:cNvPr id="37892" name="Picture 33" descr="Cello_CoverDesigns_FINAL_2-02"/>
          <p:cNvPicPr>
            <a:picLocks noChangeAspect="1" noChangeArrowheads="1"/>
          </p:cNvPicPr>
          <p:nvPr/>
        </p:nvPicPr>
        <p:blipFill>
          <a:blip r:embed="rId4" cstate="print"/>
          <a:srcRect b="13019"/>
          <a:stretch>
            <a:fillRect/>
          </a:stretch>
        </p:blipFill>
        <p:spPr bwMode="auto">
          <a:xfrm>
            <a:off x="228600" y="889638"/>
            <a:ext cx="9601200" cy="385374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grpSp>
        <p:nvGrpSpPr>
          <p:cNvPr id="37897" name="Group 33"/>
          <p:cNvGrpSpPr>
            <a:grpSpLocks/>
          </p:cNvGrpSpPr>
          <p:nvPr/>
        </p:nvGrpSpPr>
        <p:grpSpPr bwMode="auto">
          <a:xfrm>
            <a:off x="3794604" y="3762061"/>
            <a:ext cx="2507615" cy="3319462"/>
            <a:chOff x="2173" y="2091"/>
            <a:chExt cx="1436" cy="1845"/>
          </a:xfrm>
        </p:grpSpPr>
        <p:sp>
          <p:nvSpPr>
            <p:cNvPr id="323607" name="Freeform 23"/>
            <p:cNvSpPr>
              <a:spLocks/>
            </p:cNvSpPr>
            <p:nvPr userDrawn="1"/>
          </p:nvSpPr>
          <p:spPr bwMode="auto">
            <a:xfrm>
              <a:off x="2191" y="3620"/>
              <a:ext cx="280" cy="316"/>
            </a:xfrm>
            <a:custGeom>
              <a:avLst/>
              <a:gdLst/>
              <a:ahLst/>
              <a:cxnLst>
                <a:cxn ang="0">
                  <a:pos x="828" y="5"/>
                </a:cxn>
                <a:cxn ang="0">
                  <a:pos x="996" y="23"/>
                </a:cxn>
                <a:cxn ang="0">
                  <a:pos x="1126" y="42"/>
                </a:cxn>
                <a:cxn ang="0">
                  <a:pos x="1112" y="133"/>
                </a:cxn>
                <a:cxn ang="0">
                  <a:pos x="1101" y="247"/>
                </a:cxn>
                <a:cxn ang="0">
                  <a:pos x="1096" y="352"/>
                </a:cxn>
                <a:cxn ang="0">
                  <a:pos x="1070" y="361"/>
                </a:cxn>
                <a:cxn ang="0">
                  <a:pos x="1033" y="356"/>
                </a:cxn>
                <a:cxn ang="0">
                  <a:pos x="1012" y="244"/>
                </a:cxn>
                <a:cxn ang="0">
                  <a:pos x="984" y="177"/>
                </a:cxn>
                <a:cxn ang="0">
                  <a:pos x="940" y="135"/>
                </a:cxn>
                <a:cxn ang="0">
                  <a:pos x="859" y="98"/>
                </a:cxn>
                <a:cxn ang="0">
                  <a:pos x="733" y="77"/>
                </a:cxn>
                <a:cxn ang="0">
                  <a:pos x="584" y="79"/>
                </a:cxn>
                <a:cxn ang="0">
                  <a:pos x="449" y="121"/>
                </a:cxn>
                <a:cxn ang="0">
                  <a:pos x="342" y="200"/>
                </a:cxn>
                <a:cxn ang="0">
                  <a:pos x="265" y="312"/>
                </a:cxn>
                <a:cxn ang="0">
                  <a:pos x="216" y="456"/>
                </a:cxn>
                <a:cxn ang="0">
                  <a:pos x="200" y="631"/>
                </a:cxn>
                <a:cxn ang="0">
                  <a:pos x="214" y="775"/>
                </a:cxn>
                <a:cxn ang="0">
                  <a:pos x="251" y="908"/>
                </a:cxn>
                <a:cxn ang="0">
                  <a:pos x="316" y="1024"/>
                </a:cxn>
                <a:cxn ang="0">
                  <a:pos x="405" y="1117"/>
                </a:cxn>
                <a:cxn ang="0">
                  <a:pos x="521" y="1185"/>
                </a:cxn>
                <a:cxn ang="0">
                  <a:pos x="661" y="1222"/>
                </a:cxn>
                <a:cxn ang="0">
                  <a:pos x="791" y="1224"/>
                </a:cxn>
                <a:cxn ang="0">
                  <a:pos x="887" y="1201"/>
                </a:cxn>
                <a:cxn ang="0">
                  <a:pos x="961" y="1157"/>
                </a:cxn>
                <a:cxn ang="0">
                  <a:pos x="1036" y="1075"/>
                </a:cxn>
                <a:cxn ang="0">
                  <a:pos x="1112" y="959"/>
                </a:cxn>
                <a:cxn ang="0">
                  <a:pos x="1140" y="971"/>
                </a:cxn>
                <a:cxn ang="0">
                  <a:pos x="1161" y="992"/>
                </a:cxn>
                <a:cxn ang="0">
                  <a:pos x="1136" y="1066"/>
                </a:cxn>
                <a:cxn ang="0">
                  <a:pos x="1094" y="1150"/>
                </a:cxn>
                <a:cxn ang="0">
                  <a:pos x="1049" y="1222"/>
                </a:cxn>
                <a:cxn ang="0">
                  <a:pos x="1008" y="1264"/>
                </a:cxn>
                <a:cxn ang="0">
                  <a:pos x="928" y="1287"/>
                </a:cxn>
                <a:cxn ang="0">
                  <a:pos x="821" y="1306"/>
                </a:cxn>
                <a:cxn ang="0">
                  <a:pos x="700" y="1315"/>
                </a:cxn>
                <a:cxn ang="0">
                  <a:pos x="507" y="1299"/>
                </a:cxn>
                <a:cxn ang="0">
                  <a:pos x="342" y="1248"/>
                </a:cxn>
                <a:cxn ang="0">
                  <a:pos x="209" y="1164"/>
                </a:cxn>
                <a:cxn ang="0">
                  <a:pos x="107" y="1052"/>
                </a:cxn>
                <a:cxn ang="0">
                  <a:pos x="39" y="910"/>
                </a:cxn>
                <a:cxn ang="0">
                  <a:pos x="5" y="742"/>
                </a:cxn>
                <a:cxn ang="0">
                  <a:pos x="5" y="577"/>
                </a:cxn>
                <a:cxn ang="0">
                  <a:pos x="32" y="435"/>
                </a:cxn>
                <a:cxn ang="0">
                  <a:pos x="95" y="303"/>
                </a:cxn>
                <a:cxn ang="0">
                  <a:pos x="188" y="186"/>
                </a:cxn>
                <a:cxn ang="0">
                  <a:pos x="319" y="93"/>
                </a:cxn>
                <a:cxn ang="0">
                  <a:pos x="461" y="35"/>
                </a:cxn>
                <a:cxn ang="0">
                  <a:pos x="633" y="5"/>
                </a:cxn>
              </a:cxnLst>
              <a:rect l="0" t="0" r="r" b="b"/>
              <a:pathLst>
                <a:path w="1161" h="1315">
                  <a:moveTo>
                    <a:pt x="731" y="0"/>
                  </a:moveTo>
                  <a:lnTo>
                    <a:pt x="828" y="5"/>
                  </a:lnTo>
                  <a:lnTo>
                    <a:pt x="917" y="12"/>
                  </a:lnTo>
                  <a:lnTo>
                    <a:pt x="996" y="23"/>
                  </a:lnTo>
                  <a:lnTo>
                    <a:pt x="1066" y="35"/>
                  </a:lnTo>
                  <a:lnTo>
                    <a:pt x="1126" y="42"/>
                  </a:lnTo>
                  <a:lnTo>
                    <a:pt x="1119" y="84"/>
                  </a:lnTo>
                  <a:lnTo>
                    <a:pt x="1112" y="133"/>
                  </a:lnTo>
                  <a:lnTo>
                    <a:pt x="1108" y="189"/>
                  </a:lnTo>
                  <a:lnTo>
                    <a:pt x="1101" y="247"/>
                  </a:lnTo>
                  <a:lnTo>
                    <a:pt x="1098" y="303"/>
                  </a:lnTo>
                  <a:lnTo>
                    <a:pt x="1096" y="352"/>
                  </a:lnTo>
                  <a:lnTo>
                    <a:pt x="1087" y="356"/>
                  </a:lnTo>
                  <a:lnTo>
                    <a:pt x="1070" y="361"/>
                  </a:lnTo>
                  <a:lnTo>
                    <a:pt x="1040" y="361"/>
                  </a:lnTo>
                  <a:lnTo>
                    <a:pt x="1033" y="356"/>
                  </a:lnTo>
                  <a:lnTo>
                    <a:pt x="1024" y="293"/>
                  </a:lnTo>
                  <a:lnTo>
                    <a:pt x="1012" y="244"/>
                  </a:lnTo>
                  <a:lnTo>
                    <a:pt x="1001" y="207"/>
                  </a:lnTo>
                  <a:lnTo>
                    <a:pt x="984" y="177"/>
                  </a:lnTo>
                  <a:lnTo>
                    <a:pt x="966" y="154"/>
                  </a:lnTo>
                  <a:lnTo>
                    <a:pt x="940" y="135"/>
                  </a:lnTo>
                  <a:lnTo>
                    <a:pt x="912" y="119"/>
                  </a:lnTo>
                  <a:lnTo>
                    <a:pt x="859" y="98"/>
                  </a:lnTo>
                  <a:lnTo>
                    <a:pt x="798" y="84"/>
                  </a:lnTo>
                  <a:lnTo>
                    <a:pt x="733" y="77"/>
                  </a:lnTo>
                  <a:lnTo>
                    <a:pt x="661" y="75"/>
                  </a:lnTo>
                  <a:lnTo>
                    <a:pt x="584" y="79"/>
                  </a:lnTo>
                  <a:lnTo>
                    <a:pt x="514" y="96"/>
                  </a:lnTo>
                  <a:lnTo>
                    <a:pt x="449" y="121"/>
                  </a:lnTo>
                  <a:lnTo>
                    <a:pt x="393" y="156"/>
                  </a:lnTo>
                  <a:lnTo>
                    <a:pt x="342" y="200"/>
                  </a:lnTo>
                  <a:lnTo>
                    <a:pt x="300" y="251"/>
                  </a:lnTo>
                  <a:lnTo>
                    <a:pt x="265" y="312"/>
                  </a:lnTo>
                  <a:lnTo>
                    <a:pt x="237" y="382"/>
                  </a:lnTo>
                  <a:lnTo>
                    <a:pt x="216" y="456"/>
                  </a:lnTo>
                  <a:lnTo>
                    <a:pt x="205" y="540"/>
                  </a:lnTo>
                  <a:lnTo>
                    <a:pt x="200" y="631"/>
                  </a:lnTo>
                  <a:lnTo>
                    <a:pt x="202" y="705"/>
                  </a:lnTo>
                  <a:lnTo>
                    <a:pt x="214" y="775"/>
                  </a:lnTo>
                  <a:lnTo>
                    <a:pt x="228" y="845"/>
                  </a:lnTo>
                  <a:lnTo>
                    <a:pt x="251" y="908"/>
                  </a:lnTo>
                  <a:lnTo>
                    <a:pt x="281" y="968"/>
                  </a:lnTo>
                  <a:lnTo>
                    <a:pt x="316" y="1024"/>
                  </a:lnTo>
                  <a:lnTo>
                    <a:pt x="358" y="1075"/>
                  </a:lnTo>
                  <a:lnTo>
                    <a:pt x="405" y="1117"/>
                  </a:lnTo>
                  <a:lnTo>
                    <a:pt x="458" y="1157"/>
                  </a:lnTo>
                  <a:lnTo>
                    <a:pt x="521" y="1185"/>
                  </a:lnTo>
                  <a:lnTo>
                    <a:pt x="586" y="1208"/>
                  </a:lnTo>
                  <a:lnTo>
                    <a:pt x="661" y="1222"/>
                  </a:lnTo>
                  <a:lnTo>
                    <a:pt x="740" y="1227"/>
                  </a:lnTo>
                  <a:lnTo>
                    <a:pt x="791" y="1224"/>
                  </a:lnTo>
                  <a:lnTo>
                    <a:pt x="840" y="1215"/>
                  </a:lnTo>
                  <a:lnTo>
                    <a:pt x="887" y="1201"/>
                  </a:lnTo>
                  <a:lnTo>
                    <a:pt x="928" y="1182"/>
                  </a:lnTo>
                  <a:lnTo>
                    <a:pt x="961" y="1157"/>
                  </a:lnTo>
                  <a:lnTo>
                    <a:pt x="998" y="1122"/>
                  </a:lnTo>
                  <a:lnTo>
                    <a:pt x="1036" y="1075"/>
                  </a:lnTo>
                  <a:lnTo>
                    <a:pt x="1075" y="1022"/>
                  </a:lnTo>
                  <a:lnTo>
                    <a:pt x="1112" y="959"/>
                  </a:lnTo>
                  <a:lnTo>
                    <a:pt x="1124" y="961"/>
                  </a:lnTo>
                  <a:lnTo>
                    <a:pt x="1140" y="971"/>
                  </a:lnTo>
                  <a:lnTo>
                    <a:pt x="1154" y="980"/>
                  </a:lnTo>
                  <a:lnTo>
                    <a:pt x="1161" y="992"/>
                  </a:lnTo>
                  <a:lnTo>
                    <a:pt x="1152" y="1026"/>
                  </a:lnTo>
                  <a:lnTo>
                    <a:pt x="1136" y="1066"/>
                  </a:lnTo>
                  <a:lnTo>
                    <a:pt x="1117" y="1108"/>
                  </a:lnTo>
                  <a:lnTo>
                    <a:pt x="1094" y="1150"/>
                  </a:lnTo>
                  <a:lnTo>
                    <a:pt x="1073" y="1187"/>
                  </a:lnTo>
                  <a:lnTo>
                    <a:pt x="1049" y="1222"/>
                  </a:lnTo>
                  <a:lnTo>
                    <a:pt x="1026" y="1248"/>
                  </a:lnTo>
                  <a:lnTo>
                    <a:pt x="1008" y="1264"/>
                  </a:lnTo>
                  <a:lnTo>
                    <a:pt x="973" y="1275"/>
                  </a:lnTo>
                  <a:lnTo>
                    <a:pt x="928" y="1287"/>
                  </a:lnTo>
                  <a:lnTo>
                    <a:pt x="877" y="1296"/>
                  </a:lnTo>
                  <a:lnTo>
                    <a:pt x="821" y="1306"/>
                  </a:lnTo>
                  <a:lnTo>
                    <a:pt x="761" y="1313"/>
                  </a:lnTo>
                  <a:lnTo>
                    <a:pt x="700" y="1315"/>
                  </a:lnTo>
                  <a:lnTo>
                    <a:pt x="600" y="1310"/>
                  </a:lnTo>
                  <a:lnTo>
                    <a:pt x="507" y="1299"/>
                  </a:lnTo>
                  <a:lnTo>
                    <a:pt x="421" y="1275"/>
                  </a:lnTo>
                  <a:lnTo>
                    <a:pt x="342" y="1248"/>
                  </a:lnTo>
                  <a:lnTo>
                    <a:pt x="272" y="1210"/>
                  </a:lnTo>
                  <a:lnTo>
                    <a:pt x="209" y="1164"/>
                  </a:lnTo>
                  <a:lnTo>
                    <a:pt x="153" y="1113"/>
                  </a:lnTo>
                  <a:lnTo>
                    <a:pt x="107" y="1052"/>
                  </a:lnTo>
                  <a:lnTo>
                    <a:pt x="70" y="985"/>
                  </a:lnTo>
                  <a:lnTo>
                    <a:pt x="39" y="910"/>
                  </a:lnTo>
                  <a:lnTo>
                    <a:pt x="18" y="831"/>
                  </a:lnTo>
                  <a:lnTo>
                    <a:pt x="5" y="742"/>
                  </a:lnTo>
                  <a:lnTo>
                    <a:pt x="0" y="649"/>
                  </a:lnTo>
                  <a:lnTo>
                    <a:pt x="5" y="577"/>
                  </a:lnTo>
                  <a:lnTo>
                    <a:pt x="14" y="505"/>
                  </a:lnTo>
                  <a:lnTo>
                    <a:pt x="32" y="435"/>
                  </a:lnTo>
                  <a:lnTo>
                    <a:pt x="60" y="365"/>
                  </a:lnTo>
                  <a:lnTo>
                    <a:pt x="95" y="303"/>
                  </a:lnTo>
                  <a:lnTo>
                    <a:pt x="137" y="242"/>
                  </a:lnTo>
                  <a:lnTo>
                    <a:pt x="188" y="186"/>
                  </a:lnTo>
                  <a:lnTo>
                    <a:pt x="249" y="137"/>
                  </a:lnTo>
                  <a:lnTo>
                    <a:pt x="319" y="93"/>
                  </a:lnTo>
                  <a:lnTo>
                    <a:pt x="386" y="61"/>
                  </a:lnTo>
                  <a:lnTo>
                    <a:pt x="461" y="35"/>
                  </a:lnTo>
                  <a:lnTo>
                    <a:pt x="542" y="16"/>
                  </a:lnTo>
                  <a:lnTo>
                    <a:pt x="633" y="5"/>
                  </a:lnTo>
                  <a:lnTo>
                    <a:pt x="731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323608" name="Freeform 24"/>
            <p:cNvSpPr>
              <a:spLocks/>
            </p:cNvSpPr>
            <p:nvPr userDrawn="1"/>
          </p:nvSpPr>
          <p:spPr bwMode="auto">
            <a:xfrm>
              <a:off x="2487" y="3627"/>
              <a:ext cx="255" cy="302"/>
            </a:xfrm>
            <a:custGeom>
              <a:avLst/>
              <a:gdLst/>
              <a:ahLst/>
              <a:cxnLst>
                <a:cxn ang="0">
                  <a:pos x="147" y="2"/>
                </a:cxn>
                <a:cxn ang="0">
                  <a:pos x="777" y="9"/>
                </a:cxn>
                <a:cxn ang="0">
                  <a:pos x="919" y="5"/>
                </a:cxn>
                <a:cxn ang="0">
                  <a:pos x="957" y="7"/>
                </a:cxn>
                <a:cxn ang="0">
                  <a:pos x="952" y="56"/>
                </a:cxn>
                <a:cxn ang="0">
                  <a:pos x="929" y="235"/>
                </a:cxn>
                <a:cxn ang="0">
                  <a:pos x="901" y="296"/>
                </a:cxn>
                <a:cxn ang="0">
                  <a:pos x="861" y="291"/>
                </a:cxn>
                <a:cxn ang="0">
                  <a:pos x="845" y="191"/>
                </a:cxn>
                <a:cxn ang="0">
                  <a:pos x="817" y="123"/>
                </a:cxn>
                <a:cxn ang="0">
                  <a:pos x="738" y="93"/>
                </a:cxn>
                <a:cxn ang="0">
                  <a:pos x="475" y="91"/>
                </a:cxn>
                <a:cxn ang="0">
                  <a:pos x="421" y="98"/>
                </a:cxn>
                <a:cxn ang="0">
                  <a:pos x="405" y="130"/>
                </a:cxn>
                <a:cxn ang="0">
                  <a:pos x="403" y="563"/>
                </a:cxn>
                <a:cxn ang="0">
                  <a:pos x="459" y="573"/>
                </a:cxn>
                <a:cxn ang="0">
                  <a:pos x="628" y="573"/>
                </a:cxn>
                <a:cxn ang="0">
                  <a:pos x="745" y="563"/>
                </a:cxn>
                <a:cxn ang="0">
                  <a:pos x="784" y="526"/>
                </a:cxn>
                <a:cxn ang="0">
                  <a:pos x="812" y="426"/>
                </a:cxn>
                <a:cxn ang="0">
                  <a:pos x="868" y="428"/>
                </a:cxn>
                <a:cxn ang="0">
                  <a:pos x="870" y="517"/>
                </a:cxn>
                <a:cxn ang="0">
                  <a:pos x="868" y="754"/>
                </a:cxn>
                <a:cxn ang="0">
                  <a:pos x="836" y="815"/>
                </a:cxn>
                <a:cxn ang="0">
                  <a:pos x="798" y="780"/>
                </a:cxn>
                <a:cxn ang="0">
                  <a:pos x="770" y="694"/>
                </a:cxn>
                <a:cxn ang="0">
                  <a:pos x="717" y="668"/>
                </a:cxn>
                <a:cxn ang="0">
                  <a:pos x="596" y="663"/>
                </a:cxn>
                <a:cxn ang="0">
                  <a:pos x="452" y="663"/>
                </a:cxn>
                <a:cxn ang="0">
                  <a:pos x="407" y="668"/>
                </a:cxn>
                <a:cxn ang="0">
                  <a:pos x="405" y="977"/>
                </a:cxn>
                <a:cxn ang="0">
                  <a:pos x="412" y="1110"/>
                </a:cxn>
                <a:cxn ang="0">
                  <a:pos x="454" y="1159"/>
                </a:cxn>
                <a:cxn ang="0">
                  <a:pos x="561" y="1168"/>
                </a:cxn>
                <a:cxn ang="0">
                  <a:pos x="791" y="1171"/>
                </a:cxn>
                <a:cxn ang="0">
                  <a:pos x="866" y="1143"/>
                </a:cxn>
                <a:cxn ang="0">
                  <a:pos x="924" y="1078"/>
                </a:cxn>
                <a:cxn ang="0">
                  <a:pos x="1003" y="929"/>
                </a:cxn>
                <a:cxn ang="0">
                  <a:pos x="1050" y="943"/>
                </a:cxn>
                <a:cxn ang="0">
                  <a:pos x="1045" y="1022"/>
                </a:cxn>
                <a:cxn ang="0">
                  <a:pos x="1005" y="1157"/>
                </a:cxn>
                <a:cxn ang="0">
                  <a:pos x="971" y="1238"/>
                </a:cxn>
                <a:cxn ang="0">
                  <a:pos x="926" y="1257"/>
                </a:cxn>
                <a:cxn ang="0">
                  <a:pos x="654" y="1257"/>
                </a:cxn>
                <a:cxn ang="0">
                  <a:pos x="230" y="1250"/>
                </a:cxn>
                <a:cxn ang="0">
                  <a:pos x="7" y="1257"/>
                </a:cxn>
                <a:cxn ang="0">
                  <a:pos x="2" y="1210"/>
                </a:cxn>
                <a:cxn ang="0">
                  <a:pos x="93" y="1189"/>
                </a:cxn>
                <a:cxn ang="0">
                  <a:pos x="184" y="1168"/>
                </a:cxn>
                <a:cxn ang="0">
                  <a:pos x="223" y="1105"/>
                </a:cxn>
                <a:cxn ang="0">
                  <a:pos x="230" y="1008"/>
                </a:cxn>
                <a:cxn ang="0">
                  <a:pos x="228" y="182"/>
                </a:cxn>
                <a:cxn ang="0">
                  <a:pos x="209" y="98"/>
                </a:cxn>
                <a:cxn ang="0">
                  <a:pos x="140" y="70"/>
                </a:cxn>
                <a:cxn ang="0">
                  <a:pos x="56" y="47"/>
                </a:cxn>
                <a:cxn ang="0">
                  <a:pos x="63" y="0"/>
                </a:cxn>
              </a:cxnLst>
              <a:rect l="0" t="0" r="r" b="b"/>
              <a:pathLst>
                <a:path w="1061" h="1259">
                  <a:moveTo>
                    <a:pt x="63" y="0"/>
                  </a:moveTo>
                  <a:lnTo>
                    <a:pt x="98" y="0"/>
                  </a:lnTo>
                  <a:lnTo>
                    <a:pt x="147" y="2"/>
                  </a:lnTo>
                  <a:lnTo>
                    <a:pt x="203" y="7"/>
                  </a:lnTo>
                  <a:lnTo>
                    <a:pt x="265" y="9"/>
                  </a:lnTo>
                  <a:lnTo>
                    <a:pt x="777" y="9"/>
                  </a:lnTo>
                  <a:lnTo>
                    <a:pt x="829" y="7"/>
                  </a:lnTo>
                  <a:lnTo>
                    <a:pt x="877" y="7"/>
                  </a:lnTo>
                  <a:lnTo>
                    <a:pt x="919" y="5"/>
                  </a:lnTo>
                  <a:lnTo>
                    <a:pt x="952" y="0"/>
                  </a:lnTo>
                  <a:lnTo>
                    <a:pt x="954" y="2"/>
                  </a:lnTo>
                  <a:lnTo>
                    <a:pt x="957" y="7"/>
                  </a:lnTo>
                  <a:lnTo>
                    <a:pt x="961" y="9"/>
                  </a:lnTo>
                  <a:lnTo>
                    <a:pt x="961" y="12"/>
                  </a:lnTo>
                  <a:lnTo>
                    <a:pt x="952" y="56"/>
                  </a:lnTo>
                  <a:lnTo>
                    <a:pt x="943" y="112"/>
                  </a:lnTo>
                  <a:lnTo>
                    <a:pt x="936" y="172"/>
                  </a:lnTo>
                  <a:lnTo>
                    <a:pt x="929" y="235"/>
                  </a:lnTo>
                  <a:lnTo>
                    <a:pt x="924" y="289"/>
                  </a:lnTo>
                  <a:lnTo>
                    <a:pt x="915" y="293"/>
                  </a:lnTo>
                  <a:lnTo>
                    <a:pt x="901" y="296"/>
                  </a:lnTo>
                  <a:lnTo>
                    <a:pt x="884" y="296"/>
                  </a:lnTo>
                  <a:lnTo>
                    <a:pt x="870" y="293"/>
                  </a:lnTo>
                  <a:lnTo>
                    <a:pt x="861" y="291"/>
                  </a:lnTo>
                  <a:lnTo>
                    <a:pt x="856" y="251"/>
                  </a:lnTo>
                  <a:lnTo>
                    <a:pt x="852" y="219"/>
                  </a:lnTo>
                  <a:lnTo>
                    <a:pt x="845" y="191"/>
                  </a:lnTo>
                  <a:lnTo>
                    <a:pt x="840" y="168"/>
                  </a:lnTo>
                  <a:lnTo>
                    <a:pt x="831" y="142"/>
                  </a:lnTo>
                  <a:lnTo>
                    <a:pt x="817" y="123"/>
                  </a:lnTo>
                  <a:lnTo>
                    <a:pt x="798" y="107"/>
                  </a:lnTo>
                  <a:lnTo>
                    <a:pt x="773" y="98"/>
                  </a:lnTo>
                  <a:lnTo>
                    <a:pt x="738" y="93"/>
                  </a:lnTo>
                  <a:lnTo>
                    <a:pt x="719" y="93"/>
                  </a:lnTo>
                  <a:lnTo>
                    <a:pt x="687" y="91"/>
                  </a:lnTo>
                  <a:lnTo>
                    <a:pt x="475" y="91"/>
                  </a:lnTo>
                  <a:lnTo>
                    <a:pt x="447" y="93"/>
                  </a:lnTo>
                  <a:lnTo>
                    <a:pt x="431" y="93"/>
                  </a:lnTo>
                  <a:lnTo>
                    <a:pt x="421" y="98"/>
                  </a:lnTo>
                  <a:lnTo>
                    <a:pt x="412" y="109"/>
                  </a:lnTo>
                  <a:lnTo>
                    <a:pt x="407" y="121"/>
                  </a:lnTo>
                  <a:lnTo>
                    <a:pt x="405" y="130"/>
                  </a:lnTo>
                  <a:lnTo>
                    <a:pt x="405" y="186"/>
                  </a:lnTo>
                  <a:lnTo>
                    <a:pt x="403" y="249"/>
                  </a:lnTo>
                  <a:lnTo>
                    <a:pt x="403" y="563"/>
                  </a:lnTo>
                  <a:lnTo>
                    <a:pt x="405" y="568"/>
                  </a:lnTo>
                  <a:lnTo>
                    <a:pt x="414" y="573"/>
                  </a:lnTo>
                  <a:lnTo>
                    <a:pt x="459" y="573"/>
                  </a:lnTo>
                  <a:lnTo>
                    <a:pt x="512" y="575"/>
                  </a:lnTo>
                  <a:lnTo>
                    <a:pt x="570" y="575"/>
                  </a:lnTo>
                  <a:lnTo>
                    <a:pt x="628" y="573"/>
                  </a:lnTo>
                  <a:lnTo>
                    <a:pt x="680" y="570"/>
                  </a:lnTo>
                  <a:lnTo>
                    <a:pt x="721" y="568"/>
                  </a:lnTo>
                  <a:lnTo>
                    <a:pt x="745" y="563"/>
                  </a:lnTo>
                  <a:lnTo>
                    <a:pt x="763" y="554"/>
                  </a:lnTo>
                  <a:lnTo>
                    <a:pt x="775" y="542"/>
                  </a:lnTo>
                  <a:lnTo>
                    <a:pt x="784" y="526"/>
                  </a:lnTo>
                  <a:lnTo>
                    <a:pt x="791" y="507"/>
                  </a:lnTo>
                  <a:lnTo>
                    <a:pt x="803" y="470"/>
                  </a:lnTo>
                  <a:lnTo>
                    <a:pt x="812" y="426"/>
                  </a:lnTo>
                  <a:lnTo>
                    <a:pt x="829" y="424"/>
                  </a:lnTo>
                  <a:lnTo>
                    <a:pt x="850" y="424"/>
                  </a:lnTo>
                  <a:lnTo>
                    <a:pt x="868" y="428"/>
                  </a:lnTo>
                  <a:lnTo>
                    <a:pt x="880" y="433"/>
                  </a:lnTo>
                  <a:lnTo>
                    <a:pt x="875" y="470"/>
                  </a:lnTo>
                  <a:lnTo>
                    <a:pt x="870" y="517"/>
                  </a:lnTo>
                  <a:lnTo>
                    <a:pt x="866" y="624"/>
                  </a:lnTo>
                  <a:lnTo>
                    <a:pt x="866" y="694"/>
                  </a:lnTo>
                  <a:lnTo>
                    <a:pt x="868" y="754"/>
                  </a:lnTo>
                  <a:lnTo>
                    <a:pt x="870" y="808"/>
                  </a:lnTo>
                  <a:lnTo>
                    <a:pt x="856" y="812"/>
                  </a:lnTo>
                  <a:lnTo>
                    <a:pt x="836" y="815"/>
                  </a:lnTo>
                  <a:lnTo>
                    <a:pt x="815" y="815"/>
                  </a:lnTo>
                  <a:lnTo>
                    <a:pt x="801" y="808"/>
                  </a:lnTo>
                  <a:lnTo>
                    <a:pt x="798" y="780"/>
                  </a:lnTo>
                  <a:lnTo>
                    <a:pt x="789" y="742"/>
                  </a:lnTo>
                  <a:lnTo>
                    <a:pt x="780" y="710"/>
                  </a:lnTo>
                  <a:lnTo>
                    <a:pt x="770" y="694"/>
                  </a:lnTo>
                  <a:lnTo>
                    <a:pt x="759" y="682"/>
                  </a:lnTo>
                  <a:lnTo>
                    <a:pt x="740" y="673"/>
                  </a:lnTo>
                  <a:lnTo>
                    <a:pt x="717" y="668"/>
                  </a:lnTo>
                  <a:lnTo>
                    <a:pt x="684" y="666"/>
                  </a:lnTo>
                  <a:lnTo>
                    <a:pt x="642" y="663"/>
                  </a:lnTo>
                  <a:lnTo>
                    <a:pt x="596" y="663"/>
                  </a:lnTo>
                  <a:lnTo>
                    <a:pt x="545" y="661"/>
                  </a:lnTo>
                  <a:lnTo>
                    <a:pt x="496" y="661"/>
                  </a:lnTo>
                  <a:lnTo>
                    <a:pt x="452" y="663"/>
                  </a:lnTo>
                  <a:lnTo>
                    <a:pt x="414" y="663"/>
                  </a:lnTo>
                  <a:lnTo>
                    <a:pt x="410" y="666"/>
                  </a:lnTo>
                  <a:lnTo>
                    <a:pt x="407" y="668"/>
                  </a:lnTo>
                  <a:lnTo>
                    <a:pt x="403" y="675"/>
                  </a:lnTo>
                  <a:lnTo>
                    <a:pt x="403" y="912"/>
                  </a:lnTo>
                  <a:lnTo>
                    <a:pt x="405" y="977"/>
                  </a:lnTo>
                  <a:lnTo>
                    <a:pt x="405" y="1036"/>
                  </a:lnTo>
                  <a:lnTo>
                    <a:pt x="407" y="1082"/>
                  </a:lnTo>
                  <a:lnTo>
                    <a:pt x="412" y="1110"/>
                  </a:lnTo>
                  <a:lnTo>
                    <a:pt x="421" y="1133"/>
                  </a:lnTo>
                  <a:lnTo>
                    <a:pt x="438" y="1150"/>
                  </a:lnTo>
                  <a:lnTo>
                    <a:pt x="454" y="1159"/>
                  </a:lnTo>
                  <a:lnTo>
                    <a:pt x="479" y="1164"/>
                  </a:lnTo>
                  <a:lnTo>
                    <a:pt x="517" y="1166"/>
                  </a:lnTo>
                  <a:lnTo>
                    <a:pt x="561" y="1168"/>
                  </a:lnTo>
                  <a:lnTo>
                    <a:pt x="663" y="1173"/>
                  </a:lnTo>
                  <a:lnTo>
                    <a:pt x="752" y="1173"/>
                  </a:lnTo>
                  <a:lnTo>
                    <a:pt x="791" y="1171"/>
                  </a:lnTo>
                  <a:lnTo>
                    <a:pt x="822" y="1164"/>
                  </a:lnTo>
                  <a:lnTo>
                    <a:pt x="847" y="1157"/>
                  </a:lnTo>
                  <a:lnTo>
                    <a:pt x="866" y="1143"/>
                  </a:lnTo>
                  <a:lnTo>
                    <a:pt x="884" y="1126"/>
                  </a:lnTo>
                  <a:lnTo>
                    <a:pt x="903" y="1105"/>
                  </a:lnTo>
                  <a:lnTo>
                    <a:pt x="924" y="1078"/>
                  </a:lnTo>
                  <a:lnTo>
                    <a:pt x="945" y="1045"/>
                  </a:lnTo>
                  <a:lnTo>
                    <a:pt x="987" y="966"/>
                  </a:lnTo>
                  <a:lnTo>
                    <a:pt x="1003" y="929"/>
                  </a:lnTo>
                  <a:lnTo>
                    <a:pt x="1015" y="929"/>
                  </a:lnTo>
                  <a:lnTo>
                    <a:pt x="1033" y="936"/>
                  </a:lnTo>
                  <a:lnTo>
                    <a:pt x="1050" y="943"/>
                  </a:lnTo>
                  <a:lnTo>
                    <a:pt x="1061" y="950"/>
                  </a:lnTo>
                  <a:lnTo>
                    <a:pt x="1054" y="982"/>
                  </a:lnTo>
                  <a:lnTo>
                    <a:pt x="1045" y="1022"/>
                  </a:lnTo>
                  <a:lnTo>
                    <a:pt x="1033" y="1066"/>
                  </a:lnTo>
                  <a:lnTo>
                    <a:pt x="1019" y="1112"/>
                  </a:lnTo>
                  <a:lnTo>
                    <a:pt x="1005" y="1157"/>
                  </a:lnTo>
                  <a:lnTo>
                    <a:pt x="991" y="1196"/>
                  </a:lnTo>
                  <a:lnTo>
                    <a:pt x="978" y="1226"/>
                  </a:lnTo>
                  <a:lnTo>
                    <a:pt x="971" y="1238"/>
                  </a:lnTo>
                  <a:lnTo>
                    <a:pt x="961" y="1245"/>
                  </a:lnTo>
                  <a:lnTo>
                    <a:pt x="947" y="1252"/>
                  </a:lnTo>
                  <a:lnTo>
                    <a:pt x="926" y="1257"/>
                  </a:lnTo>
                  <a:lnTo>
                    <a:pt x="896" y="1259"/>
                  </a:lnTo>
                  <a:lnTo>
                    <a:pt x="752" y="1259"/>
                  </a:lnTo>
                  <a:lnTo>
                    <a:pt x="654" y="1257"/>
                  </a:lnTo>
                  <a:lnTo>
                    <a:pt x="554" y="1252"/>
                  </a:lnTo>
                  <a:lnTo>
                    <a:pt x="445" y="1250"/>
                  </a:lnTo>
                  <a:lnTo>
                    <a:pt x="230" y="1250"/>
                  </a:lnTo>
                  <a:lnTo>
                    <a:pt x="147" y="1254"/>
                  </a:lnTo>
                  <a:lnTo>
                    <a:pt x="72" y="1257"/>
                  </a:lnTo>
                  <a:lnTo>
                    <a:pt x="7" y="1257"/>
                  </a:lnTo>
                  <a:lnTo>
                    <a:pt x="2" y="1245"/>
                  </a:lnTo>
                  <a:lnTo>
                    <a:pt x="0" y="1229"/>
                  </a:lnTo>
                  <a:lnTo>
                    <a:pt x="2" y="1210"/>
                  </a:lnTo>
                  <a:lnTo>
                    <a:pt x="7" y="1199"/>
                  </a:lnTo>
                  <a:lnTo>
                    <a:pt x="51" y="1194"/>
                  </a:lnTo>
                  <a:lnTo>
                    <a:pt x="93" y="1189"/>
                  </a:lnTo>
                  <a:lnTo>
                    <a:pt x="128" y="1185"/>
                  </a:lnTo>
                  <a:lnTo>
                    <a:pt x="158" y="1178"/>
                  </a:lnTo>
                  <a:lnTo>
                    <a:pt x="184" y="1168"/>
                  </a:lnTo>
                  <a:lnTo>
                    <a:pt x="203" y="1154"/>
                  </a:lnTo>
                  <a:lnTo>
                    <a:pt x="214" y="1133"/>
                  </a:lnTo>
                  <a:lnTo>
                    <a:pt x="223" y="1105"/>
                  </a:lnTo>
                  <a:lnTo>
                    <a:pt x="228" y="1068"/>
                  </a:lnTo>
                  <a:lnTo>
                    <a:pt x="228" y="1045"/>
                  </a:lnTo>
                  <a:lnTo>
                    <a:pt x="230" y="1008"/>
                  </a:lnTo>
                  <a:lnTo>
                    <a:pt x="230" y="244"/>
                  </a:lnTo>
                  <a:lnTo>
                    <a:pt x="228" y="205"/>
                  </a:lnTo>
                  <a:lnTo>
                    <a:pt x="228" y="182"/>
                  </a:lnTo>
                  <a:lnTo>
                    <a:pt x="226" y="144"/>
                  </a:lnTo>
                  <a:lnTo>
                    <a:pt x="219" y="116"/>
                  </a:lnTo>
                  <a:lnTo>
                    <a:pt x="209" y="98"/>
                  </a:lnTo>
                  <a:lnTo>
                    <a:pt x="193" y="86"/>
                  </a:lnTo>
                  <a:lnTo>
                    <a:pt x="168" y="77"/>
                  </a:lnTo>
                  <a:lnTo>
                    <a:pt x="140" y="70"/>
                  </a:lnTo>
                  <a:lnTo>
                    <a:pt x="102" y="63"/>
                  </a:lnTo>
                  <a:lnTo>
                    <a:pt x="61" y="58"/>
                  </a:lnTo>
                  <a:lnTo>
                    <a:pt x="56" y="47"/>
                  </a:lnTo>
                  <a:lnTo>
                    <a:pt x="54" y="30"/>
                  </a:lnTo>
                  <a:lnTo>
                    <a:pt x="58" y="12"/>
                  </a:lnTo>
                  <a:lnTo>
                    <a:pt x="63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323609" name="Freeform 25"/>
            <p:cNvSpPr>
              <a:spLocks/>
            </p:cNvSpPr>
            <p:nvPr userDrawn="1"/>
          </p:nvSpPr>
          <p:spPr bwMode="auto">
            <a:xfrm>
              <a:off x="2760" y="3627"/>
              <a:ext cx="256" cy="303"/>
            </a:xfrm>
            <a:custGeom>
              <a:avLst/>
              <a:gdLst/>
              <a:ahLst/>
              <a:cxnLst>
                <a:cxn ang="0">
                  <a:pos x="74" y="0"/>
                </a:cxn>
                <a:cxn ang="0">
                  <a:pos x="165" y="5"/>
                </a:cxn>
                <a:cxn ang="0">
                  <a:pos x="370" y="7"/>
                </a:cxn>
                <a:cxn ang="0">
                  <a:pos x="479" y="3"/>
                </a:cxn>
                <a:cxn ang="0">
                  <a:pos x="547" y="0"/>
                </a:cxn>
                <a:cxn ang="0">
                  <a:pos x="554" y="31"/>
                </a:cxn>
                <a:cxn ang="0">
                  <a:pos x="547" y="59"/>
                </a:cxn>
                <a:cxn ang="0">
                  <a:pos x="486" y="68"/>
                </a:cxn>
                <a:cxn ang="0">
                  <a:pos x="444" y="75"/>
                </a:cxn>
                <a:cxn ang="0">
                  <a:pos x="405" y="98"/>
                </a:cxn>
                <a:cxn ang="0">
                  <a:pos x="391" y="133"/>
                </a:cxn>
                <a:cxn ang="0">
                  <a:pos x="386" y="200"/>
                </a:cxn>
                <a:cxn ang="0">
                  <a:pos x="384" y="331"/>
                </a:cxn>
                <a:cxn ang="0">
                  <a:pos x="381" y="498"/>
                </a:cxn>
                <a:cxn ang="0">
                  <a:pos x="384" y="982"/>
                </a:cxn>
                <a:cxn ang="0">
                  <a:pos x="388" y="1096"/>
                </a:cxn>
                <a:cxn ang="0">
                  <a:pos x="405" y="1136"/>
                </a:cxn>
                <a:cxn ang="0">
                  <a:pos x="428" y="1155"/>
                </a:cxn>
                <a:cxn ang="0">
                  <a:pos x="489" y="1164"/>
                </a:cxn>
                <a:cxn ang="0">
                  <a:pos x="582" y="1169"/>
                </a:cxn>
                <a:cxn ang="0">
                  <a:pos x="763" y="1171"/>
                </a:cxn>
                <a:cxn ang="0">
                  <a:pos x="812" y="1159"/>
                </a:cxn>
                <a:cxn ang="0">
                  <a:pos x="861" y="1124"/>
                </a:cxn>
                <a:cxn ang="0">
                  <a:pos x="907" y="1062"/>
                </a:cxn>
                <a:cxn ang="0">
                  <a:pos x="956" y="973"/>
                </a:cxn>
                <a:cxn ang="0">
                  <a:pos x="1003" y="873"/>
                </a:cxn>
                <a:cxn ang="0">
                  <a:pos x="1035" y="878"/>
                </a:cxn>
                <a:cxn ang="0">
                  <a:pos x="1063" y="896"/>
                </a:cxn>
                <a:cxn ang="0">
                  <a:pos x="1045" y="973"/>
                </a:cxn>
                <a:cxn ang="0">
                  <a:pos x="1019" y="1071"/>
                </a:cxn>
                <a:cxn ang="0">
                  <a:pos x="987" y="1164"/>
                </a:cxn>
                <a:cxn ang="0">
                  <a:pos x="959" y="1231"/>
                </a:cxn>
                <a:cxn ang="0">
                  <a:pos x="935" y="1252"/>
                </a:cxn>
                <a:cxn ang="0">
                  <a:pos x="875" y="1259"/>
                </a:cxn>
                <a:cxn ang="0">
                  <a:pos x="775" y="1257"/>
                </a:cxn>
                <a:cxn ang="0">
                  <a:pos x="644" y="1255"/>
                </a:cxn>
                <a:cxn ang="0">
                  <a:pos x="507" y="1252"/>
                </a:cxn>
                <a:cxn ang="0">
                  <a:pos x="384" y="1250"/>
                </a:cxn>
                <a:cxn ang="0">
                  <a:pos x="251" y="1248"/>
                </a:cxn>
                <a:cxn ang="0">
                  <a:pos x="156" y="1250"/>
                </a:cxn>
                <a:cxn ang="0">
                  <a:pos x="65" y="1252"/>
                </a:cxn>
                <a:cxn ang="0">
                  <a:pos x="7" y="1255"/>
                </a:cxn>
                <a:cxn ang="0">
                  <a:pos x="2" y="1231"/>
                </a:cxn>
                <a:cxn ang="0">
                  <a:pos x="2" y="1204"/>
                </a:cxn>
                <a:cxn ang="0">
                  <a:pos x="49" y="1192"/>
                </a:cxn>
                <a:cxn ang="0">
                  <a:pos x="111" y="1185"/>
                </a:cxn>
                <a:cxn ang="0">
                  <a:pos x="170" y="1166"/>
                </a:cxn>
                <a:cxn ang="0">
                  <a:pos x="198" y="1127"/>
                </a:cxn>
                <a:cxn ang="0">
                  <a:pos x="205" y="1062"/>
                </a:cxn>
                <a:cxn ang="0">
                  <a:pos x="207" y="952"/>
                </a:cxn>
                <a:cxn ang="0">
                  <a:pos x="212" y="787"/>
                </a:cxn>
                <a:cxn ang="0">
                  <a:pos x="209" y="268"/>
                </a:cxn>
                <a:cxn ang="0">
                  <a:pos x="207" y="194"/>
                </a:cxn>
                <a:cxn ang="0">
                  <a:pos x="200" y="119"/>
                </a:cxn>
                <a:cxn ang="0">
                  <a:pos x="170" y="84"/>
                </a:cxn>
                <a:cxn ang="0">
                  <a:pos x="118" y="70"/>
                </a:cxn>
                <a:cxn ang="0">
                  <a:pos x="60" y="61"/>
                </a:cxn>
                <a:cxn ang="0">
                  <a:pos x="28" y="47"/>
                </a:cxn>
                <a:cxn ang="0">
                  <a:pos x="30" y="12"/>
                </a:cxn>
              </a:cxnLst>
              <a:rect l="0" t="0" r="r" b="b"/>
              <a:pathLst>
                <a:path w="1063" h="1259">
                  <a:moveTo>
                    <a:pt x="37" y="0"/>
                  </a:moveTo>
                  <a:lnTo>
                    <a:pt x="74" y="0"/>
                  </a:lnTo>
                  <a:lnTo>
                    <a:pt x="114" y="3"/>
                  </a:lnTo>
                  <a:lnTo>
                    <a:pt x="165" y="5"/>
                  </a:lnTo>
                  <a:lnTo>
                    <a:pt x="223" y="7"/>
                  </a:lnTo>
                  <a:lnTo>
                    <a:pt x="370" y="7"/>
                  </a:lnTo>
                  <a:lnTo>
                    <a:pt x="430" y="5"/>
                  </a:lnTo>
                  <a:lnTo>
                    <a:pt x="479" y="3"/>
                  </a:lnTo>
                  <a:lnTo>
                    <a:pt x="516" y="0"/>
                  </a:lnTo>
                  <a:lnTo>
                    <a:pt x="547" y="0"/>
                  </a:lnTo>
                  <a:lnTo>
                    <a:pt x="551" y="12"/>
                  </a:lnTo>
                  <a:lnTo>
                    <a:pt x="554" y="31"/>
                  </a:lnTo>
                  <a:lnTo>
                    <a:pt x="551" y="47"/>
                  </a:lnTo>
                  <a:lnTo>
                    <a:pt x="547" y="59"/>
                  </a:lnTo>
                  <a:lnTo>
                    <a:pt x="512" y="63"/>
                  </a:lnTo>
                  <a:lnTo>
                    <a:pt x="486" y="68"/>
                  </a:lnTo>
                  <a:lnTo>
                    <a:pt x="463" y="70"/>
                  </a:lnTo>
                  <a:lnTo>
                    <a:pt x="444" y="75"/>
                  </a:lnTo>
                  <a:lnTo>
                    <a:pt x="421" y="84"/>
                  </a:lnTo>
                  <a:lnTo>
                    <a:pt x="405" y="98"/>
                  </a:lnTo>
                  <a:lnTo>
                    <a:pt x="395" y="114"/>
                  </a:lnTo>
                  <a:lnTo>
                    <a:pt x="391" y="133"/>
                  </a:lnTo>
                  <a:lnTo>
                    <a:pt x="388" y="156"/>
                  </a:lnTo>
                  <a:lnTo>
                    <a:pt x="386" y="200"/>
                  </a:lnTo>
                  <a:lnTo>
                    <a:pt x="386" y="259"/>
                  </a:lnTo>
                  <a:lnTo>
                    <a:pt x="384" y="331"/>
                  </a:lnTo>
                  <a:lnTo>
                    <a:pt x="384" y="410"/>
                  </a:lnTo>
                  <a:lnTo>
                    <a:pt x="381" y="498"/>
                  </a:lnTo>
                  <a:lnTo>
                    <a:pt x="381" y="906"/>
                  </a:lnTo>
                  <a:lnTo>
                    <a:pt x="384" y="982"/>
                  </a:lnTo>
                  <a:lnTo>
                    <a:pt x="386" y="1048"/>
                  </a:lnTo>
                  <a:lnTo>
                    <a:pt x="388" y="1096"/>
                  </a:lnTo>
                  <a:lnTo>
                    <a:pt x="393" y="1120"/>
                  </a:lnTo>
                  <a:lnTo>
                    <a:pt x="405" y="1136"/>
                  </a:lnTo>
                  <a:lnTo>
                    <a:pt x="416" y="1148"/>
                  </a:lnTo>
                  <a:lnTo>
                    <a:pt x="428" y="1155"/>
                  </a:lnTo>
                  <a:lnTo>
                    <a:pt x="454" y="1159"/>
                  </a:lnTo>
                  <a:lnTo>
                    <a:pt x="489" y="1164"/>
                  </a:lnTo>
                  <a:lnTo>
                    <a:pt x="533" y="1166"/>
                  </a:lnTo>
                  <a:lnTo>
                    <a:pt x="582" y="1169"/>
                  </a:lnTo>
                  <a:lnTo>
                    <a:pt x="633" y="1171"/>
                  </a:lnTo>
                  <a:lnTo>
                    <a:pt x="763" y="1171"/>
                  </a:lnTo>
                  <a:lnTo>
                    <a:pt x="789" y="1169"/>
                  </a:lnTo>
                  <a:lnTo>
                    <a:pt x="812" y="1159"/>
                  </a:lnTo>
                  <a:lnTo>
                    <a:pt x="835" y="1148"/>
                  </a:lnTo>
                  <a:lnTo>
                    <a:pt x="861" y="1124"/>
                  </a:lnTo>
                  <a:lnTo>
                    <a:pt x="884" y="1094"/>
                  </a:lnTo>
                  <a:lnTo>
                    <a:pt x="907" y="1062"/>
                  </a:lnTo>
                  <a:lnTo>
                    <a:pt x="931" y="1020"/>
                  </a:lnTo>
                  <a:lnTo>
                    <a:pt x="956" y="973"/>
                  </a:lnTo>
                  <a:lnTo>
                    <a:pt x="980" y="924"/>
                  </a:lnTo>
                  <a:lnTo>
                    <a:pt x="1003" y="873"/>
                  </a:lnTo>
                  <a:lnTo>
                    <a:pt x="1017" y="873"/>
                  </a:lnTo>
                  <a:lnTo>
                    <a:pt x="1035" y="878"/>
                  </a:lnTo>
                  <a:lnTo>
                    <a:pt x="1052" y="887"/>
                  </a:lnTo>
                  <a:lnTo>
                    <a:pt x="1063" y="896"/>
                  </a:lnTo>
                  <a:lnTo>
                    <a:pt x="1056" y="931"/>
                  </a:lnTo>
                  <a:lnTo>
                    <a:pt x="1045" y="973"/>
                  </a:lnTo>
                  <a:lnTo>
                    <a:pt x="1033" y="1020"/>
                  </a:lnTo>
                  <a:lnTo>
                    <a:pt x="1019" y="1071"/>
                  </a:lnTo>
                  <a:lnTo>
                    <a:pt x="1003" y="1120"/>
                  </a:lnTo>
                  <a:lnTo>
                    <a:pt x="987" y="1164"/>
                  </a:lnTo>
                  <a:lnTo>
                    <a:pt x="973" y="1204"/>
                  </a:lnTo>
                  <a:lnTo>
                    <a:pt x="959" y="1231"/>
                  </a:lnTo>
                  <a:lnTo>
                    <a:pt x="949" y="1243"/>
                  </a:lnTo>
                  <a:lnTo>
                    <a:pt x="935" y="1252"/>
                  </a:lnTo>
                  <a:lnTo>
                    <a:pt x="910" y="1257"/>
                  </a:lnTo>
                  <a:lnTo>
                    <a:pt x="875" y="1259"/>
                  </a:lnTo>
                  <a:lnTo>
                    <a:pt x="831" y="1259"/>
                  </a:lnTo>
                  <a:lnTo>
                    <a:pt x="775" y="1257"/>
                  </a:lnTo>
                  <a:lnTo>
                    <a:pt x="712" y="1257"/>
                  </a:lnTo>
                  <a:lnTo>
                    <a:pt x="644" y="1255"/>
                  </a:lnTo>
                  <a:lnTo>
                    <a:pt x="575" y="1255"/>
                  </a:lnTo>
                  <a:lnTo>
                    <a:pt x="507" y="1252"/>
                  </a:lnTo>
                  <a:lnTo>
                    <a:pt x="442" y="1250"/>
                  </a:lnTo>
                  <a:lnTo>
                    <a:pt x="384" y="1250"/>
                  </a:lnTo>
                  <a:lnTo>
                    <a:pt x="333" y="1248"/>
                  </a:lnTo>
                  <a:lnTo>
                    <a:pt x="251" y="1248"/>
                  </a:lnTo>
                  <a:lnTo>
                    <a:pt x="205" y="1250"/>
                  </a:lnTo>
                  <a:lnTo>
                    <a:pt x="156" y="1250"/>
                  </a:lnTo>
                  <a:lnTo>
                    <a:pt x="107" y="1252"/>
                  </a:lnTo>
                  <a:lnTo>
                    <a:pt x="65" y="1252"/>
                  </a:lnTo>
                  <a:lnTo>
                    <a:pt x="30" y="1255"/>
                  </a:lnTo>
                  <a:lnTo>
                    <a:pt x="7" y="1255"/>
                  </a:lnTo>
                  <a:lnTo>
                    <a:pt x="2" y="1245"/>
                  </a:lnTo>
                  <a:lnTo>
                    <a:pt x="2" y="1231"/>
                  </a:lnTo>
                  <a:lnTo>
                    <a:pt x="0" y="1218"/>
                  </a:lnTo>
                  <a:lnTo>
                    <a:pt x="2" y="1204"/>
                  </a:lnTo>
                  <a:lnTo>
                    <a:pt x="7" y="1197"/>
                  </a:lnTo>
                  <a:lnTo>
                    <a:pt x="49" y="1192"/>
                  </a:lnTo>
                  <a:lnTo>
                    <a:pt x="81" y="1187"/>
                  </a:lnTo>
                  <a:lnTo>
                    <a:pt x="111" y="1185"/>
                  </a:lnTo>
                  <a:lnTo>
                    <a:pt x="139" y="1178"/>
                  </a:lnTo>
                  <a:lnTo>
                    <a:pt x="170" y="1166"/>
                  </a:lnTo>
                  <a:lnTo>
                    <a:pt x="188" y="1150"/>
                  </a:lnTo>
                  <a:lnTo>
                    <a:pt x="198" y="1127"/>
                  </a:lnTo>
                  <a:lnTo>
                    <a:pt x="202" y="1094"/>
                  </a:lnTo>
                  <a:lnTo>
                    <a:pt x="205" y="1062"/>
                  </a:lnTo>
                  <a:lnTo>
                    <a:pt x="207" y="1015"/>
                  </a:lnTo>
                  <a:lnTo>
                    <a:pt x="207" y="952"/>
                  </a:lnTo>
                  <a:lnTo>
                    <a:pt x="209" y="875"/>
                  </a:lnTo>
                  <a:lnTo>
                    <a:pt x="212" y="787"/>
                  </a:lnTo>
                  <a:lnTo>
                    <a:pt x="212" y="326"/>
                  </a:lnTo>
                  <a:lnTo>
                    <a:pt x="209" y="268"/>
                  </a:lnTo>
                  <a:lnTo>
                    <a:pt x="209" y="226"/>
                  </a:lnTo>
                  <a:lnTo>
                    <a:pt x="207" y="194"/>
                  </a:lnTo>
                  <a:lnTo>
                    <a:pt x="205" y="149"/>
                  </a:lnTo>
                  <a:lnTo>
                    <a:pt x="200" y="119"/>
                  </a:lnTo>
                  <a:lnTo>
                    <a:pt x="188" y="98"/>
                  </a:lnTo>
                  <a:lnTo>
                    <a:pt x="170" y="84"/>
                  </a:lnTo>
                  <a:lnTo>
                    <a:pt x="142" y="75"/>
                  </a:lnTo>
                  <a:lnTo>
                    <a:pt x="118" y="70"/>
                  </a:lnTo>
                  <a:lnTo>
                    <a:pt x="91" y="66"/>
                  </a:lnTo>
                  <a:lnTo>
                    <a:pt x="60" y="61"/>
                  </a:lnTo>
                  <a:lnTo>
                    <a:pt x="32" y="59"/>
                  </a:lnTo>
                  <a:lnTo>
                    <a:pt x="28" y="47"/>
                  </a:lnTo>
                  <a:lnTo>
                    <a:pt x="28" y="28"/>
                  </a:lnTo>
                  <a:lnTo>
                    <a:pt x="30" y="12"/>
                  </a:lnTo>
                  <a:lnTo>
                    <a:pt x="37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323610" name="Freeform 26"/>
            <p:cNvSpPr>
              <a:spLocks/>
            </p:cNvSpPr>
            <p:nvPr userDrawn="1"/>
          </p:nvSpPr>
          <p:spPr bwMode="auto">
            <a:xfrm>
              <a:off x="3028" y="3627"/>
              <a:ext cx="256" cy="303"/>
            </a:xfrm>
            <a:custGeom>
              <a:avLst/>
              <a:gdLst/>
              <a:ahLst/>
              <a:cxnLst>
                <a:cxn ang="0">
                  <a:pos x="74" y="0"/>
                </a:cxn>
                <a:cxn ang="0">
                  <a:pos x="165" y="5"/>
                </a:cxn>
                <a:cxn ang="0">
                  <a:pos x="370" y="7"/>
                </a:cxn>
                <a:cxn ang="0">
                  <a:pos x="479" y="3"/>
                </a:cxn>
                <a:cxn ang="0">
                  <a:pos x="544" y="0"/>
                </a:cxn>
                <a:cxn ang="0">
                  <a:pos x="553" y="31"/>
                </a:cxn>
                <a:cxn ang="0">
                  <a:pos x="544" y="59"/>
                </a:cxn>
                <a:cxn ang="0">
                  <a:pos x="470" y="70"/>
                </a:cxn>
                <a:cxn ang="0">
                  <a:pos x="418" y="84"/>
                </a:cxn>
                <a:cxn ang="0">
                  <a:pos x="393" y="114"/>
                </a:cxn>
                <a:cxn ang="0">
                  <a:pos x="388" y="156"/>
                </a:cxn>
                <a:cxn ang="0">
                  <a:pos x="386" y="259"/>
                </a:cxn>
                <a:cxn ang="0">
                  <a:pos x="384" y="410"/>
                </a:cxn>
                <a:cxn ang="0">
                  <a:pos x="381" y="906"/>
                </a:cxn>
                <a:cxn ang="0">
                  <a:pos x="386" y="1048"/>
                </a:cxn>
                <a:cxn ang="0">
                  <a:pos x="393" y="1120"/>
                </a:cxn>
                <a:cxn ang="0">
                  <a:pos x="416" y="1148"/>
                </a:cxn>
                <a:cxn ang="0">
                  <a:pos x="451" y="1159"/>
                </a:cxn>
                <a:cxn ang="0">
                  <a:pos x="533" y="1166"/>
                </a:cxn>
                <a:cxn ang="0">
                  <a:pos x="763" y="1171"/>
                </a:cxn>
                <a:cxn ang="0">
                  <a:pos x="823" y="1155"/>
                </a:cxn>
                <a:cxn ang="0">
                  <a:pos x="882" y="1094"/>
                </a:cxn>
                <a:cxn ang="0">
                  <a:pos x="931" y="1020"/>
                </a:cxn>
                <a:cxn ang="0">
                  <a:pos x="979" y="924"/>
                </a:cxn>
                <a:cxn ang="0">
                  <a:pos x="1017" y="873"/>
                </a:cxn>
                <a:cxn ang="0">
                  <a:pos x="1052" y="887"/>
                </a:cxn>
                <a:cxn ang="0">
                  <a:pos x="1054" y="931"/>
                </a:cxn>
                <a:cxn ang="0">
                  <a:pos x="1031" y="1020"/>
                </a:cxn>
                <a:cxn ang="0">
                  <a:pos x="1000" y="1120"/>
                </a:cxn>
                <a:cxn ang="0">
                  <a:pos x="970" y="1204"/>
                </a:cxn>
                <a:cxn ang="0">
                  <a:pos x="949" y="1243"/>
                </a:cxn>
                <a:cxn ang="0">
                  <a:pos x="910" y="1257"/>
                </a:cxn>
                <a:cxn ang="0">
                  <a:pos x="830" y="1259"/>
                </a:cxn>
                <a:cxn ang="0">
                  <a:pos x="712" y="1257"/>
                </a:cxn>
                <a:cxn ang="0">
                  <a:pos x="574" y="1255"/>
                </a:cxn>
                <a:cxn ang="0">
                  <a:pos x="442" y="1250"/>
                </a:cxn>
                <a:cxn ang="0">
                  <a:pos x="332" y="1248"/>
                </a:cxn>
                <a:cxn ang="0">
                  <a:pos x="202" y="1250"/>
                </a:cxn>
                <a:cxn ang="0">
                  <a:pos x="107" y="1252"/>
                </a:cxn>
                <a:cxn ang="0">
                  <a:pos x="30" y="1255"/>
                </a:cxn>
                <a:cxn ang="0">
                  <a:pos x="2" y="1245"/>
                </a:cxn>
                <a:cxn ang="0">
                  <a:pos x="0" y="1218"/>
                </a:cxn>
                <a:cxn ang="0">
                  <a:pos x="7" y="1197"/>
                </a:cxn>
                <a:cxn ang="0">
                  <a:pos x="81" y="1187"/>
                </a:cxn>
                <a:cxn ang="0">
                  <a:pos x="139" y="1178"/>
                </a:cxn>
                <a:cxn ang="0">
                  <a:pos x="186" y="1150"/>
                </a:cxn>
                <a:cxn ang="0">
                  <a:pos x="202" y="1094"/>
                </a:cxn>
                <a:cxn ang="0">
                  <a:pos x="204" y="1015"/>
                </a:cxn>
                <a:cxn ang="0">
                  <a:pos x="207" y="875"/>
                </a:cxn>
                <a:cxn ang="0">
                  <a:pos x="209" y="268"/>
                </a:cxn>
                <a:cxn ang="0">
                  <a:pos x="207" y="194"/>
                </a:cxn>
                <a:cxn ang="0">
                  <a:pos x="197" y="119"/>
                </a:cxn>
                <a:cxn ang="0">
                  <a:pos x="169" y="84"/>
                </a:cxn>
                <a:cxn ang="0">
                  <a:pos x="118" y="70"/>
                </a:cxn>
                <a:cxn ang="0">
                  <a:pos x="60" y="61"/>
                </a:cxn>
                <a:cxn ang="0">
                  <a:pos x="27" y="47"/>
                </a:cxn>
                <a:cxn ang="0">
                  <a:pos x="30" y="12"/>
                </a:cxn>
              </a:cxnLst>
              <a:rect l="0" t="0" r="r" b="b"/>
              <a:pathLst>
                <a:path w="1061" h="1259">
                  <a:moveTo>
                    <a:pt x="37" y="0"/>
                  </a:moveTo>
                  <a:lnTo>
                    <a:pt x="74" y="0"/>
                  </a:lnTo>
                  <a:lnTo>
                    <a:pt x="114" y="3"/>
                  </a:lnTo>
                  <a:lnTo>
                    <a:pt x="165" y="5"/>
                  </a:lnTo>
                  <a:lnTo>
                    <a:pt x="223" y="7"/>
                  </a:lnTo>
                  <a:lnTo>
                    <a:pt x="370" y="7"/>
                  </a:lnTo>
                  <a:lnTo>
                    <a:pt x="430" y="5"/>
                  </a:lnTo>
                  <a:lnTo>
                    <a:pt x="479" y="3"/>
                  </a:lnTo>
                  <a:lnTo>
                    <a:pt x="516" y="0"/>
                  </a:lnTo>
                  <a:lnTo>
                    <a:pt x="544" y="0"/>
                  </a:lnTo>
                  <a:lnTo>
                    <a:pt x="551" y="12"/>
                  </a:lnTo>
                  <a:lnTo>
                    <a:pt x="553" y="31"/>
                  </a:lnTo>
                  <a:lnTo>
                    <a:pt x="551" y="47"/>
                  </a:lnTo>
                  <a:lnTo>
                    <a:pt x="544" y="59"/>
                  </a:lnTo>
                  <a:lnTo>
                    <a:pt x="502" y="63"/>
                  </a:lnTo>
                  <a:lnTo>
                    <a:pt x="470" y="70"/>
                  </a:lnTo>
                  <a:lnTo>
                    <a:pt x="442" y="75"/>
                  </a:lnTo>
                  <a:lnTo>
                    <a:pt x="418" y="84"/>
                  </a:lnTo>
                  <a:lnTo>
                    <a:pt x="402" y="98"/>
                  </a:lnTo>
                  <a:lnTo>
                    <a:pt x="393" y="114"/>
                  </a:lnTo>
                  <a:lnTo>
                    <a:pt x="391" y="133"/>
                  </a:lnTo>
                  <a:lnTo>
                    <a:pt x="388" y="156"/>
                  </a:lnTo>
                  <a:lnTo>
                    <a:pt x="386" y="200"/>
                  </a:lnTo>
                  <a:lnTo>
                    <a:pt x="386" y="259"/>
                  </a:lnTo>
                  <a:lnTo>
                    <a:pt x="384" y="331"/>
                  </a:lnTo>
                  <a:lnTo>
                    <a:pt x="384" y="410"/>
                  </a:lnTo>
                  <a:lnTo>
                    <a:pt x="381" y="498"/>
                  </a:lnTo>
                  <a:lnTo>
                    <a:pt x="381" y="906"/>
                  </a:lnTo>
                  <a:lnTo>
                    <a:pt x="384" y="982"/>
                  </a:lnTo>
                  <a:lnTo>
                    <a:pt x="386" y="1048"/>
                  </a:lnTo>
                  <a:lnTo>
                    <a:pt x="388" y="1096"/>
                  </a:lnTo>
                  <a:lnTo>
                    <a:pt x="393" y="1120"/>
                  </a:lnTo>
                  <a:lnTo>
                    <a:pt x="405" y="1136"/>
                  </a:lnTo>
                  <a:lnTo>
                    <a:pt x="416" y="1148"/>
                  </a:lnTo>
                  <a:lnTo>
                    <a:pt x="425" y="1155"/>
                  </a:lnTo>
                  <a:lnTo>
                    <a:pt x="451" y="1159"/>
                  </a:lnTo>
                  <a:lnTo>
                    <a:pt x="488" y="1164"/>
                  </a:lnTo>
                  <a:lnTo>
                    <a:pt x="533" y="1166"/>
                  </a:lnTo>
                  <a:lnTo>
                    <a:pt x="630" y="1171"/>
                  </a:lnTo>
                  <a:lnTo>
                    <a:pt x="763" y="1171"/>
                  </a:lnTo>
                  <a:lnTo>
                    <a:pt x="793" y="1166"/>
                  </a:lnTo>
                  <a:lnTo>
                    <a:pt x="823" y="1155"/>
                  </a:lnTo>
                  <a:lnTo>
                    <a:pt x="851" y="1131"/>
                  </a:lnTo>
                  <a:lnTo>
                    <a:pt x="882" y="1094"/>
                  </a:lnTo>
                  <a:lnTo>
                    <a:pt x="905" y="1062"/>
                  </a:lnTo>
                  <a:lnTo>
                    <a:pt x="931" y="1020"/>
                  </a:lnTo>
                  <a:lnTo>
                    <a:pt x="956" y="973"/>
                  </a:lnTo>
                  <a:lnTo>
                    <a:pt x="979" y="924"/>
                  </a:lnTo>
                  <a:lnTo>
                    <a:pt x="1000" y="873"/>
                  </a:lnTo>
                  <a:lnTo>
                    <a:pt x="1017" y="873"/>
                  </a:lnTo>
                  <a:lnTo>
                    <a:pt x="1035" y="878"/>
                  </a:lnTo>
                  <a:lnTo>
                    <a:pt x="1052" y="887"/>
                  </a:lnTo>
                  <a:lnTo>
                    <a:pt x="1061" y="896"/>
                  </a:lnTo>
                  <a:lnTo>
                    <a:pt x="1054" y="931"/>
                  </a:lnTo>
                  <a:lnTo>
                    <a:pt x="1045" y="973"/>
                  </a:lnTo>
                  <a:lnTo>
                    <a:pt x="1031" y="1020"/>
                  </a:lnTo>
                  <a:lnTo>
                    <a:pt x="1017" y="1071"/>
                  </a:lnTo>
                  <a:lnTo>
                    <a:pt x="1000" y="1120"/>
                  </a:lnTo>
                  <a:lnTo>
                    <a:pt x="986" y="1164"/>
                  </a:lnTo>
                  <a:lnTo>
                    <a:pt x="970" y="1204"/>
                  </a:lnTo>
                  <a:lnTo>
                    <a:pt x="956" y="1231"/>
                  </a:lnTo>
                  <a:lnTo>
                    <a:pt x="949" y="1243"/>
                  </a:lnTo>
                  <a:lnTo>
                    <a:pt x="933" y="1252"/>
                  </a:lnTo>
                  <a:lnTo>
                    <a:pt x="910" y="1257"/>
                  </a:lnTo>
                  <a:lnTo>
                    <a:pt x="875" y="1259"/>
                  </a:lnTo>
                  <a:lnTo>
                    <a:pt x="830" y="1259"/>
                  </a:lnTo>
                  <a:lnTo>
                    <a:pt x="775" y="1257"/>
                  </a:lnTo>
                  <a:lnTo>
                    <a:pt x="712" y="1257"/>
                  </a:lnTo>
                  <a:lnTo>
                    <a:pt x="644" y="1255"/>
                  </a:lnTo>
                  <a:lnTo>
                    <a:pt x="574" y="1255"/>
                  </a:lnTo>
                  <a:lnTo>
                    <a:pt x="507" y="1252"/>
                  </a:lnTo>
                  <a:lnTo>
                    <a:pt x="442" y="1250"/>
                  </a:lnTo>
                  <a:lnTo>
                    <a:pt x="381" y="1250"/>
                  </a:lnTo>
                  <a:lnTo>
                    <a:pt x="332" y="1248"/>
                  </a:lnTo>
                  <a:lnTo>
                    <a:pt x="251" y="1248"/>
                  </a:lnTo>
                  <a:lnTo>
                    <a:pt x="202" y="1250"/>
                  </a:lnTo>
                  <a:lnTo>
                    <a:pt x="153" y="1250"/>
                  </a:lnTo>
                  <a:lnTo>
                    <a:pt x="107" y="1252"/>
                  </a:lnTo>
                  <a:lnTo>
                    <a:pt x="65" y="1252"/>
                  </a:lnTo>
                  <a:lnTo>
                    <a:pt x="30" y="1255"/>
                  </a:lnTo>
                  <a:lnTo>
                    <a:pt x="7" y="1255"/>
                  </a:lnTo>
                  <a:lnTo>
                    <a:pt x="2" y="1245"/>
                  </a:lnTo>
                  <a:lnTo>
                    <a:pt x="0" y="1231"/>
                  </a:lnTo>
                  <a:lnTo>
                    <a:pt x="0" y="1218"/>
                  </a:lnTo>
                  <a:lnTo>
                    <a:pt x="2" y="1204"/>
                  </a:lnTo>
                  <a:lnTo>
                    <a:pt x="7" y="1197"/>
                  </a:lnTo>
                  <a:lnTo>
                    <a:pt x="48" y="1192"/>
                  </a:lnTo>
                  <a:lnTo>
                    <a:pt x="81" y="1187"/>
                  </a:lnTo>
                  <a:lnTo>
                    <a:pt x="111" y="1185"/>
                  </a:lnTo>
                  <a:lnTo>
                    <a:pt x="139" y="1178"/>
                  </a:lnTo>
                  <a:lnTo>
                    <a:pt x="167" y="1166"/>
                  </a:lnTo>
                  <a:lnTo>
                    <a:pt x="186" y="1150"/>
                  </a:lnTo>
                  <a:lnTo>
                    <a:pt x="197" y="1127"/>
                  </a:lnTo>
                  <a:lnTo>
                    <a:pt x="202" y="1094"/>
                  </a:lnTo>
                  <a:lnTo>
                    <a:pt x="204" y="1062"/>
                  </a:lnTo>
                  <a:lnTo>
                    <a:pt x="204" y="1015"/>
                  </a:lnTo>
                  <a:lnTo>
                    <a:pt x="207" y="952"/>
                  </a:lnTo>
                  <a:lnTo>
                    <a:pt x="207" y="875"/>
                  </a:lnTo>
                  <a:lnTo>
                    <a:pt x="209" y="787"/>
                  </a:lnTo>
                  <a:lnTo>
                    <a:pt x="209" y="268"/>
                  </a:lnTo>
                  <a:lnTo>
                    <a:pt x="207" y="226"/>
                  </a:lnTo>
                  <a:lnTo>
                    <a:pt x="207" y="194"/>
                  </a:lnTo>
                  <a:lnTo>
                    <a:pt x="204" y="149"/>
                  </a:lnTo>
                  <a:lnTo>
                    <a:pt x="197" y="119"/>
                  </a:lnTo>
                  <a:lnTo>
                    <a:pt x="188" y="98"/>
                  </a:lnTo>
                  <a:lnTo>
                    <a:pt x="169" y="84"/>
                  </a:lnTo>
                  <a:lnTo>
                    <a:pt x="142" y="75"/>
                  </a:lnTo>
                  <a:lnTo>
                    <a:pt x="118" y="70"/>
                  </a:lnTo>
                  <a:lnTo>
                    <a:pt x="90" y="66"/>
                  </a:lnTo>
                  <a:lnTo>
                    <a:pt x="60" y="61"/>
                  </a:lnTo>
                  <a:lnTo>
                    <a:pt x="30" y="59"/>
                  </a:lnTo>
                  <a:lnTo>
                    <a:pt x="27" y="47"/>
                  </a:lnTo>
                  <a:lnTo>
                    <a:pt x="27" y="28"/>
                  </a:lnTo>
                  <a:lnTo>
                    <a:pt x="30" y="12"/>
                  </a:lnTo>
                  <a:lnTo>
                    <a:pt x="37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323611" name="Freeform 27"/>
            <p:cNvSpPr>
              <a:spLocks noEditPoints="1"/>
            </p:cNvSpPr>
            <p:nvPr userDrawn="1"/>
          </p:nvSpPr>
          <p:spPr bwMode="auto">
            <a:xfrm>
              <a:off x="3300" y="3620"/>
              <a:ext cx="309" cy="316"/>
            </a:xfrm>
            <a:custGeom>
              <a:avLst/>
              <a:gdLst/>
              <a:ahLst/>
              <a:cxnLst>
                <a:cxn ang="0">
                  <a:pos x="528" y="86"/>
                </a:cxn>
                <a:cxn ang="0">
                  <a:pos x="414" y="126"/>
                </a:cxn>
                <a:cxn ang="0">
                  <a:pos x="318" y="207"/>
                </a:cxn>
                <a:cxn ang="0">
                  <a:pos x="251" y="319"/>
                </a:cxn>
                <a:cxn ang="0">
                  <a:pos x="211" y="452"/>
                </a:cxn>
                <a:cxn ang="0">
                  <a:pos x="197" y="601"/>
                </a:cxn>
                <a:cxn ang="0">
                  <a:pos x="209" y="742"/>
                </a:cxn>
                <a:cxn ang="0">
                  <a:pos x="246" y="882"/>
                </a:cxn>
                <a:cxn ang="0">
                  <a:pos x="309" y="1008"/>
                </a:cxn>
                <a:cxn ang="0">
                  <a:pos x="398" y="1115"/>
                </a:cxn>
                <a:cxn ang="0">
                  <a:pos x="509" y="1187"/>
                </a:cxn>
                <a:cxn ang="0">
                  <a:pos x="635" y="1222"/>
                </a:cxn>
                <a:cxn ang="0">
                  <a:pos x="768" y="1222"/>
                </a:cxn>
                <a:cxn ang="0">
                  <a:pos x="879" y="1185"/>
                </a:cxn>
                <a:cxn ang="0">
                  <a:pos x="972" y="1108"/>
                </a:cxn>
                <a:cxn ang="0">
                  <a:pos x="1042" y="992"/>
                </a:cxn>
                <a:cxn ang="0">
                  <a:pos x="1080" y="854"/>
                </a:cxn>
                <a:cxn ang="0">
                  <a:pos x="1091" y="701"/>
                </a:cxn>
                <a:cxn ang="0">
                  <a:pos x="1077" y="540"/>
                </a:cxn>
                <a:cxn ang="0">
                  <a:pos x="1035" y="391"/>
                </a:cxn>
                <a:cxn ang="0">
                  <a:pos x="963" y="263"/>
                </a:cxn>
                <a:cxn ang="0">
                  <a:pos x="861" y="163"/>
                </a:cxn>
                <a:cxn ang="0">
                  <a:pos x="740" y="102"/>
                </a:cxn>
                <a:cxn ang="0">
                  <a:pos x="595" y="82"/>
                </a:cxn>
                <a:cxn ang="0">
                  <a:pos x="754" y="5"/>
                </a:cxn>
                <a:cxn ang="0">
                  <a:pos x="917" y="44"/>
                </a:cxn>
                <a:cxn ang="0">
                  <a:pos x="1049" y="119"/>
                </a:cxn>
                <a:cxn ang="0">
                  <a:pos x="1152" y="219"/>
                </a:cxn>
                <a:cxn ang="0">
                  <a:pos x="1226" y="342"/>
                </a:cxn>
                <a:cxn ang="0">
                  <a:pos x="1270" y="482"/>
                </a:cxn>
                <a:cxn ang="0">
                  <a:pos x="1284" y="631"/>
                </a:cxn>
                <a:cxn ang="0">
                  <a:pos x="1270" y="794"/>
                </a:cxn>
                <a:cxn ang="0">
                  <a:pos x="1228" y="929"/>
                </a:cxn>
                <a:cxn ang="0">
                  <a:pos x="1161" y="1050"/>
                </a:cxn>
                <a:cxn ang="0">
                  <a:pos x="1054" y="1164"/>
                </a:cxn>
                <a:cxn ang="0">
                  <a:pos x="924" y="1248"/>
                </a:cxn>
                <a:cxn ang="0">
                  <a:pos x="782" y="1299"/>
                </a:cxn>
                <a:cxn ang="0">
                  <a:pos x="630" y="1315"/>
                </a:cxn>
                <a:cxn ang="0">
                  <a:pos x="449" y="1292"/>
                </a:cxn>
                <a:cxn ang="0">
                  <a:pos x="295" y="1229"/>
                </a:cxn>
                <a:cxn ang="0">
                  <a:pos x="174" y="1131"/>
                </a:cxn>
                <a:cxn ang="0">
                  <a:pos x="74" y="987"/>
                </a:cxn>
                <a:cxn ang="0">
                  <a:pos x="18" y="824"/>
                </a:cxn>
                <a:cxn ang="0">
                  <a:pos x="0" y="647"/>
                </a:cxn>
                <a:cxn ang="0">
                  <a:pos x="21" y="477"/>
                </a:cxn>
                <a:cxn ang="0">
                  <a:pos x="81" y="326"/>
                </a:cxn>
                <a:cxn ang="0">
                  <a:pos x="172" y="203"/>
                </a:cxn>
                <a:cxn ang="0">
                  <a:pos x="291" y="109"/>
                </a:cxn>
                <a:cxn ang="0">
                  <a:pos x="430" y="42"/>
                </a:cxn>
                <a:cxn ang="0">
                  <a:pos x="584" y="5"/>
                </a:cxn>
              </a:cxnLst>
              <a:rect l="0" t="0" r="r" b="b"/>
              <a:pathLst>
                <a:path w="1284" h="1315">
                  <a:moveTo>
                    <a:pt x="595" y="82"/>
                  </a:moveTo>
                  <a:lnTo>
                    <a:pt x="528" y="86"/>
                  </a:lnTo>
                  <a:lnTo>
                    <a:pt x="467" y="102"/>
                  </a:lnTo>
                  <a:lnTo>
                    <a:pt x="414" y="126"/>
                  </a:lnTo>
                  <a:lnTo>
                    <a:pt x="363" y="163"/>
                  </a:lnTo>
                  <a:lnTo>
                    <a:pt x="318" y="207"/>
                  </a:lnTo>
                  <a:lnTo>
                    <a:pt x="281" y="258"/>
                  </a:lnTo>
                  <a:lnTo>
                    <a:pt x="251" y="319"/>
                  </a:lnTo>
                  <a:lnTo>
                    <a:pt x="228" y="382"/>
                  </a:lnTo>
                  <a:lnTo>
                    <a:pt x="211" y="452"/>
                  </a:lnTo>
                  <a:lnTo>
                    <a:pt x="200" y="524"/>
                  </a:lnTo>
                  <a:lnTo>
                    <a:pt x="197" y="601"/>
                  </a:lnTo>
                  <a:lnTo>
                    <a:pt x="200" y="673"/>
                  </a:lnTo>
                  <a:lnTo>
                    <a:pt x="209" y="742"/>
                  </a:lnTo>
                  <a:lnTo>
                    <a:pt x="225" y="815"/>
                  </a:lnTo>
                  <a:lnTo>
                    <a:pt x="246" y="882"/>
                  </a:lnTo>
                  <a:lnTo>
                    <a:pt x="274" y="947"/>
                  </a:lnTo>
                  <a:lnTo>
                    <a:pt x="309" y="1008"/>
                  </a:lnTo>
                  <a:lnTo>
                    <a:pt x="349" y="1066"/>
                  </a:lnTo>
                  <a:lnTo>
                    <a:pt x="398" y="1115"/>
                  </a:lnTo>
                  <a:lnTo>
                    <a:pt x="453" y="1157"/>
                  </a:lnTo>
                  <a:lnTo>
                    <a:pt x="509" y="1187"/>
                  </a:lnTo>
                  <a:lnTo>
                    <a:pt x="570" y="1208"/>
                  </a:lnTo>
                  <a:lnTo>
                    <a:pt x="635" y="1222"/>
                  </a:lnTo>
                  <a:lnTo>
                    <a:pt x="707" y="1227"/>
                  </a:lnTo>
                  <a:lnTo>
                    <a:pt x="768" y="1222"/>
                  </a:lnTo>
                  <a:lnTo>
                    <a:pt x="826" y="1208"/>
                  </a:lnTo>
                  <a:lnTo>
                    <a:pt x="879" y="1185"/>
                  </a:lnTo>
                  <a:lnTo>
                    <a:pt x="924" y="1154"/>
                  </a:lnTo>
                  <a:lnTo>
                    <a:pt x="972" y="1108"/>
                  </a:lnTo>
                  <a:lnTo>
                    <a:pt x="1010" y="1054"/>
                  </a:lnTo>
                  <a:lnTo>
                    <a:pt x="1042" y="992"/>
                  </a:lnTo>
                  <a:lnTo>
                    <a:pt x="1063" y="926"/>
                  </a:lnTo>
                  <a:lnTo>
                    <a:pt x="1080" y="854"/>
                  </a:lnTo>
                  <a:lnTo>
                    <a:pt x="1089" y="780"/>
                  </a:lnTo>
                  <a:lnTo>
                    <a:pt x="1091" y="701"/>
                  </a:lnTo>
                  <a:lnTo>
                    <a:pt x="1089" y="619"/>
                  </a:lnTo>
                  <a:lnTo>
                    <a:pt x="1077" y="540"/>
                  </a:lnTo>
                  <a:lnTo>
                    <a:pt x="1061" y="463"/>
                  </a:lnTo>
                  <a:lnTo>
                    <a:pt x="1035" y="391"/>
                  </a:lnTo>
                  <a:lnTo>
                    <a:pt x="1003" y="324"/>
                  </a:lnTo>
                  <a:lnTo>
                    <a:pt x="963" y="263"/>
                  </a:lnTo>
                  <a:lnTo>
                    <a:pt x="917" y="210"/>
                  </a:lnTo>
                  <a:lnTo>
                    <a:pt x="861" y="163"/>
                  </a:lnTo>
                  <a:lnTo>
                    <a:pt x="803" y="128"/>
                  </a:lnTo>
                  <a:lnTo>
                    <a:pt x="740" y="102"/>
                  </a:lnTo>
                  <a:lnTo>
                    <a:pt x="670" y="86"/>
                  </a:lnTo>
                  <a:lnTo>
                    <a:pt x="595" y="82"/>
                  </a:lnTo>
                  <a:close/>
                  <a:moveTo>
                    <a:pt x="663" y="0"/>
                  </a:moveTo>
                  <a:lnTo>
                    <a:pt x="754" y="5"/>
                  </a:lnTo>
                  <a:lnTo>
                    <a:pt x="840" y="21"/>
                  </a:lnTo>
                  <a:lnTo>
                    <a:pt x="917" y="44"/>
                  </a:lnTo>
                  <a:lnTo>
                    <a:pt x="986" y="77"/>
                  </a:lnTo>
                  <a:lnTo>
                    <a:pt x="1049" y="119"/>
                  </a:lnTo>
                  <a:lnTo>
                    <a:pt x="1105" y="165"/>
                  </a:lnTo>
                  <a:lnTo>
                    <a:pt x="1152" y="219"/>
                  </a:lnTo>
                  <a:lnTo>
                    <a:pt x="1194" y="279"/>
                  </a:lnTo>
                  <a:lnTo>
                    <a:pt x="1226" y="342"/>
                  </a:lnTo>
                  <a:lnTo>
                    <a:pt x="1252" y="412"/>
                  </a:lnTo>
                  <a:lnTo>
                    <a:pt x="1270" y="482"/>
                  </a:lnTo>
                  <a:lnTo>
                    <a:pt x="1280" y="556"/>
                  </a:lnTo>
                  <a:lnTo>
                    <a:pt x="1284" y="631"/>
                  </a:lnTo>
                  <a:lnTo>
                    <a:pt x="1282" y="715"/>
                  </a:lnTo>
                  <a:lnTo>
                    <a:pt x="1270" y="794"/>
                  </a:lnTo>
                  <a:lnTo>
                    <a:pt x="1254" y="864"/>
                  </a:lnTo>
                  <a:lnTo>
                    <a:pt x="1228" y="929"/>
                  </a:lnTo>
                  <a:lnTo>
                    <a:pt x="1198" y="992"/>
                  </a:lnTo>
                  <a:lnTo>
                    <a:pt x="1161" y="1050"/>
                  </a:lnTo>
                  <a:lnTo>
                    <a:pt x="1110" y="1110"/>
                  </a:lnTo>
                  <a:lnTo>
                    <a:pt x="1054" y="1164"/>
                  </a:lnTo>
                  <a:lnTo>
                    <a:pt x="991" y="1210"/>
                  </a:lnTo>
                  <a:lnTo>
                    <a:pt x="924" y="1248"/>
                  </a:lnTo>
                  <a:lnTo>
                    <a:pt x="854" y="1278"/>
                  </a:lnTo>
                  <a:lnTo>
                    <a:pt x="782" y="1299"/>
                  </a:lnTo>
                  <a:lnTo>
                    <a:pt x="707" y="1310"/>
                  </a:lnTo>
                  <a:lnTo>
                    <a:pt x="630" y="1315"/>
                  </a:lnTo>
                  <a:lnTo>
                    <a:pt x="537" y="1310"/>
                  </a:lnTo>
                  <a:lnTo>
                    <a:pt x="449" y="1292"/>
                  </a:lnTo>
                  <a:lnTo>
                    <a:pt x="370" y="1266"/>
                  </a:lnTo>
                  <a:lnTo>
                    <a:pt x="295" y="1229"/>
                  </a:lnTo>
                  <a:lnTo>
                    <a:pt x="230" y="1185"/>
                  </a:lnTo>
                  <a:lnTo>
                    <a:pt x="174" y="1131"/>
                  </a:lnTo>
                  <a:lnTo>
                    <a:pt x="118" y="1061"/>
                  </a:lnTo>
                  <a:lnTo>
                    <a:pt x="74" y="987"/>
                  </a:lnTo>
                  <a:lnTo>
                    <a:pt x="42" y="908"/>
                  </a:lnTo>
                  <a:lnTo>
                    <a:pt x="18" y="824"/>
                  </a:lnTo>
                  <a:lnTo>
                    <a:pt x="4" y="738"/>
                  </a:lnTo>
                  <a:lnTo>
                    <a:pt x="0" y="647"/>
                  </a:lnTo>
                  <a:lnTo>
                    <a:pt x="4" y="561"/>
                  </a:lnTo>
                  <a:lnTo>
                    <a:pt x="21" y="477"/>
                  </a:lnTo>
                  <a:lnTo>
                    <a:pt x="46" y="398"/>
                  </a:lnTo>
                  <a:lnTo>
                    <a:pt x="81" y="326"/>
                  </a:lnTo>
                  <a:lnTo>
                    <a:pt x="125" y="256"/>
                  </a:lnTo>
                  <a:lnTo>
                    <a:pt x="172" y="203"/>
                  </a:lnTo>
                  <a:lnTo>
                    <a:pt x="228" y="151"/>
                  </a:lnTo>
                  <a:lnTo>
                    <a:pt x="291" y="109"/>
                  </a:lnTo>
                  <a:lnTo>
                    <a:pt x="358" y="72"/>
                  </a:lnTo>
                  <a:lnTo>
                    <a:pt x="430" y="42"/>
                  </a:lnTo>
                  <a:lnTo>
                    <a:pt x="507" y="19"/>
                  </a:lnTo>
                  <a:lnTo>
                    <a:pt x="584" y="5"/>
                  </a:lnTo>
                  <a:lnTo>
                    <a:pt x="663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323612" name="Freeform 28"/>
            <p:cNvSpPr>
              <a:spLocks/>
            </p:cNvSpPr>
            <p:nvPr userDrawn="1"/>
          </p:nvSpPr>
          <p:spPr bwMode="auto">
            <a:xfrm>
              <a:off x="2180" y="2093"/>
              <a:ext cx="1417" cy="1417"/>
            </a:xfrm>
            <a:custGeom>
              <a:avLst/>
              <a:gdLst/>
              <a:ahLst/>
              <a:cxnLst>
                <a:cxn ang="0">
                  <a:pos x="228" y="0"/>
                </a:cxn>
                <a:cxn ang="0">
                  <a:pos x="5665" y="0"/>
                </a:cxn>
                <a:cxn ang="0">
                  <a:pos x="5716" y="7"/>
                </a:cxn>
                <a:cxn ang="0">
                  <a:pos x="5765" y="23"/>
                </a:cxn>
                <a:cxn ang="0">
                  <a:pos x="5807" y="51"/>
                </a:cxn>
                <a:cxn ang="0">
                  <a:pos x="5842" y="86"/>
                </a:cxn>
                <a:cxn ang="0">
                  <a:pos x="5870" y="128"/>
                </a:cxn>
                <a:cxn ang="0">
                  <a:pos x="5886" y="177"/>
                </a:cxn>
                <a:cxn ang="0">
                  <a:pos x="5893" y="228"/>
                </a:cxn>
                <a:cxn ang="0">
                  <a:pos x="5893" y="5662"/>
                </a:cxn>
                <a:cxn ang="0">
                  <a:pos x="5886" y="5716"/>
                </a:cxn>
                <a:cxn ang="0">
                  <a:pos x="5870" y="5765"/>
                </a:cxn>
                <a:cxn ang="0">
                  <a:pos x="5842" y="5807"/>
                </a:cxn>
                <a:cxn ang="0">
                  <a:pos x="5807" y="5841"/>
                </a:cxn>
                <a:cxn ang="0">
                  <a:pos x="5765" y="5869"/>
                </a:cxn>
                <a:cxn ang="0">
                  <a:pos x="5716" y="5886"/>
                </a:cxn>
                <a:cxn ang="0">
                  <a:pos x="5665" y="5893"/>
                </a:cxn>
                <a:cxn ang="0">
                  <a:pos x="228" y="5893"/>
                </a:cxn>
                <a:cxn ang="0">
                  <a:pos x="177" y="5886"/>
                </a:cxn>
                <a:cxn ang="0">
                  <a:pos x="128" y="5869"/>
                </a:cxn>
                <a:cxn ang="0">
                  <a:pos x="86" y="5841"/>
                </a:cxn>
                <a:cxn ang="0">
                  <a:pos x="52" y="5807"/>
                </a:cxn>
                <a:cxn ang="0">
                  <a:pos x="24" y="5765"/>
                </a:cxn>
                <a:cxn ang="0">
                  <a:pos x="7" y="5716"/>
                </a:cxn>
                <a:cxn ang="0">
                  <a:pos x="0" y="5662"/>
                </a:cxn>
                <a:cxn ang="0">
                  <a:pos x="0" y="228"/>
                </a:cxn>
                <a:cxn ang="0">
                  <a:pos x="7" y="177"/>
                </a:cxn>
                <a:cxn ang="0">
                  <a:pos x="24" y="128"/>
                </a:cxn>
                <a:cxn ang="0">
                  <a:pos x="52" y="86"/>
                </a:cxn>
                <a:cxn ang="0">
                  <a:pos x="86" y="51"/>
                </a:cxn>
                <a:cxn ang="0">
                  <a:pos x="128" y="23"/>
                </a:cxn>
                <a:cxn ang="0">
                  <a:pos x="177" y="7"/>
                </a:cxn>
                <a:cxn ang="0">
                  <a:pos x="228" y="0"/>
                </a:cxn>
              </a:cxnLst>
              <a:rect l="0" t="0" r="r" b="b"/>
              <a:pathLst>
                <a:path w="5893" h="5893">
                  <a:moveTo>
                    <a:pt x="228" y="0"/>
                  </a:moveTo>
                  <a:lnTo>
                    <a:pt x="5665" y="0"/>
                  </a:lnTo>
                  <a:lnTo>
                    <a:pt x="5716" y="7"/>
                  </a:lnTo>
                  <a:lnTo>
                    <a:pt x="5765" y="23"/>
                  </a:lnTo>
                  <a:lnTo>
                    <a:pt x="5807" y="51"/>
                  </a:lnTo>
                  <a:lnTo>
                    <a:pt x="5842" y="86"/>
                  </a:lnTo>
                  <a:lnTo>
                    <a:pt x="5870" y="128"/>
                  </a:lnTo>
                  <a:lnTo>
                    <a:pt x="5886" y="177"/>
                  </a:lnTo>
                  <a:lnTo>
                    <a:pt x="5893" y="228"/>
                  </a:lnTo>
                  <a:lnTo>
                    <a:pt x="5893" y="5662"/>
                  </a:lnTo>
                  <a:lnTo>
                    <a:pt x="5886" y="5716"/>
                  </a:lnTo>
                  <a:lnTo>
                    <a:pt x="5870" y="5765"/>
                  </a:lnTo>
                  <a:lnTo>
                    <a:pt x="5842" y="5807"/>
                  </a:lnTo>
                  <a:lnTo>
                    <a:pt x="5807" y="5841"/>
                  </a:lnTo>
                  <a:lnTo>
                    <a:pt x="5765" y="5869"/>
                  </a:lnTo>
                  <a:lnTo>
                    <a:pt x="5716" y="5886"/>
                  </a:lnTo>
                  <a:lnTo>
                    <a:pt x="5665" y="5893"/>
                  </a:lnTo>
                  <a:lnTo>
                    <a:pt x="228" y="5893"/>
                  </a:lnTo>
                  <a:lnTo>
                    <a:pt x="177" y="5886"/>
                  </a:lnTo>
                  <a:lnTo>
                    <a:pt x="128" y="5869"/>
                  </a:lnTo>
                  <a:lnTo>
                    <a:pt x="86" y="5841"/>
                  </a:lnTo>
                  <a:lnTo>
                    <a:pt x="52" y="5807"/>
                  </a:lnTo>
                  <a:lnTo>
                    <a:pt x="24" y="5765"/>
                  </a:lnTo>
                  <a:lnTo>
                    <a:pt x="7" y="5716"/>
                  </a:lnTo>
                  <a:lnTo>
                    <a:pt x="0" y="5662"/>
                  </a:lnTo>
                  <a:lnTo>
                    <a:pt x="0" y="228"/>
                  </a:lnTo>
                  <a:lnTo>
                    <a:pt x="7" y="177"/>
                  </a:lnTo>
                  <a:lnTo>
                    <a:pt x="24" y="128"/>
                  </a:lnTo>
                  <a:lnTo>
                    <a:pt x="52" y="86"/>
                  </a:lnTo>
                  <a:lnTo>
                    <a:pt x="86" y="51"/>
                  </a:lnTo>
                  <a:lnTo>
                    <a:pt x="128" y="23"/>
                  </a:lnTo>
                  <a:lnTo>
                    <a:pt x="177" y="7"/>
                  </a:lnTo>
                  <a:lnTo>
                    <a:pt x="228" y="0"/>
                  </a:lnTo>
                  <a:close/>
                </a:path>
              </a:pathLst>
            </a:custGeom>
            <a:solidFill>
              <a:srgbClr val="FFFFFF"/>
            </a:solidFill>
            <a:ln w="0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323613" name="Freeform 29"/>
            <p:cNvSpPr>
              <a:spLocks noEditPoints="1"/>
            </p:cNvSpPr>
            <p:nvPr userDrawn="1"/>
          </p:nvSpPr>
          <p:spPr bwMode="auto">
            <a:xfrm>
              <a:off x="2173" y="2091"/>
              <a:ext cx="1421" cy="1421"/>
            </a:xfrm>
            <a:custGeom>
              <a:avLst/>
              <a:gdLst/>
              <a:ahLst/>
              <a:cxnLst>
                <a:cxn ang="0">
                  <a:pos x="191" y="23"/>
                </a:cxn>
                <a:cxn ang="0">
                  <a:pos x="116" y="56"/>
                </a:cxn>
                <a:cxn ang="0">
                  <a:pos x="56" y="116"/>
                </a:cxn>
                <a:cxn ang="0">
                  <a:pos x="23" y="190"/>
                </a:cxn>
                <a:cxn ang="0">
                  <a:pos x="19" y="5671"/>
                </a:cxn>
                <a:cxn ang="0">
                  <a:pos x="35" y="5755"/>
                </a:cxn>
                <a:cxn ang="0">
                  <a:pos x="84" y="5827"/>
                </a:cxn>
                <a:cxn ang="0">
                  <a:pos x="156" y="5876"/>
                </a:cxn>
                <a:cxn ang="0">
                  <a:pos x="214" y="5892"/>
                </a:cxn>
                <a:cxn ang="0">
                  <a:pos x="5721" y="5888"/>
                </a:cxn>
                <a:cxn ang="0">
                  <a:pos x="5795" y="5855"/>
                </a:cxn>
                <a:cxn ang="0">
                  <a:pos x="5856" y="5795"/>
                </a:cxn>
                <a:cxn ang="0">
                  <a:pos x="5888" y="5718"/>
                </a:cxn>
                <a:cxn ang="0">
                  <a:pos x="5893" y="214"/>
                </a:cxn>
                <a:cxn ang="0">
                  <a:pos x="5877" y="156"/>
                </a:cxn>
                <a:cxn ang="0">
                  <a:pos x="5828" y="83"/>
                </a:cxn>
                <a:cxn ang="0">
                  <a:pos x="5756" y="35"/>
                </a:cxn>
                <a:cxn ang="0">
                  <a:pos x="5674" y="18"/>
                </a:cxn>
                <a:cxn ang="0">
                  <a:pos x="237" y="0"/>
                </a:cxn>
                <a:cxn ang="0">
                  <a:pos x="5721" y="4"/>
                </a:cxn>
                <a:cxn ang="0">
                  <a:pos x="5809" y="42"/>
                </a:cxn>
                <a:cxn ang="0">
                  <a:pos x="5870" y="102"/>
                </a:cxn>
                <a:cxn ang="0">
                  <a:pos x="5907" y="190"/>
                </a:cxn>
                <a:cxn ang="0">
                  <a:pos x="5911" y="5694"/>
                </a:cxn>
                <a:cxn ang="0">
                  <a:pos x="5893" y="5762"/>
                </a:cxn>
                <a:cxn ang="0">
                  <a:pos x="5870" y="5809"/>
                </a:cxn>
                <a:cxn ang="0">
                  <a:pos x="5809" y="5869"/>
                </a:cxn>
                <a:cxn ang="0">
                  <a:pos x="5721" y="5906"/>
                </a:cxn>
                <a:cxn ang="0">
                  <a:pos x="214" y="5911"/>
                </a:cxn>
                <a:cxn ang="0">
                  <a:pos x="142" y="5890"/>
                </a:cxn>
                <a:cxn ang="0">
                  <a:pos x="70" y="5841"/>
                </a:cxn>
                <a:cxn ang="0">
                  <a:pos x="21" y="5769"/>
                </a:cxn>
                <a:cxn ang="0">
                  <a:pos x="5" y="5718"/>
                </a:cxn>
                <a:cxn ang="0">
                  <a:pos x="0" y="237"/>
                </a:cxn>
                <a:cxn ang="0">
                  <a:pos x="21" y="142"/>
                </a:cxn>
                <a:cxn ang="0">
                  <a:pos x="70" y="69"/>
                </a:cxn>
                <a:cxn ang="0">
                  <a:pos x="142" y="21"/>
                </a:cxn>
                <a:cxn ang="0">
                  <a:pos x="237" y="0"/>
                </a:cxn>
              </a:cxnLst>
              <a:rect l="0" t="0" r="r" b="b"/>
              <a:pathLst>
                <a:path w="5911" h="5911">
                  <a:moveTo>
                    <a:pt x="237" y="18"/>
                  </a:moveTo>
                  <a:lnTo>
                    <a:pt x="191" y="23"/>
                  </a:lnTo>
                  <a:lnTo>
                    <a:pt x="156" y="35"/>
                  </a:lnTo>
                  <a:lnTo>
                    <a:pt x="116" y="56"/>
                  </a:lnTo>
                  <a:lnTo>
                    <a:pt x="84" y="83"/>
                  </a:lnTo>
                  <a:lnTo>
                    <a:pt x="56" y="116"/>
                  </a:lnTo>
                  <a:lnTo>
                    <a:pt x="35" y="156"/>
                  </a:lnTo>
                  <a:lnTo>
                    <a:pt x="23" y="190"/>
                  </a:lnTo>
                  <a:lnTo>
                    <a:pt x="19" y="237"/>
                  </a:lnTo>
                  <a:lnTo>
                    <a:pt x="19" y="5671"/>
                  </a:lnTo>
                  <a:lnTo>
                    <a:pt x="23" y="5718"/>
                  </a:lnTo>
                  <a:lnTo>
                    <a:pt x="35" y="5755"/>
                  </a:lnTo>
                  <a:lnTo>
                    <a:pt x="56" y="5795"/>
                  </a:lnTo>
                  <a:lnTo>
                    <a:pt x="84" y="5827"/>
                  </a:lnTo>
                  <a:lnTo>
                    <a:pt x="116" y="5855"/>
                  </a:lnTo>
                  <a:lnTo>
                    <a:pt x="156" y="5876"/>
                  </a:lnTo>
                  <a:lnTo>
                    <a:pt x="191" y="5888"/>
                  </a:lnTo>
                  <a:lnTo>
                    <a:pt x="214" y="5892"/>
                  </a:lnTo>
                  <a:lnTo>
                    <a:pt x="5697" y="5892"/>
                  </a:lnTo>
                  <a:lnTo>
                    <a:pt x="5721" y="5888"/>
                  </a:lnTo>
                  <a:lnTo>
                    <a:pt x="5756" y="5876"/>
                  </a:lnTo>
                  <a:lnTo>
                    <a:pt x="5795" y="5855"/>
                  </a:lnTo>
                  <a:lnTo>
                    <a:pt x="5828" y="5827"/>
                  </a:lnTo>
                  <a:lnTo>
                    <a:pt x="5856" y="5795"/>
                  </a:lnTo>
                  <a:lnTo>
                    <a:pt x="5877" y="5755"/>
                  </a:lnTo>
                  <a:lnTo>
                    <a:pt x="5888" y="5718"/>
                  </a:lnTo>
                  <a:lnTo>
                    <a:pt x="5893" y="5694"/>
                  </a:lnTo>
                  <a:lnTo>
                    <a:pt x="5893" y="214"/>
                  </a:lnTo>
                  <a:lnTo>
                    <a:pt x="5888" y="190"/>
                  </a:lnTo>
                  <a:lnTo>
                    <a:pt x="5877" y="156"/>
                  </a:lnTo>
                  <a:lnTo>
                    <a:pt x="5856" y="116"/>
                  </a:lnTo>
                  <a:lnTo>
                    <a:pt x="5828" y="83"/>
                  </a:lnTo>
                  <a:lnTo>
                    <a:pt x="5795" y="56"/>
                  </a:lnTo>
                  <a:lnTo>
                    <a:pt x="5756" y="35"/>
                  </a:lnTo>
                  <a:lnTo>
                    <a:pt x="5721" y="23"/>
                  </a:lnTo>
                  <a:lnTo>
                    <a:pt x="5674" y="18"/>
                  </a:lnTo>
                  <a:lnTo>
                    <a:pt x="237" y="18"/>
                  </a:lnTo>
                  <a:close/>
                  <a:moveTo>
                    <a:pt x="237" y="0"/>
                  </a:moveTo>
                  <a:lnTo>
                    <a:pt x="5674" y="0"/>
                  </a:lnTo>
                  <a:lnTo>
                    <a:pt x="5721" y="4"/>
                  </a:lnTo>
                  <a:lnTo>
                    <a:pt x="5769" y="21"/>
                  </a:lnTo>
                  <a:lnTo>
                    <a:pt x="5809" y="42"/>
                  </a:lnTo>
                  <a:lnTo>
                    <a:pt x="5842" y="69"/>
                  </a:lnTo>
                  <a:lnTo>
                    <a:pt x="5870" y="102"/>
                  </a:lnTo>
                  <a:lnTo>
                    <a:pt x="5891" y="142"/>
                  </a:lnTo>
                  <a:lnTo>
                    <a:pt x="5907" y="190"/>
                  </a:lnTo>
                  <a:lnTo>
                    <a:pt x="5911" y="214"/>
                  </a:lnTo>
                  <a:lnTo>
                    <a:pt x="5911" y="5694"/>
                  </a:lnTo>
                  <a:lnTo>
                    <a:pt x="5907" y="5718"/>
                  </a:lnTo>
                  <a:lnTo>
                    <a:pt x="5893" y="5762"/>
                  </a:lnTo>
                  <a:lnTo>
                    <a:pt x="5891" y="5769"/>
                  </a:lnTo>
                  <a:lnTo>
                    <a:pt x="5870" y="5809"/>
                  </a:lnTo>
                  <a:lnTo>
                    <a:pt x="5842" y="5841"/>
                  </a:lnTo>
                  <a:lnTo>
                    <a:pt x="5809" y="5869"/>
                  </a:lnTo>
                  <a:lnTo>
                    <a:pt x="5769" y="5890"/>
                  </a:lnTo>
                  <a:lnTo>
                    <a:pt x="5721" y="5906"/>
                  </a:lnTo>
                  <a:lnTo>
                    <a:pt x="5697" y="5911"/>
                  </a:lnTo>
                  <a:lnTo>
                    <a:pt x="214" y="5911"/>
                  </a:lnTo>
                  <a:lnTo>
                    <a:pt x="191" y="5906"/>
                  </a:lnTo>
                  <a:lnTo>
                    <a:pt x="142" y="5890"/>
                  </a:lnTo>
                  <a:lnTo>
                    <a:pt x="102" y="5869"/>
                  </a:lnTo>
                  <a:lnTo>
                    <a:pt x="70" y="5841"/>
                  </a:lnTo>
                  <a:lnTo>
                    <a:pt x="42" y="5809"/>
                  </a:lnTo>
                  <a:lnTo>
                    <a:pt x="21" y="5769"/>
                  </a:lnTo>
                  <a:lnTo>
                    <a:pt x="19" y="5762"/>
                  </a:lnTo>
                  <a:lnTo>
                    <a:pt x="5" y="5718"/>
                  </a:lnTo>
                  <a:lnTo>
                    <a:pt x="0" y="5671"/>
                  </a:lnTo>
                  <a:lnTo>
                    <a:pt x="0" y="237"/>
                  </a:lnTo>
                  <a:lnTo>
                    <a:pt x="5" y="190"/>
                  </a:lnTo>
                  <a:lnTo>
                    <a:pt x="21" y="142"/>
                  </a:lnTo>
                  <a:lnTo>
                    <a:pt x="42" y="102"/>
                  </a:lnTo>
                  <a:lnTo>
                    <a:pt x="70" y="69"/>
                  </a:lnTo>
                  <a:lnTo>
                    <a:pt x="102" y="42"/>
                  </a:lnTo>
                  <a:lnTo>
                    <a:pt x="142" y="21"/>
                  </a:lnTo>
                  <a:lnTo>
                    <a:pt x="191" y="4"/>
                  </a:lnTo>
                  <a:lnTo>
                    <a:pt x="237" y="0"/>
                  </a:lnTo>
                  <a:close/>
                </a:path>
              </a:pathLst>
            </a:custGeom>
            <a:solidFill>
              <a:srgbClr val="FFFFFF"/>
            </a:solidFill>
            <a:ln w="0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323614" name="Freeform 30"/>
            <p:cNvSpPr>
              <a:spLocks/>
            </p:cNvSpPr>
            <p:nvPr userDrawn="1"/>
          </p:nvSpPr>
          <p:spPr bwMode="auto">
            <a:xfrm>
              <a:off x="2189" y="2105"/>
              <a:ext cx="799" cy="1392"/>
            </a:xfrm>
            <a:custGeom>
              <a:avLst/>
              <a:gdLst/>
              <a:ahLst/>
              <a:cxnLst>
                <a:cxn ang="0">
                  <a:pos x="3256" y="51"/>
                </a:cxn>
                <a:cxn ang="0">
                  <a:pos x="3063" y="245"/>
                </a:cxn>
                <a:cxn ang="0">
                  <a:pos x="2902" y="512"/>
                </a:cxn>
                <a:cxn ang="0">
                  <a:pos x="2777" y="868"/>
                </a:cxn>
                <a:cxn ang="0">
                  <a:pos x="2688" y="1322"/>
                </a:cxn>
                <a:cxn ang="0">
                  <a:pos x="2651" y="1692"/>
                </a:cxn>
                <a:cxn ang="0">
                  <a:pos x="2632" y="2148"/>
                </a:cxn>
                <a:cxn ang="0">
                  <a:pos x="2595" y="2390"/>
                </a:cxn>
                <a:cxn ang="0">
                  <a:pos x="2532" y="2653"/>
                </a:cxn>
                <a:cxn ang="0">
                  <a:pos x="2488" y="2818"/>
                </a:cxn>
                <a:cxn ang="0">
                  <a:pos x="2558" y="2905"/>
                </a:cxn>
                <a:cxn ang="0">
                  <a:pos x="2663" y="3147"/>
                </a:cxn>
                <a:cxn ang="0">
                  <a:pos x="2712" y="3421"/>
                </a:cxn>
                <a:cxn ang="0">
                  <a:pos x="2728" y="3945"/>
                </a:cxn>
                <a:cxn ang="0">
                  <a:pos x="2730" y="4343"/>
                </a:cxn>
                <a:cxn ang="0">
                  <a:pos x="2716" y="4713"/>
                </a:cxn>
                <a:cxn ang="0">
                  <a:pos x="2677" y="5046"/>
                </a:cxn>
                <a:cxn ang="0">
                  <a:pos x="2600" y="5325"/>
                </a:cxn>
                <a:cxn ang="0">
                  <a:pos x="2479" y="5539"/>
                </a:cxn>
                <a:cxn ang="0">
                  <a:pos x="2304" y="5674"/>
                </a:cxn>
                <a:cxn ang="0">
                  <a:pos x="2111" y="5742"/>
                </a:cxn>
                <a:cxn ang="0">
                  <a:pos x="1978" y="5749"/>
                </a:cxn>
                <a:cxn ang="0">
                  <a:pos x="1897" y="5716"/>
                </a:cxn>
                <a:cxn ang="0">
                  <a:pos x="1853" y="5662"/>
                </a:cxn>
                <a:cxn ang="0">
                  <a:pos x="1834" y="5609"/>
                </a:cxn>
                <a:cxn ang="0">
                  <a:pos x="1843" y="5562"/>
                </a:cxn>
                <a:cxn ang="0">
                  <a:pos x="1897" y="5506"/>
                </a:cxn>
                <a:cxn ang="0">
                  <a:pos x="1960" y="5418"/>
                </a:cxn>
                <a:cxn ang="0">
                  <a:pos x="2004" y="5271"/>
                </a:cxn>
                <a:cxn ang="0">
                  <a:pos x="1969" y="5153"/>
                </a:cxn>
                <a:cxn ang="0">
                  <a:pos x="1836" y="5046"/>
                </a:cxn>
                <a:cxn ang="0">
                  <a:pos x="1667" y="4999"/>
                </a:cxn>
                <a:cxn ang="0">
                  <a:pos x="1541" y="5039"/>
                </a:cxn>
                <a:cxn ang="0">
                  <a:pos x="1457" y="5136"/>
                </a:cxn>
                <a:cxn ang="0">
                  <a:pos x="1408" y="5269"/>
                </a:cxn>
                <a:cxn ang="0">
                  <a:pos x="1397" y="5409"/>
                </a:cxn>
                <a:cxn ang="0">
                  <a:pos x="1415" y="5530"/>
                </a:cxn>
                <a:cxn ang="0">
                  <a:pos x="1511" y="5683"/>
                </a:cxn>
                <a:cxn ang="0">
                  <a:pos x="177" y="5788"/>
                </a:cxn>
                <a:cxn ang="0">
                  <a:pos x="51" y="5737"/>
                </a:cxn>
                <a:cxn ang="0">
                  <a:pos x="0" y="5611"/>
                </a:cxn>
                <a:cxn ang="0">
                  <a:pos x="23" y="89"/>
                </a:cxn>
                <a:cxn ang="0">
                  <a:pos x="131" y="7"/>
                </a:cxn>
              </a:cxnLst>
              <a:rect l="0" t="0" r="r" b="b"/>
              <a:pathLst>
                <a:path w="3326" h="5788">
                  <a:moveTo>
                    <a:pt x="177" y="0"/>
                  </a:moveTo>
                  <a:lnTo>
                    <a:pt x="3326" y="0"/>
                  </a:lnTo>
                  <a:lnTo>
                    <a:pt x="3256" y="51"/>
                  </a:lnTo>
                  <a:lnTo>
                    <a:pt x="3189" y="107"/>
                  </a:lnTo>
                  <a:lnTo>
                    <a:pt x="3124" y="172"/>
                  </a:lnTo>
                  <a:lnTo>
                    <a:pt x="3063" y="245"/>
                  </a:lnTo>
                  <a:lnTo>
                    <a:pt x="3007" y="326"/>
                  </a:lnTo>
                  <a:lnTo>
                    <a:pt x="2954" y="414"/>
                  </a:lnTo>
                  <a:lnTo>
                    <a:pt x="2902" y="512"/>
                  </a:lnTo>
                  <a:lnTo>
                    <a:pt x="2856" y="622"/>
                  </a:lnTo>
                  <a:lnTo>
                    <a:pt x="2814" y="740"/>
                  </a:lnTo>
                  <a:lnTo>
                    <a:pt x="2777" y="868"/>
                  </a:lnTo>
                  <a:lnTo>
                    <a:pt x="2742" y="1008"/>
                  </a:lnTo>
                  <a:lnTo>
                    <a:pt x="2714" y="1159"/>
                  </a:lnTo>
                  <a:lnTo>
                    <a:pt x="2688" y="1322"/>
                  </a:lnTo>
                  <a:lnTo>
                    <a:pt x="2667" y="1497"/>
                  </a:lnTo>
                  <a:lnTo>
                    <a:pt x="2651" y="1685"/>
                  </a:lnTo>
                  <a:lnTo>
                    <a:pt x="2651" y="1692"/>
                  </a:lnTo>
                  <a:lnTo>
                    <a:pt x="2642" y="1836"/>
                  </a:lnTo>
                  <a:lnTo>
                    <a:pt x="2635" y="1990"/>
                  </a:lnTo>
                  <a:lnTo>
                    <a:pt x="2632" y="2148"/>
                  </a:lnTo>
                  <a:lnTo>
                    <a:pt x="2623" y="2223"/>
                  </a:lnTo>
                  <a:lnTo>
                    <a:pt x="2611" y="2304"/>
                  </a:lnTo>
                  <a:lnTo>
                    <a:pt x="2595" y="2390"/>
                  </a:lnTo>
                  <a:lnTo>
                    <a:pt x="2579" y="2481"/>
                  </a:lnTo>
                  <a:lnTo>
                    <a:pt x="2558" y="2569"/>
                  </a:lnTo>
                  <a:lnTo>
                    <a:pt x="2532" y="2653"/>
                  </a:lnTo>
                  <a:lnTo>
                    <a:pt x="2504" y="2732"/>
                  </a:lnTo>
                  <a:lnTo>
                    <a:pt x="2472" y="2802"/>
                  </a:lnTo>
                  <a:lnTo>
                    <a:pt x="2488" y="2818"/>
                  </a:lnTo>
                  <a:lnTo>
                    <a:pt x="2507" y="2839"/>
                  </a:lnTo>
                  <a:lnTo>
                    <a:pt x="2530" y="2867"/>
                  </a:lnTo>
                  <a:lnTo>
                    <a:pt x="2558" y="2905"/>
                  </a:lnTo>
                  <a:lnTo>
                    <a:pt x="2600" y="2986"/>
                  </a:lnTo>
                  <a:lnTo>
                    <a:pt x="2635" y="3065"/>
                  </a:lnTo>
                  <a:lnTo>
                    <a:pt x="2663" y="3147"/>
                  </a:lnTo>
                  <a:lnTo>
                    <a:pt x="2684" y="3233"/>
                  </a:lnTo>
                  <a:lnTo>
                    <a:pt x="2700" y="3324"/>
                  </a:lnTo>
                  <a:lnTo>
                    <a:pt x="2712" y="3421"/>
                  </a:lnTo>
                  <a:lnTo>
                    <a:pt x="2726" y="3810"/>
                  </a:lnTo>
                  <a:lnTo>
                    <a:pt x="2726" y="3808"/>
                  </a:lnTo>
                  <a:lnTo>
                    <a:pt x="2728" y="3945"/>
                  </a:lnTo>
                  <a:lnTo>
                    <a:pt x="2730" y="4080"/>
                  </a:lnTo>
                  <a:lnTo>
                    <a:pt x="2733" y="4213"/>
                  </a:lnTo>
                  <a:lnTo>
                    <a:pt x="2730" y="4343"/>
                  </a:lnTo>
                  <a:lnTo>
                    <a:pt x="2728" y="4469"/>
                  </a:lnTo>
                  <a:lnTo>
                    <a:pt x="2723" y="4594"/>
                  </a:lnTo>
                  <a:lnTo>
                    <a:pt x="2716" y="4713"/>
                  </a:lnTo>
                  <a:lnTo>
                    <a:pt x="2707" y="4829"/>
                  </a:lnTo>
                  <a:lnTo>
                    <a:pt x="2693" y="4939"/>
                  </a:lnTo>
                  <a:lnTo>
                    <a:pt x="2677" y="5046"/>
                  </a:lnTo>
                  <a:lnTo>
                    <a:pt x="2656" y="5143"/>
                  </a:lnTo>
                  <a:lnTo>
                    <a:pt x="2630" y="5239"/>
                  </a:lnTo>
                  <a:lnTo>
                    <a:pt x="2600" y="5325"/>
                  </a:lnTo>
                  <a:lnTo>
                    <a:pt x="2565" y="5404"/>
                  </a:lnTo>
                  <a:lnTo>
                    <a:pt x="2525" y="5474"/>
                  </a:lnTo>
                  <a:lnTo>
                    <a:pt x="2479" y="5539"/>
                  </a:lnTo>
                  <a:lnTo>
                    <a:pt x="2428" y="5593"/>
                  </a:lnTo>
                  <a:lnTo>
                    <a:pt x="2369" y="5639"/>
                  </a:lnTo>
                  <a:lnTo>
                    <a:pt x="2304" y="5674"/>
                  </a:lnTo>
                  <a:lnTo>
                    <a:pt x="2232" y="5704"/>
                  </a:lnTo>
                  <a:lnTo>
                    <a:pt x="2167" y="5728"/>
                  </a:lnTo>
                  <a:lnTo>
                    <a:pt x="2111" y="5742"/>
                  </a:lnTo>
                  <a:lnTo>
                    <a:pt x="2060" y="5749"/>
                  </a:lnTo>
                  <a:lnTo>
                    <a:pt x="2016" y="5751"/>
                  </a:lnTo>
                  <a:lnTo>
                    <a:pt x="1978" y="5749"/>
                  </a:lnTo>
                  <a:lnTo>
                    <a:pt x="1946" y="5742"/>
                  </a:lnTo>
                  <a:lnTo>
                    <a:pt x="1918" y="5730"/>
                  </a:lnTo>
                  <a:lnTo>
                    <a:pt x="1897" y="5716"/>
                  </a:lnTo>
                  <a:lnTo>
                    <a:pt x="1878" y="5697"/>
                  </a:lnTo>
                  <a:lnTo>
                    <a:pt x="1864" y="5681"/>
                  </a:lnTo>
                  <a:lnTo>
                    <a:pt x="1853" y="5662"/>
                  </a:lnTo>
                  <a:lnTo>
                    <a:pt x="1843" y="5644"/>
                  </a:lnTo>
                  <a:lnTo>
                    <a:pt x="1839" y="5625"/>
                  </a:lnTo>
                  <a:lnTo>
                    <a:pt x="1834" y="5609"/>
                  </a:lnTo>
                  <a:lnTo>
                    <a:pt x="1832" y="5595"/>
                  </a:lnTo>
                  <a:lnTo>
                    <a:pt x="1832" y="5574"/>
                  </a:lnTo>
                  <a:lnTo>
                    <a:pt x="1843" y="5562"/>
                  </a:lnTo>
                  <a:lnTo>
                    <a:pt x="1860" y="5548"/>
                  </a:lnTo>
                  <a:lnTo>
                    <a:pt x="1876" y="5530"/>
                  </a:lnTo>
                  <a:lnTo>
                    <a:pt x="1897" y="5506"/>
                  </a:lnTo>
                  <a:lnTo>
                    <a:pt x="1918" y="5481"/>
                  </a:lnTo>
                  <a:lnTo>
                    <a:pt x="1939" y="5451"/>
                  </a:lnTo>
                  <a:lnTo>
                    <a:pt x="1960" y="5418"/>
                  </a:lnTo>
                  <a:lnTo>
                    <a:pt x="1992" y="5348"/>
                  </a:lnTo>
                  <a:lnTo>
                    <a:pt x="2002" y="5309"/>
                  </a:lnTo>
                  <a:lnTo>
                    <a:pt x="2004" y="5271"/>
                  </a:lnTo>
                  <a:lnTo>
                    <a:pt x="2002" y="5232"/>
                  </a:lnTo>
                  <a:lnTo>
                    <a:pt x="1990" y="5192"/>
                  </a:lnTo>
                  <a:lnTo>
                    <a:pt x="1969" y="5153"/>
                  </a:lnTo>
                  <a:lnTo>
                    <a:pt x="1937" y="5116"/>
                  </a:lnTo>
                  <a:lnTo>
                    <a:pt x="1892" y="5081"/>
                  </a:lnTo>
                  <a:lnTo>
                    <a:pt x="1836" y="5046"/>
                  </a:lnTo>
                  <a:lnTo>
                    <a:pt x="1776" y="5020"/>
                  </a:lnTo>
                  <a:lnTo>
                    <a:pt x="1718" y="5004"/>
                  </a:lnTo>
                  <a:lnTo>
                    <a:pt x="1667" y="4999"/>
                  </a:lnTo>
                  <a:lnTo>
                    <a:pt x="1620" y="5004"/>
                  </a:lnTo>
                  <a:lnTo>
                    <a:pt x="1578" y="5018"/>
                  </a:lnTo>
                  <a:lnTo>
                    <a:pt x="1541" y="5039"/>
                  </a:lnTo>
                  <a:lnTo>
                    <a:pt x="1508" y="5067"/>
                  </a:lnTo>
                  <a:lnTo>
                    <a:pt x="1480" y="5099"/>
                  </a:lnTo>
                  <a:lnTo>
                    <a:pt x="1457" y="5136"/>
                  </a:lnTo>
                  <a:lnTo>
                    <a:pt x="1436" y="5178"/>
                  </a:lnTo>
                  <a:lnTo>
                    <a:pt x="1420" y="5223"/>
                  </a:lnTo>
                  <a:lnTo>
                    <a:pt x="1408" y="5269"/>
                  </a:lnTo>
                  <a:lnTo>
                    <a:pt x="1401" y="5316"/>
                  </a:lnTo>
                  <a:lnTo>
                    <a:pt x="1397" y="5362"/>
                  </a:lnTo>
                  <a:lnTo>
                    <a:pt x="1397" y="5409"/>
                  </a:lnTo>
                  <a:lnTo>
                    <a:pt x="1399" y="5453"/>
                  </a:lnTo>
                  <a:lnTo>
                    <a:pt x="1406" y="5493"/>
                  </a:lnTo>
                  <a:lnTo>
                    <a:pt x="1415" y="5530"/>
                  </a:lnTo>
                  <a:lnTo>
                    <a:pt x="1436" y="5579"/>
                  </a:lnTo>
                  <a:lnTo>
                    <a:pt x="1469" y="5630"/>
                  </a:lnTo>
                  <a:lnTo>
                    <a:pt x="1511" y="5683"/>
                  </a:lnTo>
                  <a:lnTo>
                    <a:pt x="1564" y="5737"/>
                  </a:lnTo>
                  <a:lnTo>
                    <a:pt x="1625" y="5788"/>
                  </a:lnTo>
                  <a:lnTo>
                    <a:pt x="177" y="5788"/>
                  </a:lnTo>
                  <a:lnTo>
                    <a:pt x="131" y="5781"/>
                  </a:lnTo>
                  <a:lnTo>
                    <a:pt x="89" y="5765"/>
                  </a:lnTo>
                  <a:lnTo>
                    <a:pt x="51" y="5737"/>
                  </a:lnTo>
                  <a:lnTo>
                    <a:pt x="23" y="5700"/>
                  </a:lnTo>
                  <a:lnTo>
                    <a:pt x="7" y="5658"/>
                  </a:lnTo>
                  <a:lnTo>
                    <a:pt x="0" y="5611"/>
                  </a:lnTo>
                  <a:lnTo>
                    <a:pt x="0" y="177"/>
                  </a:lnTo>
                  <a:lnTo>
                    <a:pt x="7" y="130"/>
                  </a:lnTo>
                  <a:lnTo>
                    <a:pt x="23" y="89"/>
                  </a:lnTo>
                  <a:lnTo>
                    <a:pt x="51" y="51"/>
                  </a:lnTo>
                  <a:lnTo>
                    <a:pt x="89" y="23"/>
                  </a:lnTo>
                  <a:lnTo>
                    <a:pt x="131" y="7"/>
                  </a:lnTo>
                  <a:lnTo>
                    <a:pt x="177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323615" name="Freeform 31"/>
            <p:cNvSpPr>
              <a:spLocks/>
            </p:cNvSpPr>
            <p:nvPr userDrawn="1"/>
          </p:nvSpPr>
          <p:spPr bwMode="auto">
            <a:xfrm>
              <a:off x="2796" y="2105"/>
              <a:ext cx="784" cy="1392"/>
            </a:xfrm>
            <a:custGeom>
              <a:avLst/>
              <a:gdLst/>
              <a:ahLst/>
              <a:cxnLst>
                <a:cxn ang="0">
                  <a:pos x="3130" y="7"/>
                </a:cxn>
                <a:cxn ang="0">
                  <a:pos x="3237" y="89"/>
                </a:cxn>
                <a:cxn ang="0">
                  <a:pos x="3260" y="5611"/>
                </a:cxn>
                <a:cxn ang="0">
                  <a:pos x="3209" y="5737"/>
                </a:cxn>
                <a:cxn ang="0">
                  <a:pos x="3083" y="5788"/>
                </a:cxn>
                <a:cxn ang="0">
                  <a:pos x="137" y="5681"/>
                </a:cxn>
                <a:cxn ang="0">
                  <a:pos x="321" y="5465"/>
                </a:cxn>
                <a:cxn ang="0">
                  <a:pos x="470" y="5169"/>
                </a:cxn>
                <a:cxn ang="0">
                  <a:pos x="586" y="4780"/>
                </a:cxn>
                <a:cxn ang="0">
                  <a:pos x="661" y="4292"/>
                </a:cxn>
                <a:cxn ang="0">
                  <a:pos x="686" y="3954"/>
                </a:cxn>
                <a:cxn ang="0">
                  <a:pos x="707" y="3547"/>
                </a:cxn>
                <a:cxn ang="0">
                  <a:pos x="777" y="3261"/>
                </a:cxn>
                <a:cxn ang="0">
                  <a:pos x="840" y="3068"/>
                </a:cxn>
                <a:cxn ang="0">
                  <a:pos x="770" y="2979"/>
                </a:cxn>
                <a:cxn ang="0">
                  <a:pos x="677" y="2735"/>
                </a:cxn>
                <a:cxn ang="0">
                  <a:pos x="623" y="2460"/>
                </a:cxn>
                <a:cxn ang="0">
                  <a:pos x="598" y="1843"/>
                </a:cxn>
                <a:cxn ang="0">
                  <a:pos x="596" y="1445"/>
                </a:cxn>
                <a:cxn ang="0">
                  <a:pos x="609" y="1075"/>
                </a:cxn>
                <a:cxn ang="0">
                  <a:pos x="651" y="745"/>
                </a:cxn>
                <a:cxn ang="0">
                  <a:pos x="726" y="466"/>
                </a:cxn>
                <a:cxn ang="0">
                  <a:pos x="847" y="252"/>
                </a:cxn>
                <a:cxn ang="0">
                  <a:pos x="1021" y="114"/>
                </a:cxn>
                <a:cxn ang="0">
                  <a:pos x="1217" y="47"/>
                </a:cxn>
                <a:cxn ang="0">
                  <a:pos x="1350" y="40"/>
                </a:cxn>
                <a:cxn ang="0">
                  <a:pos x="1431" y="72"/>
                </a:cxn>
                <a:cxn ang="0">
                  <a:pos x="1475" y="126"/>
                </a:cxn>
                <a:cxn ang="0">
                  <a:pos x="1494" y="179"/>
                </a:cxn>
                <a:cxn ang="0">
                  <a:pos x="1485" y="226"/>
                </a:cxn>
                <a:cxn ang="0">
                  <a:pos x="1431" y="282"/>
                </a:cxn>
                <a:cxn ang="0">
                  <a:pos x="1368" y="370"/>
                </a:cxn>
                <a:cxn ang="0">
                  <a:pos x="1324" y="517"/>
                </a:cxn>
                <a:cxn ang="0">
                  <a:pos x="1359" y="636"/>
                </a:cxn>
                <a:cxn ang="0">
                  <a:pos x="1492" y="743"/>
                </a:cxn>
                <a:cxn ang="0">
                  <a:pos x="1659" y="789"/>
                </a:cxn>
                <a:cxn ang="0">
                  <a:pos x="1785" y="752"/>
                </a:cxn>
                <a:cxn ang="0">
                  <a:pos x="1871" y="654"/>
                </a:cxn>
                <a:cxn ang="0">
                  <a:pos x="1917" y="521"/>
                </a:cxn>
                <a:cxn ang="0">
                  <a:pos x="1931" y="382"/>
                </a:cxn>
                <a:cxn ang="0">
                  <a:pos x="1913" y="261"/>
                </a:cxn>
                <a:cxn ang="0">
                  <a:pos x="1817" y="105"/>
                </a:cxn>
              </a:cxnLst>
              <a:rect l="0" t="0" r="r" b="b"/>
              <a:pathLst>
                <a:path w="3260" h="5788">
                  <a:moveTo>
                    <a:pt x="1701" y="0"/>
                  </a:moveTo>
                  <a:lnTo>
                    <a:pt x="3083" y="0"/>
                  </a:lnTo>
                  <a:lnTo>
                    <a:pt x="3130" y="7"/>
                  </a:lnTo>
                  <a:lnTo>
                    <a:pt x="3172" y="23"/>
                  </a:lnTo>
                  <a:lnTo>
                    <a:pt x="3209" y="51"/>
                  </a:lnTo>
                  <a:lnTo>
                    <a:pt x="3237" y="89"/>
                  </a:lnTo>
                  <a:lnTo>
                    <a:pt x="3253" y="130"/>
                  </a:lnTo>
                  <a:lnTo>
                    <a:pt x="3260" y="177"/>
                  </a:lnTo>
                  <a:lnTo>
                    <a:pt x="3260" y="5611"/>
                  </a:lnTo>
                  <a:lnTo>
                    <a:pt x="3253" y="5658"/>
                  </a:lnTo>
                  <a:lnTo>
                    <a:pt x="3237" y="5700"/>
                  </a:lnTo>
                  <a:lnTo>
                    <a:pt x="3209" y="5737"/>
                  </a:lnTo>
                  <a:lnTo>
                    <a:pt x="3172" y="5765"/>
                  </a:lnTo>
                  <a:lnTo>
                    <a:pt x="3130" y="5781"/>
                  </a:lnTo>
                  <a:lnTo>
                    <a:pt x="3083" y="5788"/>
                  </a:lnTo>
                  <a:lnTo>
                    <a:pt x="0" y="5788"/>
                  </a:lnTo>
                  <a:lnTo>
                    <a:pt x="70" y="5737"/>
                  </a:lnTo>
                  <a:lnTo>
                    <a:pt x="137" y="5681"/>
                  </a:lnTo>
                  <a:lnTo>
                    <a:pt x="202" y="5616"/>
                  </a:lnTo>
                  <a:lnTo>
                    <a:pt x="263" y="5544"/>
                  </a:lnTo>
                  <a:lnTo>
                    <a:pt x="321" y="5465"/>
                  </a:lnTo>
                  <a:lnTo>
                    <a:pt x="374" y="5374"/>
                  </a:lnTo>
                  <a:lnTo>
                    <a:pt x="426" y="5276"/>
                  </a:lnTo>
                  <a:lnTo>
                    <a:pt x="470" y="5169"/>
                  </a:lnTo>
                  <a:lnTo>
                    <a:pt x="514" y="5050"/>
                  </a:lnTo>
                  <a:lnTo>
                    <a:pt x="551" y="4920"/>
                  </a:lnTo>
                  <a:lnTo>
                    <a:pt x="586" y="4780"/>
                  </a:lnTo>
                  <a:lnTo>
                    <a:pt x="614" y="4629"/>
                  </a:lnTo>
                  <a:lnTo>
                    <a:pt x="640" y="4466"/>
                  </a:lnTo>
                  <a:lnTo>
                    <a:pt x="661" y="4292"/>
                  </a:lnTo>
                  <a:lnTo>
                    <a:pt x="677" y="4103"/>
                  </a:lnTo>
                  <a:lnTo>
                    <a:pt x="677" y="4098"/>
                  </a:lnTo>
                  <a:lnTo>
                    <a:pt x="686" y="3954"/>
                  </a:lnTo>
                  <a:lnTo>
                    <a:pt x="691" y="3801"/>
                  </a:lnTo>
                  <a:lnTo>
                    <a:pt x="696" y="3640"/>
                  </a:lnTo>
                  <a:lnTo>
                    <a:pt x="707" y="3547"/>
                  </a:lnTo>
                  <a:lnTo>
                    <a:pt x="726" y="3452"/>
                  </a:lnTo>
                  <a:lnTo>
                    <a:pt x="749" y="3356"/>
                  </a:lnTo>
                  <a:lnTo>
                    <a:pt x="777" y="3261"/>
                  </a:lnTo>
                  <a:lnTo>
                    <a:pt x="814" y="3170"/>
                  </a:lnTo>
                  <a:lnTo>
                    <a:pt x="856" y="3084"/>
                  </a:lnTo>
                  <a:lnTo>
                    <a:pt x="840" y="3068"/>
                  </a:lnTo>
                  <a:lnTo>
                    <a:pt x="821" y="3044"/>
                  </a:lnTo>
                  <a:lnTo>
                    <a:pt x="798" y="3016"/>
                  </a:lnTo>
                  <a:lnTo>
                    <a:pt x="770" y="2979"/>
                  </a:lnTo>
                  <a:lnTo>
                    <a:pt x="733" y="2905"/>
                  </a:lnTo>
                  <a:lnTo>
                    <a:pt x="703" y="2823"/>
                  </a:lnTo>
                  <a:lnTo>
                    <a:pt x="677" y="2735"/>
                  </a:lnTo>
                  <a:lnTo>
                    <a:pt x="656" y="2644"/>
                  </a:lnTo>
                  <a:lnTo>
                    <a:pt x="637" y="2551"/>
                  </a:lnTo>
                  <a:lnTo>
                    <a:pt x="623" y="2460"/>
                  </a:lnTo>
                  <a:lnTo>
                    <a:pt x="614" y="2369"/>
                  </a:lnTo>
                  <a:lnTo>
                    <a:pt x="600" y="1981"/>
                  </a:lnTo>
                  <a:lnTo>
                    <a:pt x="598" y="1843"/>
                  </a:lnTo>
                  <a:lnTo>
                    <a:pt x="596" y="1708"/>
                  </a:lnTo>
                  <a:lnTo>
                    <a:pt x="593" y="1576"/>
                  </a:lnTo>
                  <a:lnTo>
                    <a:pt x="596" y="1445"/>
                  </a:lnTo>
                  <a:lnTo>
                    <a:pt x="598" y="1320"/>
                  </a:lnTo>
                  <a:lnTo>
                    <a:pt x="602" y="1196"/>
                  </a:lnTo>
                  <a:lnTo>
                    <a:pt x="609" y="1075"/>
                  </a:lnTo>
                  <a:lnTo>
                    <a:pt x="619" y="959"/>
                  </a:lnTo>
                  <a:lnTo>
                    <a:pt x="633" y="850"/>
                  </a:lnTo>
                  <a:lnTo>
                    <a:pt x="651" y="745"/>
                  </a:lnTo>
                  <a:lnTo>
                    <a:pt x="672" y="645"/>
                  </a:lnTo>
                  <a:lnTo>
                    <a:pt x="698" y="552"/>
                  </a:lnTo>
                  <a:lnTo>
                    <a:pt x="726" y="466"/>
                  </a:lnTo>
                  <a:lnTo>
                    <a:pt x="761" y="386"/>
                  </a:lnTo>
                  <a:lnTo>
                    <a:pt x="803" y="314"/>
                  </a:lnTo>
                  <a:lnTo>
                    <a:pt x="847" y="252"/>
                  </a:lnTo>
                  <a:lnTo>
                    <a:pt x="898" y="196"/>
                  </a:lnTo>
                  <a:lnTo>
                    <a:pt x="956" y="151"/>
                  </a:lnTo>
                  <a:lnTo>
                    <a:pt x="1021" y="114"/>
                  </a:lnTo>
                  <a:lnTo>
                    <a:pt x="1094" y="84"/>
                  </a:lnTo>
                  <a:lnTo>
                    <a:pt x="1159" y="61"/>
                  </a:lnTo>
                  <a:lnTo>
                    <a:pt x="1217" y="47"/>
                  </a:lnTo>
                  <a:lnTo>
                    <a:pt x="1268" y="40"/>
                  </a:lnTo>
                  <a:lnTo>
                    <a:pt x="1312" y="37"/>
                  </a:lnTo>
                  <a:lnTo>
                    <a:pt x="1350" y="40"/>
                  </a:lnTo>
                  <a:lnTo>
                    <a:pt x="1382" y="47"/>
                  </a:lnTo>
                  <a:lnTo>
                    <a:pt x="1410" y="58"/>
                  </a:lnTo>
                  <a:lnTo>
                    <a:pt x="1431" y="72"/>
                  </a:lnTo>
                  <a:lnTo>
                    <a:pt x="1450" y="91"/>
                  </a:lnTo>
                  <a:lnTo>
                    <a:pt x="1464" y="107"/>
                  </a:lnTo>
                  <a:lnTo>
                    <a:pt x="1475" y="126"/>
                  </a:lnTo>
                  <a:lnTo>
                    <a:pt x="1485" y="144"/>
                  </a:lnTo>
                  <a:lnTo>
                    <a:pt x="1489" y="163"/>
                  </a:lnTo>
                  <a:lnTo>
                    <a:pt x="1494" y="179"/>
                  </a:lnTo>
                  <a:lnTo>
                    <a:pt x="1496" y="193"/>
                  </a:lnTo>
                  <a:lnTo>
                    <a:pt x="1496" y="214"/>
                  </a:lnTo>
                  <a:lnTo>
                    <a:pt x="1485" y="226"/>
                  </a:lnTo>
                  <a:lnTo>
                    <a:pt x="1468" y="240"/>
                  </a:lnTo>
                  <a:lnTo>
                    <a:pt x="1452" y="258"/>
                  </a:lnTo>
                  <a:lnTo>
                    <a:pt x="1431" y="282"/>
                  </a:lnTo>
                  <a:lnTo>
                    <a:pt x="1410" y="307"/>
                  </a:lnTo>
                  <a:lnTo>
                    <a:pt x="1389" y="338"/>
                  </a:lnTo>
                  <a:lnTo>
                    <a:pt x="1368" y="370"/>
                  </a:lnTo>
                  <a:lnTo>
                    <a:pt x="1336" y="440"/>
                  </a:lnTo>
                  <a:lnTo>
                    <a:pt x="1326" y="480"/>
                  </a:lnTo>
                  <a:lnTo>
                    <a:pt x="1324" y="517"/>
                  </a:lnTo>
                  <a:lnTo>
                    <a:pt x="1326" y="556"/>
                  </a:lnTo>
                  <a:lnTo>
                    <a:pt x="1338" y="596"/>
                  </a:lnTo>
                  <a:lnTo>
                    <a:pt x="1359" y="636"/>
                  </a:lnTo>
                  <a:lnTo>
                    <a:pt x="1391" y="673"/>
                  </a:lnTo>
                  <a:lnTo>
                    <a:pt x="1436" y="708"/>
                  </a:lnTo>
                  <a:lnTo>
                    <a:pt x="1492" y="743"/>
                  </a:lnTo>
                  <a:lnTo>
                    <a:pt x="1552" y="770"/>
                  </a:lnTo>
                  <a:lnTo>
                    <a:pt x="1608" y="784"/>
                  </a:lnTo>
                  <a:lnTo>
                    <a:pt x="1659" y="789"/>
                  </a:lnTo>
                  <a:lnTo>
                    <a:pt x="1706" y="784"/>
                  </a:lnTo>
                  <a:lnTo>
                    <a:pt x="1748" y="773"/>
                  </a:lnTo>
                  <a:lnTo>
                    <a:pt x="1785" y="752"/>
                  </a:lnTo>
                  <a:lnTo>
                    <a:pt x="1817" y="724"/>
                  </a:lnTo>
                  <a:lnTo>
                    <a:pt x="1848" y="691"/>
                  </a:lnTo>
                  <a:lnTo>
                    <a:pt x="1871" y="654"/>
                  </a:lnTo>
                  <a:lnTo>
                    <a:pt x="1890" y="612"/>
                  </a:lnTo>
                  <a:lnTo>
                    <a:pt x="1906" y="568"/>
                  </a:lnTo>
                  <a:lnTo>
                    <a:pt x="1917" y="521"/>
                  </a:lnTo>
                  <a:lnTo>
                    <a:pt x="1927" y="475"/>
                  </a:lnTo>
                  <a:lnTo>
                    <a:pt x="1931" y="428"/>
                  </a:lnTo>
                  <a:lnTo>
                    <a:pt x="1931" y="382"/>
                  </a:lnTo>
                  <a:lnTo>
                    <a:pt x="1929" y="338"/>
                  </a:lnTo>
                  <a:lnTo>
                    <a:pt x="1922" y="298"/>
                  </a:lnTo>
                  <a:lnTo>
                    <a:pt x="1913" y="261"/>
                  </a:lnTo>
                  <a:lnTo>
                    <a:pt x="1892" y="212"/>
                  </a:lnTo>
                  <a:lnTo>
                    <a:pt x="1859" y="158"/>
                  </a:lnTo>
                  <a:lnTo>
                    <a:pt x="1817" y="105"/>
                  </a:lnTo>
                  <a:lnTo>
                    <a:pt x="1764" y="51"/>
                  </a:lnTo>
                  <a:lnTo>
                    <a:pt x="1701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323616" name="Freeform 32"/>
            <p:cNvSpPr>
              <a:spLocks/>
            </p:cNvSpPr>
            <p:nvPr userDrawn="1"/>
          </p:nvSpPr>
          <p:spPr bwMode="auto">
            <a:xfrm>
              <a:off x="2524" y="2105"/>
              <a:ext cx="736" cy="1392"/>
            </a:xfrm>
            <a:custGeom>
              <a:avLst/>
              <a:gdLst/>
              <a:ahLst/>
              <a:cxnLst>
                <a:cxn ang="0">
                  <a:pos x="2948" y="105"/>
                </a:cxn>
                <a:cxn ang="0">
                  <a:pos x="3053" y="298"/>
                </a:cxn>
                <a:cxn ang="0">
                  <a:pos x="3058" y="475"/>
                </a:cxn>
                <a:cxn ang="0">
                  <a:pos x="3002" y="654"/>
                </a:cxn>
                <a:cxn ang="0">
                  <a:pos x="2879" y="773"/>
                </a:cxn>
                <a:cxn ang="0">
                  <a:pos x="2683" y="770"/>
                </a:cxn>
                <a:cxn ang="0">
                  <a:pos x="2490" y="636"/>
                </a:cxn>
                <a:cxn ang="0">
                  <a:pos x="2457" y="480"/>
                </a:cxn>
                <a:cxn ang="0">
                  <a:pos x="2541" y="307"/>
                </a:cxn>
                <a:cxn ang="0">
                  <a:pos x="2616" y="226"/>
                </a:cxn>
                <a:cxn ang="0">
                  <a:pos x="2620" y="163"/>
                </a:cxn>
                <a:cxn ang="0">
                  <a:pos x="2581" y="91"/>
                </a:cxn>
                <a:cxn ang="0">
                  <a:pos x="2481" y="40"/>
                </a:cxn>
                <a:cxn ang="0">
                  <a:pos x="2290" y="61"/>
                </a:cxn>
                <a:cxn ang="0">
                  <a:pos x="2029" y="196"/>
                </a:cxn>
                <a:cxn ang="0">
                  <a:pos x="1857" y="466"/>
                </a:cxn>
                <a:cxn ang="0">
                  <a:pos x="1764" y="850"/>
                </a:cxn>
                <a:cxn ang="0">
                  <a:pos x="1729" y="1320"/>
                </a:cxn>
                <a:cxn ang="0">
                  <a:pos x="1729" y="1843"/>
                </a:cxn>
                <a:cxn ang="0">
                  <a:pos x="1768" y="2551"/>
                </a:cxn>
                <a:cxn ang="0">
                  <a:pos x="1864" y="2905"/>
                </a:cxn>
                <a:cxn ang="0">
                  <a:pos x="1971" y="3068"/>
                </a:cxn>
                <a:cxn ang="0">
                  <a:pos x="1880" y="3356"/>
                </a:cxn>
                <a:cxn ang="0">
                  <a:pos x="1822" y="3801"/>
                </a:cxn>
                <a:cxn ang="0">
                  <a:pos x="1792" y="4292"/>
                </a:cxn>
                <a:cxn ang="0">
                  <a:pos x="1682" y="4920"/>
                </a:cxn>
                <a:cxn ang="0">
                  <a:pos x="1505" y="5374"/>
                </a:cxn>
                <a:cxn ang="0">
                  <a:pos x="1268" y="5681"/>
                </a:cxn>
                <a:cxn ang="0">
                  <a:pos x="167" y="5737"/>
                </a:cxn>
                <a:cxn ang="0">
                  <a:pos x="18" y="5530"/>
                </a:cxn>
                <a:cxn ang="0">
                  <a:pos x="0" y="5362"/>
                </a:cxn>
                <a:cxn ang="0">
                  <a:pos x="39" y="5178"/>
                </a:cxn>
                <a:cxn ang="0">
                  <a:pos x="144" y="5039"/>
                </a:cxn>
                <a:cxn ang="0">
                  <a:pos x="321" y="5004"/>
                </a:cxn>
                <a:cxn ang="0">
                  <a:pos x="540" y="5116"/>
                </a:cxn>
                <a:cxn ang="0">
                  <a:pos x="607" y="5271"/>
                </a:cxn>
                <a:cxn ang="0">
                  <a:pos x="542" y="5451"/>
                </a:cxn>
                <a:cxn ang="0">
                  <a:pos x="463" y="5548"/>
                </a:cxn>
                <a:cxn ang="0">
                  <a:pos x="437" y="5609"/>
                </a:cxn>
                <a:cxn ang="0">
                  <a:pos x="467" y="5681"/>
                </a:cxn>
                <a:cxn ang="0">
                  <a:pos x="549" y="5742"/>
                </a:cxn>
                <a:cxn ang="0">
                  <a:pos x="714" y="5742"/>
                </a:cxn>
                <a:cxn ang="0">
                  <a:pos x="972" y="5639"/>
                </a:cxn>
                <a:cxn ang="0">
                  <a:pos x="1168" y="5404"/>
                </a:cxn>
                <a:cxn ang="0">
                  <a:pos x="1280" y="5046"/>
                </a:cxn>
                <a:cxn ang="0">
                  <a:pos x="1326" y="4594"/>
                </a:cxn>
                <a:cxn ang="0">
                  <a:pos x="1333" y="4080"/>
                </a:cxn>
                <a:cxn ang="0">
                  <a:pos x="1315" y="3421"/>
                </a:cxn>
                <a:cxn ang="0">
                  <a:pos x="1238" y="3065"/>
                </a:cxn>
                <a:cxn ang="0">
                  <a:pos x="1110" y="2839"/>
                </a:cxn>
                <a:cxn ang="0">
                  <a:pos x="1135" y="2653"/>
                </a:cxn>
                <a:cxn ang="0">
                  <a:pos x="1214" y="2304"/>
                </a:cxn>
                <a:cxn ang="0">
                  <a:pos x="1245" y="1836"/>
                </a:cxn>
                <a:cxn ang="0">
                  <a:pos x="1291" y="1322"/>
                </a:cxn>
                <a:cxn ang="0">
                  <a:pos x="1417" y="740"/>
                </a:cxn>
                <a:cxn ang="0">
                  <a:pos x="1610" y="326"/>
                </a:cxn>
                <a:cxn ang="0">
                  <a:pos x="1859" y="51"/>
                </a:cxn>
              </a:cxnLst>
              <a:rect l="0" t="0" r="r" b="b"/>
              <a:pathLst>
                <a:path w="3062" h="5788">
                  <a:moveTo>
                    <a:pt x="1929" y="0"/>
                  </a:moveTo>
                  <a:lnTo>
                    <a:pt x="2832" y="0"/>
                  </a:lnTo>
                  <a:lnTo>
                    <a:pt x="2895" y="51"/>
                  </a:lnTo>
                  <a:lnTo>
                    <a:pt x="2948" y="105"/>
                  </a:lnTo>
                  <a:lnTo>
                    <a:pt x="2990" y="158"/>
                  </a:lnTo>
                  <a:lnTo>
                    <a:pt x="3023" y="212"/>
                  </a:lnTo>
                  <a:lnTo>
                    <a:pt x="3044" y="261"/>
                  </a:lnTo>
                  <a:lnTo>
                    <a:pt x="3053" y="298"/>
                  </a:lnTo>
                  <a:lnTo>
                    <a:pt x="3060" y="338"/>
                  </a:lnTo>
                  <a:lnTo>
                    <a:pt x="3062" y="382"/>
                  </a:lnTo>
                  <a:lnTo>
                    <a:pt x="3062" y="428"/>
                  </a:lnTo>
                  <a:lnTo>
                    <a:pt x="3058" y="475"/>
                  </a:lnTo>
                  <a:lnTo>
                    <a:pt x="3048" y="521"/>
                  </a:lnTo>
                  <a:lnTo>
                    <a:pt x="3037" y="568"/>
                  </a:lnTo>
                  <a:lnTo>
                    <a:pt x="3021" y="612"/>
                  </a:lnTo>
                  <a:lnTo>
                    <a:pt x="3002" y="654"/>
                  </a:lnTo>
                  <a:lnTo>
                    <a:pt x="2979" y="691"/>
                  </a:lnTo>
                  <a:lnTo>
                    <a:pt x="2948" y="724"/>
                  </a:lnTo>
                  <a:lnTo>
                    <a:pt x="2916" y="752"/>
                  </a:lnTo>
                  <a:lnTo>
                    <a:pt x="2879" y="773"/>
                  </a:lnTo>
                  <a:lnTo>
                    <a:pt x="2837" y="784"/>
                  </a:lnTo>
                  <a:lnTo>
                    <a:pt x="2790" y="789"/>
                  </a:lnTo>
                  <a:lnTo>
                    <a:pt x="2739" y="784"/>
                  </a:lnTo>
                  <a:lnTo>
                    <a:pt x="2683" y="770"/>
                  </a:lnTo>
                  <a:lnTo>
                    <a:pt x="2623" y="743"/>
                  </a:lnTo>
                  <a:lnTo>
                    <a:pt x="2567" y="708"/>
                  </a:lnTo>
                  <a:lnTo>
                    <a:pt x="2522" y="673"/>
                  </a:lnTo>
                  <a:lnTo>
                    <a:pt x="2490" y="636"/>
                  </a:lnTo>
                  <a:lnTo>
                    <a:pt x="2469" y="596"/>
                  </a:lnTo>
                  <a:lnTo>
                    <a:pt x="2457" y="556"/>
                  </a:lnTo>
                  <a:lnTo>
                    <a:pt x="2455" y="517"/>
                  </a:lnTo>
                  <a:lnTo>
                    <a:pt x="2457" y="480"/>
                  </a:lnTo>
                  <a:lnTo>
                    <a:pt x="2467" y="440"/>
                  </a:lnTo>
                  <a:lnTo>
                    <a:pt x="2499" y="370"/>
                  </a:lnTo>
                  <a:lnTo>
                    <a:pt x="2520" y="338"/>
                  </a:lnTo>
                  <a:lnTo>
                    <a:pt x="2541" y="307"/>
                  </a:lnTo>
                  <a:lnTo>
                    <a:pt x="2562" y="282"/>
                  </a:lnTo>
                  <a:lnTo>
                    <a:pt x="2583" y="258"/>
                  </a:lnTo>
                  <a:lnTo>
                    <a:pt x="2599" y="240"/>
                  </a:lnTo>
                  <a:lnTo>
                    <a:pt x="2616" y="226"/>
                  </a:lnTo>
                  <a:lnTo>
                    <a:pt x="2627" y="214"/>
                  </a:lnTo>
                  <a:lnTo>
                    <a:pt x="2627" y="193"/>
                  </a:lnTo>
                  <a:lnTo>
                    <a:pt x="2625" y="179"/>
                  </a:lnTo>
                  <a:lnTo>
                    <a:pt x="2620" y="163"/>
                  </a:lnTo>
                  <a:lnTo>
                    <a:pt x="2616" y="144"/>
                  </a:lnTo>
                  <a:lnTo>
                    <a:pt x="2606" y="126"/>
                  </a:lnTo>
                  <a:lnTo>
                    <a:pt x="2595" y="107"/>
                  </a:lnTo>
                  <a:lnTo>
                    <a:pt x="2581" y="91"/>
                  </a:lnTo>
                  <a:lnTo>
                    <a:pt x="2562" y="72"/>
                  </a:lnTo>
                  <a:lnTo>
                    <a:pt x="2541" y="58"/>
                  </a:lnTo>
                  <a:lnTo>
                    <a:pt x="2513" y="47"/>
                  </a:lnTo>
                  <a:lnTo>
                    <a:pt x="2481" y="40"/>
                  </a:lnTo>
                  <a:lnTo>
                    <a:pt x="2443" y="37"/>
                  </a:lnTo>
                  <a:lnTo>
                    <a:pt x="2399" y="40"/>
                  </a:lnTo>
                  <a:lnTo>
                    <a:pt x="2348" y="47"/>
                  </a:lnTo>
                  <a:lnTo>
                    <a:pt x="2290" y="61"/>
                  </a:lnTo>
                  <a:lnTo>
                    <a:pt x="2225" y="84"/>
                  </a:lnTo>
                  <a:lnTo>
                    <a:pt x="2152" y="114"/>
                  </a:lnTo>
                  <a:lnTo>
                    <a:pt x="2087" y="151"/>
                  </a:lnTo>
                  <a:lnTo>
                    <a:pt x="2029" y="196"/>
                  </a:lnTo>
                  <a:lnTo>
                    <a:pt x="1978" y="252"/>
                  </a:lnTo>
                  <a:lnTo>
                    <a:pt x="1934" y="314"/>
                  </a:lnTo>
                  <a:lnTo>
                    <a:pt x="1892" y="386"/>
                  </a:lnTo>
                  <a:lnTo>
                    <a:pt x="1857" y="466"/>
                  </a:lnTo>
                  <a:lnTo>
                    <a:pt x="1829" y="552"/>
                  </a:lnTo>
                  <a:lnTo>
                    <a:pt x="1803" y="645"/>
                  </a:lnTo>
                  <a:lnTo>
                    <a:pt x="1782" y="745"/>
                  </a:lnTo>
                  <a:lnTo>
                    <a:pt x="1764" y="850"/>
                  </a:lnTo>
                  <a:lnTo>
                    <a:pt x="1750" y="959"/>
                  </a:lnTo>
                  <a:lnTo>
                    <a:pt x="1740" y="1075"/>
                  </a:lnTo>
                  <a:lnTo>
                    <a:pt x="1733" y="1196"/>
                  </a:lnTo>
                  <a:lnTo>
                    <a:pt x="1729" y="1320"/>
                  </a:lnTo>
                  <a:lnTo>
                    <a:pt x="1727" y="1445"/>
                  </a:lnTo>
                  <a:lnTo>
                    <a:pt x="1724" y="1576"/>
                  </a:lnTo>
                  <a:lnTo>
                    <a:pt x="1727" y="1708"/>
                  </a:lnTo>
                  <a:lnTo>
                    <a:pt x="1729" y="1843"/>
                  </a:lnTo>
                  <a:lnTo>
                    <a:pt x="1731" y="1981"/>
                  </a:lnTo>
                  <a:lnTo>
                    <a:pt x="1745" y="2369"/>
                  </a:lnTo>
                  <a:lnTo>
                    <a:pt x="1754" y="2460"/>
                  </a:lnTo>
                  <a:lnTo>
                    <a:pt x="1768" y="2551"/>
                  </a:lnTo>
                  <a:lnTo>
                    <a:pt x="1787" y="2644"/>
                  </a:lnTo>
                  <a:lnTo>
                    <a:pt x="1808" y="2735"/>
                  </a:lnTo>
                  <a:lnTo>
                    <a:pt x="1834" y="2823"/>
                  </a:lnTo>
                  <a:lnTo>
                    <a:pt x="1864" y="2905"/>
                  </a:lnTo>
                  <a:lnTo>
                    <a:pt x="1901" y="2979"/>
                  </a:lnTo>
                  <a:lnTo>
                    <a:pt x="1929" y="3016"/>
                  </a:lnTo>
                  <a:lnTo>
                    <a:pt x="1952" y="3044"/>
                  </a:lnTo>
                  <a:lnTo>
                    <a:pt x="1971" y="3068"/>
                  </a:lnTo>
                  <a:lnTo>
                    <a:pt x="1987" y="3084"/>
                  </a:lnTo>
                  <a:lnTo>
                    <a:pt x="1945" y="3170"/>
                  </a:lnTo>
                  <a:lnTo>
                    <a:pt x="1908" y="3261"/>
                  </a:lnTo>
                  <a:lnTo>
                    <a:pt x="1880" y="3356"/>
                  </a:lnTo>
                  <a:lnTo>
                    <a:pt x="1857" y="3452"/>
                  </a:lnTo>
                  <a:lnTo>
                    <a:pt x="1838" y="3547"/>
                  </a:lnTo>
                  <a:lnTo>
                    <a:pt x="1827" y="3640"/>
                  </a:lnTo>
                  <a:lnTo>
                    <a:pt x="1822" y="3801"/>
                  </a:lnTo>
                  <a:lnTo>
                    <a:pt x="1817" y="3954"/>
                  </a:lnTo>
                  <a:lnTo>
                    <a:pt x="1808" y="4098"/>
                  </a:lnTo>
                  <a:lnTo>
                    <a:pt x="1808" y="4103"/>
                  </a:lnTo>
                  <a:lnTo>
                    <a:pt x="1792" y="4292"/>
                  </a:lnTo>
                  <a:lnTo>
                    <a:pt x="1771" y="4466"/>
                  </a:lnTo>
                  <a:lnTo>
                    <a:pt x="1745" y="4629"/>
                  </a:lnTo>
                  <a:lnTo>
                    <a:pt x="1717" y="4780"/>
                  </a:lnTo>
                  <a:lnTo>
                    <a:pt x="1682" y="4920"/>
                  </a:lnTo>
                  <a:lnTo>
                    <a:pt x="1645" y="5050"/>
                  </a:lnTo>
                  <a:lnTo>
                    <a:pt x="1601" y="5169"/>
                  </a:lnTo>
                  <a:lnTo>
                    <a:pt x="1557" y="5276"/>
                  </a:lnTo>
                  <a:lnTo>
                    <a:pt x="1505" y="5374"/>
                  </a:lnTo>
                  <a:lnTo>
                    <a:pt x="1452" y="5465"/>
                  </a:lnTo>
                  <a:lnTo>
                    <a:pt x="1394" y="5544"/>
                  </a:lnTo>
                  <a:lnTo>
                    <a:pt x="1333" y="5616"/>
                  </a:lnTo>
                  <a:lnTo>
                    <a:pt x="1268" y="5681"/>
                  </a:lnTo>
                  <a:lnTo>
                    <a:pt x="1201" y="5737"/>
                  </a:lnTo>
                  <a:lnTo>
                    <a:pt x="1131" y="5788"/>
                  </a:lnTo>
                  <a:lnTo>
                    <a:pt x="228" y="5788"/>
                  </a:lnTo>
                  <a:lnTo>
                    <a:pt x="167" y="5737"/>
                  </a:lnTo>
                  <a:lnTo>
                    <a:pt x="114" y="5683"/>
                  </a:lnTo>
                  <a:lnTo>
                    <a:pt x="72" y="5630"/>
                  </a:lnTo>
                  <a:lnTo>
                    <a:pt x="39" y="5579"/>
                  </a:lnTo>
                  <a:lnTo>
                    <a:pt x="18" y="5530"/>
                  </a:lnTo>
                  <a:lnTo>
                    <a:pt x="9" y="5493"/>
                  </a:lnTo>
                  <a:lnTo>
                    <a:pt x="2" y="5453"/>
                  </a:lnTo>
                  <a:lnTo>
                    <a:pt x="0" y="5409"/>
                  </a:lnTo>
                  <a:lnTo>
                    <a:pt x="0" y="5362"/>
                  </a:lnTo>
                  <a:lnTo>
                    <a:pt x="4" y="5316"/>
                  </a:lnTo>
                  <a:lnTo>
                    <a:pt x="11" y="5269"/>
                  </a:lnTo>
                  <a:lnTo>
                    <a:pt x="23" y="5223"/>
                  </a:lnTo>
                  <a:lnTo>
                    <a:pt x="39" y="5178"/>
                  </a:lnTo>
                  <a:lnTo>
                    <a:pt x="60" y="5136"/>
                  </a:lnTo>
                  <a:lnTo>
                    <a:pt x="83" y="5099"/>
                  </a:lnTo>
                  <a:lnTo>
                    <a:pt x="111" y="5067"/>
                  </a:lnTo>
                  <a:lnTo>
                    <a:pt x="144" y="5039"/>
                  </a:lnTo>
                  <a:lnTo>
                    <a:pt x="181" y="5018"/>
                  </a:lnTo>
                  <a:lnTo>
                    <a:pt x="223" y="5004"/>
                  </a:lnTo>
                  <a:lnTo>
                    <a:pt x="270" y="4999"/>
                  </a:lnTo>
                  <a:lnTo>
                    <a:pt x="321" y="5004"/>
                  </a:lnTo>
                  <a:lnTo>
                    <a:pt x="379" y="5020"/>
                  </a:lnTo>
                  <a:lnTo>
                    <a:pt x="439" y="5046"/>
                  </a:lnTo>
                  <a:lnTo>
                    <a:pt x="495" y="5081"/>
                  </a:lnTo>
                  <a:lnTo>
                    <a:pt x="540" y="5116"/>
                  </a:lnTo>
                  <a:lnTo>
                    <a:pt x="572" y="5153"/>
                  </a:lnTo>
                  <a:lnTo>
                    <a:pt x="593" y="5192"/>
                  </a:lnTo>
                  <a:lnTo>
                    <a:pt x="605" y="5232"/>
                  </a:lnTo>
                  <a:lnTo>
                    <a:pt x="607" y="5271"/>
                  </a:lnTo>
                  <a:lnTo>
                    <a:pt x="605" y="5309"/>
                  </a:lnTo>
                  <a:lnTo>
                    <a:pt x="595" y="5348"/>
                  </a:lnTo>
                  <a:lnTo>
                    <a:pt x="563" y="5418"/>
                  </a:lnTo>
                  <a:lnTo>
                    <a:pt x="542" y="5451"/>
                  </a:lnTo>
                  <a:lnTo>
                    <a:pt x="521" y="5481"/>
                  </a:lnTo>
                  <a:lnTo>
                    <a:pt x="500" y="5506"/>
                  </a:lnTo>
                  <a:lnTo>
                    <a:pt x="479" y="5530"/>
                  </a:lnTo>
                  <a:lnTo>
                    <a:pt x="463" y="5548"/>
                  </a:lnTo>
                  <a:lnTo>
                    <a:pt x="446" y="5562"/>
                  </a:lnTo>
                  <a:lnTo>
                    <a:pt x="435" y="5574"/>
                  </a:lnTo>
                  <a:lnTo>
                    <a:pt x="435" y="5595"/>
                  </a:lnTo>
                  <a:lnTo>
                    <a:pt x="437" y="5609"/>
                  </a:lnTo>
                  <a:lnTo>
                    <a:pt x="442" y="5625"/>
                  </a:lnTo>
                  <a:lnTo>
                    <a:pt x="446" y="5644"/>
                  </a:lnTo>
                  <a:lnTo>
                    <a:pt x="456" y="5662"/>
                  </a:lnTo>
                  <a:lnTo>
                    <a:pt x="467" y="5681"/>
                  </a:lnTo>
                  <a:lnTo>
                    <a:pt x="481" y="5697"/>
                  </a:lnTo>
                  <a:lnTo>
                    <a:pt x="500" y="5716"/>
                  </a:lnTo>
                  <a:lnTo>
                    <a:pt x="521" y="5730"/>
                  </a:lnTo>
                  <a:lnTo>
                    <a:pt x="549" y="5742"/>
                  </a:lnTo>
                  <a:lnTo>
                    <a:pt x="581" y="5749"/>
                  </a:lnTo>
                  <a:lnTo>
                    <a:pt x="619" y="5751"/>
                  </a:lnTo>
                  <a:lnTo>
                    <a:pt x="663" y="5749"/>
                  </a:lnTo>
                  <a:lnTo>
                    <a:pt x="714" y="5742"/>
                  </a:lnTo>
                  <a:lnTo>
                    <a:pt x="770" y="5728"/>
                  </a:lnTo>
                  <a:lnTo>
                    <a:pt x="835" y="5704"/>
                  </a:lnTo>
                  <a:lnTo>
                    <a:pt x="907" y="5674"/>
                  </a:lnTo>
                  <a:lnTo>
                    <a:pt x="972" y="5639"/>
                  </a:lnTo>
                  <a:lnTo>
                    <a:pt x="1031" y="5593"/>
                  </a:lnTo>
                  <a:lnTo>
                    <a:pt x="1082" y="5539"/>
                  </a:lnTo>
                  <a:lnTo>
                    <a:pt x="1128" y="5474"/>
                  </a:lnTo>
                  <a:lnTo>
                    <a:pt x="1168" y="5404"/>
                  </a:lnTo>
                  <a:lnTo>
                    <a:pt x="1203" y="5325"/>
                  </a:lnTo>
                  <a:lnTo>
                    <a:pt x="1233" y="5239"/>
                  </a:lnTo>
                  <a:lnTo>
                    <a:pt x="1259" y="5143"/>
                  </a:lnTo>
                  <a:lnTo>
                    <a:pt x="1280" y="5046"/>
                  </a:lnTo>
                  <a:lnTo>
                    <a:pt x="1296" y="4939"/>
                  </a:lnTo>
                  <a:lnTo>
                    <a:pt x="1310" y="4829"/>
                  </a:lnTo>
                  <a:lnTo>
                    <a:pt x="1319" y="4713"/>
                  </a:lnTo>
                  <a:lnTo>
                    <a:pt x="1326" y="4594"/>
                  </a:lnTo>
                  <a:lnTo>
                    <a:pt x="1331" y="4469"/>
                  </a:lnTo>
                  <a:lnTo>
                    <a:pt x="1333" y="4343"/>
                  </a:lnTo>
                  <a:lnTo>
                    <a:pt x="1336" y="4213"/>
                  </a:lnTo>
                  <a:lnTo>
                    <a:pt x="1333" y="4080"/>
                  </a:lnTo>
                  <a:lnTo>
                    <a:pt x="1331" y="3945"/>
                  </a:lnTo>
                  <a:lnTo>
                    <a:pt x="1329" y="3808"/>
                  </a:lnTo>
                  <a:lnTo>
                    <a:pt x="1329" y="3810"/>
                  </a:lnTo>
                  <a:lnTo>
                    <a:pt x="1315" y="3421"/>
                  </a:lnTo>
                  <a:lnTo>
                    <a:pt x="1303" y="3324"/>
                  </a:lnTo>
                  <a:lnTo>
                    <a:pt x="1287" y="3233"/>
                  </a:lnTo>
                  <a:lnTo>
                    <a:pt x="1266" y="3147"/>
                  </a:lnTo>
                  <a:lnTo>
                    <a:pt x="1238" y="3065"/>
                  </a:lnTo>
                  <a:lnTo>
                    <a:pt x="1203" y="2986"/>
                  </a:lnTo>
                  <a:lnTo>
                    <a:pt x="1161" y="2905"/>
                  </a:lnTo>
                  <a:lnTo>
                    <a:pt x="1133" y="2867"/>
                  </a:lnTo>
                  <a:lnTo>
                    <a:pt x="1110" y="2839"/>
                  </a:lnTo>
                  <a:lnTo>
                    <a:pt x="1091" y="2818"/>
                  </a:lnTo>
                  <a:lnTo>
                    <a:pt x="1075" y="2802"/>
                  </a:lnTo>
                  <a:lnTo>
                    <a:pt x="1107" y="2732"/>
                  </a:lnTo>
                  <a:lnTo>
                    <a:pt x="1135" y="2653"/>
                  </a:lnTo>
                  <a:lnTo>
                    <a:pt x="1161" y="2569"/>
                  </a:lnTo>
                  <a:lnTo>
                    <a:pt x="1182" y="2481"/>
                  </a:lnTo>
                  <a:lnTo>
                    <a:pt x="1198" y="2390"/>
                  </a:lnTo>
                  <a:lnTo>
                    <a:pt x="1214" y="2304"/>
                  </a:lnTo>
                  <a:lnTo>
                    <a:pt x="1226" y="2223"/>
                  </a:lnTo>
                  <a:lnTo>
                    <a:pt x="1235" y="2148"/>
                  </a:lnTo>
                  <a:lnTo>
                    <a:pt x="1238" y="1990"/>
                  </a:lnTo>
                  <a:lnTo>
                    <a:pt x="1245" y="1836"/>
                  </a:lnTo>
                  <a:lnTo>
                    <a:pt x="1254" y="1692"/>
                  </a:lnTo>
                  <a:lnTo>
                    <a:pt x="1254" y="1685"/>
                  </a:lnTo>
                  <a:lnTo>
                    <a:pt x="1270" y="1497"/>
                  </a:lnTo>
                  <a:lnTo>
                    <a:pt x="1291" y="1322"/>
                  </a:lnTo>
                  <a:lnTo>
                    <a:pt x="1317" y="1159"/>
                  </a:lnTo>
                  <a:lnTo>
                    <a:pt x="1345" y="1008"/>
                  </a:lnTo>
                  <a:lnTo>
                    <a:pt x="1380" y="868"/>
                  </a:lnTo>
                  <a:lnTo>
                    <a:pt x="1417" y="740"/>
                  </a:lnTo>
                  <a:lnTo>
                    <a:pt x="1459" y="622"/>
                  </a:lnTo>
                  <a:lnTo>
                    <a:pt x="1505" y="512"/>
                  </a:lnTo>
                  <a:lnTo>
                    <a:pt x="1557" y="414"/>
                  </a:lnTo>
                  <a:lnTo>
                    <a:pt x="1610" y="326"/>
                  </a:lnTo>
                  <a:lnTo>
                    <a:pt x="1666" y="245"/>
                  </a:lnTo>
                  <a:lnTo>
                    <a:pt x="1727" y="172"/>
                  </a:lnTo>
                  <a:lnTo>
                    <a:pt x="1792" y="107"/>
                  </a:lnTo>
                  <a:lnTo>
                    <a:pt x="1859" y="51"/>
                  </a:lnTo>
                  <a:lnTo>
                    <a:pt x="1929" y="0"/>
                  </a:lnTo>
                  <a:close/>
                </a:path>
              </a:pathLst>
            </a:custGeom>
            <a:solidFill>
              <a:srgbClr val="FFFFFF"/>
            </a:solidFill>
            <a:ln w="0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</p:grpSp>
      <p:sp>
        <p:nvSpPr>
          <p:cNvPr id="30" name="Rectangle 29"/>
          <p:cNvSpPr/>
          <p:nvPr userDrawn="1"/>
        </p:nvSpPr>
        <p:spPr>
          <a:xfrm>
            <a:off x="228600" y="228600"/>
            <a:ext cx="9601200" cy="7315200"/>
          </a:xfrm>
          <a:prstGeom prst="rect">
            <a:avLst/>
          </a:prstGeom>
          <a:noFill/>
          <a:ln>
            <a:solidFill>
              <a:srgbClr val="EFEBE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18" tIns="45710" rIns="91418" bIns="45710" rtlCol="0" anchor="ctr"/>
          <a:lstStyle/>
          <a:p>
            <a:pPr algn="ctr"/>
            <a:endParaRPr lang="en-US" dirty="0"/>
          </a:p>
        </p:txBody>
      </p:sp>
      <p:pic>
        <p:nvPicPr>
          <p:cNvPr id="39" name="Picture 38" descr="GUGG_logo_262.gif"/>
          <p:cNvPicPr>
            <a:picLocks noChangeAspect="1"/>
          </p:cNvPicPr>
          <p:nvPr userDrawn="1"/>
        </p:nvPicPr>
        <p:blipFill>
          <a:blip r:embed="rId5" cstate="print"/>
          <a:stretch>
            <a:fillRect/>
          </a:stretch>
        </p:blipFill>
        <p:spPr>
          <a:xfrm>
            <a:off x="4043680" y="468949"/>
            <a:ext cx="2072640" cy="153375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703" r:id="rId1"/>
  </p:sldLayoutIdLst>
  <p:timing>
    <p:tnLst>
      <p:par>
        <p:cTn id="1" dur="indefinite" restart="never" nodeType="tmRoot"/>
      </p:par>
    </p:tnLst>
  </p:timing>
  <p:txStyles>
    <p:titleStyle>
      <a:lvl1pPr algn="ctr" rtl="0" eaLnBrk="0" fontAlgn="base" hangingPunct="0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Cambria" pitchFamily="18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Cambria" pitchFamily="18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Cambria" pitchFamily="18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Cambria" pitchFamily="18" charset="0"/>
        </a:defRPr>
      </a:lvl5pPr>
      <a:lvl6pPr marL="509235" algn="ctr" rtl="0" fontAlgn="base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Cambria" pitchFamily="18" charset="0"/>
        </a:defRPr>
      </a:lvl6pPr>
      <a:lvl7pPr marL="1018472" algn="ctr" rtl="0" fontAlgn="base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Cambria" pitchFamily="18" charset="0"/>
        </a:defRPr>
      </a:lvl7pPr>
      <a:lvl8pPr marL="1527709" algn="ctr" rtl="0" fontAlgn="base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Cambria" pitchFamily="18" charset="0"/>
        </a:defRPr>
      </a:lvl8pPr>
      <a:lvl9pPr marL="2036945" algn="ctr" rtl="0" fontAlgn="base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Cambria" pitchFamily="18" charset="0"/>
        </a:defRPr>
      </a:lvl9pPr>
    </p:titleStyle>
    <p:bodyStyle>
      <a:lvl1pPr marL="380202" indent="-380202" algn="l" rtl="0" eaLnBrk="0" fontAlgn="base" hangingPunct="0">
        <a:spcBef>
          <a:spcPct val="20000"/>
        </a:spcBef>
        <a:spcAft>
          <a:spcPct val="0"/>
        </a:spcAft>
        <a:buChar char="•"/>
        <a:defRPr sz="3600">
          <a:solidFill>
            <a:schemeClr val="tx1"/>
          </a:solidFill>
          <a:latin typeface="+mn-lt"/>
          <a:ea typeface="+mn-ea"/>
          <a:cs typeface="+mn-cs"/>
        </a:defRPr>
      </a:lvl1pPr>
      <a:lvl2pPr marL="825834" indent="-316540" algn="l" rtl="0" eaLnBrk="0" fontAlgn="base" hangingPunct="0">
        <a:spcBef>
          <a:spcPct val="20000"/>
        </a:spcBef>
        <a:spcAft>
          <a:spcPct val="0"/>
        </a:spcAft>
        <a:buChar char="–"/>
        <a:defRPr sz="3100">
          <a:solidFill>
            <a:schemeClr val="tx1"/>
          </a:solidFill>
          <a:latin typeface="+mn-lt"/>
        </a:defRPr>
      </a:lvl2pPr>
      <a:lvl3pPr marL="1271465" indent="-252880" algn="l" rtl="0" eaLnBrk="0" fontAlgn="base" hangingPunct="0">
        <a:spcBef>
          <a:spcPct val="20000"/>
        </a:spcBef>
        <a:spcAft>
          <a:spcPct val="0"/>
        </a:spcAft>
        <a:buChar char="•"/>
        <a:defRPr sz="2700">
          <a:solidFill>
            <a:schemeClr val="tx1"/>
          </a:solidFill>
          <a:latin typeface="+mn-lt"/>
        </a:defRPr>
      </a:lvl3pPr>
      <a:lvl4pPr marL="1780758" indent="-252880" algn="l" rtl="0" eaLnBrk="0" fontAlgn="base" hangingPunct="0">
        <a:spcBef>
          <a:spcPct val="20000"/>
        </a:spcBef>
        <a:spcAft>
          <a:spcPct val="0"/>
        </a:spcAft>
        <a:buChar char="–"/>
        <a:defRPr sz="2200">
          <a:solidFill>
            <a:schemeClr val="tx1"/>
          </a:solidFill>
          <a:latin typeface="+mn-lt"/>
        </a:defRPr>
      </a:lvl4pPr>
      <a:lvl5pPr marL="2290051" indent="-252880" algn="l" rtl="0" eaLnBrk="0" fontAlgn="base" hangingPunct="0">
        <a:spcBef>
          <a:spcPct val="20000"/>
        </a:spcBef>
        <a:spcAft>
          <a:spcPct val="0"/>
        </a:spcAft>
        <a:buChar char="»"/>
        <a:defRPr sz="2200">
          <a:solidFill>
            <a:schemeClr val="tx1"/>
          </a:solidFill>
          <a:latin typeface="+mn-lt"/>
        </a:defRPr>
      </a:lvl5pPr>
      <a:lvl6pPr marL="2800798" indent="-254617" algn="l" rtl="0" fontAlgn="base">
        <a:spcBef>
          <a:spcPct val="20000"/>
        </a:spcBef>
        <a:spcAft>
          <a:spcPct val="0"/>
        </a:spcAft>
        <a:buChar char="»"/>
        <a:defRPr sz="2200">
          <a:solidFill>
            <a:schemeClr val="tx1"/>
          </a:solidFill>
          <a:latin typeface="+mn-lt"/>
        </a:defRPr>
      </a:lvl6pPr>
      <a:lvl7pPr marL="3310035" indent="-254617" algn="l" rtl="0" fontAlgn="base">
        <a:spcBef>
          <a:spcPct val="20000"/>
        </a:spcBef>
        <a:spcAft>
          <a:spcPct val="0"/>
        </a:spcAft>
        <a:buChar char="»"/>
        <a:defRPr sz="2200">
          <a:solidFill>
            <a:schemeClr val="tx1"/>
          </a:solidFill>
          <a:latin typeface="+mn-lt"/>
        </a:defRPr>
      </a:lvl7pPr>
      <a:lvl8pPr marL="3819270" indent="-254617" algn="l" rtl="0" fontAlgn="base">
        <a:spcBef>
          <a:spcPct val="20000"/>
        </a:spcBef>
        <a:spcAft>
          <a:spcPct val="0"/>
        </a:spcAft>
        <a:buChar char="»"/>
        <a:defRPr sz="2200">
          <a:solidFill>
            <a:schemeClr val="tx1"/>
          </a:solidFill>
          <a:latin typeface="+mn-lt"/>
        </a:defRPr>
      </a:lvl8pPr>
      <a:lvl9pPr marL="4328505" indent="-254617" algn="l" rtl="0" fontAlgn="base">
        <a:spcBef>
          <a:spcPct val="20000"/>
        </a:spcBef>
        <a:spcAft>
          <a:spcPct val="0"/>
        </a:spcAft>
        <a:buChar char="»"/>
        <a:defRPr sz="22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1018472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509235" algn="l" defTabSz="1018472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018472" algn="l" defTabSz="1018472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527709" algn="l" defTabSz="1018472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36945" algn="l" defTabSz="1018472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46180" algn="l" defTabSz="1018472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3055417" algn="l" defTabSz="1018472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564653" algn="l" defTabSz="1018472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4073887" algn="l" defTabSz="1018472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Picture 33" descr="Cello_CoverDesigns_FINAL_2-02"/>
          <p:cNvPicPr>
            <a:picLocks noChangeAspect="1" noChangeArrowheads="1"/>
          </p:cNvPicPr>
          <p:nvPr userDrawn="1"/>
        </p:nvPicPr>
        <p:blipFill>
          <a:blip r:embed="rId4" cstate="print"/>
          <a:srcRect b="13019"/>
          <a:stretch>
            <a:fillRect/>
          </a:stretch>
        </p:blipFill>
        <p:spPr bwMode="auto">
          <a:xfrm>
            <a:off x="228600" y="788038"/>
            <a:ext cx="9601200" cy="385374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364592" name="Rectangle 48"/>
          <p:cNvSpPr>
            <a:spLocks noChangeArrowheads="1"/>
          </p:cNvSpPr>
          <p:nvPr userDrawn="1"/>
        </p:nvSpPr>
        <p:spPr bwMode="auto">
          <a:xfrm>
            <a:off x="228600" y="7136284"/>
            <a:ext cx="9601200" cy="401215"/>
          </a:xfrm>
          <a:prstGeom prst="rect">
            <a:avLst/>
          </a:prstGeom>
          <a:gradFill rotWithShape="1">
            <a:gsLst>
              <a:gs pos="0">
                <a:schemeClr val="accent1"/>
              </a:gs>
              <a:gs pos="100000">
                <a:schemeClr val="tx2"/>
              </a:gs>
            </a:gsLst>
            <a:lin ang="0" scaled="1"/>
          </a:gradFill>
          <a:ln w="9525">
            <a:noFill/>
            <a:miter lim="800000"/>
            <a:headEnd/>
            <a:tailEnd/>
          </a:ln>
          <a:effectLst/>
        </p:spPr>
        <p:txBody>
          <a:bodyPr wrap="none" lIns="101858" tIns="50929" rIns="101858" bIns="50929" anchor="ctr"/>
          <a:lstStyle/>
          <a:p>
            <a:endParaRPr lang="en-US" dirty="0"/>
          </a:p>
        </p:txBody>
      </p:sp>
      <p:sp>
        <p:nvSpPr>
          <p:cNvPr id="364594" name="Rectangle 50"/>
          <p:cNvSpPr>
            <a:spLocks noChangeArrowheads="1"/>
          </p:cNvSpPr>
          <p:nvPr userDrawn="1"/>
        </p:nvSpPr>
        <p:spPr bwMode="auto">
          <a:xfrm flipV="1">
            <a:off x="228600" y="4967500"/>
            <a:ext cx="9601200" cy="401214"/>
          </a:xfrm>
          <a:prstGeom prst="rect">
            <a:avLst/>
          </a:prstGeom>
          <a:gradFill rotWithShape="1">
            <a:gsLst>
              <a:gs pos="0">
                <a:schemeClr val="accent1"/>
              </a:gs>
              <a:gs pos="100000">
                <a:schemeClr val="tx2"/>
              </a:gs>
            </a:gsLst>
            <a:lin ang="0" scaled="1"/>
          </a:gradFill>
          <a:ln w="9525">
            <a:noFill/>
            <a:miter lim="800000"/>
            <a:headEnd/>
            <a:tailEnd/>
          </a:ln>
          <a:effectLst/>
        </p:spPr>
        <p:txBody>
          <a:bodyPr wrap="none" lIns="91418" tIns="45710" rIns="91418" bIns="45710" anchor="ctr"/>
          <a:lstStyle/>
          <a:p>
            <a:endParaRPr lang="en-US" dirty="0"/>
          </a:p>
        </p:txBody>
      </p:sp>
      <p:grpSp>
        <p:nvGrpSpPr>
          <p:cNvPr id="364597" name="Group 33"/>
          <p:cNvGrpSpPr>
            <a:grpSpLocks/>
          </p:cNvGrpSpPr>
          <p:nvPr userDrawn="1"/>
        </p:nvGrpSpPr>
        <p:grpSpPr bwMode="auto">
          <a:xfrm>
            <a:off x="1011082" y="3986954"/>
            <a:ext cx="2175828" cy="2880466"/>
            <a:chOff x="2173" y="2091"/>
            <a:chExt cx="1436" cy="1845"/>
          </a:xfrm>
        </p:grpSpPr>
        <p:sp>
          <p:nvSpPr>
            <p:cNvPr id="323607" name="Freeform 23"/>
            <p:cNvSpPr>
              <a:spLocks/>
            </p:cNvSpPr>
            <p:nvPr userDrawn="1"/>
          </p:nvSpPr>
          <p:spPr bwMode="auto">
            <a:xfrm>
              <a:off x="2191" y="3620"/>
              <a:ext cx="280" cy="316"/>
            </a:xfrm>
            <a:custGeom>
              <a:avLst/>
              <a:gdLst/>
              <a:ahLst/>
              <a:cxnLst>
                <a:cxn ang="0">
                  <a:pos x="828" y="5"/>
                </a:cxn>
                <a:cxn ang="0">
                  <a:pos x="996" y="23"/>
                </a:cxn>
                <a:cxn ang="0">
                  <a:pos x="1126" y="42"/>
                </a:cxn>
                <a:cxn ang="0">
                  <a:pos x="1112" y="133"/>
                </a:cxn>
                <a:cxn ang="0">
                  <a:pos x="1101" y="247"/>
                </a:cxn>
                <a:cxn ang="0">
                  <a:pos x="1096" y="352"/>
                </a:cxn>
                <a:cxn ang="0">
                  <a:pos x="1070" y="361"/>
                </a:cxn>
                <a:cxn ang="0">
                  <a:pos x="1033" y="356"/>
                </a:cxn>
                <a:cxn ang="0">
                  <a:pos x="1012" y="244"/>
                </a:cxn>
                <a:cxn ang="0">
                  <a:pos x="984" y="177"/>
                </a:cxn>
                <a:cxn ang="0">
                  <a:pos x="940" y="135"/>
                </a:cxn>
                <a:cxn ang="0">
                  <a:pos x="859" y="98"/>
                </a:cxn>
                <a:cxn ang="0">
                  <a:pos x="733" y="77"/>
                </a:cxn>
                <a:cxn ang="0">
                  <a:pos x="584" y="79"/>
                </a:cxn>
                <a:cxn ang="0">
                  <a:pos x="449" y="121"/>
                </a:cxn>
                <a:cxn ang="0">
                  <a:pos x="342" y="200"/>
                </a:cxn>
                <a:cxn ang="0">
                  <a:pos x="265" y="312"/>
                </a:cxn>
                <a:cxn ang="0">
                  <a:pos x="216" y="456"/>
                </a:cxn>
                <a:cxn ang="0">
                  <a:pos x="200" y="631"/>
                </a:cxn>
                <a:cxn ang="0">
                  <a:pos x="214" y="775"/>
                </a:cxn>
                <a:cxn ang="0">
                  <a:pos x="251" y="908"/>
                </a:cxn>
                <a:cxn ang="0">
                  <a:pos x="316" y="1024"/>
                </a:cxn>
                <a:cxn ang="0">
                  <a:pos x="405" y="1117"/>
                </a:cxn>
                <a:cxn ang="0">
                  <a:pos x="521" y="1185"/>
                </a:cxn>
                <a:cxn ang="0">
                  <a:pos x="661" y="1222"/>
                </a:cxn>
                <a:cxn ang="0">
                  <a:pos x="791" y="1224"/>
                </a:cxn>
                <a:cxn ang="0">
                  <a:pos x="887" y="1201"/>
                </a:cxn>
                <a:cxn ang="0">
                  <a:pos x="961" y="1157"/>
                </a:cxn>
                <a:cxn ang="0">
                  <a:pos x="1036" y="1075"/>
                </a:cxn>
                <a:cxn ang="0">
                  <a:pos x="1112" y="959"/>
                </a:cxn>
                <a:cxn ang="0">
                  <a:pos x="1140" y="971"/>
                </a:cxn>
                <a:cxn ang="0">
                  <a:pos x="1161" y="992"/>
                </a:cxn>
                <a:cxn ang="0">
                  <a:pos x="1136" y="1066"/>
                </a:cxn>
                <a:cxn ang="0">
                  <a:pos x="1094" y="1150"/>
                </a:cxn>
                <a:cxn ang="0">
                  <a:pos x="1049" y="1222"/>
                </a:cxn>
                <a:cxn ang="0">
                  <a:pos x="1008" y="1264"/>
                </a:cxn>
                <a:cxn ang="0">
                  <a:pos x="928" y="1287"/>
                </a:cxn>
                <a:cxn ang="0">
                  <a:pos x="821" y="1306"/>
                </a:cxn>
                <a:cxn ang="0">
                  <a:pos x="700" y="1315"/>
                </a:cxn>
                <a:cxn ang="0">
                  <a:pos x="507" y="1299"/>
                </a:cxn>
                <a:cxn ang="0">
                  <a:pos x="342" y="1248"/>
                </a:cxn>
                <a:cxn ang="0">
                  <a:pos x="209" y="1164"/>
                </a:cxn>
                <a:cxn ang="0">
                  <a:pos x="107" y="1052"/>
                </a:cxn>
                <a:cxn ang="0">
                  <a:pos x="39" y="910"/>
                </a:cxn>
                <a:cxn ang="0">
                  <a:pos x="5" y="742"/>
                </a:cxn>
                <a:cxn ang="0">
                  <a:pos x="5" y="577"/>
                </a:cxn>
                <a:cxn ang="0">
                  <a:pos x="32" y="435"/>
                </a:cxn>
                <a:cxn ang="0">
                  <a:pos x="95" y="303"/>
                </a:cxn>
                <a:cxn ang="0">
                  <a:pos x="188" y="186"/>
                </a:cxn>
                <a:cxn ang="0">
                  <a:pos x="319" y="93"/>
                </a:cxn>
                <a:cxn ang="0">
                  <a:pos x="461" y="35"/>
                </a:cxn>
                <a:cxn ang="0">
                  <a:pos x="633" y="5"/>
                </a:cxn>
              </a:cxnLst>
              <a:rect l="0" t="0" r="r" b="b"/>
              <a:pathLst>
                <a:path w="1161" h="1315">
                  <a:moveTo>
                    <a:pt x="731" y="0"/>
                  </a:moveTo>
                  <a:lnTo>
                    <a:pt x="828" y="5"/>
                  </a:lnTo>
                  <a:lnTo>
                    <a:pt x="917" y="12"/>
                  </a:lnTo>
                  <a:lnTo>
                    <a:pt x="996" y="23"/>
                  </a:lnTo>
                  <a:lnTo>
                    <a:pt x="1066" y="35"/>
                  </a:lnTo>
                  <a:lnTo>
                    <a:pt x="1126" y="42"/>
                  </a:lnTo>
                  <a:lnTo>
                    <a:pt x="1119" y="84"/>
                  </a:lnTo>
                  <a:lnTo>
                    <a:pt x="1112" y="133"/>
                  </a:lnTo>
                  <a:lnTo>
                    <a:pt x="1108" y="189"/>
                  </a:lnTo>
                  <a:lnTo>
                    <a:pt x="1101" y="247"/>
                  </a:lnTo>
                  <a:lnTo>
                    <a:pt x="1098" y="303"/>
                  </a:lnTo>
                  <a:lnTo>
                    <a:pt x="1096" y="352"/>
                  </a:lnTo>
                  <a:lnTo>
                    <a:pt x="1087" y="356"/>
                  </a:lnTo>
                  <a:lnTo>
                    <a:pt x="1070" y="361"/>
                  </a:lnTo>
                  <a:lnTo>
                    <a:pt x="1040" y="361"/>
                  </a:lnTo>
                  <a:lnTo>
                    <a:pt x="1033" y="356"/>
                  </a:lnTo>
                  <a:lnTo>
                    <a:pt x="1024" y="293"/>
                  </a:lnTo>
                  <a:lnTo>
                    <a:pt x="1012" y="244"/>
                  </a:lnTo>
                  <a:lnTo>
                    <a:pt x="1001" y="207"/>
                  </a:lnTo>
                  <a:lnTo>
                    <a:pt x="984" y="177"/>
                  </a:lnTo>
                  <a:lnTo>
                    <a:pt x="966" y="154"/>
                  </a:lnTo>
                  <a:lnTo>
                    <a:pt x="940" y="135"/>
                  </a:lnTo>
                  <a:lnTo>
                    <a:pt x="912" y="119"/>
                  </a:lnTo>
                  <a:lnTo>
                    <a:pt x="859" y="98"/>
                  </a:lnTo>
                  <a:lnTo>
                    <a:pt x="798" y="84"/>
                  </a:lnTo>
                  <a:lnTo>
                    <a:pt x="733" y="77"/>
                  </a:lnTo>
                  <a:lnTo>
                    <a:pt x="661" y="75"/>
                  </a:lnTo>
                  <a:lnTo>
                    <a:pt x="584" y="79"/>
                  </a:lnTo>
                  <a:lnTo>
                    <a:pt x="514" y="96"/>
                  </a:lnTo>
                  <a:lnTo>
                    <a:pt x="449" y="121"/>
                  </a:lnTo>
                  <a:lnTo>
                    <a:pt x="393" y="156"/>
                  </a:lnTo>
                  <a:lnTo>
                    <a:pt x="342" y="200"/>
                  </a:lnTo>
                  <a:lnTo>
                    <a:pt x="300" y="251"/>
                  </a:lnTo>
                  <a:lnTo>
                    <a:pt x="265" y="312"/>
                  </a:lnTo>
                  <a:lnTo>
                    <a:pt x="237" y="382"/>
                  </a:lnTo>
                  <a:lnTo>
                    <a:pt x="216" y="456"/>
                  </a:lnTo>
                  <a:lnTo>
                    <a:pt x="205" y="540"/>
                  </a:lnTo>
                  <a:lnTo>
                    <a:pt x="200" y="631"/>
                  </a:lnTo>
                  <a:lnTo>
                    <a:pt x="202" y="705"/>
                  </a:lnTo>
                  <a:lnTo>
                    <a:pt x="214" y="775"/>
                  </a:lnTo>
                  <a:lnTo>
                    <a:pt x="228" y="845"/>
                  </a:lnTo>
                  <a:lnTo>
                    <a:pt x="251" y="908"/>
                  </a:lnTo>
                  <a:lnTo>
                    <a:pt x="281" y="968"/>
                  </a:lnTo>
                  <a:lnTo>
                    <a:pt x="316" y="1024"/>
                  </a:lnTo>
                  <a:lnTo>
                    <a:pt x="358" y="1075"/>
                  </a:lnTo>
                  <a:lnTo>
                    <a:pt x="405" y="1117"/>
                  </a:lnTo>
                  <a:lnTo>
                    <a:pt x="458" y="1157"/>
                  </a:lnTo>
                  <a:lnTo>
                    <a:pt x="521" y="1185"/>
                  </a:lnTo>
                  <a:lnTo>
                    <a:pt x="586" y="1208"/>
                  </a:lnTo>
                  <a:lnTo>
                    <a:pt x="661" y="1222"/>
                  </a:lnTo>
                  <a:lnTo>
                    <a:pt x="740" y="1227"/>
                  </a:lnTo>
                  <a:lnTo>
                    <a:pt x="791" y="1224"/>
                  </a:lnTo>
                  <a:lnTo>
                    <a:pt x="840" y="1215"/>
                  </a:lnTo>
                  <a:lnTo>
                    <a:pt x="887" y="1201"/>
                  </a:lnTo>
                  <a:lnTo>
                    <a:pt x="928" y="1182"/>
                  </a:lnTo>
                  <a:lnTo>
                    <a:pt x="961" y="1157"/>
                  </a:lnTo>
                  <a:lnTo>
                    <a:pt x="998" y="1122"/>
                  </a:lnTo>
                  <a:lnTo>
                    <a:pt x="1036" y="1075"/>
                  </a:lnTo>
                  <a:lnTo>
                    <a:pt x="1075" y="1022"/>
                  </a:lnTo>
                  <a:lnTo>
                    <a:pt x="1112" y="959"/>
                  </a:lnTo>
                  <a:lnTo>
                    <a:pt x="1124" y="961"/>
                  </a:lnTo>
                  <a:lnTo>
                    <a:pt x="1140" y="971"/>
                  </a:lnTo>
                  <a:lnTo>
                    <a:pt x="1154" y="980"/>
                  </a:lnTo>
                  <a:lnTo>
                    <a:pt x="1161" y="992"/>
                  </a:lnTo>
                  <a:lnTo>
                    <a:pt x="1152" y="1026"/>
                  </a:lnTo>
                  <a:lnTo>
                    <a:pt x="1136" y="1066"/>
                  </a:lnTo>
                  <a:lnTo>
                    <a:pt x="1117" y="1108"/>
                  </a:lnTo>
                  <a:lnTo>
                    <a:pt x="1094" y="1150"/>
                  </a:lnTo>
                  <a:lnTo>
                    <a:pt x="1073" y="1187"/>
                  </a:lnTo>
                  <a:lnTo>
                    <a:pt x="1049" y="1222"/>
                  </a:lnTo>
                  <a:lnTo>
                    <a:pt x="1026" y="1248"/>
                  </a:lnTo>
                  <a:lnTo>
                    <a:pt x="1008" y="1264"/>
                  </a:lnTo>
                  <a:lnTo>
                    <a:pt x="973" y="1275"/>
                  </a:lnTo>
                  <a:lnTo>
                    <a:pt x="928" y="1287"/>
                  </a:lnTo>
                  <a:lnTo>
                    <a:pt x="877" y="1296"/>
                  </a:lnTo>
                  <a:lnTo>
                    <a:pt x="821" y="1306"/>
                  </a:lnTo>
                  <a:lnTo>
                    <a:pt x="761" y="1313"/>
                  </a:lnTo>
                  <a:lnTo>
                    <a:pt x="700" y="1315"/>
                  </a:lnTo>
                  <a:lnTo>
                    <a:pt x="600" y="1310"/>
                  </a:lnTo>
                  <a:lnTo>
                    <a:pt x="507" y="1299"/>
                  </a:lnTo>
                  <a:lnTo>
                    <a:pt x="421" y="1275"/>
                  </a:lnTo>
                  <a:lnTo>
                    <a:pt x="342" y="1248"/>
                  </a:lnTo>
                  <a:lnTo>
                    <a:pt x="272" y="1210"/>
                  </a:lnTo>
                  <a:lnTo>
                    <a:pt x="209" y="1164"/>
                  </a:lnTo>
                  <a:lnTo>
                    <a:pt x="153" y="1113"/>
                  </a:lnTo>
                  <a:lnTo>
                    <a:pt x="107" y="1052"/>
                  </a:lnTo>
                  <a:lnTo>
                    <a:pt x="70" y="985"/>
                  </a:lnTo>
                  <a:lnTo>
                    <a:pt x="39" y="910"/>
                  </a:lnTo>
                  <a:lnTo>
                    <a:pt x="18" y="831"/>
                  </a:lnTo>
                  <a:lnTo>
                    <a:pt x="5" y="742"/>
                  </a:lnTo>
                  <a:lnTo>
                    <a:pt x="0" y="649"/>
                  </a:lnTo>
                  <a:lnTo>
                    <a:pt x="5" y="577"/>
                  </a:lnTo>
                  <a:lnTo>
                    <a:pt x="14" y="505"/>
                  </a:lnTo>
                  <a:lnTo>
                    <a:pt x="32" y="435"/>
                  </a:lnTo>
                  <a:lnTo>
                    <a:pt x="60" y="365"/>
                  </a:lnTo>
                  <a:lnTo>
                    <a:pt x="95" y="303"/>
                  </a:lnTo>
                  <a:lnTo>
                    <a:pt x="137" y="242"/>
                  </a:lnTo>
                  <a:lnTo>
                    <a:pt x="188" y="186"/>
                  </a:lnTo>
                  <a:lnTo>
                    <a:pt x="249" y="137"/>
                  </a:lnTo>
                  <a:lnTo>
                    <a:pt x="319" y="93"/>
                  </a:lnTo>
                  <a:lnTo>
                    <a:pt x="386" y="61"/>
                  </a:lnTo>
                  <a:lnTo>
                    <a:pt x="461" y="35"/>
                  </a:lnTo>
                  <a:lnTo>
                    <a:pt x="542" y="16"/>
                  </a:lnTo>
                  <a:lnTo>
                    <a:pt x="633" y="5"/>
                  </a:lnTo>
                  <a:lnTo>
                    <a:pt x="731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323608" name="Freeform 24"/>
            <p:cNvSpPr>
              <a:spLocks/>
            </p:cNvSpPr>
            <p:nvPr userDrawn="1"/>
          </p:nvSpPr>
          <p:spPr bwMode="auto">
            <a:xfrm>
              <a:off x="2486" y="3627"/>
              <a:ext cx="256" cy="302"/>
            </a:xfrm>
            <a:custGeom>
              <a:avLst/>
              <a:gdLst/>
              <a:ahLst/>
              <a:cxnLst>
                <a:cxn ang="0">
                  <a:pos x="147" y="2"/>
                </a:cxn>
                <a:cxn ang="0">
                  <a:pos x="777" y="9"/>
                </a:cxn>
                <a:cxn ang="0">
                  <a:pos x="919" y="5"/>
                </a:cxn>
                <a:cxn ang="0">
                  <a:pos x="957" y="7"/>
                </a:cxn>
                <a:cxn ang="0">
                  <a:pos x="952" y="56"/>
                </a:cxn>
                <a:cxn ang="0">
                  <a:pos x="929" y="235"/>
                </a:cxn>
                <a:cxn ang="0">
                  <a:pos x="901" y="296"/>
                </a:cxn>
                <a:cxn ang="0">
                  <a:pos x="861" y="291"/>
                </a:cxn>
                <a:cxn ang="0">
                  <a:pos x="845" y="191"/>
                </a:cxn>
                <a:cxn ang="0">
                  <a:pos x="817" y="123"/>
                </a:cxn>
                <a:cxn ang="0">
                  <a:pos x="738" y="93"/>
                </a:cxn>
                <a:cxn ang="0">
                  <a:pos x="475" y="91"/>
                </a:cxn>
                <a:cxn ang="0">
                  <a:pos x="421" y="98"/>
                </a:cxn>
                <a:cxn ang="0">
                  <a:pos x="405" y="130"/>
                </a:cxn>
                <a:cxn ang="0">
                  <a:pos x="403" y="563"/>
                </a:cxn>
                <a:cxn ang="0">
                  <a:pos x="459" y="573"/>
                </a:cxn>
                <a:cxn ang="0">
                  <a:pos x="628" y="573"/>
                </a:cxn>
                <a:cxn ang="0">
                  <a:pos x="745" y="563"/>
                </a:cxn>
                <a:cxn ang="0">
                  <a:pos x="784" y="526"/>
                </a:cxn>
                <a:cxn ang="0">
                  <a:pos x="812" y="426"/>
                </a:cxn>
                <a:cxn ang="0">
                  <a:pos x="868" y="428"/>
                </a:cxn>
                <a:cxn ang="0">
                  <a:pos x="870" y="517"/>
                </a:cxn>
                <a:cxn ang="0">
                  <a:pos x="868" y="754"/>
                </a:cxn>
                <a:cxn ang="0">
                  <a:pos x="836" y="815"/>
                </a:cxn>
                <a:cxn ang="0">
                  <a:pos x="798" y="780"/>
                </a:cxn>
                <a:cxn ang="0">
                  <a:pos x="770" y="694"/>
                </a:cxn>
                <a:cxn ang="0">
                  <a:pos x="717" y="668"/>
                </a:cxn>
                <a:cxn ang="0">
                  <a:pos x="596" y="663"/>
                </a:cxn>
                <a:cxn ang="0">
                  <a:pos x="452" y="663"/>
                </a:cxn>
                <a:cxn ang="0">
                  <a:pos x="407" y="668"/>
                </a:cxn>
                <a:cxn ang="0">
                  <a:pos x="405" y="977"/>
                </a:cxn>
                <a:cxn ang="0">
                  <a:pos x="412" y="1110"/>
                </a:cxn>
                <a:cxn ang="0">
                  <a:pos x="454" y="1159"/>
                </a:cxn>
                <a:cxn ang="0">
                  <a:pos x="561" y="1168"/>
                </a:cxn>
                <a:cxn ang="0">
                  <a:pos x="791" y="1171"/>
                </a:cxn>
                <a:cxn ang="0">
                  <a:pos x="866" y="1143"/>
                </a:cxn>
                <a:cxn ang="0">
                  <a:pos x="924" y="1078"/>
                </a:cxn>
                <a:cxn ang="0">
                  <a:pos x="1003" y="929"/>
                </a:cxn>
                <a:cxn ang="0">
                  <a:pos x="1050" y="943"/>
                </a:cxn>
                <a:cxn ang="0">
                  <a:pos x="1045" y="1022"/>
                </a:cxn>
                <a:cxn ang="0">
                  <a:pos x="1005" y="1157"/>
                </a:cxn>
                <a:cxn ang="0">
                  <a:pos x="971" y="1238"/>
                </a:cxn>
                <a:cxn ang="0">
                  <a:pos x="926" y="1257"/>
                </a:cxn>
                <a:cxn ang="0">
                  <a:pos x="654" y="1257"/>
                </a:cxn>
                <a:cxn ang="0">
                  <a:pos x="230" y="1250"/>
                </a:cxn>
                <a:cxn ang="0">
                  <a:pos x="7" y="1257"/>
                </a:cxn>
                <a:cxn ang="0">
                  <a:pos x="2" y="1210"/>
                </a:cxn>
                <a:cxn ang="0">
                  <a:pos x="93" y="1189"/>
                </a:cxn>
                <a:cxn ang="0">
                  <a:pos x="184" y="1168"/>
                </a:cxn>
                <a:cxn ang="0">
                  <a:pos x="223" y="1105"/>
                </a:cxn>
                <a:cxn ang="0">
                  <a:pos x="230" y="1008"/>
                </a:cxn>
                <a:cxn ang="0">
                  <a:pos x="228" y="182"/>
                </a:cxn>
                <a:cxn ang="0">
                  <a:pos x="209" y="98"/>
                </a:cxn>
                <a:cxn ang="0">
                  <a:pos x="140" y="70"/>
                </a:cxn>
                <a:cxn ang="0">
                  <a:pos x="56" y="47"/>
                </a:cxn>
                <a:cxn ang="0">
                  <a:pos x="63" y="0"/>
                </a:cxn>
              </a:cxnLst>
              <a:rect l="0" t="0" r="r" b="b"/>
              <a:pathLst>
                <a:path w="1061" h="1259">
                  <a:moveTo>
                    <a:pt x="63" y="0"/>
                  </a:moveTo>
                  <a:lnTo>
                    <a:pt x="98" y="0"/>
                  </a:lnTo>
                  <a:lnTo>
                    <a:pt x="147" y="2"/>
                  </a:lnTo>
                  <a:lnTo>
                    <a:pt x="203" y="7"/>
                  </a:lnTo>
                  <a:lnTo>
                    <a:pt x="265" y="9"/>
                  </a:lnTo>
                  <a:lnTo>
                    <a:pt x="777" y="9"/>
                  </a:lnTo>
                  <a:lnTo>
                    <a:pt x="829" y="7"/>
                  </a:lnTo>
                  <a:lnTo>
                    <a:pt x="877" y="7"/>
                  </a:lnTo>
                  <a:lnTo>
                    <a:pt x="919" y="5"/>
                  </a:lnTo>
                  <a:lnTo>
                    <a:pt x="952" y="0"/>
                  </a:lnTo>
                  <a:lnTo>
                    <a:pt x="954" y="2"/>
                  </a:lnTo>
                  <a:lnTo>
                    <a:pt x="957" y="7"/>
                  </a:lnTo>
                  <a:lnTo>
                    <a:pt x="961" y="9"/>
                  </a:lnTo>
                  <a:lnTo>
                    <a:pt x="961" y="12"/>
                  </a:lnTo>
                  <a:lnTo>
                    <a:pt x="952" y="56"/>
                  </a:lnTo>
                  <a:lnTo>
                    <a:pt x="943" y="112"/>
                  </a:lnTo>
                  <a:lnTo>
                    <a:pt x="936" y="172"/>
                  </a:lnTo>
                  <a:lnTo>
                    <a:pt x="929" y="235"/>
                  </a:lnTo>
                  <a:lnTo>
                    <a:pt x="924" y="289"/>
                  </a:lnTo>
                  <a:lnTo>
                    <a:pt x="915" y="293"/>
                  </a:lnTo>
                  <a:lnTo>
                    <a:pt x="901" y="296"/>
                  </a:lnTo>
                  <a:lnTo>
                    <a:pt x="884" y="296"/>
                  </a:lnTo>
                  <a:lnTo>
                    <a:pt x="870" y="293"/>
                  </a:lnTo>
                  <a:lnTo>
                    <a:pt x="861" y="291"/>
                  </a:lnTo>
                  <a:lnTo>
                    <a:pt x="856" y="251"/>
                  </a:lnTo>
                  <a:lnTo>
                    <a:pt x="852" y="219"/>
                  </a:lnTo>
                  <a:lnTo>
                    <a:pt x="845" y="191"/>
                  </a:lnTo>
                  <a:lnTo>
                    <a:pt x="840" y="168"/>
                  </a:lnTo>
                  <a:lnTo>
                    <a:pt x="831" y="142"/>
                  </a:lnTo>
                  <a:lnTo>
                    <a:pt x="817" y="123"/>
                  </a:lnTo>
                  <a:lnTo>
                    <a:pt x="798" y="107"/>
                  </a:lnTo>
                  <a:lnTo>
                    <a:pt x="773" y="98"/>
                  </a:lnTo>
                  <a:lnTo>
                    <a:pt x="738" y="93"/>
                  </a:lnTo>
                  <a:lnTo>
                    <a:pt x="719" y="93"/>
                  </a:lnTo>
                  <a:lnTo>
                    <a:pt x="687" y="91"/>
                  </a:lnTo>
                  <a:lnTo>
                    <a:pt x="475" y="91"/>
                  </a:lnTo>
                  <a:lnTo>
                    <a:pt x="447" y="93"/>
                  </a:lnTo>
                  <a:lnTo>
                    <a:pt x="431" y="93"/>
                  </a:lnTo>
                  <a:lnTo>
                    <a:pt x="421" y="98"/>
                  </a:lnTo>
                  <a:lnTo>
                    <a:pt x="412" y="109"/>
                  </a:lnTo>
                  <a:lnTo>
                    <a:pt x="407" y="121"/>
                  </a:lnTo>
                  <a:lnTo>
                    <a:pt x="405" y="130"/>
                  </a:lnTo>
                  <a:lnTo>
                    <a:pt x="405" y="186"/>
                  </a:lnTo>
                  <a:lnTo>
                    <a:pt x="403" y="249"/>
                  </a:lnTo>
                  <a:lnTo>
                    <a:pt x="403" y="563"/>
                  </a:lnTo>
                  <a:lnTo>
                    <a:pt x="405" y="568"/>
                  </a:lnTo>
                  <a:lnTo>
                    <a:pt x="414" y="573"/>
                  </a:lnTo>
                  <a:lnTo>
                    <a:pt x="459" y="573"/>
                  </a:lnTo>
                  <a:lnTo>
                    <a:pt x="512" y="575"/>
                  </a:lnTo>
                  <a:lnTo>
                    <a:pt x="570" y="575"/>
                  </a:lnTo>
                  <a:lnTo>
                    <a:pt x="628" y="573"/>
                  </a:lnTo>
                  <a:lnTo>
                    <a:pt x="680" y="570"/>
                  </a:lnTo>
                  <a:lnTo>
                    <a:pt x="721" y="568"/>
                  </a:lnTo>
                  <a:lnTo>
                    <a:pt x="745" y="563"/>
                  </a:lnTo>
                  <a:lnTo>
                    <a:pt x="763" y="554"/>
                  </a:lnTo>
                  <a:lnTo>
                    <a:pt x="775" y="542"/>
                  </a:lnTo>
                  <a:lnTo>
                    <a:pt x="784" y="526"/>
                  </a:lnTo>
                  <a:lnTo>
                    <a:pt x="791" y="507"/>
                  </a:lnTo>
                  <a:lnTo>
                    <a:pt x="803" y="470"/>
                  </a:lnTo>
                  <a:lnTo>
                    <a:pt x="812" y="426"/>
                  </a:lnTo>
                  <a:lnTo>
                    <a:pt x="829" y="424"/>
                  </a:lnTo>
                  <a:lnTo>
                    <a:pt x="850" y="424"/>
                  </a:lnTo>
                  <a:lnTo>
                    <a:pt x="868" y="428"/>
                  </a:lnTo>
                  <a:lnTo>
                    <a:pt x="880" y="433"/>
                  </a:lnTo>
                  <a:lnTo>
                    <a:pt x="875" y="470"/>
                  </a:lnTo>
                  <a:lnTo>
                    <a:pt x="870" y="517"/>
                  </a:lnTo>
                  <a:lnTo>
                    <a:pt x="866" y="624"/>
                  </a:lnTo>
                  <a:lnTo>
                    <a:pt x="866" y="694"/>
                  </a:lnTo>
                  <a:lnTo>
                    <a:pt x="868" y="754"/>
                  </a:lnTo>
                  <a:lnTo>
                    <a:pt x="870" y="808"/>
                  </a:lnTo>
                  <a:lnTo>
                    <a:pt x="856" y="812"/>
                  </a:lnTo>
                  <a:lnTo>
                    <a:pt x="836" y="815"/>
                  </a:lnTo>
                  <a:lnTo>
                    <a:pt x="815" y="815"/>
                  </a:lnTo>
                  <a:lnTo>
                    <a:pt x="801" y="808"/>
                  </a:lnTo>
                  <a:lnTo>
                    <a:pt x="798" y="780"/>
                  </a:lnTo>
                  <a:lnTo>
                    <a:pt x="789" y="742"/>
                  </a:lnTo>
                  <a:lnTo>
                    <a:pt x="780" y="710"/>
                  </a:lnTo>
                  <a:lnTo>
                    <a:pt x="770" y="694"/>
                  </a:lnTo>
                  <a:lnTo>
                    <a:pt x="759" y="682"/>
                  </a:lnTo>
                  <a:lnTo>
                    <a:pt x="740" y="673"/>
                  </a:lnTo>
                  <a:lnTo>
                    <a:pt x="717" y="668"/>
                  </a:lnTo>
                  <a:lnTo>
                    <a:pt x="684" y="666"/>
                  </a:lnTo>
                  <a:lnTo>
                    <a:pt x="642" y="663"/>
                  </a:lnTo>
                  <a:lnTo>
                    <a:pt x="596" y="663"/>
                  </a:lnTo>
                  <a:lnTo>
                    <a:pt x="545" y="661"/>
                  </a:lnTo>
                  <a:lnTo>
                    <a:pt x="496" y="661"/>
                  </a:lnTo>
                  <a:lnTo>
                    <a:pt x="452" y="663"/>
                  </a:lnTo>
                  <a:lnTo>
                    <a:pt x="414" y="663"/>
                  </a:lnTo>
                  <a:lnTo>
                    <a:pt x="410" y="666"/>
                  </a:lnTo>
                  <a:lnTo>
                    <a:pt x="407" y="668"/>
                  </a:lnTo>
                  <a:lnTo>
                    <a:pt x="403" y="675"/>
                  </a:lnTo>
                  <a:lnTo>
                    <a:pt x="403" y="912"/>
                  </a:lnTo>
                  <a:lnTo>
                    <a:pt x="405" y="977"/>
                  </a:lnTo>
                  <a:lnTo>
                    <a:pt x="405" y="1036"/>
                  </a:lnTo>
                  <a:lnTo>
                    <a:pt x="407" y="1082"/>
                  </a:lnTo>
                  <a:lnTo>
                    <a:pt x="412" y="1110"/>
                  </a:lnTo>
                  <a:lnTo>
                    <a:pt x="421" y="1133"/>
                  </a:lnTo>
                  <a:lnTo>
                    <a:pt x="438" y="1150"/>
                  </a:lnTo>
                  <a:lnTo>
                    <a:pt x="454" y="1159"/>
                  </a:lnTo>
                  <a:lnTo>
                    <a:pt x="479" y="1164"/>
                  </a:lnTo>
                  <a:lnTo>
                    <a:pt x="517" y="1166"/>
                  </a:lnTo>
                  <a:lnTo>
                    <a:pt x="561" y="1168"/>
                  </a:lnTo>
                  <a:lnTo>
                    <a:pt x="663" y="1173"/>
                  </a:lnTo>
                  <a:lnTo>
                    <a:pt x="752" y="1173"/>
                  </a:lnTo>
                  <a:lnTo>
                    <a:pt x="791" y="1171"/>
                  </a:lnTo>
                  <a:lnTo>
                    <a:pt x="822" y="1164"/>
                  </a:lnTo>
                  <a:lnTo>
                    <a:pt x="847" y="1157"/>
                  </a:lnTo>
                  <a:lnTo>
                    <a:pt x="866" y="1143"/>
                  </a:lnTo>
                  <a:lnTo>
                    <a:pt x="884" y="1126"/>
                  </a:lnTo>
                  <a:lnTo>
                    <a:pt x="903" y="1105"/>
                  </a:lnTo>
                  <a:lnTo>
                    <a:pt x="924" y="1078"/>
                  </a:lnTo>
                  <a:lnTo>
                    <a:pt x="945" y="1045"/>
                  </a:lnTo>
                  <a:lnTo>
                    <a:pt x="987" y="966"/>
                  </a:lnTo>
                  <a:lnTo>
                    <a:pt x="1003" y="929"/>
                  </a:lnTo>
                  <a:lnTo>
                    <a:pt x="1015" y="929"/>
                  </a:lnTo>
                  <a:lnTo>
                    <a:pt x="1033" y="936"/>
                  </a:lnTo>
                  <a:lnTo>
                    <a:pt x="1050" y="943"/>
                  </a:lnTo>
                  <a:lnTo>
                    <a:pt x="1061" y="950"/>
                  </a:lnTo>
                  <a:lnTo>
                    <a:pt x="1054" y="982"/>
                  </a:lnTo>
                  <a:lnTo>
                    <a:pt x="1045" y="1022"/>
                  </a:lnTo>
                  <a:lnTo>
                    <a:pt x="1033" y="1066"/>
                  </a:lnTo>
                  <a:lnTo>
                    <a:pt x="1019" y="1112"/>
                  </a:lnTo>
                  <a:lnTo>
                    <a:pt x="1005" y="1157"/>
                  </a:lnTo>
                  <a:lnTo>
                    <a:pt x="991" y="1196"/>
                  </a:lnTo>
                  <a:lnTo>
                    <a:pt x="978" y="1226"/>
                  </a:lnTo>
                  <a:lnTo>
                    <a:pt x="971" y="1238"/>
                  </a:lnTo>
                  <a:lnTo>
                    <a:pt x="961" y="1245"/>
                  </a:lnTo>
                  <a:lnTo>
                    <a:pt x="947" y="1252"/>
                  </a:lnTo>
                  <a:lnTo>
                    <a:pt x="926" y="1257"/>
                  </a:lnTo>
                  <a:lnTo>
                    <a:pt x="896" y="1259"/>
                  </a:lnTo>
                  <a:lnTo>
                    <a:pt x="752" y="1259"/>
                  </a:lnTo>
                  <a:lnTo>
                    <a:pt x="654" y="1257"/>
                  </a:lnTo>
                  <a:lnTo>
                    <a:pt x="554" y="1252"/>
                  </a:lnTo>
                  <a:lnTo>
                    <a:pt x="445" y="1250"/>
                  </a:lnTo>
                  <a:lnTo>
                    <a:pt x="230" y="1250"/>
                  </a:lnTo>
                  <a:lnTo>
                    <a:pt x="147" y="1254"/>
                  </a:lnTo>
                  <a:lnTo>
                    <a:pt x="72" y="1257"/>
                  </a:lnTo>
                  <a:lnTo>
                    <a:pt x="7" y="1257"/>
                  </a:lnTo>
                  <a:lnTo>
                    <a:pt x="2" y="1245"/>
                  </a:lnTo>
                  <a:lnTo>
                    <a:pt x="0" y="1229"/>
                  </a:lnTo>
                  <a:lnTo>
                    <a:pt x="2" y="1210"/>
                  </a:lnTo>
                  <a:lnTo>
                    <a:pt x="7" y="1199"/>
                  </a:lnTo>
                  <a:lnTo>
                    <a:pt x="51" y="1194"/>
                  </a:lnTo>
                  <a:lnTo>
                    <a:pt x="93" y="1189"/>
                  </a:lnTo>
                  <a:lnTo>
                    <a:pt x="128" y="1185"/>
                  </a:lnTo>
                  <a:lnTo>
                    <a:pt x="158" y="1178"/>
                  </a:lnTo>
                  <a:lnTo>
                    <a:pt x="184" y="1168"/>
                  </a:lnTo>
                  <a:lnTo>
                    <a:pt x="203" y="1154"/>
                  </a:lnTo>
                  <a:lnTo>
                    <a:pt x="214" y="1133"/>
                  </a:lnTo>
                  <a:lnTo>
                    <a:pt x="223" y="1105"/>
                  </a:lnTo>
                  <a:lnTo>
                    <a:pt x="228" y="1068"/>
                  </a:lnTo>
                  <a:lnTo>
                    <a:pt x="228" y="1045"/>
                  </a:lnTo>
                  <a:lnTo>
                    <a:pt x="230" y="1008"/>
                  </a:lnTo>
                  <a:lnTo>
                    <a:pt x="230" y="244"/>
                  </a:lnTo>
                  <a:lnTo>
                    <a:pt x="228" y="205"/>
                  </a:lnTo>
                  <a:lnTo>
                    <a:pt x="228" y="182"/>
                  </a:lnTo>
                  <a:lnTo>
                    <a:pt x="226" y="144"/>
                  </a:lnTo>
                  <a:lnTo>
                    <a:pt x="219" y="116"/>
                  </a:lnTo>
                  <a:lnTo>
                    <a:pt x="209" y="98"/>
                  </a:lnTo>
                  <a:lnTo>
                    <a:pt x="193" y="86"/>
                  </a:lnTo>
                  <a:lnTo>
                    <a:pt x="168" y="77"/>
                  </a:lnTo>
                  <a:lnTo>
                    <a:pt x="140" y="70"/>
                  </a:lnTo>
                  <a:lnTo>
                    <a:pt x="102" y="63"/>
                  </a:lnTo>
                  <a:lnTo>
                    <a:pt x="61" y="58"/>
                  </a:lnTo>
                  <a:lnTo>
                    <a:pt x="56" y="47"/>
                  </a:lnTo>
                  <a:lnTo>
                    <a:pt x="54" y="30"/>
                  </a:lnTo>
                  <a:lnTo>
                    <a:pt x="58" y="12"/>
                  </a:lnTo>
                  <a:lnTo>
                    <a:pt x="63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323609" name="Freeform 25"/>
            <p:cNvSpPr>
              <a:spLocks/>
            </p:cNvSpPr>
            <p:nvPr userDrawn="1"/>
          </p:nvSpPr>
          <p:spPr bwMode="auto">
            <a:xfrm>
              <a:off x="2760" y="3627"/>
              <a:ext cx="256" cy="303"/>
            </a:xfrm>
            <a:custGeom>
              <a:avLst/>
              <a:gdLst/>
              <a:ahLst/>
              <a:cxnLst>
                <a:cxn ang="0">
                  <a:pos x="74" y="0"/>
                </a:cxn>
                <a:cxn ang="0">
                  <a:pos x="165" y="5"/>
                </a:cxn>
                <a:cxn ang="0">
                  <a:pos x="370" y="7"/>
                </a:cxn>
                <a:cxn ang="0">
                  <a:pos x="479" y="3"/>
                </a:cxn>
                <a:cxn ang="0">
                  <a:pos x="547" y="0"/>
                </a:cxn>
                <a:cxn ang="0">
                  <a:pos x="554" y="31"/>
                </a:cxn>
                <a:cxn ang="0">
                  <a:pos x="547" y="59"/>
                </a:cxn>
                <a:cxn ang="0">
                  <a:pos x="486" y="68"/>
                </a:cxn>
                <a:cxn ang="0">
                  <a:pos x="444" y="75"/>
                </a:cxn>
                <a:cxn ang="0">
                  <a:pos x="405" y="98"/>
                </a:cxn>
                <a:cxn ang="0">
                  <a:pos x="391" y="133"/>
                </a:cxn>
                <a:cxn ang="0">
                  <a:pos x="386" y="200"/>
                </a:cxn>
                <a:cxn ang="0">
                  <a:pos x="384" y="331"/>
                </a:cxn>
                <a:cxn ang="0">
                  <a:pos x="381" y="498"/>
                </a:cxn>
                <a:cxn ang="0">
                  <a:pos x="384" y="982"/>
                </a:cxn>
                <a:cxn ang="0">
                  <a:pos x="388" y="1096"/>
                </a:cxn>
                <a:cxn ang="0">
                  <a:pos x="405" y="1136"/>
                </a:cxn>
                <a:cxn ang="0">
                  <a:pos x="428" y="1155"/>
                </a:cxn>
                <a:cxn ang="0">
                  <a:pos x="489" y="1164"/>
                </a:cxn>
                <a:cxn ang="0">
                  <a:pos x="582" y="1169"/>
                </a:cxn>
                <a:cxn ang="0">
                  <a:pos x="763" y="1171"/>
                </a:cxn>
                <a:cxn ang="0">
                  <a:pos x="812" y="1159"/>
                </a:cxn>
                <a:cxn ang="0">
                  <a:pos x="861" y="1124"/>
                </a:cxn>
                <a:cxn ang="0">
                  <a:pos x="907" y="1062"/>
                </a:cxn>
                <a:cxn ang="0">
                  <a:pos x="956" y="973"/>
                </a:cxn>
                <a:cxn ang="0">
                  <a:pos x="1003" y="873"/>
                </a:cxn>
                <a:cxn ang="0">
                  <a:pos x="1035" y="878"/>
                </a:cxn>
                <a:cxn ang="0">
                  <a:pos x="1063" y="896"/>
                </a:cxn>
                <a:cxn ang="0">
                  <a:pos x="1045" y="973"/>
                </a:cxn>
                <a:cxn ang="0">
                  <a:pos x="1019" y="1071"/>
                </a:cxn>
                <a:cxn ang="0">
                  <a:pos x="987" y="1164"/>
                </a:cxn>
                <a:cxn ang="0">
                  <a:pos x="959" y="1231"/>
                </a:cxn>
                <a:cxn ang="0">
                  <a:pos x="935" y="1252"/>
                </a:cxn>
                <a:cxn ang="0">
                  <a:pos x="875" y="1259"/>
                </a:cxn>
                <a:cxn ang="0">
                  <a:pos x="775" y="1257"/>
                </a:cxn>
                <a:cxn ang="0">
                  <a:pos x="644" y="1255"/>
                </a:cxn>
                <a:cxn ang="0">
                  <a:pos x="507" y="1252"/>
                </a:cxn>
                <a:cxn ang="0">
                  <a:pos x="384" y="1250"/>
                </a:cxn>
                <a:cxn ang="0">
                  <a:pos x="251" y="1248"/>
                </a:cxn>
                <a:cxn ang="0">
                  <a:pos x="156" y="1250"/>
                </a:cxn>
                <a:cxn ang="0">
                  <a:pos x="65" y="1252"/>
                </a:cxn>
                <a:cxn ang="0">
                  <a:pos x="7" y="1255"/>
                </a:cxn>
                <a:cxn ang="0">
                  <a:pos x="2" y="1231"/>
                </a:cxn>
                <a:cxn ang="0">
                  <a:pos x="2" y="1204"/>
                </a:cxn>
                <a:cxn ang="0">
                  <a:pos x="49" y="1192"/>
                </a:cxn>
                <a:cxn ang="0">
                  <a:pos x="111" y="1185"/>
                </a:cxn>
                <a:cxn ang="0">
                  <a:pos x="170" y="1166"/>
                </a:cxn>
                <a:cxn ang="0">
                  <a:pos x="198" y="1127"/>
                </a:cxn>
                <a:cxn ang="0">
                  <a:pos x="205" y="1062"/>
                </a:cxn>
                <a:cxn ang="0">
                  <a:pos x="207" y="952"/>
                </a:cxn>
                <a:cxn ang="0">
                  <a:pos x="212" y="787"/>
                </a:cxn>
                <a:cxn ang="0">
                  <a:pos x="209" y="268"/>
                </a:cxn>
                <a:cxn ang="0">
                  <a:pos x="207" y="194"/>
                </a:cxn>
                <a:cxn ang="0">
                  <a:pos x="200" y="119"/>
                </a:cxn>
                <a:cxn ang="0">
                  <a:pos x="170" y="84"/>
                </a:cxn>
                <a:cxn ang="0">
                  <a:pos x="118" y="70"/>
                </a:cxn>
                <a:cxn ang="0">
                  <a:pos x="60" y="61"/>
                </a:cxn>
                <a:cxn ang="0">
                  <a:pos x="28" y="47"/>
                </a:cxn>
                <a:cxn ang="0">
                  <a:pos x="30" y="12"/>
                </a:cxn>
              </a:cxnLst>
              <a:rect l="0" t="0" r="r" b="b"/>
              <a:pathLst>
                <a:path w="1063" h="1259">
                  <a:moveTo>
                    <a:pt x="37" y="0"/>
                  </a:moveTo>
                  <a:lnTo>
                    <a:pt x="74" y="0"/>
                  </a:lnTo>
                  <a:lnTo>
                    <a:pt x="114" y="3"/>
                  </a:lnTo>
                  <a:lnTo>
                    <a:pt x="165" y="5"/>
                  </a:lnTo>
                  <a:lnTo>
                    <a:pt x="223" y="7"/>
                  </a:lnTo>
                  <a:lnTo>
                    <a:pt x="370" y="7"/>
                  </a:lnTo>
                  <a:lnTo>
                    <a:pt x="430" y="5"/>
                  </a:lnTo>
                  <a:lnTo>
                    <a:pt x="479" y="3"/>
                  </a:lnTo>
                  <a:lnTo>
                    <a:pt x="516" y="0"/>
                  </a:lnTo>
                  <a:lnTo>
                    <a:pt x="547" y="0"/>
                  </a:lnTo>
                  <a:lnTo>
                    <a:pt x="551" y="12"/>
                  </a:lnTo>
                  <a:lnTo>
                    <a:pt x="554" y="31"/>
                  </a:lnTo>
                  <a:lnTo>
                    <a:pt x="551" y="47"/>
                  </a:lnTo>
                  <a:lnTo>
                    <a:pt x="547" y="59"/>
                  </a:lnTo>
                  <a:lnTo>
                    <a:pt x="512" y="63"/>
                  </a:lnTo>
                  <a:lnTo>
                    <a:pt x="486" y="68"/>
                  </a:lnTo>
                  <a:lnTo>
                    <a:pt x="463" y="70"/>
                  </a:lnTo>
                  <a:lnTo>
                    <a:pt x="444" y="75"/>
                  </a:lnTo>
                  <a:lnTo>
                    <a:pt x="421" y="84"/>
                  </a:lnTo>
                  <a:lnTo>
                    <a:pt x="405" y="98"/>
                  </a:lnTo>
                  <a:lnTo>
                    <a:pt x="395" y="114"/>
                  </a:lnTo>
                  <a:lnTo>
                    <a:pt x="391" y="133"/>
                  </a:lnTo>
                  <a:lnTo>
                    <a:pt x="388" y="156"/>
                  </a:lnTo>
                  <a:lnTo>
                    <a:pt x="386" y="200"/>
                  </a:lnTo>
                  <a:lnTo>
                    <a:pt x="386" y="259"/>
                  </a:lnTo>
                  <a:lnTo>
                    <a:pt x="384" y="331"/>
                  </a:lnTo>
                  <a:lnTo>
                    <a:pt x="384" y="410"/>
                  </a:lnTo>
                  <a:lnTo>
                    <a:pt x="381" y="498"/>
                  </a:lnTo>
                  <a:lnTo>
                    <a:pt x="381" y="906"/>
                  </a:lnTo>
                  <a:lnTo>
                    <a:pt x="384" y="982"/>
                  </a:lnTo>
                  <a:lnTo>
                    <a:pt x="386" y="1048"/>
                  </a:lnTo>
                  <a:lnTo>
                    <a:pt x="388" y="1096"/>
                  </a:lnTo>
                  <a:lnTo>
                    <a:pt x="393" y="1120"/>
                  </a:lnTo>
                  <a:lnTo>
                    <a:pt x="405" y="1136"/>
                  </a:lnTo>
                  <a:lnTo>
                    <a:pt x="416" y="1148"/>
                  </a:lnTo>
                  <a:lnTo>
                    <a:pt x="428" y="1155"/>
                  </a:lnTo>
                  <a:lnTo>
                    <a:pt x="454" y="1159"/>
                  </a:lnTo>
                  <a:lnTo>
                    <a:pt x="489" y="1164"/>
                  </a:lnTo>
                  <a:lnTo>
                    <a:pt x="533" y="1166"/>
                  </a:lnTo>
                  <a:lnTo>
                    <a:pt x="582" y="1169"/>
                  </a:lnTo>
                  <a:lnTo>
                    <a:pt x="633" y="1171"/>
                  </a:lnTo>
                  <a:lnTo>
                    <a:pt x="763" y="1171"/>
                  </a:lnTo>
                  <a:lnTo>
                    <a:pt x="789" y="1169"/>
                  </a:lnTo>
                  <a:lnTo>
                    <a:pt x="812" y="1159"/>
                  </a:lnTo>
                  <a:lnTo>
                    <a:pt x="835" y="1148"/>
                  </a:lnTo>
                  <a:lnTo>
                    <a:pt x="861" y="1124"/>
                  </a:lnTo>
                  <a:lnTo>
                    <a:pt x="884" y="1094"/>
                  </a:lnTo>
                  <a:lnTo>
                    <a:pt x="907" y="1062"/>
                  </a:lnTo>
                  <a:lnTo>
                    <a:pt x="931" y="1020"/>
                  </a:lnTo>
                  <a:lnTo>
                    <a:pt x="956" y="973"/>
                  </a:lnTo>
                  <a:lnTo>
                    <a:pt x="980" y="924"/>
                  </a:lnTo>
                  <a:lnTo>
                    <a:pt x="1003" y="873"/>
                  </a:lnTo>
                  <a:lnTo>
                    <a:pt x="1017" y="873"/>
                  </a:lnTo>
                  <a:lnTo>
                    <a:pt x="1035" y="878"/>
                  </a:lnTo>
                  <a:lnTo>
                    <a:pt x="1052" y="887"/>
                  </a:lnTo>
                  <a:lnTo>
                    <a:pt x="1063" y="896"/>
                  </a:lnTo>
                  <a:lnTo>
                    <a:pt x="1056" y="931"/>
                  </a:lnTo>
                  <a:lnTo>
                    <a:pt x="1045" y="973"/>
                  </a:lnTo>
                  <a:lnTo>
                    <a:pt x="1033" y="1020"/>
                  </a:lnTo>
                  <a:lnTo>
                    <a:pt x="1019" y="1071"/>
                  </a:lnTo>
                  <a:lnTo>
                    <a:pt x="1003" y="1120"/>
                  </a:lnTo>
                  <a:lnTo>
                    <a:pt x="987" y="1164"/>
                  </a:lnTo>
                  <a:lnTo>
                    <a:pt x="973" y="1204"/>
                  </a:lnTo>
                  <a:lnTo>
                    <a:pt x="959" y="1231"/>
                  </a:lnTo>
                  <a:lnTo>
                    <a:pt x="949" y="1243"/>
                  </a:lnTo>
                  <a:lnTo>
                    <a:pt x="935" y="1252"/>
                  </a:lnTo>
                  <a:lnTo>
                    <a:pt x="910" y="1257"/>
                  </a:lnTo>
                  <a:lnTo>
                    <a:pt x="875" y="1259"/>
                  </a:lnTo>
                  <a:lnTo>
                    <a:pt x="831" y="1259"/>
                  </a:lnTo>
                  <a:lnTo>
                    <a:pt x="775" y="1257"/>
                  </a:lnTo>
                  <a:lnTo>
                    <a:pt x="712" y="1257"/>
                  </a:lnTo>
                  <a:lnTo>
                    <a:pt x="644" y="1255"/>
                  </a:lnTo>
                  <a:lnTo>
                    <a:pt x="575" y="1255"/>
                  </a:lnTo>
                  <a:lnTo>
                    <a:pt x="507" y="1252"/>
                  </a:lnTo>
                  <a:lnTo>
                    <a:pt x="442" y="1250"/>
                  </a:lnTo>
                  <a:lnTo>
                    <a:pt x="384" y="1250"/>
                  </a:lnTo>
                  <a:lnTo>
                    <a:pt x="333" y="1248"/>
                  </a:lnTo>
                  <a:lnTo>
                    <a:pt x="251" y="1248"/>
                  </a:lnTo>
                  <a:lnTo>
                    <a:pt x="205" y="1250"/>
                  </a:lnTo>
                  <a:lnTo>
                    <a:pt x="156" y="1250"/>
                  </a:lnTo>
                  <a:lnTo>
                    <a:pt x="107" y="1252"/>
                  </a:lnTo>
                  <a:lnTo>
                    <a:pt x="65" y="1252"/>
                  </a:lnTo>
                  <a:lnTo>
                    <a:pt x="30" y="1255"/>
                  </a:lnTo>
                  <a:lnTo>
                    <a:pt x="7" y="1255"/>
                  </a:lnTo>
                  <a:lnTo>
                    <a:pt x="2" y="1245"/>
                  </a:lnTo>
                  <a:lnTo>
                    <a:pt x="2" y="1231"/>
                  </a:lnTo>
                  <a:lnTo>
                    <a:pt x="0" y="1218"/>
                  </a:lnTo>
                  <a:lnTo>
                    <a:pt x="2" y="1204"/>
                  </a:lnTo>
                  <a:lnTo>
                    <a:pt x="7" y="1197"/>
                  </a:lnTo>
                  <a:lnTo>
                    <a:pt x="49" y="1192"/>
                  </a:lnTo>
                  <a:lnTo>
                    <a:pt x="81" y="1187"/>
                  </a:lnTo>
                  <a:lnTo>
                    <a:pt x="111" y="1185"/>
                  </a:lnTo>
                  <a:lnTo>
                    <a:pt x="139" y="1178"/>
                  </a:lnTo>
                  <a:lnTo>
                    <a:pt x="170" y="1166"/>
                  </a:lnTo>
                  <a:lnTo>
                    <a:pt x="188" y="1150"/>
                  </a:lnTo>
                  <a:lnTo>
                    <a:pt x="198" y="1127"/>
                  </a:lnTo>
                  <a:lnTo>
                    <a:pt x="202" y="1094"/>
                  </a:lnTo>
                  <a:lnTo>
                    <a:pt x="205" y="1062"/>
                  </a:lnTo>
                  <a:lnTo>
                    <a:pt x="207" y="1015"/>
                  </a:lnTo>
                  <a:lnTo>
                    <a:pt x="207" y="952"/>
                  </a:lnTo>
                  <a:lnTo>
                    <a:pt x="209" y="875"/>
                  </a:lnTo>
                  <a:lnTo>
                    <a:pt x="212" y="787"/>
                  </a:lnTo>
                  <a:lnTo>
                    <a:pt x="212" y="326"/>
                  </a:lnTo>
                  <a:lnTo>
                    <a:pt x="209" y="268"/>
                  </a:lnTo>
                  <a:lnTo>
                    <a:pt x="209" y="226"/>
                  </a:lnTo>
                  <a:lnTo>
                    <a:pt x="207" y="194"/>
                  </a:lnTo>
                  <a:lnTo>
                    <a:pt x="205" y="149"/>
                  </a:lnTo>
                  <a:lnTo>
                    <a:pt x="200" y="119"/>
                  </a:lnTo>
                  <a:lnTo>
                    <a:pt x="188" y="98"/>
                  </a:lnTo>
                  <a:lnTo>
                    <a:pt x="170" y="84"/>
                  </a:lnTo>
                  <a:lnTo>
                    <a:pt x="142" y="75"/>
                  </a:lnTo>
                  <a:lnTo>
                    <a:pt x="118" y="70"/>
                  </a:lnTo>
                  <a:lnTo>
                    <a:pt x="91" y="66"/>
                  </a:lnTo>
                  <a:lnTo>
                    <a:pt x="60" y="61"/>
                  </a:lnTo>
                  <a:lnTo>
                    <a:pt x="32" y="59"/>
                  </a:lnTo>
                  <a:lnTo>
                    <a:pt x="28" y="47"/>
                  </a:lnTo>
                  <a:lnTo>
                    <a:pt x="28" y="28"/>
                  </a:lnTo>
                  <a:lnTo>
                    <a:pt x="30" y="12"/>
                  </a:lnTo>
                  <a:lnTo>
                    <a:pt x="37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323610" name="Freeform 26"/>
            <p:cNvSpPr>
              <a:spLocks/>
            </p:cNvSpPr>
            <p:nvPr userDrawn="1"/>
          </p:nvSpPr>
          <p:spPr bwMode="auto">
            <a:xfrm>
              <a:off x="3028" y="3627"/>
              <a:ext cx="256" cy="303"/>
            </a:xfrm>
            <a:custGeom>
              <a:avLst/>
              <a:gdLst/>
              <a:ahLst/>
              <a:cxnLst>
                <a:cxn ang="0">
                  <a:pos x="74" y="0"/>
                </a:cxn>
                <a:cxn ang="0">
                  <a:pos x="165" y="5"/>
                </a:cxn>
                <a:cxn ang="0">
                  <a:pos x="370" y="7"/>
                </a:cxn>
                <a:cxn ang="0">
                  <a:pos x="479" y="3"/>
                </a:cxn>
                <a:cxn ang="0">
                  <a:pos x="544" y="0"/>
                </a:cxn>
                <a:cxn ang="0">
                  <a:pos x="553" y="31"/>
                </a:cxn>
                <a:cxn ang="0">
                  <a:pos x="544" y="59"/>
                </a:cxn>
                <a:cxn ang="0">
                  <a:pos x="470" y="70"/>
                </a:cxn>
                <a:cxn ang="0">
                  <a:pos x="418" y="84"/>
                </a:cxn>
                <a:cxn ang="0">
                  <a:pos x="393" y="114"/>
                </a:cxn>
                <a:cxn ang="0">
                  <a:pos x="388" y="156"/>
                </a:cxn>
                <a:cxn ang="0">
                  <a:pos x="386" y="259"/>
                </a:cxn>
                <a:cxn ang="0">
                  <a:pos x="384" y="410"/>
                </a:cxn>
                <a:cxn ang="0">
                  <a:pos x="381" y="906"/>
                </a:cxn>
                <a:cxn ang="0">
                  <a:pos x="386" y="1048"/>
                </a:cxn>
                <a:cxn ang="0">
                  <a:pos x="393" y="1120"/>
                </a:cxn>
                <a:cxn ang="0">
                  <a:pos x="416" y="1148"/>
                </a:cxn>
                <a:cxn ang="0">
                  <a:pos x="451" y="1159"/>
                </a:cxn>
                <a:cxn ang="0">
                  <a:pos x="533" y="1166"/>
                </a:cxn>
                <a:cxn ang="0">
                  <a:pos x="763" y="1171"/>
                </a:cxn>
                <a:cxn ang="0">
                  <a:pos x="823" y="1155"/>
                </a:cxn>
                <a:cxn ang="0">
                  <a:pos x="882" y="1094"/>
                </a:cxn>
                <a:cxn ang="0">
                  <a:pos x="931" y="1020"/>
                </a:cxn>
                <a:cxn ang="0">
                  <a:pos x="979" y="924"/>
                </a:cxn>
                <a:cxn ang="0">
                  <a:pos x="1017" y="873"/>
                </a:cxn>
                <a:cxn ang="0">
                  <a:pos x="1052" y="887"/>
                </a:cxn>
                <a:cxn ang="0">
                  <a:pos x="1054" y="931"/>
                </a:cxn>
                <a:cxn ang="0">
                  <a:pos x="1031" y="1020"/>
                </a:cxn>
                <a:cxn ang="0">
                  <a:pos x="1000" y="1120"/>
                </a:cxn>
                <a:cxn ang="0">
                  <a:pos x="970" y="1204"/>
                </a:cxn>
                <a:cxn ang="0">
                  <a:pos x="949" y="1243"/>
                </a:cxn>
                <a:cxn ang="0">
                  <a:pos x="910" y="1257"/>
                </a:cxn>
                <a:cxn ang="0">
                  <a:pos x="830" y="1259"/>
                </a:cxn>
                <a:cxn ang="0">
                  <a:pos x="712" y="1257"/>
                </a:cxn>
                <a:cxn ang="0">
                  <a:pos x="574" y="1255"/>
                </a:cxn>
                <a:cxn ang="0">
                  <a:pos x="442" y="1250"/>
                </a:cxn>
                <a:cxn ang="0">
                  <a:pos x="332" y="1248"/>
                </a:cxn>
                <a:cxn ang="0">
                  <a:pos x="202" y="1250"/>
                </a:cxn>
                <a:cxn ang="0">
                  <a:pos x="107" y="1252"/>
                </a:cxn>
                <a:cxn ang="0">
                  <a:pos x="30" y="1255"/>
                </a:cxn>
                <a:cxn ang="0">
                  <a:pos x="2" y="1245"/>
                </a:cxn>
                <a:cxn ang="0">
                  <a:pos x="0" y="1218"/>
                </a:cxn>
                <a:cxn ang="0">
                  <a:pos x="7" y="1197"/>
                </a:cxn>
                <a:cxn ang="0">
                  <a:pos x="81" y="1187"/>
                </a:cxn>
                <a:cxn ang="0">
                  <a:pos x="139" y="1178"/>
                </a:cxn>
                <a:cxn ang="0">
                  <a:pos x="186" y="1150"/>
                </a:cxn>
                <a:cxn ang="0">
                  <a:pos x="202" y="1094"/>
                </a:cxn>
                <a:cxn ang="0">
                  <a:pos x="204" y="1015"/>
                </a:cxn>
                <a:cxn ang="0">
                  <a:pos x="207" y="875"/>
                </a:cxn>
                <a:cxn ang="0">
                  <a:pos x="209" y="268"/>
                </a:cxn>
                <a:cxn ang="0">
                  <a:pos x="207" y="194"/>
                </a:cxn>
                <a:cxn ang="0">
                  <a:pos x="197" y="119"/>
                </a:cxn>
                <a:cxn ang="0">
                  <a:pos x="169" y="84"/>
                </a:cxn>
                <a:cxn ang="0">
                  <a:pos x="118" y="70"/>
                </a:cxn>
                <a:cxn ang="0">
                  <a:pos x="60" y="61"/>
                </a:cxn>
                <a:cxn ang="0">
                  <a:pos x="27" y="47"/>
                </a:cxn>
                <a:cxn ang="0">
                  <a:pos x="30" y="12"/>
                </a:cxn>
              </a:cxnLst>
              <a:rect l="0" t="0" r="r" b="b"/>
              <a:pathLst>
                <a:path w="1061" h="1259">
                  <a:moveTo>
                    <a:pt x="37" y="0"/>
                  </a:moveTo>
                  <a:lnTo>
                    <a:pt x="74" y="0"/>
                  </a:lnTo>
                  <a:lnTo>
                    <a:pt x="114" y="3"/>
                  </a:lnTo>
                  <a:lnTo>
                    <a:pt x="165" y="5"/>
                  </a:lnTo>
                  <a:lnTo>
                    <a:pt x="223" y="7"/>
                  </a:lnTo>
                  <a:lnTo>
                    <a:pt x="370" y="7"/>
                  </a:lnTo>
                  <a:lnTo>
                    <a:pt x="430" y="5"/>
                  </a:lnTo>
                  <a:lnTo>
                    <a:pt x="479" y="3"/>
                  </a:lnTo>
                  <a:lnTo>
                    <a:pt x="516" y="0"/>
                  </a:lnTo>
                  <a:lnTo>
                    <a:pt x="544" y="0"/>
                  </a:lnTo>
                  <a:lnTo>
                    <a:pt x="551" y="12"/>
                  </a:lnTo>
                  <a:lnTo>
                    <a:pt x="553" y="31"/>
                  </a:lnTo>
                  <a:lnTo>
                    <a:pt x="551" y="47"/>
                  </a:lnTo>
                  <a:lnTo>
                    <a:pt x="544" y="59"/>
                  </a:lnTo>
                  <a:lnTo>
                    <a:pt x="502" y="63"/>
                  </a:lnTo>
                  <a:lnTo>
                    <a:pt x="470" y="70"/>
                  </a:lnTo>
                  <a:lnTo>
                    <a:pt x="442" y="75"/>
                  </a:lnTo>
                  <a:lnTo>
                    <a:pt x="418" y="84"/>
                  </a:lnTo>
                  <a:lnTo>
                    <a:pt x="402" y="98"/>
                  </a:lnTo>
                  <a:lnTo>
                    <a:pt x="393" y="114"/>
                  </a:lnTo>
                  <a:lnTo>
                    <a:pt x="391" y="133"/>
                  </a:lnTo>
                  <a:lnTo>
                    <a:pt x="388" y="156"/>
                  </a:lnTo>
                  <a:lnTo>
                    <a:pt x="386" y="200"/>
                  </a:lnTo>
                  <a:lnTo>
                    <a:pt x="386" y="259"/>
                  </a:lnTo>
                  <a:lnTo>
                    <a:pt x="384" y="331"/>
                  </a:lnTo>
                  <a:lnTo>
                    <a:pt x="384" y="410"/>
                  </a:lnTo>
                  <a:lnTo>
                    <a:pt x="381" y="498"/>
                  </a:lnTo>
                  <a:lnTo>
                    <a:pt x="381" y="906"/>
                  </a:lnTo>
                  <a:lnTo>
                    <a:pt x="384" y="982"/>
                  </a:lnTo>
                  <a:lnTo>
                    <a:pt x="386" y="1048"/>
                  </a:lnTo>
                  <a:lnTo>
                    <a:pt x="388" y="1096"/>
                  </a:lnTo>
                  <a:lnTo>
                    <a:pt x="393" y="1120"/>
                  </a:lnTo>
                  <a:lnTo>
                    <a:pt x="405" y="1136"/>
                  </a:lnTo>
                  <a:lnTo>
                    <a:pt x="416" y="1148"/>
                  </a:lnTo>
                  <a:lnTo>
                    <a:pt x="425" y="1155"/>
                  </a:lnTo>
                  <a:lnTo>
                    <a:pt x="451" y="1159"/>
                  </a:lnTo>
                  <a:lnTo>
                    <a:pt x="488" y="1164"/>
                  </a:lnTo>
                  <a:lnTo>
                    <a:pt x="533" y="1166"/>
                  </a:lnTo>
                  <a:lnTo>
                    <a:pt x="630" y="1171"/>
                  </a:lnTo>
                  <a:lnTo>
                    <a:pt x="763" y="1171"/>
                  </a:lnTo>
                  <a:lnTo>
                    <a:pt x="793" y="1166"/>
                  </a:lnTo>
                  <a:lnTo>
                    <a:pt x="823" y="1155"/>
                  </a:lnTo>
                  <a:lnTo>
                    <a:pt x="851" y="1131"/>
                  </a:lnTo>
                  <a:lnTo>
                    <a:pt x="882" y="1094"/>
                  </a:lnTo>
                  <a:lnTo>
                    <a:pt x="905" y="1062"/>
                  </a:lnTo>
                  <a:lnTo>
                    <a:pt x="931" y="1020"/>
                  </a:lnTo>
                  <a:lnTo>
                    <a:pt x="956" y="973"/>
                  </a:lnTo>
                  <a:lnTo>
                    <a:pt x="979" y="924"/>
                  </a:lnTo>
                  <a:lnTo>
                    <a:pt x="1000" y="873"/>
                  </a:lnTo>
                  <a:lnTo>
                    <a:pt x="1017" y="873"/>
                  </a:lnTo>
                  <a:lnTo>
                    <a:pt x="1035" y="878"/>
                  </a:lnTo>
                  <a:lnTo>
                    <a:pt x="1052" y="887"/>
                  </a:lnTo>
                  <a:lnTo>
                    <a:pt x="1061" y="896"/>
                  </a:lnTo>
                  <a:lnTo>
                    <a:pt x="1054" y="931"/>
                  </a:lnTo>
                  <a:lnTo>
                    <a:pt x="1045" y="973"/>
                  </a:lnTo>
                  <a:lnTo>
                    <a:pt x="1031" y="1020"/>
                  </a:lnTo>
                  <a:lnTo>
                    <a:pt x="1017" y="1071"/>
                  </a:lnTo>
                  <a:lnTo>
                    <a:pt x="1000" y="1120"/>
                  </a:lnTo>
                  <a:lnTo>
                    <a:pt x="986" y="1164"/>
                  </a:lnTo>
                  <a:lnTo>
                    <a:pt x="970" y="1204"/>
                  </a:lnTo>
                  <a:lnTo>
                    <a:pt x="956" y="1231"/>
                  </a:lnTo>
                  <a:lnTo>
                    <a:pt x="949" y="1243"/>
                  </a:lnTo>
                  <a:lnTo>
                    <a:pt x="933" y="1252"/>
                  </a:lnTo>
                  <a:lnTo>
                    <a:pt x="910" y="1257"/>
                  </a:lnTo>
                  <a:lnTo>
                    <a:pt x="875" y="1259"/>
                  </a:lnTo>
                  <a:lnTo>
                    <a:pt x="830" y="1259"/>
                  </a:lnTo>
                  <a:lnTo>
                    <a:pt x="775" y="1257"/>
                  </a:lnTo>
                  <a:lnTo>
                    <a:pt x="712" y="1257"/>
                  </a:lnTo>
                  <a:lnTo>
                    <a:pt x="644" y="1255"/>
                  </a:lnTo>
                  <a:lnTo>
                    <a:pt x="574" y="1255"/>
                  </a:lnTo>
                  <a:lnTo>
                    <a:pt x="507" y="1252"/>
                  </a:lnTo>
                  <a:lnTo>
                    <a:pt x="442" y="1250"/>
                  </a:lnTo>
                  <a:lnTo>
                    <a:pt x="381" y="1250"/>
                  </a:lnTo>
                  <a:lnTo>
                    <a:pt x="332" y="1248"/>
                  </a:lnTo>
                  <a:lnTo>
                    <a:pt x="251" y="1248"/>
                  </a:lnTo>
                  <a:lnTo>
                    <a:pt x="202" y="1250"/>
                  </a:lnTo>
                  <a:lnTo>
                    <a:pt x="153" y="1250"/>
                  </a:lnTo>
                  <a:lnTo>
                    <a:pt x="107" y="1252"/>
                  </a:lnTo>
                  <a:lnTo>
                    <a:pt x="65" y="1252"/>
                  </a:lnTo>
                  <a:lnTo>
                    <a:pt x="30" y="1255"/>
                  </a:lnTo>
                  <a:lnTo>
                    <a:pt x="7" y="1255"/>
                  </a:lnTo>
                  <a:lnTo>
                    <a:pt x="2" y="1245"/>
                  </a:lnTo>
                  <a:lnTo>
                    <a:pt x="0" y="1231"/>
                  </a:lnTo>
                  <a:lnTo>
                    <a:pt x="0" y="1218"/>
                  </a:lnTo>
                  <a:lnTo>
                    <a:pt x="2" y="1204"/>
                  </a:lnTo>
                  <a:lnTo>
                    <a:pt x="7" y="1197"/>
                  </a:lnTo>
                  <a:lnTo>
                    <a:pt x="48" y="1192"/>
                  </a:lnTo>
                  <a:lnTo>
                    <a:pt x="81" y="1187"/>
                  </a:lnTo>
                  <a:lnTo>
                    <a:pt x="111" y="1185"/>
                  </a:lnTo>
                  <a:lnTo>
                    <a:pt x="139" y="1178"/>
                  </a:lnTo>
                  <a:lnTo>
                    <a:pt x="167" y="1166"/>
                  </a:lnTo>
                  <a:lnTo>
                    <a:pt x="186" y="1150"/>
                  </a:lnTo>
                  <a:lnTo>
                    <a:pt x="197" y="1127"/>
                  </a:lnTo>
                  <a:lnTo>
                    <a:pt x="202" y="1094"/>
                  </a:lnTo>
                  <a:lnTo>
                    <a:pt x="204" y="1062"/>
                  </a:lnTo>
                  <a:lnTo>
                    <a:pt x="204" y="1015"/>
                  </a:lnTo>
                  <a:lnTo>
                    <a:pt x="207" y="952"/>
                  </a:lnTo>
                  <a:lnTo>
                    <a:pt x="207" y="875"/>
                  </a:lnTo>
                  <a:lnTo>
                    <a:pt x="209" y="787"/>
                  </a:lnTo>
                  <a:lnTo>
                    <a:pt x="209" y="268"/>
                  </a:lnTo>
                  <a:lnTo>
                    <a:pt x="207" y="226"/>
                  </a:lnTo>
                  <a:lnTo>
                    <a:pt x="207" y="194"/>
                  </a:lnTo>
                  <a:lnTo>
                    <a:pt x="204" y="149"/>
                  </a:lnTo>
                  <a:lnTo>
                    <a:pt x="197" y="119"/>
                  </a:lnTo>
                  <a:lnTo>
                    <a:pt x="188" y="98"/>
                  </a:lnTo>
                  <a:lnTo>
                    <a:pt x="169" y="84"/>
                  </a:lnTo>
                  <a:lnTo>
                    <a:pt x="142" y="75"/>
                  </a:lnTo>
                  <a:lnTo>
                    <a:pt x="118" y="70"/>
                  </a:lnTo>
                  <a:lnTo>
                    <a:pt x="90" y="66"/>
                  </a:lnTo>
                  <a:lnTo>
                    <a:pt x="60" y="61"/>
                  </a:lnTo>
                  <a:lnTo>
                    <a:pt x="30" y="59"/>
                  </a:lnTo>
                  <a:lnTo>
                    <a:pt x="27" y="47"/>
                  </a:lnTo>
                  <a:lnTo>
                    <a:pt x="27" y="28"/>
                  </a:lnTo>
                  <a:lnTo>
                    <a:pt x="30" y="12"/>
                  </a:lnTo>
                  <a:lnTo>
                    <a:pt x="37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323611" name="Freeform 27"/>
            <p:cNvSpPr>
              <a:spLocks noEditPoints="1"/>
            </p:cNvSpPr>
            <p:nvPr userDrawn="1"/>
          </p:nvSpPr>
          <p:spPr bwMode="auto">
            <a:xfrm>
              <a:off x="3300" y="3620"/>
              <a:ext cx="309" cy="316"/>
            </a:xfrm>
            <a:custGeom>
              <a:avLst/>
              <a:gdLst/>
              <a:ahLst/>
              <a:cxnLst>
                <a:cxn ang="0">
                  <a:pos x="528" y="86"/>
                </a:cxn>
                <a:cxn ang="0">
                  <a:pos x="414" y="126"/>
                </a:cxn>
                <a:cxn ang="0">
                  <a:pos x="318" y="207"/>
                </a:cxn>
                <a:cxn ang="0">
                  <a:pos x="251" y="319"/>
                </a:cxn>
                <a:cxn ang="0">
                  <a:pos x="211" y="452"/>
                </a:cxn>
                <a:cxn ang="0">
                  <a:pos x="197" y="601"/>
                </a:cxn>
                <a:cxn ang="0">
                  <a:pos x="209" y="742"/>
                </a:cxn>
                <a:cxn ang="0">
                  <a:pos x="246" y="882"/>
                </a:cxn>
                <a:cxn ang="0">
                  <a:pos x="309" y="1008"/>
                </a:cxn>
                <a:cxn ang="0">
                  <a:pos x="398" y="1115"/>
                </a:cxn>
                <a:cxn ang="0">
                  <a:pos x="509" y="1187"/>
                </a:cxn>
                <a:cxn ang="0">
                  <a:pos x="635" y="1222"/>
                </a:cxn>
                <a:cxn ang="0">
                  <a:pos x="768" y="1222"/>
                </a:cxn>
                <a:cxn ang="0">
                  <a:pos x="879" y="1185"/>
                </a:cxn>
                <a:cxn ang="0">
                  <a:pos x="972" y="1108"/>
                </a:cxn>
                <a:cxn ang="0">
                  <a:pos x="1042" y="992"/>
                </a:cxn>
                <a:cxn ang="0">
                  <a:pos x="1080" y="854"/>
                </a:cxn>
                <a:cxn ang="0">
                  <a:pos x="1091" y="701"/>
                </a:cxn>
                <a:cxn ang="0">
                  <a:pos x="1077" y="540"/>
                </a:cxn>
                <a:cxn ang="0">
                  <a:pos x="1035" y="391"/>
                </a:cxn>
                <a:cxn ang="0">
                  <a:pos x="963" y="263"/>
                </a:cxn>
                <a:cxn ang="0">
                  <a:pos x="861" y="163"/>
                </a:cxn>
                <a:cxn ang="0">
                  <a:pos x="740" y="102"/>
                </a:cxn>
                <a:cxn ang="0">
                  <a:pos x="595" y="82"/>
                </a:cxn>
                <a:cxn ang="0">
                  <a:pos x="754" y="5"/>
                </a:cxn>
                <a:cxn ang="0">
                  <a:pos x="917" y="44"/>
                </a:cxn>
                <a:cxn ang="0">
                  <a:pos x="1049" y="119"/>
                </a:cxn>
                <a:cxn ang="0">
                  <a:pos x="1152" y="219"/>
                </a:cxn>
                <a:cxn ang="0">
                  <a:pos x="1226" y="342"/>
                </a:cxn>
                <a:cxn ang="0">
                  <a:pos x="1270" y="482"/>
                </a:cxn>
                <a:cxn ang="0">
                  <a:pos x="1284" y="631"/>
                </a:cxn>
                <a:cxn ang="0">
                  <a:pos x="1270" y="794"/>
                </a:cxn>
                <a:cxn ang="0">
                  <a:pos x="1228" y="929"/>
                </a:cxn>
                <a:cxn ang="0">
                  <a:pos x="1161" y="1050"/>
                </a:cxn>
                <a:cxn ang="0">
                  <a:pos x="1054" y="1164"/>
                </a:cxn>
                <a:cxn ang="0">
                  <a:pos x="924" y="1248"/>
                </a:cxn>
                <a:cxn ang="0">
                  <a:pos x="782" y="1299"/>
                </a:cxn>
                <a:cxn ang="0">
                  <a:pos x="630" y="1315"/>
                </a:cxn>
                <a:cxn ang="0">
                  <a:pos x="449" y="1292"/>
                </a:cxn>
                <a:cxn ang="0">
                  <a:pos x="295" y="1229"/>
                </a:cxn>
                <a:cxn ang="0">
                  <a:pos x="174" y="1131"/>
                </a:cxn>
                <a:cxn ang="0">
                  <a:pos x="74" y="987"/>
                </a:cxn>
                <a:cxn ang="0">
                  <a:pos x="18" y="824"/>
                </a:cxn>
                <a:cxn ang="0">
                  <a:pos x="0" y="647"/>
                </a:cxn>
                <a:cxn ang="0">
                  <a:pos x="21" y="477"/>
                </a:cxn>
                <a:cxn ang="0">
                  <a:pos x="81" y="326"/>
                </a:cxn>
                <a:cxn ang="0">
                  <a:pos x="172" y="203"/>
                </a:cxn>
                <a:cxn ang="0">
                  <a:pos x="291" y="109"/>
                </a:cxn>
                <a:cxn ang="0">
                  <a:pos x="430" y="42"/>
                </a:cxn>
                <a:cxn ang="0">
                  <a:pos x="584" y="5"/>
                </a:cxn>
              </a:cxnLst>
              <a:rect l="0" t="0" r="r" b="b"/>
              <a:pathLst>
                <a:path w="1284" h="1315">
                  <a:moveTo>
                    <a:pt x="595" y="82"/>
                  </a:moveTo>
                  <a:lnTo>
                    <a:pt x="528" y="86"/>
                  </a:lnTo>
                  <a:lnTo>
                    <a:pt x="467" y="102"/>
                  </a:lnTo>
                  <a:lnTo>
                    <a:pt x="414" y="126"/>
                  </a:lnTo>
                  <a:lnTo>
                    <a:pt x="363" y="163"/>
                  </a:lnTo>
                  <a:lnTo>
                    <a:pt x="318" y="207"/>
                  </a:lnTo>
                  <a:lnTo>
                    <a:pt x="281" y="258"/>
                  </a:lnTo>
                  <a:lnTo>
                    <a:pt x="251" y="319"/>
                  </a:lnTo>
                  <a:lnTo>
                    <a:pt x="228" y="382"/>
                  </a:lnTo>
                  <a:lnTo>
                    <a:pt x="211" y="452"/>
                  </a:lnTo>
                  <a:lnTo>
                    <a:pt x="200" y="524"/>
                  </a:lnTo>
                  <a:lnTo>
                    <a:pt x="197" y="601"/>
                  </a:lnTo>
                  <a:lnTo>
                    <a:pt x="200" y="673"/>
                  </a:lnTo>
                  <a:lnTo>
                    <a:pt x="209" y="742"/>
                  </a:lnTo>
                  <a:lnTo>
                    <a:pt x="225" y="815"/>
                  </a:lnTo>
                  <a:lnTo>
                    <a:pt x="246" y="882"/>
                  </a:lnTo>
                  <a:lnTo>
                    <a:pt x="274" y="947"/>
                  </a:lnTo>
                  <a:lnTo>
                    <a:pt x="309" y="1008"/>
                  </a:lnTo>
                  <a:lnTo>
                    <a:pt x="349" y="1066"/>
                  </a:lnTo>
                  <a:lnTo>
                    <a:pt x="398" y="1115"/>
                  </a:lnTo>
                  <a:lnTo>
                    <a:pt x="453" y="1157"/>
                  </a:lnTo>
                  <a:lnTo>
                    <a:pt x="509" y="1187"/>
                  </a:lnTo>
                  <a:lnTo>
                    <a:pt x="570" y="1208"/>
                  </a:lnTo>
                  <a:lnTo>
                    <a:pt x="635" y="1222"/>
                  </a:lnTo>
                  <a:lnTo>
                    <a:pt x="707" y="1227"/>
                  </a:lnTo>
                  <a:lnTo>
                    <a:pt x="768" y="1222"/>
                  </a:lnTo>
                  <a:lnTo>
                    <a:pt x="826" y="1208"/>
                  </a:lnTo>
                  <a:lnTo>
                    <a:pt x="879" y="1185"/>
                  </a:lnTo>
                  <a:lnTo>
                    <a:pt x="924" y="1154"/>
                  </a:lnTo>
                  <a:lnTo>
                    <a:pt x="972" y="1108"/>
                  </a:lnTo>
                  <a:lnTo>
                    <a:pt x="1010" y="1054"/>
                  </a:lnTo>
                  <a:lnTo>
                    <a:pt x="1042" y="992"/>
                  </a:lnTo>
                  <a:lnTo>
                    <a:pt x="1063" y="926"/>
                  </a:lnTo>
                  <a:lnTo>
                    <a:pt x="1080" y="854"/>
                  </a:lnTo>
                  <a:lnTo>
                    <a:pt x="1089" y="780"/>
                  </a:lnTo>
                  <a:lnTo>
                    <a:pt x="1091" y="701"/>
                  </a:lnTo>
                  <a:lnTo>
                    <a:pt x="1089" y="619"/>
                  </a:lnTo>
                  <a:lnTo>
                    <a:pt x="1077" y="540"/>
                  </a:lnTo>
                  <a:lnTo>
                    <a:pt x="1061" y="463"/>
                  </a:lnTo>
                  <a:lnTo>
                    <a:pt x="1035" y="391"/>
                  </a:lnTo>
                  <a:lnTo>
                    <a:pt x="1003" y="324"/>
                  </a:lnTo>
                  <a:lnTo>
                    <a:pt x="963" y="263"/>
                  </a:lnTo>
                  <a:lnTo>
                    <a:pt x="917" y="210"/>
                  </a:lnTo>
                  <a:lnTo>
                    <a:pt x="861" y="163"/>
                  </a:lnTo>
                  <a:lnTo>
                    <a:pt x="803" y="128"/>
                  </a:lnTo>
                  <a:lnTo>
                    <a:pt x="740" y="102"/>
                  </a:lnTo>
                  <a:lnTo>
                    <a:pt x="670" y="86"/>
                  </a:lnTo>
                  <a:lnTo>
                    <a:pt x="595" y="82"/>
                  </a:lnTo>
                  <a:close/>
                  <a:moveTo>
                    <a:pt x="663" y="0"/>
                  </a:moveTo>
                  <a:lnTo>
                    <a:pt x="754" y="5"/>
                  </a:lnTo>
                  <a:lnTo>
                    <a:pt x="840" y="21"/>
                  </a:lnTo>
                  <a:lnTo>
                    <a:pt x="917" y="44"/>
                  </a:lnTo>
                  <a:lnTo>
                    <a:pt x="986" y="77"/>
                  </a:lnTo>
                  <a:lnTo>
                    <a:pt x="1049" y="119"/>
                  </a:lnTo>
                  <a:lnTo>
                    <a:pt x="1105" y="165"/>
                  </a:lnTo>
                  <a:lnTo>
                    <a:pt x="1152" y="219"/>
                  </a:lnTo>
                  <a:lnTo>
                    <a:pt x="1194" y="279"/>
                  </a:lnTo>
                  <a:lnTo>
                    <a:pt x="1226" y="342"/>
                  </a:lnTo>
                  <a:lnTo>
                    <a:pt x="1252" y="412"/>
                  </a:lnTo>
                  <a:lnTo>
                    <a:pt x="1270" y="482"/>
                  </a:lnTo>
                  <a:lnTo>
                    <a:pt x="1280" y="556"/>
                  </a:lnTo>
                  <a:lnTo>
                    <a:pt x="1284" y="631"/>
                  </a:lnTo>
                  <a:lnTo>
                    <a:pt x="1282" y="715"/>
                  </a:lnTo>
                  <a:lnTo>
                    <a:pt x="1270" y="794"/>
                  </a:lnTo>
                  <a:lnTo>
                    <a:pt x="1254" y="864"/>
                  </a:lnTo>
                  <a:lnTo>
                    <a:pt x="1228" y="929"/>
                  </a:lnTo>
                  <a:lnTo>
                    <a:pt x="1198" y="992"/>
                  </a:lnTo>
                  <a:lnTo>
                    <a:pt x="1161" y="1050"/>
                  </a:lnTo>
                  <a:lnTo>
                    <a:pt x="1110" y="1110"/>
                  </a:lnTo>
                  <a:lnTo>
                    <a:pt x="1054" y="1164"/>
                  </a:lnTo>
                  <a:lnTo>
                    <a:pt x="991" y="1210"/>
                  </a:lnTo>
                  <a:lnTo>
                    <a:pt x="924" y="1248"/>
                  </a:lnTo>
                  <a:lnTo>
                    <a:pt x="854" y="1278"/>
                  </a:lnTo>
                  <a:lnTo>
                    <a:pt x="782" y="1299"/>
                  </a:lnTo>
                  <a:lnTo>
                    <a:pt x="707" y="1310"/>
                  </a:lnTo>
                  <a:lnTo>
                    <a:pt x="630" y="1315"/>
                  </a:lnTo>
                  <a:lnTo>
                    <a:pt x="537" y="1310"/>
                  </a:lnTo>
                  <a:lnTo>
                    <a:pt x="449" y="1292"/>
                  </a:lnTo>
                  <a:lnTo>
                    <a:pt x="370" y="1266"/>
                  </a:lnTo>
                  <a:lnTo>
                    <a:pt x="295" y="1229"/>
                  </a:lnTo>
                  <a:lnTo>
                    <a:pt x="230" y="1185"/>
                  </a:lnTo>
                  <a:lnTo>
                    <a:pt x="174" y="1131"/>
                  </a:lnTo>
                  <a:lnTo>
                    <a:pt x="118" y="1061"/>
                  </a:lnTo>
                  <a:lnTo>
                    <a:pt x="74" y="987"/>
                  </a:lnTo>
                  <a:lnTo>
                    <a:pt x="42" y="908"/>
                  </a:lnTo>
                  <a:lnTo>
                    <a:pt x="18" y="824"/>
                  </a:lnTo>
                  <a:lnTo>
                    <a:pt x="4" y="738"/>
                  </a:lnTo>
                  <a:lnTo>
                    <a:pt x="0" y="647"/>
                  </a:lnTo>
                  <a:lnTo>
                    <a:pt x="4" y="561"/>
                  </a:lnTo>
                  <a:lnTo>
                    <a:pt x="21" y="477"/>
                  </a:lnTo>
                  <a:lnTo>
                    <a:pt x="46" y="398"/>
                  </a:lnTo>
                  <a:lnTo>
                    <a:pt x="81" y="326"/>
                  </a:lnTo>
                  <a:lnTo>
                    <a:pt x="125" y="256"/>
                  </a:lnTo>
                  <a:lnTo>
                    <a:pt x="172" y="203"/>
                  </a:lnTo>
                  <a:lnTo>
                    <a:pt x="228" y="151"/>
                  </a:lnTo>
                  <a:lnTo>
                    <a:pt x="291" y="109"/>
                  </a:lnTo>
                  <a:lnTo>
                    <a:pt x="358" y="72"/>
                  </a:lnTo>
                  <a:lnTo>
                    <a:pt x="430" y="42"/>
                  </a:lnTo>
                  <a:lnTo>
                    <a:pt x="507" y="19"/>
                  </a:lnTo>
                  <a:lnTo>
                    <a:pt x="584" y="5"/>
                  </a:lnTo>
                  <a:lnTo>
                    <a:pt x="663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323612" name="Freeform 28"/>
            <p:cNvSpPr>
              <a:spLocks/>
            </p:cNvSpPr>
            <p:nvPr userDrawn="1"/>
          </p:nvSpPr>
          <p:spPr bwMode="auto">
            <a:xfrm>
              <a:off x="2180" y="2093"/>
              <a:ext cx="1418" cy="1416"/>
            </a:xfrm>
            <a:custGeom>
              <a:avLst/>
              <a:gdLst/>
              <a:ahLst/>
              <a:cxnLst>
                <a:cxn ang="0">
                  <a:pos x="228" y="0"/>
                </a:cxn>
                <a:cxn ang="0">
                  <a:pos x="5665" y="0"/>
                </a:cxn>
                <a:cxn ang="0">
                  <a:pos x="5716" y="7"/>
                </a:cxn>
                <a:cxn ang="0">
                  <a:pos x="5765" y="23"/>
                </a:cxn>
                <a:cxn ang="0">
                  <a:pos x="5807" y="51"/>
                </a:cxn>
                <a:cxn ang="0">
                  <a:pos x="5842" y="86"/>
                </a:cxn>
                <a:cxn ang="0">
                  <a:pos x="5870" y="128"/>
                </a:cxn>
                <a:cxn ang="0">
                  <a:pos x="5886" y="177"/>
                </a:cxn>
                <a:cxn ang="0">
                  <a:pos x="5893" y="228"/>
                </a:cxn>
                <a:cxn ang="0">
                  <a:pos x="5893" y="5662"/>
                </a:cxn>
                <a:cxn ang="0">
                  <a:pos x="5886" y="5716"/>
                </a:cxn>
                <a:cxn ang="0">
                  <a:pos x="5870" y="5765"/>
                </a:cxn>
                <a:cxn ang="0">
                  <a:pos x="5842" y="5807"/>
                </a:cxn>
                <a:cxn ang="0">
                  <a:pos x="5807" y="5841"/>
                </a:cxn>
                <a:cxn ang="0">
                  <a:pos x="5765" y="5869"/>
                </a:cxn>
                <a:cxn ang="0">
                  <a:pos x="5716" y="5886"/>
                </a:cxn>
                <a:cxn ang="0">
                  <a:pos x="5665" y="5893"/>
                </a:cxn>
                <a:cxn ang="0">
                  <a:pos x="228" y="5893"/>
                </a:cxn>
                <a:cxn ang="0">
                  <a:pos x="177" y="5886"/>
                </a:cxn>
                <a:cxn ang="0">
                  <a:pos x="128" y="5869"/>
                </a:cxn>
                <a:cxn ang="0">
                  <a:pos x="86" y="5841"/>
                </a:cxn>
                <a:cxn ang="0">
                  <a:pos x="52" y="5807"/>
                </a:cxn>
                <a:cxn ang="0">
                  <a:pos x="24" y="5765"/>
                </a:cxn>
                <a:cxn ang="0">
                  <a:pos x="7" y="5716"/>
                </a:cxn>
                <a:cxn ang="0">
                  <a:pos x="0" y="5662"/>
                </a:cxn>
                <a:cxn ang="0">
                  <a:pos x="0" y="228"/>
                </a:cxn>
                <a:cxn ang="0">
                  <a:pos x="7" y="177"/>
                </a:cxn>
                <a:cxn ang="0">
                  <a:pos x="24" y="128"/>
                </a:cxn>
                <a:cxn ang="0">
                  <a:pos x="52" y="86"/>
                </a:cxn>
                <a:cxn ang="0">
                  <a:pos x="86" y="51"/>
                </a:cxn>
                <a:cxn ang="0">
                  <a:pos x="128" y="23"/>
                </a:cxn>
                <a:cxn ang="0">
                  <a:pos x="177" y="7"/>
                </a:cxn>
                <a:cxn ang="0">
                  <a:pos x="228" y="0"/>
                </a:cxn>
              </a:cxnLst>
              <a:rect l="0" t="0" r="r" b="b"/>
              <a:pathLst>
                <a:path w="5893" h="5893">
                  <a:moveTo>
                    <a:pt x="228" y="0"/>
                  </a:moveTo>
                  <a:lnTo>
                    <a:pt x="5665" y="0"/>
                  </a:lnTo>
                  <a:lnTo>
                    <a:pt x="5716" y="7"/>
                  </a:lnTo>
                  <a:lnTo>
                    <a:pt x="5765" y="23"/>
                  </a:lnTo>
                  <a:lnTo>
                    <a:pt x="5807" y="51"/>
                  </a:lnTo>
                  <a:lnTo>
                    <a:pt x="5842" y="86"/>
                  </a:lnTo>
                  <a:lnTo>
                    <a:pt x="5870" y="128"/>
                  </a:lnTo>
                  <a:lnTo>
                    <a:pt x="5886" y="177"/>
                  </a:lnTo>
                  <a:lnTo>
                    <a:pt x="5893" y="228"/>
                  </a:lnTo>
                  <a:lnTo>
                    <a:pt x="5893" y="5662"/>
                  </a:lnTo>
                  <a:lnTo>
                    <a:pt x="5886" y="5716"/>
                  </a:lnTo>
                  <a:lnTo>
                    <a:pt x="5870" y="5765"/>
                  </a:lnTo>
                  <a:lnTo>
                    <a:pt x="5842" y="5807"/>
                  </a:lnTo>
                  <a:lnTo>
                    <a:pt x="5807" y="5841"/>
                  </a:lnTo>
                  <a:lnTo>
                    <a:pt x="5765" y="5869"/>
                  </a:lnTo>
                  <a:lnTo>
                    <a:pt x="5716" y="5886"/>
                  </a:lnTo>
                  <a:lnTo>
                    <a:pt x="5665" y="5893"/>
                  </a:lnTo>
                  <a:lnTo>
                    <a:pt x="228" y="5893"/>
                  </a:lnTo>
                  <a:lnTo>
                    <a:pt x="177" y="5886"/>
                  </a:lnTo>
                  <a:lnTo>
                    <a:pt x="128" y="5869"/>
                  </a:lnTo>
                  <a:lnTo>
                    <a:pt x="86" y="5841"/>
                  </a:lnTo>
                  <a:lnTo>
                    <a:pt x="52" y="5807"/>
                  </a:lnTo>
                  <a:lnTo>
                    <a:pt x="24" y="5765"/>
                  </a:lnTo>
                  <a:lnTo>
                    <a:pt x="7" y="5716"/>
                  </a:lnTo>
                  <a:lnTo>
                    <a:pt x="0" y="5662"/>
                  </a:lnTo>
                  <a:lnTo>
                    <a:pt x="0" y="228"/>
                  </a:lnTo>
                  <a:lnTo>
                    <a:pt x="7" y="177"/>
                  </a:lnTo>
                  <a:lnTo>
                    <a:pt x="24" y="128"/>
                  </a:lnTo>
                  <a:lnTo>
                    <a:pt x="52" y="86"/>
                  </a:lnTo>
                  <a:lnTo>
                    <a:pt x="86" y="51"/>
                  </a:lnTo>
                  <a:lnTo>
                    <a:pt x="128" y="23"/>
                  </a:lnTo>
                  <a:lnTo>
                    <a:pt x="177" y="7"/>
                  </a:lnTo>
                  <a:lnTo>
                    <a:pt x="228" y="0"/>
                  </a:lnTo>
                  <a:close/>
                </a:path>
              </a:pathLst>
            </a:custGeom>
            <a:solidFill>
              <a:srgbClr val="FFFFFF"/>
            </a:solidFill>
            <a:ln w="0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323613" name="Freeform 29"/>
            <p:cNvSpPr>
              <a:spLocks noEditPoints="1"/>
            </p:cNvSpPr>
            <p:nvPr userDrawn="1"/>
          </p:nvSpPr>
          <p:spPr bwMode="auto">
            <a:xfrm>
              <a:off x="2173" y="2091"/>
              <a:ext cx="1421" cy="1421"/>
            </a:xfrm>
            <a:custGeom>
              <a:avLst/>
              <a:gdLst/>
              <a:ahLst/>
              <a:cxnLst>
                <a:cxn ang="0">
                  <a:pos x="191" y="23"/>
                </a:cxn>
                <a:cxn ang="0">
                  <a:pos x="116" y="56"/>
                </a:cxn>
                <a:cxn ang="0">
                  <a:pos x="56" y="116"/>
                </a:cxn>
                <a:cxn ang="0">
                  <a:pos x="23" y="190"/>
                </a:cxn>
                <a:cxn ang="0">
                  <a:pos x="19" y="5671"/>
                </a:cxn>
                <a:cxn ang="0">
                  <a:pos x="35" y="5755"/>
                </a:cxn>
                <a:cxn ang="0">
                  <a:pos x="84" y="5827"/>
                </a:cxn>
                <a:cxn ang="0">
                  <a:pos x="156" y="5876"/>
                </a:cxn>
                <a:cxn ang="0">
                  <a:pos x="214" y="5892"/>
                </a:cxn>
                <a:cxn ang="0">
                  <a:pos x="5721" y="5888"/>
                </a:cxn>
                <a:cxn ang="0">
                  <a:pos x="5795" y="5855"/>
                </a:cxn>
                <a:cxn ang="0">
                  <a:pos x="5856" y="5795"/>
                </a:cxn>
                <a:cxn ang="0">
                  <a:pos x="5888" y="5718"/>
                </a:cxn>
                <a:cxn ang="0">
                  <a:pos x="5893" y="214"/>
                </a:cxn>
                <a:cxn ang="0">
                  <a:pos x="5877" y="156"/>
                </a:cxn>
                <a:cxn ang="0">
                  <a:pos x="5828" y="83"/>
                </a:cxn>
                <a:cxn ang="0">
                  <a:pos x="5756" y="35"/>
                </a:cxn>
                <a:cxn ang="0">
                  <a:pos x="5674" y="18"/>
                </a:cxn>
                <a:cxn ang="0">
                  <a:pos x="237" y="0"/>
                </a:cxn>
                <a:cxn ang="0">
                  <a:pos x="5721" y="4"/>
                </a:cxn>
                <a:cxn ang="0">
                  <a:pos x="5809" y="42"/>
                </a:cxn>
                <a:cxn ang="0">
                  <a:pos x="5870" y="102"/>
                </a:cxn>
                <a:cxn ang="0">
                  <a:pos x="5907" y="190"/>
                </a:cxn>
                <a:cxn ang="0">
                  <a:pos x="5911" y="5694"/>
                </a:cxn>
                <a:cxn ang="0">
                  <a:pos x="5893" y="5762"/>
                </a:cxn>
                <a:cxn ang="0">
                  <a:pos x="5870" y="5809"/>
                </a:cxn>
                <a:cxn ang="0">
                  <a:pos x="5809" y="5869"/>
                </a:cxn>
                <a:cxn ang="0">
                  <a:pos x="5721" y="5906"/>
                </a:cxn>
                <a:cxn ang="0">
                  <a:pos x="214" y="5911"/>
                </a:cxn>
                <a:cxn ang="0">
                  <a:pos x="142" y="5890"/>
                </a:cxn>
                <a:cxn ang="0">
                  <a:pos x="70" y="5841"/>
                </a:cxn>
                <a:cxn ang="0">
                  <a:pos x="21" y="5769"/>
                </a:cxn>
                <a:cxn ang="0">
                  <a:pos x="5" y="5718"/>
                </a:cxn>
                <a:cxn ang="0">
                  <a:pos x="0" y="237"/>
                </a:cxn>
                <a:cxn ang="0">
                  <a:pos x="21" y="142"/>
                </a:cxn>
                <a:cxn ang="0">
                  <a:pos x="70" y="69"/>
                </a:cxn>
                <a:cxn ang="0">
                  <a:pos x="142" y="21"/>
                </a:cxn>
                <a:cxn ang="0">
                  <a:pos x="237" y="0"/>
                </a:cxn>
              </a:cxnLst>
              <a:rect l="0" t="0" r="r" b="b"/>
              <a:pathLst>
                <a:path w="5911" h="5911">
                  <a:moveTo>
                    <a:pt x="237" y="18"/>
                  </a:moveTo>
                  <a:lnTo>
                    <a:pt x="191" y="23"/>
                  </a:lnTo>
                  <a:lnTo>
                    <a:pt x="156" y="35"/>
                  </a:lnTo>
                  <a:lnTo>
                    <a:pt x="116" y="56"/>
                  </a:lnTo>
                  <a:lnTo>
                    <a:pt x="84" y="83"/>
                  </a:lnTo>
                  <a:lnTo>
                    <a:pt x="56" y="116"/>
                  </a:lnTo>
                  <a:lnTo>
                    <a:pt x="35" y="156"/>
                  </a:lnTo>
                  <a:lnTo>
                    <a:pt x="23" y="190"/>
                  </a:lnTo>
                  <a:lnTo>
                    <a:pt x="19" y="237"/>
                  </a:lnTo>
                  <a:lnTo>
                    <a:pt x="19" y="5671"/>
                  </a:lnTo>
                  <a:lnTo>
                    <a:pt x="23" y="5718"/>
                  </a:lnTo>
                  <a:lnTo>
                    <a:pt x="35" y="5755"/>
                  </a:lnTo>
                  <a:lnTo>
                    <a:pt x="56" y="5795"/>
                  </a:lnTo>
                  <a:lnTo>
                    <a:pt x="84" y="5827"/>
                  </a:lnTo>
                  <a:lnTo>
                    <a:pt x="116" y="5855"/>
                  </a:lnTo>
                  <a:lnTo>
                    <a:pt x="156" y="5876"/>
                  </a:lnTo>
                  <a:lnTo>
                    <a:pt x="191" y="5888"/>
                  </a:lnTo>
                  <a:lnTo>
                    <a:pt x="214" y="5892"/>
                  </a:lnTo>
                  <a:lnTo>
                    <a:pt x="5697" y="5892"/>
                  </a:lnTo>
                  <a:lnTo>
                    <a:pt x="5721" y="5888"/>
                  </a:lnTo>
                  <a:lnTo>
                    <a:pt x="5756" y="5876"/>
                  </a:lnTo>
                  <a:lnTo>
                    <a:pt x="5795" y="5855"/>
                  </a:lnTo>
                  <a:lnTo>
                    <a:pt x="5828" y="5827"/>
                  </a:lnTo>
                  <a:lnTo>
                    <a:pt x="5856" y="5795"/>
                  </a:lnTo>
                  <a:lnTo>
                    <a:pt x="5877" y="5755"/>
                  </a:lnTo>
                  <a:lnTo>
                    <a:pt x="5888" y="5718"/>
                  </a:lnTo>
                  <a:lnTo>
                    <a:pt x="5893" y="5694"/>
                  </a:lnTo>
                  <a:lnTo>
                    <a:pt x="5893" y="214"/>
                  </a:lnTo>
                  <a:lnTo>
                    <a:pt x="5888" y="190"/>
                  </a:lnTo>
                  <a:lnTo>
                    <a:pt x="5877" y="156"/>
                  </a:lnTo>
                  <a:lnTo>
                    <a:pt x="5856" y="116"/>
                  </a:lnTo>
                  <a:lnTo>
                    <a:pt x="5828" y="83"/>
                  </a:lnTo>
                  <a:lnTo>
                    <a:pt x="5795" y="56"/>
                  </a:lnTo>
                  <a:lnTo>
                    <a:pt x="5756" y="35"/>
                  </a:lnTo>
                  <a:lnTo>
                    <a:pt x="5721" y="23"/>
                  </a:lnTo>
                  <a:lnTo>
                    <a:pt x="5674" y="18"/>
                  </a:lnTo>
                  <a:lnTo>
                    <a:pt x="237" y="18"/>
                  </a:lnTo>
                  <a:close/>
                  <a:moveTo>
                    <a:pt x="237" y="0"/>
                  </a:moveTo>
                  <a:lnTo>
                    <a:pt x="5674" y="0"/>
                  </a:lnTo>
                  <a:lnTo>
                    <a:pt x="5721" y="4"/>
                  </a:lnTo>
                  <a:lnTo>
                    <a:pt x="5769" y="21"/>
                  </a:lnTo>
                  <a:lnTo>
                    <a:pt x="5809" y="42"/>
                  </a:lnTo>
                  <a:lnTo>
                    <a:pt x="5842" y="69"/>
                  </a:lnTo>
                  <a:lnTo>
                    <a:pt x="5870" y="102"/>
                  </a:lnTo>
                  <a:lnTo>
                    <a:pt x="5891" y="142"/>
                  </a:lnTo>
                  <a:lnTo>
                    <a:pt x="5907" y="190"/>
                  </a:lnTo>
                  <a:lnTo>
                    <a:pt x="5911" y="214"/>
                  </a:lnTo>
                  <a:lnTo>
                    <a:pt x="5911" y="5694"/>
                  </a:lnTo>
                  <a:lnTo>
                    <a:pt x="5907" y="5718"/>
                  </a:lnTo>
                  <a:lnTo>
                    <a:pt x="5893" y="5762"/>
                  </a:lnTo>
                  <a:lnTo>
                    <a:pt x="5891" y="5769"/>
                  </a:lnTo>
                  <a:lnTo>
                    <a:pt x="5870" y="5809"/>
                  </a:lnTo>
                  <a:lnTo>
                    <a:pt x="5842" y="5841"/>
                  </a:lnTo>
                  <a:lnTo>
                    <a:pt x="5809" y="5869"/>
                  </a:lnTo>
                  <a:lnTo>
                    <a:pt x="5769" y="5890"/>
                  </a:lnTo>
                  <a:lnTo>
                    <a:pt x="5721" y="5906"/>
                  </a:lnTo>
                  <a:lnTo>
                    <a:pt x="5697" y="5911"/>
                  </a:lnTo>
                  <a:lnTo>
                    <a:pt x="214" y="5911"/>
                  </a:lnTo>
                  <a:lnTo>
                    <a:pt x="191" y="5906"/>
                  </a:lnTo>
                  <a:lnTo>
                    <a:pt x="142" y="5890"/>
                  </a:lnTo>
                  <a:lnTo>
                    <a:pt x="102" y="5869"/>
                  </a:lnTo>
                  <a:lnTo>
                    <a:pt x="70" y="5841"/>
                  </a:lnTo>
                  <a:lnTo>
                    <a:pt x="42" y="5809"/>
                  </a:lnTo>
                  <a:lnTo>
                    <a:pt x="21" y="5769"/>
                  </a:lnTo>
                  <a:lnTo>
                    <a:pt x="19" y="5762"/>
                  </a:lnTo>
                  <a:lnTo>
                    <a:pt x="5" y="5718"/>
                  </a:lnTo>
                  <a:lnTo>
                    <a:pt x="0" y="5671"/>
                  </a:lnTo>
                  <a:lnTo>
                    <a:pt x="0" y="237"/>
                  </a:lnTo>
                  <a:lnTo>
                    <a:pt x="5" y="190"/>
                  </a:lnTo>
                  <a:lnTo>
                    <a:pt x="21" y="142"/>
                  </a:lnTo>
                  <a:lnTo>
                    <a:pt x="42" y="102"/>
                  </a:lnTo>
                  <a:lnTo>
                    <a:pt x="70" y="69"/>
                  </a:lnTo>
                  <a:lnTo>
                    <a:pt x="102" y="42"/>
                  </a:lnTo>
                  <a:lnTo>
                    <a:pt x="142" y="21"/>
                  </a:lnTo>
                  <a:lnTo>
                    <a:pt x="191" y="4"/>
                  </a:lnTo>
                  <a:lnTo>
                    <a:pt x="237" y="0"/>
                  </a:lnTo>
                  <a:close/>
                </a:path>
              </a:pathLst>
            </a:custGeom>
            <a:solidFill>
              <a:srgbClr val="FFFFFF"/>
            </a:solidFill>
            <a:ln w="0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323614" name="Freeform 30"/>
            <p:cNvSpPr>
              <a:spLocks/>
            </p:cNvSpPr>
            <p:nvPr userDrawn="1"/>
          </p:nvSpPr>
          <p:spPr bwMode="auto">
            <a:xfrm>
              <a:off x="2189" y="2105"/>
              <a:ext cx="799" cy="1392"/>
            </a:xfrm>
            <a:custGeom>
              <a:avLst/>
              <a:gdLst/>
              <a:ahLst/>
              <a:cxnLst>
                <a:cxn ang="0">
                  <a:pos x="3256" y="51"/>
                </a:cxn>
                <a:cxn ang="0">
                  <a:pos x="3063" y="245"/>
                </a:cxn>
                <a:cxn ang="0">
                  <a:pos x="2902" y="512"/>
                </a:cxn>
                <a:cxn ang="0">
                  <a:pos x="2777" y="868"/>
                </a:cxn>
                <a:cxn ang="0">
                  <a:pos x="2688" y="1322"/>
                </a:cxn>
                <a:cxn ang="0">
                  <a:pos x="2651" y="1692"/>
                </a:cxn>
                <a:cxn ang="0">
                  <a:pos x="2632" y="2148"/>
                </a:cxn>
                <a:cxn ang="0">
                  <a:pos x="2595" y="2390"/>
                </a:cxn>
                <a:cxn ang="0">
                  <a:pos x="2532" y="2653"/>
                </a:cxn>
                <a:cxn ang="0">
                  <a:pos x="2488" y="2818"/>
                </a:cxn>
                <a:cxn ang="0">
                  <a:pos x="2558" y="2905"/>
                </a:cxn>
                <a:cxn ang="0">
                  <a:pos x="2663" y="3147"/>
                </a:cxn>
                <a:cxn ang="0">
                  <a:pos x="2712" y="3421"/>
                </a:cxn>
                <a:cxn ang="0">
                  <a:pos x="2728" y="3945"/>
                </a:cxn>
                <a:cxn ang="0">
                  <a:pos x="2730" y="4343"/>
                </a:cxn>
                <a:cxn ang="0">
                  <a:pos x="2716" y="4713"/>
                </a:cxn>
                <a:cxn ang="0">
                  <a:pos x="2677" y="5046"/>
                </a:cxn>
                <a:cxn ang="0">
                  <a:pos x="2600" y="5325"/>
                </a:cxn>
                <a:cxn ang="0">
                  <a:pos x="2479" y="5539"/>
                </a:cxn>
                <a:cxn ang="0">
                  <a:pos x="2304" y="5674"/>
                </a:cxn>
                <a:cxn ang="0">
                  <a:pos x="2111" y="5742"/>
                </a:cxn>
                <a:cxn ang="0">
                  <a:pos x="1978" y="5749"/>
                </a:cxn>
                <a:cxn ang="0">
                  <a:pos x="1897" y="5716"/>
                </a:cxn>
                <a:cxn ang="0">
                  <a:pos x="1853" y="5662"/>
                </a:cxn>
                <a:cxn ang="0">
                  <a:pos x="1834" y="5609"/>
                </a:cxn>
                <a:cxn ang="0">
                  <a:pos x="1843" y="5562"/>
                </a:cxn>
                <a:cxn ang="0">
                  <a:pos x="1897" y="5506"/>
                </a:cxn>
                <a:cxn ang="0">
                  <a:pos x="1960" y="5418"/>
                </a:cxn>
                <a:cxn ang="0">
                  <a:pos x="2004" y="5271"/>
                </a:cxn>
                <a:cxn ang="0">
                  <a:pos x="1969" y="5153"/>
                </a:cxn>
                <a:cxn ang="0">
                  <a:pos x="1836" y="5046"/>
                </a:cxn>
                <a:cxn ang="0">
                  <a:pos x="1667" y="4999"/>
                </a:cxn>
                <a:cxn ang="0">
                  <a:pos x="1541" y="5039"/>
                </a:cxn>
                <a:cxn ang="0">
                  <a:pos x="1457" y="5136"/>
                </a:cxn>
                <a:cxn ang="0">
                  <a:pos x="1408" y="5269"/>
                </a:cxn>
                <a:cxn ang="0">
                  <a:pos x="1397" y="5409"/>
                </a:cxn>
                <a:cxn ang="0">
                  <a:pos x="1415" y="5530"/>
                </a:cxn>
                <a:cxn ang="0">
                  <a:pos x="1511" y="5683"/>
                </a:cxn>
                <a:cxn ang="0">
                  <a:pos x="177" y="5788"/>
                </a:cxn>
                <a:cxn ang="0">
                  <a:pos x="51" y="5737"/>
                </a:cxn>
                <a:cxn ang="0">
                  <a:pos x="0" y="5611"/>
                </a:cxn>
                <a:cxn ang="0">
                  <a:pos x="23" y="89"/>
                </a:cxn>
                <a:cxn ang="0">
                  <a:pos x="131" y="7"/>
                </a:cxn>
              </a:cxnLst>
              <a:rect l="0" t="0" r="r" b="b"/>
              <a:pathLst>
                <a:path w="3326" h="5788">
                  <a:moveTo>
                    <a:pt x="177" y="0"/>
                  </a:moveTo>
                  <a:lnTo>
                    <a:pt x="3326" y="0"/>
                  </a:lnTo>
                  <a:lnTo>
                    <a:pt x="3256" y="51"/>
                  </a:lnTo>
                  <a:lnTo>
                    <a:pt x="3189" y="107"/>
                  </a:lnTo>
                  <a:lnTo>
                    <a:pt x="3124" y="172"/>
                  </a:lnTo>
                  <a:lnTo>
                    <a:pt x="3063" y="245"/>
                  </a:lnTo>
                  <a:lnTo>
                    <a:pt x="3007" y="326"/>
                  </a:lnTo>
                  <a:lnTo>
                    <a:pt x="2954" y="414"/>
                  </a:lnTo>
                  <a:lnTo>
                    <a:pt x="2902" y="512"/>
                  </a:lnTo>
                  <a:lnTo>
                    <a:pt x="2856" y="622"/>
                  </a:lnTo>
                  <a:lnTo>
                    <a:pt x="2814" y="740"/>
                  </a:lnTo>
                  <a:lnTo>
                    <a:pt x="2777" y="868"/>
                  </a:lnTo>
                  <a:lnTo>
                    <a:pt x="2742" y="1008"/>
                  </a:lnTo>
                  <a:lnTo>
                    <a:pt x="2714" y="1159"/>
                  </a:lnTo>
                  <a:lnTo>
                    <a:pt x="2688" y="1322"/>
                  </a:lnTo>
                  <a:lnTo>
                    <a:pt x="2667" y="1497"/>
                  </a:lnTo>
                  <a:lnTo>
                    <a:pt x="2651" y="1685"/>
                  </a:lnTo>
                  <a:lnTo>
                    <a:pt x="2651" y="1692"/>
                  </a:lnTo>
                  <a:lnTo>
                    <a:pt x="2642" y="1836"/>
                  </a:lnTo>
                  <a:lnTo>
                    <a:pt x="2635" y="1990"/>
                  </a:lnTo>
                  <a:lnTo>
                    <a:pt x="2632" y="2148"/>
                  </a:lnTo>
                  <a:lnTo>
                    <a:pt x="2623" y="2223"/>
                  </a:lnTo>
                  <a:lnTo>
                    <a:pt x="2611" y="2304"/>
                  </a:lnTo>
                  <a:lnTo>
                    <a:pt x="2595" y="2390"/>
                  </a:lnTo>
                  <a:lnTo>
                    <a:pt x="2579" y="2481"/>
                  </a:lnTo>
                  <a:lnTo>
                    <a:pt x="2558" y="2569"/>
                  </a:lnTo>
                  <a:lnTo>
                    <a:pt x="2532" y="2653"/>
                  </a:lnTo>
                  <a:lnTo>
                    <a:pt x="2504" y="2732"/>
                  </a:lnTo>
                  <a:lnTo>
                    <a:pt x="2472" y="2802"/>
                  </a:lnTo>
                  <a:lnTo>
                    <a:pt x="2488" y="2818"/>
                  </a:lnTo>
                  <a:lnTo>
                    <a:pt x="2507" y="2839"/>
                  </a:lnTo>
                  <a:lnTo>
                    <a:pt x="2530" y="2867"/>
                  </a:lnTo>
                  <a:lnTo>
                    <a:pt x="2558" y="2905"/>
                  </a:lnTo>
                  <a:lnTo>
                    <a:pt x="2600" y="2986"/>
                  </a:lnTo>
                  <a:lnTo>
                    <a:pt x="2635" y="3065"/>
                  </a:lnTo>
                  <a:lnTo>
                    <a:pt x="2663" y="3147"/>
                  </a:lnTo>
                  <a:lnTo>
                    <a:pt x="2684" y="3233"/>
                  </a:lnTo>
                  <a:lnTo>
                    <a:pt x="2700" y="3324"/>
                  </a:lnTo>
                  <a:lnTo>
                    <a:pt x="2712" y="3421"/>
                  </a:lnTo>
                  <a:lnTo>
                    <a:pt x="2726" y="3810"/>
                  </a:lnTo>
                  <a:lnTo>
                    <a:pt x="2726" y="3808"/>
                  </a:lnTo>
                  <a:lnTo>
                    <a:pt x="2728" y="3945"/>
                  </a:lnTo>
                  <a:lnTo>
                    <a:pt x="2730" y="4080"/>
                  </a:lnTo>
                  <a:lnTo>
                    <a:pt x="2733" y="4213"/>
                  </a:lnTo>
                  <a:lnTo>
                    <a:pt x="2730" y="4343"/>
                  </a:lnTo>
                  <a:lnTo>
                    <a:pt x="2728" y="4469"/>
                  </a:lnTo>
                  <a:lnTo>
                    <a:pt x="2723" y="4594"/>
                  </a:lnTo>
                  <a:lnTo>
                    <a:pt x="2716" y="4713"/>
                  </a:lnTo>
                  <a:lnTo>
                    <a:pt x="2707" y="4829"/>
                  </a:lnTo>
                  <a:lnTo>
                    <a:pt x="2693" y="4939"/>
                  </a:lnTo>
                  <a:lnTo>
                    <a:pt x="2677" y="5046"/>
                  </a:lnTo>
                  <a:lnTo>
                    <a:pt x="2656" y="5143"/>
                  </a:lnTo>
                  <a:lnTo>
                    <a:pt x="2630" y="5239"/>
                  </a:lnTo>
                  <a:lnTo>
                    <a:pt x="2600" y="5325"/>
                  </a:lnTo>
                  <a:lnTo>
                    <a:pt x="2565" y="5404"/>
                  </a:lnTo>
                  <a:lnTo>
                    <a:pt x="2525" y="5474"/>
                  </a:lnTo>
                  <a:lnTo>
                    <a:pt x="2479" y="5539"/>
                  </a:lnTo>
                  <a:lnTo>
                    <a:pt x="2428" y="5593"/>
                  </a:lnTo>
                  <a:lnTo>
                    <a:pt x="2369" y="5639"/>
                  </a:lnTo>
                  <a:lnTo>
                    <a:pt x="2304" y="5674"/>
                  </a:lnTo>
                  <a:lnTo>
                    <a:pt x="2232" y="5704"/>
                  </a:lnTo>
                  <a:lnTo>
                    <a:pt x="2167" y="5728"/>
                  </a:lnTo>
                  <a:lnTo>
                    <a:pt x="2111" y="5742"/>
                  </a:lnTo>
                  <a:lnTo>
                    <a:pt x="2060" y="5749"/>
                  </a:lnTo>
                  <a:lnTo>
                    <a:pt x="2016" y="5751"/>
                  </a:lnTo>
                  <a:lnTo>
                    <a:pt x="1978" y="5749"/>
                  </a:lnTo>
                  <a:lnTo>
                    <a:pt x="1946" y="5742"/>
                  </a:lnTo>
                  <a:lnTo>
                    <a:pt x="1918" y="5730"/>
                  </a:lnTo>
                  <a:lnTo>
                    <a:pt x="1897" y="5716"/>
                  </a:lnTo>
                  <a:lnTo>
                    <a:pt x="1878" y="5697"/>
                  </a:lnTo>
                  <a:lnTo>
                    <a:pt x="1864" y="5681"/>
                  </a:lnTo>
                  <a:lnTo>
                    <a:pt x="1853" y="5662"/>
                  </a:lnTo>
                  <a:lnTo>
                    <a:pt x="1843" y="5644"/>
                  </a:lnTo>
                  <a:lnTo>
                    <a:pt x="1839" y="5625"/>
                  </a:lnTo>
                  <a:lnTo>
                    <a:pt x="1834" y="5609"/>
                  </a:lnTo>
                  <a:lnTo>
                    <a:pt x="1832" y="5595"/>
                  </a:lnTo>
                  <a:lnTo>
                    <a:pt x="1832" y="5574"/>
                  </a:lnTo>
                  <a:lnTo>
                    <a:pt x="1843" y="5562"/>
                  </a:lnTo>
                  <a:lnTo>
                    <a:pt x="1860" y="5548"/>
                  </a:lnTo>
                  <a:lnTo>
                    <a:pt x="1876" y="5530"/>
                  </a:lnTo>
                  <a:lnTo>
                    <a:pt x="1897" y="5506"/>
                  </a:lnTo>
                  <a:lnTo>
                    <a:pt x="1918" y="5481"/>
                  </a:lnTo>
                  <a:lnTo>
                    <a:pt x="1939" y="5451"/>
                  </a:lnTo>
                  <a:lnTo>
                    <a:pt x="1960" y="5418"/>
                  </a:lnTo>
                  <a:lnTo>
                    <a:pt x="1992" y="5348"/>
                  </a:lnTo>
                  <a:lnTo>
                    <a:pt x="2002" y="5309"/>
                  </a:lnTo>
                  <a:lnTo>
                    <a:pt x="2004" y="5271"/>
                  </a:lnTo>
                  <a:lnTo>
                    <a:pt x="2002" y="5232"/>
                  </a:lnTo>
                  <a:lnTo>
                    <a:pt x="1990" y="5192"/>
                  </a:lnTo>
                  <a:lnTo>
                    <a:pt x="1969" y="5153"/>
                  </a:lnTo>
                  <a:lnTo>
                    <a:pt x="1937" y="5116"/>
                  </a:lnTo>
                  <a:lnTo>
                    <a:pt x="1892" y="5081"/>
                  </a:lnTo>
                  <a:lnTo>
                    <a:pt x="1836" y="5046"/>
                  </a:lnTo>
                  <a:lnTo>
                    <a:pt x="1776" y="5020"/>
                  </a:lnTo>
                  <a:lnTo>
                    <a:pt x="1718" y="5004"/>
                  </a:lnTo>
                  <a:lnTo>
                    <a:pt x="1667" y="4999"/>
                  </a:lnTo>
                  <a:lnTo>
                    <a:pt x="1620" y="5004"/>
                  </a:lnTo>
                  <a:lnTo>
                    <a:pt x="1578" y="5018"/>
                  </a:lnTo>
                  <a:lnTo>
                    <a:pt x="1541" y="5039"/>
                  </a:lnTo>
                  <a:lnTo>
                    <a:pt x="1508" y="5067"/>
                  </a:lnTo>
                  <a:lnTo>
                    <a:pt x="1480" y="5099"/>
                  </a:lnTo>
                  <a:lnTo>
                    <a:pt x="1457" y="5136"/>
                  </a:lnTo>
                  <a:lnTo>
                    <a:pt x="1436" y="5178"/>
                  </a:lnTo>
                  <a:lnTo>
                    <a:pt x="1420" y="5223"/>
                  </a:lnTo>
                  <a:lnTo>
                    <a:pt x="1408" y="5269"/>
                  </a:lnTo>
                  <a:lnTo>
                    <a:pt x="1401" y="5316"/>
                  </a:lnTo>
                  <a:lnTo>
                    <a:pt x="1397" y="5362"/>
                  </a:lnTo>
                  <a:lnTo>
                    <a:pt x="1397" y="5409"/>
                  </a:lnTo>
                  <a:lnTo>
                    <a:pt x="1399" y="5453"/>
                  </a:lnTo>
                  <a:lnTo>
                    <a:pt x="1406" y="5493"/>
                  </a:lnTo>
                  <a:lnTo>
                    <a:pt x="1415" y="5530"/>
                  </a:lnTo>
                  <a:lnTo>
                    <a:pt x="1436" y="5579"/>
                  </a:lnTo>
                  <a:lnTo>
                    <a:pt x="1469" y="5630"/>
                  </a:lnTo>
                  <a:lnTo>
                    <a:pt x="1511" y="5683"/>
                  </a:lnTo>
                  <a:lnTo>
                    <a:pt x="1564" y="5737"/>
                  </a:lnTo>
                  <a:lnTo>
                    <a:pt x="1625" y="5788"/>
                  </a:lnTo>
                  <a:lnTo>
                    <a:pt x="177" y="5788"/>
                  </a:lnTo>
                  <a:lnTo>
                    <a:pt x="131" y="5781"/>
                  </a:lnTo>
                  <a:lnTo>
                    <a:pt x="89" y="5765"/>
                  </a:lnTo>
                  <a:lnTo>
                    <a:pt x="51" y="5737"/>
                  </a:lnTo>
                  <a:lnTo>
                    <a:pt x="23" y="5700"/>
                  </a:lnTo>
                  <a:lnTo>
                    <a:pt x="7" y="5658"/>
                  </a:lnTo>
                  <a:lnTo>
                    <a:pt x="0" y="5611"/>
                  </a:lnTo>
                  <a:lnTo>
                    <a:pt x="0" y="177"/>
                  </a:lnTo>
                  <a:lnTo>
                    <a:pt x="7" y="130"/>
                  </a:lnTo>
                  <a:lnTo>
                    <a:pt x="23" y="89"/>
                  </a:lnTo>
                  <a:lnTo>
                    <a:pt x="51" y="51"/>
                  </a:lnTo>
                  <a:lnTo>
                    <a:pt x="89" y="23"/>
                  </a:lnTo>
                  <a:lnTo>
                    <a:pt x="131" y="7"/>
                  </a:lnTo>
                  <a:lnTo>
                    <a:pt x="177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323615" name="Freeform 31"/>
            <p:cNvSpPr>
              <a:spLocks/>
            </p:cNvSpPr>
            <p:nvPr userDrawn="1"/>
          </p:nvSpPr>
          <p:spPr bwMode="auto">
            <a:xfrm>
              <a:off x="2796" y="2105"/>
              <a:ext cx="784" cy="1392"/>
            </a:xfrm>
            <a:custGeom>
              <a:avLst/>
              <a:gdLst/>
              <a:ahLst/>
              <a:cxnLst>
                <a:cxn ang="0">
                  <a:pos x="3130" y="7"/>
                </a:cxn>
                <a:cxn ang="0">
                  <a:pos x="3237" y="89"/>
                </a:cxn>
                <a:cxn ang="0">
                  <a:pos x="3260" y="5611"/>
                </a:cxn>
                <a:cxn ang="0">
                  <a:pos x="3209" y="5737"/>
                </a:cxn>
                <a:cxn ang="0">
                  <a:pos x="3083" y="5788"/>
                </a:cxn>
                <a:cxn ang="0">
                  <a:pos x="137" y="5681"/>
                </a:cxn>
                <a:cxn ang="0">
                  <a:pos x="321" y="5465"/>
                </a:cxn>
                <a:cxn ang="0">
                  <a:pos x="470" y="5169"/>
                </a:cxn>
                <a:cxn ang="0">
                  <a:pos x="586" y="4780"/>
                </a:cxn>
                <a:cxn ang="0">
                  <a:pos x="661" y="4292"/>
                </a:cxn>
                <a:cxn ang="0">
                  <a:pos x="686" y="3954"/>
                </a:cxn>
                <a:cxn ang="0">
                  <a:pos x="707" y="3547"/>
                </a:cxn>
                <a:cxn ang="0">
                  <a:pos x="777" y="3261"/>
                </a:cxn>
                <a:cxn ang="0">
                  <a:pos x="840" y="3068"/>
                </a:cxn>
                <a:cxn ang="0">
                  <a:pos x="770" y="2979"/>
                </a:cxn>
                <a:cxn ang="0">
                  <a:pos x="677" y="2735"/>
                </a:cxn>
                <a:cxn ang="0">
                  <a:pos x="623" y="2460"/>
                </a:cxn>
                <a:cxn ang="0">
                  <a:pos x="598" y="1843"/>
                </a:cxn>
                <a:cxn ang="0">
                  <a:pos x="596" y="1445"/>
                </a:cxn>
                <a:cxn ang="0">
                  <a:pos x="609" y="1075"/>
                </a:cxn>
                <a:cxn ang="0">
                  <a:pos x="651" y="745"/>
                </a:cxn>
                <a:cxn ang="0">
                  <a:pos x="726" y="466"/>
                </a:cxn>
                <a:cxn ang="0">
                  <a:pos x="847" y="252"/>
                </a:cxn>
                <a:cxn ang="0">
                  <a:pos x="1021" y="114"/>
                </a:cxn>
                <a:cxn ang="0">
                  <a:pos x="1217" y="47"/>
                </a:cxn>
                <a:cxn ang="0">
                  <a:pos x="1350" y="40"/>
                </a:cxn>
                <a:cxn ang="0">
                  <a:pos x="1431" y="72"/>
                </a:cxn>
                <a:cxn ang="0">
                  <a:pos x="1475" y="126"/>
                </a:cxn>
                <a:cxn ang="0">
                  <a:pos x="1494" y="179"/>
                </a:cxn>
                <a:cxn ang="0">
                  <a:pos x="1485" y="226"/>
                </a:cxn>
                <a:cxn ang="0">
                  <a:pos x="1431" y="282"/>
                </a:cxn>
                <a:cxn ang="0">
                  <a:pos x="1368" y="370"/>
                </a:cxn>
                <a:cxn ang="0">
                  <a:pos x="1324" y="517"/>
                </a:cxn>
                <a:cxn ang="0">
                  <a:pos x="1359" y="636"/>
                </a:cxn>
                <a:cxn ang="0">
                  <a:pos x="1492" y="743"/>
                </a:cxn>
                <a:cxn ang="0">
                  <a:pos x="1659" y="789"/>
                </a:cxn>
                <a:cxn ang="0">
                  <a:pos x="1785" y="752"/>
                </a:cxn>
                <a:cxn ang="0">
                  <a:pos x="1871" y="654"/>
                </a:cxn>
                <a:cxn ang="0">
                  <a:pos x="1917" y="521"/>
                </a:cxn>
                <a:cxn ang="0">
                  <a:pos x="1931" y="382"/>
                </a:cxn>
                <a:cxn ang="0">
                  <a:pos x="1913" y="261"/>
                </a:cxn>
                <a:cxn ang="0">
                  <a:pos x="1817" y="105"/>
                </a:cxn>
              </a:cxnLst>
              <a:rect l="0" t="0" r="r" b="b"/>
              <a:pathLst>
                <a:path w="3260" h="5788">
                  <a:moveTo>
                    <a:pt x="1701" y="0"/>
                  </a:moveTo>
                  <a:lnTo>
                    <a:pt x="3083" y="0"/>
                  </a:lnTo>
                  <a:lnTo>
                    <a:pt x="3130" y="7"/>
                  </a:lnTo>
                  <a:lnTo>
                    <a:pt x="3172" y="23"/>
                  </a:lnTo>
                  <a:lnTo>
                    <a:pt x="3209" y="51"/>
                  </a:lnTo>
                  <a:lnTo>
                    <a:pt x="3237" y="89"/>
                  </a:lnTo>
                  <a:lnTo>
                    <a:pt x="3253" y="130"/>
                  </a:lnTo>
                  <a:lnTo>
                    <a:pt x="3260" y="177"/>
                  </a:lnTo>
                  <a:lnTo>
                    <a:pt x="3260" y="5611"/>
                  </a:lnTo>
                  <a:lnTo>
                    <a:pt x="3253" y="5658"/>
                  </a:lnTo>
                  <a:lnTo>
                    <a:pt x="3237" y="5700"/>
                  </a:lnTo>
                  <a:lnTo>
                    <a:pt x="3209" y="5737"/>
                  </a:lnTo>
                  <a:lnTo>
                    <a:pt x="3172" y="5765"/>
                  </a:lnTo>
                  <a:lnTo>
                    <a:pt x="3130" y="5781"/>
                  </a:lnTo>
                  <a:lnTo>
                    <a:pt x="3083" y="5788"/>
                  </a:lnTo>
                  <a:lnTo>
                    <a:pt x="0" y="5788"/>
                  </a:lnTo>
                  <a:lnTo>
                    <a:pt x="70" y="5737"/>
                  </a:lnTo>
                  <a:lnTo>
                    <a:pt x="137" y="5681"/>
                  </a:lnTo>
                  <a:lnTo>
                    <a:pt x="202" y="5616"/>
                  </a:lnTo>
                  <a:lnTo>
                    <a:pt x="263" y="5544"/>
                  </a:lnTo>
                  <a:lnTo>
                    <a:pt x="321" y="5465"/>
                  </a:lnTo>
                  <a:lnTo>
                    <a:pt x="374" y="5374"/>
                  </a:lnTo>
                  <a:lnTo>
                    <a:pt x="426" y="5276"/>
                  </a:lnTo>
                  <a:lnTo>
                    <a:pt x="470" y="5169"/>
                  </a:lnTo>
                  <a:lnTo>
                    <a:pt x="514" y="5050"/>
                  </a:lnTo>
                  <a:lnTo>
                    <a:pt x="551" y="4920"/>
                  </a:lnTo>
                  <a:lnTo>
                    <a:pt x="586" y="4780"/>
                  </a:lnTo>
                  <a:lnTo>
                    <a:pt x="614" y="4629"/>
                  </a:lnTo>
                  <a:lnTo>
                    <a:pt x="640" y="4466"/>
                  </a:lnTo>
                  <a:lnTo>
                    <a:pt x="661" y="4292"/>
                  </a:lnTo>
                  <a:lnTo>
                    <a:pt x="677" y="4103"/>
                  </a:lnTo>
                  <a:lnTo>
                    <a:pt x="677" y="4098"/>
                  </a:lnTo>
                  <a:lnTo>
                    <a:pt x="686" y="3954"/>
                  </a:lnTo>
                  <a:lnTo>
                    <a:pt x="691" y="3801"/>
                  </a:lnTo>
                  <a:lnTo>
                    <a:pt x="696" y="3640"/>
                  </a:lnTo>
                  <a:lnTo>
                    <a:pt x="707" y="3547"/>
                  </a:lnTo>
                  <a:lnTo>
                    <a:pt x="726" y="3452"/>
                  </a:lnTo>
                  <a:lnTo>
                    <a:pt x="749" y="3356"/>
                  </a:lnTo>
                  <a:lnTo>
                    <a:pt x="777" y="3261"/>
                  </a:lnTo>
                  <a:lnTo>
                    <a:pt x="814" y="3170"/>
                  </a:lnTo>
                  <a:lnTo>
                    <a:pt x="856" y="3084"/>
                  </a:lnTo>
                  <a:lnTo>
                    <a:pt x="840" y="3068"/>
                  </a:lnTo>
                  <a:lnTo>
                    <a:pt x="821" y="3044"/>
                  </a:lnTo>
                  <a:lnTo>
                    <a:pt x="798" y="3016"/>
                  </a:lnTo>
                  <a:lnTo>
                    <a:pt x="770" y="2979"/>
                  </a:lnTo>
                  <a:lnTo>
                    <a:pt x="733" y="2905"/>
                  </a:lnTo>
                  <a:lnTo>
                    <a:pt x="703" y="2823"/>
                  </a:lnTo>
                  <a:lnTo>
                    <a:pt x="677" y="2735"/>
                  </a:lnTo>
                  <a:lnTo>
                    <a:pt x="656" y="2644"/>
                  </a:lnTo>
                  <a:lnTo>
                    <a:pt x="637" y="2551"/>
                  </a:lnTo>
                  <a:lnTo>
                    <a:pt x="623" y="2460"/>
                  </a:lnTo>
                  <a:lnTo>
                    <a:pt x="614" y="2369"/>
                  </a:lnTo>
                  <a:lnTo>
                    <a:pt x="600" y="1981"/>
                  </a:lnTo>
                  <a:lnTo>
                    <a:pt x="598" y="1843"/>
                  </a:lnTo>
                  <a:lnTo>
                    <a:pt x="596" y="1708"/>
                  </a:lnTo>
                  <a:lnTo>
                    <a:pt x="593" y="1576"/>
                  </a:lnTo>
                  <a:lnTo>
                    <a:pt x="596" y="1445"/>
                  </a:lnTo>
                  <a:lnTo>
                    <a:pt x="598" y="1320"/>
                  </a:lnTo>
                  <a:lnTo>
                    <a:pt x="602" y="1196"/>
                  </a:lnTo>
                  <a:lnTo>
                    <a:pt x="609" y="1075"/>
                  </a:lnTo>
                  <a:lnTo>
                    <a:pt x="619" y="959"/>
                  </a:lnTo>
                  <a:lnTo>
                    <a:pt x="633" y="850"/>
                  </a:lnTo>
                  <a:lnTo>
                    <a:pt x="651" y="745"/>
                  </a:lnTo>
                  <a:lnTo>
                    <a:pt x="672" y="645"/>
                  </a:lnTo>
                  <a:lnTo>
                    <a:pt x="698" y="552"/>
                  </a:lnTo>
                  <a:lnTo>
                    <a:pt x="726" y="466"/>
                  </a:lnTo>
                  <a:lnTo>
                    <a:pt x="761" y="386"/>
                  </a:lnTo>
                  <a:lnTo>
                    <a:pt x="803" y="314"/>
                  </a:lnTo>
                  <a:lnTo>
                    <a:pt x="847" y="252"/>
                  </a:lnTo>
                  <a:lnTo>
                    <a:pt x="898" y="196"/>
                  </a:lnTo>
                  <a:lnTo>
                    <a:pt x="956" y="151"/>
                  </a:lnTo>
                  <a:lnTo>
                    <a:pt x="1021" y="114"/>
                  </a:lnTo>
                  <a:lnTo>
                    <a:pt x="1094" y="84"/>
                  </a:lnTo>
                  <a:lnTo>
                    <a:pt x="1159" y="61"/>
                  </a:lnTo>
                  <a:lnTo>
                    <a:pt x="1217" y="47"/>
                  </a:lnTo>
                  <a:lnTo>
                    <a:pt x="1268" y="40"/>
                  </a:lnTo>
                  <a:lnTo>
                    <a:pt x="1312" y="37"/>
                  </a:lnTo>
                  <a:lnTo>
                    <a:pt x="1350" y="40"/>
                  </a:lnTo>
                  <a:lnTo>
                    <a:pt x="1382" y="47"/>
                  </a:lnTo>
                  <a:lnTo>
                    <a:pt x="1410" y="58"/>
                  </a:lnTo>
                  <a:lnTo>
                    <a:pt x="1431" y="72"/>
                  </a:lnTo>
                  <a:lnTo>
                    <a:pt x="1450" y="91"/>
                  </a:lnTo>
                  <a:lnTo>
                    <a:pt x="1464" y="107"/>
                  </a:lnTo>
                  <a:lnTo>
                    <a:pt x="1475" y="126"/>
                  </a:lnTo>
                  <a:lnTo>
                    <a:pt x="1485" y="144"/>
                  </a:lnTo>
                  <a:lnTo>
                    <a:pt x="1489" y="163"/>
                  </a:lnTo>
                  <a:lnTo>
                    <a:pt x="1494" y="179"/>
                  </a:lnTo>
                  <a:lnTo>
                    <a:pt x="1496" y="193"/>
                  </a:lnTo>
                  <a:lnTo>
                    <a:pt x="1496" y="214"/>
                  </a:lnTo>
                  <a:lnTo>
                    <a:pt x="1485" y="226"/>
                  </a:lnTo>
                  <a:lnTo>
                    <a:pt x="1468" y="240"/>
                  </a:lnTo>
                  <a:lnTo>
                    <a:pt x="1452" y="258"/>
                  </a:lnTo>
                  <a:lnTo>
                    <a:pt x="1431" y="282"/>
                  </a:lnTo>
                  <a:lnTo>
                    <a:pt x="1410" y="307"/>
                  </a:lnTo>
                  <a:lnTo>
                    <a:pt x="1389" y="338"/>
                  </a:lnTo>
                  <a:lnTo>
                    <a:pt x="1368" y="370"/>
                  </a:lnTo>
                  <a:lnTo>
                    <a:pt x="1336" y="440"/>
                  </a:lnTo>
                  <a:lnTo>
                    <a:pt x="1326" y="480"/>
                  </a:lnTo>
                  <a:lnTo>
                    <a:pt x="1324" y="517"/>
                  </a:lnTo>
                  <a:lnTo>
                    <a:pt x="1326" y="556"/>
                  </a:lnTo>
                  <a:lnTo>
                    <a:pt x="1338" y="596"/>
                  </a:lnTo>
                  <a:lnTo>
                    <a:pt x="1359" y="636"/>
                  </a:lnTo>
                  <a:lnTo>
                    <a:pt x="1391" y="673"/>
                  </a:lnTo>
                  <a:lnTo>
                    <a:pt x="1436" y="708"/>
                  </a:lnTo>
                  <a:lnTo>
                    <a:pt x="1492" y="743"/>
                  </a:lnTo>
                  <a:lnTo>
                    <a:pt x="1552" y="770"/>
                  </a:lnTo>
                  <a:lnTo>
                    <a:pt x="1608" y="784"/>
                  </a:lnTo>
                  <a:lnTo>
                    <a:pt x="1659" y="789"/>
                  </a:lnTo>
                  <a:lnTo>
                    <a:pt x="1706" y="784"/>
                  </a:lnTo>
                  <a:lnTo>
                    <a:pt x="1748" y="773"/>
                  </a:lnTo>
                  <a:lnTo>
                    <a:pt x="1785" y="752"/>
                  </a:lnTo>
                  <a:lnTo>
                    <a:pt x="1817" y="724"/>
                  </a:lnTo>
                  <a:lnTo>
                    <a:pt x="1848" y="691"/>
                  </a:lnTo>
                  <a:lnTo>
                    <a:pt x="1871" y="654"/>
                  </a:lnTo>
                  <a:lnTo>
                    <a:pt x="1890" y="612"/>
                  </a:lnTo>
                  <a:lnTo>
                    <a:pt x="1906" y="568"/>
                  </a:lnTo>
                  <a:lnTo>
                    <a:pt x="1917" y="521"/>
                  </a:lnTo>
                  <a:lnTo>
                    <a:pt x="1927" y="475"/>
                  </a:lnTo>
                  <a:lnTo>
                    <a:pt x="1931" y="428"/>
                  </a:lnTo>
                  <a:lnTo>
                    <a:pt x="1931" y="382"/>
                  </a:lnTo>
                  <a:lnTo>
                    <a:pt x="1929" y="338"/>
                  </a:lnTo>
                  <a:lnTo>
                    <a:pt x="1922" y="298"/>
                  </a:lnTo>
                  <a:lnTo>
                    <a:pt x="1913" y="261"/>
                  </a:lnTo>
                  <a:lnTo>
                    <a:pt x="1892" y="212"/>
                  </a:lnTo>
                  <a:lnTo>
                    <a:pt x="1859" y="158"/>
                  </a:lnTo>
                  <a:lnTo>
                    <a:pt x="1817" y="105"/>
                  </a:lnTo>
                  <a:lnTo>
                    <a:pt x="1764" y="51"/>
                  </a:lnTo>
                  <a:lnTo>
                    <a:pt x="1701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323616" name="Freeform 32"/>
            <p:cNvSpPr>
              <a:spLocks/>
            </p:cNvSpPr>
            <p:nvPr userDrawn="1"/>
          </p:nvSpPr>
          <p:spPr bwMode="auto">
            <a:xfrm>
              <a:off x="2525" y="2105"/>
              <a:ext cx="735" cy="1392"/>
            </a:xfrm>
            <a:custGeom>
              <a:avLst/>
              <a:gdLst/>
              <a:ahLst/>
              <a:cxnLst>
                <a:cxn ang="0">
                  <a:pos x="2948" y="105"/>
                </a:cxn>
                <a:cxn ang="0">
                  <a:pos x="3053" y="298"/>
                </a:cxn>
                <a:cxn ang="0">
                  <a:pos x="3058" y="475"/>
                </a:cxn>
                <a:cxn ang="0">
                  <a:pos x="3002" y="654"/>
                </a:cxn>
                <a:cxn ang="0">
                  <a:pos x="2879" y="773"/>
                </a:cxn>
                <a:cxn ang="0">
                  <a:pos x="2683" y="770"/>
                </a:cxn>
                <a:cxn ang="0">
                  <a:pos x="2490" y="636"/>
                </a:cxn>
                <a:cxn ang="0">
                  <a:pos x="2457" y="480"/>
                </a:cxn>
                <a:cxn ang="0">
                  <a:pos x="2541" y="307"/>
                </a:cxn>
                <a:cxn ang="0">
                  <a:pos x="2616" y="226"/>
                </a:cxn>
                <a:cxn ang="0">
                  <a:pos x="2620" y="163"/>
                </a:cxn>
                <a:cxn ang="0">
                  <a:pos x="2581" y="91"/>
                </a:cxn>
                <a:cxn ang="0">
                  <a:pos x="2481" y="40"/>
                </a:cxn>
                <a:cxn ang="0">
                  <a:pos x="2290" y="61"/>
                </a:cxn>
                <a:cxn ang="0">
                  <a:pos x="2029" y="196"/>
                </a:cxn>
                <a:cxn ang="0">
                  <a:pos x="1857" y="466"/>
                </a:cxn>
                <a:cxn ang="0">
                  <a:pos x="1764" y="850"/>
                </a:cxn>
                <a:cxn ang="0">
                  <a:pos x="1729" y="1320"/>
                </a:cxn>
                <a:cxn ang="0">
                  <a:pos x="1729" y="1843"/>
                </a:cxn>
                <a:cxn ang="0">
                  <a:pos x="1768" y="2551"/>
                </a:cxn>
                <a:cxn ang="0">
                  <a:pos x="1864" y="2905"/>
                </a:cxn>
                <a:cxn ang="0">
                  <a:pos x="1971" y="3068"/>
                </a:cxn>
                <a:cxn ang="0">
                  <a:pos x="1880" y="3356"/>
                </a:cxn>
                <a:cxn ang="0">
                  <a:pos x="1822" y="3801"/>
                </a:cxn>
                <a:cxn ang="0">
                  <a:pos x="1792" y="4292"/>
                </a:cxn>
                <a:cxn ang="0">
                  <a:pos x="1682" y="4920"/>
                </a:cxn>
                <a:cxn ang="0">
                  <a:pos x="1505" y="5374"/>
                </a:cxn>
                <a:cxn ang="0">
                  <a:pos x="1268" y="5681"/>
                </a:cxn>
                <a:cxn ang="0">
                  <a:pos x="167" y="5737"/>
                </a:cxn>
                <a:cxn ang="0">
                  <a:pos x="18" y="5530"/>
                </a:cxn>
                <a:cxn ang="0">
                  <a:pos x="0" y="5362"/>
                </a:cxn>
                <a:cxn ang="0">
                  <a:pos x="39" y="5178"/>
                </a:cxn>
                <a:cxn ang="0">
                  <a:pos x="144" y="5039"/>
                </a:cxn>
                <a:cxn ang="0">
                  <a:pos x="321" y="5004"/>
                </a:cxn>
                <a:cxn ang="0">
                  <a:pos x="540" y="5116"/>
                </a:cxn>
                <a:cxn ang="0">
                  <a:pos x="607" y="5271"/>
                </a:cxn>
                <a:cxn ang="0">
                  <a:pos x="542" y="5451"/>
                </a:cxn>
                <a:cxn ang="0">
                  <a:pos x="463" y="5548"/>
                </a:cxn>
                <a:cxn ang="0">
                  <a:pos x="437" y="5609"/>
                </a:cxn>
                <a:cxn ang="0">
                  <a:pos x="467" y="5681"/>
                </a:cxn>
                <a:cxn ang="0">
                  <a:pos x="549" y="5742"/>
                </a:cxn>
                <a:cxn ang="0">
                  <a:pos x="714" y="5742"/>
                </a:cxn>
                <a:cxn ang="0">
                  <a:pos x="972" y="5639"/>
                </a:cxn>
                <a:cxn ang="0">
                  <a:pos x="1168" y="5404"/>
                </a:cxn>
                <a:cxn ang="0">
                  <a:pos x="1280" y="5046"/>
                </a:cxn>
                <a:cxn ang="0">
                  <a:pos x="1326" y="4594"/>
                </a:cxn>
                <a:cxn ang="0">
                  <a:pos x="1333" y="4080"/>
                </a:cxn>
                <a:cxn ang="0">
                  <a:pos x="1315" y="3421"/>
                </a:cxn>
                <a:cxn ang="0">
                  <a:pos x="1238" y="3065"/>
                </a:cxn>
                <a:cxn ang="0">
                  <a:pos x="1110" y="2839"/>
                </a:cxn>
                <a:cxn ang="0">
                  <a:pos x="1135" y="2653"/>
                </a:cxn>
                <a:cxn ang="0">
                  <a:pos x="1214" y="2304"/>
                </a:cxn>
                <a:cxn ang="0">
                  <a:pos x="1245" y="1836"/>
                </a:cxn>
                <a:cxn ang="0">
                  <a:pos x="1291" y="1322"/>
                </a:cxn>
                <a:cxn ang="0">
                  <a:pos x="1417" y="740"/>
                </a:cxn>
                <a:cxn ang="0">
                  <a:pos x="1610" y="326"/>
                </a:cxn>
                <a:cxn ang="0">
                  <a:pos x="1859" y="51"/>
                </a:cxn>
              </a:cxnLst>
              <a:rect l="0" t="0" r="r" b="b"/>
              <a:pathLst>
                <a:path w="3062" h="5788">
                  <a:moveTo>
                    <a:pt x="1929" y="0"/>
                  </a:moveTo>
                  <a:lnTo>
                    <a:pt x="2832" y="0"/>
                  </a:lnTo>
                  <a:lnTo>
                    <a:pt x="2895" y="51"/>
                  </a:lnTo>
                  <a:lnTo>
                    <a:pt x="2948" y="105"/>
                  </a:lnTo>
                  <a:lnTo>
                    <a:pt x="2990" y="158"/>
                  </a:lnTo>
                  <a:lnTo>
                    <a:pt x="3023" y="212"/>
                  </a:lnTo>
                  <a:lnTo>
                    <a:pt x="3044" y="261"/>
                  </a:lnTo>
                  <a:lnTo>
                    <a:pt x="3053" y="298"/>
                  </a:lnTo>
                  <a:lnTo>
                    <a:pt x="3060" y="338"/>
                  </a:lnTo>
                  <a:lnTo>
                    <a:pt x="3062" y="382"/>
                  </a:lnTo>
                  <a:lnTo>
                    <a:pt x="3062" y="428"/>
                  </a:lnTo>
                  <a:lnTo>
                    <a:pt x="3058" y="475"/>
                  </a:lnTo>
                  <a:lnTo>
                    <a:pt x="3048" y="521"/>
                  </a:lnTo>
                  <a:lnTo>
                    <a:pt x="3037" y="568"/>
                  </a:lnTo>
                  <a:lnTo>
                    <a:pt x="3021" y="612"/>
                  </a:lnTo>
                  <a:lnTo>
                    <a:pt x="3002" y="654"/>
                  </a:lnTo>
                  <a:lnTo>
                    <a:pt x="2979" y="691"/>
                  </a:lnTo>
                  <a:lnTo>
                    <a:pt x="2948" y="724"/>
                  </a:lnTo>
                  <a:lnTo>
                    <a:pt x="2916" y="752"/>
                  </a:lnTo>
                  <a:lnTo>
                    <a:pt x="2879" y="773"/>
                  </a:lnTo>
                  <a:lnTo>
                    <a:pt x="2837" y="784"/>
                  </a:lnTo>
                  <a:lnTo>
                    <a:pt x="2790" y="789"/>
                  </a:lnTo>
                  <a:lnTo>
                    <a:pt x="2739" y="784"/>
                  </a:lnTo>
                  <a:lnTo>
                    <a:pt x="2683" y="770"/>
                  </a:lnTo>
                  <a:lnTo>
                    <a:pt x="2623" y="743"/>
                  </a:lnTo>
                  <a:lnTo>
                    <a:pt x="2567" y="708"/>
                  </a:lnTo>
                  <a:lnTo>
                    <a:pt x="2522" y="673"/>
                  </a:lnTo>
                  <a:lnTo>
                    <a:pt x="2490" y="636"/>
                  </a:lnTo>
                  <a:lnTo>
                    <a:pt x="2469" y="596"/>
                  </a:lnTo>
                  <a:lnTo>
                    <a:pt x="2457" y="556"/>
                  </a:lnTo>
                  <a:lnTo>
                    <a:pt x="2455" y="517"/>
                  </a:lnTo>
                  <a:lnTo>
                    <a:pt x="2457" y="480"/>
                  </a:lnTo>
                  <a:lnTo>
                    <a:pt x="2467" y="440"/>
                  </a:lnTo>
                  <a:lnTo>
                    <a:pt x="2499" y="370"/>
                  </a:lnTo>
                  <a:lnTo>
                    <a:pt x="2520" y="338"/>
                  </a:lnTo>
                  <a:lnTo>
                    <a:pt x="2541" y="307"/>
                  </a:lnTo>
                  <a:lnTo>
                    <a:pt x="2562" y="282"/>
                  </a:lnTo>
                  <a:lnTo>
                    <a:pt x="2583" y="258"/>
                  </a:lnTo>
                  <a:lnTo>
                    <a:pt x="2599" y="240"/>
                  </a:lnTo>
                  <a:lnTo>
                    <a:pt x="2616" y="226"/>
                  </a:lnTo>
                  <a:lnTo>
                    <a:pt x="2627" y="214"/>
                  </a:lnTo>
                  <a:lnTo>
                    <a:pt x="2627" y="193"/>
                  </a:lnTo>
                  <a:lnTo>
                    <a:pt x="2625" y="179"/>
                  </a:lnTo>
                  <a:lnTo>
                    <a:pt x="2620" y="163"/>
                  </a:lnTo>
                  <a:lnTo>
                    <a:pt x="2616" y="144"/>
                  </a:lnTo>
                  <a:lnTo>
                    <a:pt x="2606" y="126"/>
                  </a:lnTo>
                  <a:lnTo>
                    <a:pt x="2595" y="107"/>
                  </a:lnTo>
                  <a:lnTo>
                    <a:pt x="2581" y="91"/>
                  </a:lnTo>
                  <a:lnTo>
                    <a:pt x="2562" y="72"/>
                  </a:lnTo>
                  <a:lnTo>
                    <a:pt x="2541" y="58"/>
                  </a:lnTo>
                  <a:lnTo>
                    <a:pt x="2513" y="47"/>
                  </a:lnTo>
                  <a:lnTo>
                    <a:pt x="2481" y="40"/>
                  </a:lnTo>
                  <a:lnTo>
                    <a:pt x="2443" y="37"/>
                  </a:lnTo>
                  <a:lnTo>
                    <a:pt x="2399" y="40"/>
                  </a:lnTo>
                  <a:lnTo>
                    <a:pt x="2348" y="47"/>
                  </a:lnTo>
                  <a:lnTo>
                    <a:pt x="2290" y="61"/>
                  </a:lnTo>
                  <a:lnTo>
                    <a:pt x="2225" y="84"/>
                  </a:lnTo>
                  <a:lnTo>
                    <a:pt x="2152" y="114"/>
                  </a:lnTo>
                  <a:lnTo>
                    <a:pt x="2087" y="151"/>
                  </a:lnTo>
                  <a:lnTo>
                    <a:pt x="2029" y="196"/>
                  </a:lnTo>
                  <a:lnTo>
                    <a:pt x="1978" y="252"/>
                  </a:lnTo>
                  <a:lnTo>
                    <a:pt x="1934" y="314"/>
                  </a:lnTo>
                  <a:lnTo>
                    <a:pt x="1892" y="386"/>
                  </a:lnTo>
                  <a:lnTo>
                    <a:pt x="1857" y="466"/>
                  </a:lnTo>
                  <a:lnTo>
                    <a:pt x="1829" y="552"/>
                  </a:lnTo>
                  <a:lnTo>
                    <a:pt x="1803" y="645"/>
                  </a:lnTo>
                  <a:lnTo>
                    <a:pt x="1782" y="745"/>
                  </a:lnTo>
                  <a:lnTo>
                    <a:pt x="1764" y="850"/>
                  </a:lnTo>
                  <a:lnTo>
                    <a:pt x="1750" y="959"/>
                  </a:lnTo>
                  <a:lnTo>
                    <a:pt x="1740" y="1075"/>
                  </a:lnTo>
                  <a:lnTo>
                    <a:pt x="1733" y="1196"/>
                  </a:lnTo>
                  <a:lnTo>
                    <a:pt x="1729" y="1320"/>
                  </a:lnTo>
                  <a:lnTo>
                    <a:pt x="1727" y="1445"/>
                  </a:lnTo>
                  <a:lnTo>
                    <a:pt x="1724" y="1576"/>
                  </a:lnTo>
                  <a:lnTo>
                    <a:pt x="1727" y="1708"/>
                  </a:lnTo>
                  <a:lnTo>
                    <a:pt x="1729" y="1843"/>
                  </a:lnTo>
                  <a:lnTo>
                    <a:pt x="1731" y="1981"/>
                  </a:lnTo>
                  <a:lnTo>
                    <a:pt x="1745" y="2369"/>
                  </a:lnTo>
                  <a:lnTo>
                    <a:pt x="1754" y="2460"/>
                  </a:lnTo>
                  <a:lnTo>
                    <a:pt x="1768" y="2551"/>
                  </a:lnTo>
                  <a:lnTo>
                    <a:pt x="1787" y="2644"/>
                  </a:lnTo>
                  <a:lnTo>
                    <a:pt x="1808" y="2735"/>
                  </a:lnTo>
                  <a:lnTo>
                    <a:pt x="1834" y="2823"/>
                  </a:lnTo>
                  <a:lnTo>
                    <a:pt x="1864" y="2905"/>
                  </a:lnTo>
                  <a:lnTo>
                    <a:pt x="1901" y="2979"/>
                  </a:lnTo>
                  <a:lnTo>
                    <a:pt x="1929" y="3016"/>
                  </a:lnTo>
                  <a:lnTo>
                    <a:pt x="1952" y="3044"/>
                  </a:lnTo>
                  <a:lnTo>
                    <a:pt x="1971" y="3068"/>
                  </a:lnTo>
                  <a:lnTo>
                    <a:pt x="1987" y="3084"/>
                  </a:lnTo>
                  <a:lnTo>
                    <a:pt x="1945" y="3170"/>
                  </a:lnTo>
                  <a:lnTo>
                    <a:pt x="1908" y="3261"/>
                  </a:lnTo>
                  <a:lnTo>
                    <a:pt x="1880" y="3356"/>
                  </a:lnTo>
                  <a:lnTo>
                    <a:pt x="1857" y="3452"/>
                  </a:lnTo>
                  <a:lnTo>
                    <a:pt x="1838" y="3547"/>
                  </a:lnTo>
                  <a:lnTo>
                    <a:pt x="1827" y="3640"/>
                  </a:lnTo>
                  <a:lnTo>
                    <a:pt x="1822" y="3801"/>
                  </a:lnTo>
                  <a:lnTo>
                    <a:pt x="1817" y="3954"/>
                  </a:lnTo>
                  <a:lnTo>
                    <a:pt x="1808" y="4098"/>
                  </a:lnTo>
                  <a:lnTo>
                    <a:pt x="1808" y="4103"/>
                  </a:lnTo>
                  <a:lnTo>
                    <a:pt x="1792" y="4292"/>
                  </a:lnTo>
                  <a:lnTo>
                    <a:pt x="1771" y="4466"/>
                  </a:lnTo>
                  <a:lnTo>
                    <a:pt x="1745" y="4629"/>
                  </a:lnTo>
                  <a:lnTo>
                    <a:pt x="1717" y="4780"/>
                  </a:lnTo>
                  <a:lnTo>
                    <a:pt x="1682" y="4920"/>
                  </a:lnTo>
                  <a:lnTo>
                    <a:pt x="1645" y="5050"/>
                  </a:lnTo>
                  <a:lnTo>
                    <a:pt x="1601" y="5169"/>
                  </a:lnTo>
                  <a:lnTo>
                    <a:pt x="1557" y="5276"/>
                  </a:lnTo>
                  <a:lnTo>
                    <a:pt x="1505" y="5374"/>
                  </a:lnTo>
                  <a:lnTo>
                    <a:pt x="1452" y="5465"/>
                  </a:lnTo>
                  <a:lnTo>
                    <a:pt x="1394" y="5544"/>
                  </a:lnTo>
                  <a:lnTo>
                    <a:pt x="1333" y="5616"/>
                  </a:lnTo>
                  <a:lnTo>
                    <a:pt x="1268" y="5681"/>
                  </a:lnTo>
                  <a:lnTo>
                    <a:pt x="1201" y="5737"/>
                  </a:lnTo>
                  <a:lnTo>
                    <a:pt x="1131" y="5788"/>
                  </a:lnTo>
                  <a:lnTo>
                    <a:pt x="228" y="5788"/>
                  </a:lnTo>
                  <a:lnTo>
                    <a:pt x="167" y="5737"/>
                  </a:lnTo>
                  <a:lnTo>
                    <a:pt x="114" y="5683"/>
                  </a:lnTo>
                  <a:lnTo>
                    <a:pt x="72" y="5630"/>
                  </a:lnTo>
                  <a:lnTo>
                    <a:pt x="39" y="5579"/>
                  </a:lnTo>
                  <a:lnTo>
                    <a:pt x="18" y="5530"/>
                  </a:lnTo>
                  <a:lnTo>
                    <a:pt x="9" y="5493"/>
                  </a:lnTo>
                  <a:lnTo>
                    <a:pt x="2" y="5453"/>
                  </a:lnTo>
                  <a:lnTo>
                    <a:pt x="0" y="5409"/>
                  </a:lnTo>
                  <a:lnTo>
                    <a:pt x="0" y="5362"/>
                  </a:lnTo>
                  <a:lnTo>
                    <a:pt x="4" y="5316"/>
                  </a:lnTo>
                  <a:lnTo>
                    <a:pt x="11" y="5269"/>
                  </a:lnTo>
                  <a:lnTo>
                    <a:pt x="23" y="5223"/>
                  </a:lnTo>
                  <a:lnTo>
                    <a:pt x="39" y="5178"/>
                  </a:lnTo>
                  <a:lnTo>
                    <a:pt x="60" y="5136"/>
                  </a:lnTo>
                  <a:lnTo>
                    <a:pt x="83" y="5099"/>
                  </a:lnTo>
                  <a:lnTo>
                    <a:pt x="111" y="5067"/>
                  </a:lnTo>
                  <a:lnTo>
                    <a:pt x="144" y="5039"/>
                  </a:lnTo>
                  <a:lnTo>
                    <a:pt x="181" y="5018"/>
                  </a:lnTo>
                  <a:lnTo>
                    <a:pt x="223" y="5004"/>
                  </a:lnTo>
                  <a:lnTo>
                    <a:pt x="270" y="4999"/>
                  </a:lnTo>
                  <a:lnTo>
                    <a:pt x="321" y="5004"/>
                  </a:lnTo>
                  <a:lnTo>
                    <a:pt x="379" y="5020"/>
                  </a:lnTo>
                  <a:lnTo>
                    <a:pt x="439" y="5046"/>
                  </a:lnTo>
                  <a:lnTo>
                    <a:pt x="495" y="5081"/>
                  </a:lnTo>
                  <a:lnTo>
                    <a:pt x="540" y="5116"/>
                  </a:lnTo>
                  <a:lnTo>
                    <a:pt x="572" y="5153"/>
                  </a:lnTo>
                  <a:lnTo>
                    <a:pt x="593" y="5192"/>
                  </a:lnTo>
                  <a:lnTo>
                    <a:pt x="605" y="5232"/>
                  </a:lnTo>
                  <a:lnTo>
                    <a:pt x="607" y="5271"/>
                  </a:lnTo>
                  <a:lnTo>
                    <a:pt x="605" y="5309"/>
                  </a:lnTo>
                  <a:lnTo>
                    <a:pt x="595" y="5348"/>
                  </a:lnTo>
                  <a:lnTo>
                    <a:pt x="563" y="5418"/>
                  </a:lnTo>
                  <a:lnTo>
                    <a:pt x="542" y="5451"/>
                  </a:lnTo>
                  <a:lnTo>
                    <a:pt x="521" y="5481"/>
                  </a:lnTo>
                  <a:lnTo>
                    <a:pt x="500" y="5506"/>
                  </a:lnTo>
                  <a:lnTo>
                    <a:pt x="479" y="5530"/>
                  </a:lnTo>
                  <a:lnTo>
                    <a:pt x="463" y="5548"/>
                  </a:lnTo>
                  <a:lnTo>
                    <a:pt x="446" y="5562"/>
                  </a:lnTo>
                  <a:lnTo>
                    <a:pt x="435" y="5574"/>
                  </a:lnTo>
                  <a:lnTo>
                    <a:pt x="435" y="5595"/>
                  </a:lnTo>
                  <a:lnTo>
                    <a:pt x="437" y="5609"/>
                  </a:lnTo>
                  <a:lnTo>
                    <a:pt x="442" y="5625"/>
                  </a:lnTo>
                  <a:lnTo>
                    <a:pt x="446" y="5644"/>
                  </a:lnTo>
                  <a:lnTo>
                    <a:pt x="456" y="5662"/>
                  </a:lnTo>
                  <a:lnTo>
                    <a:pt x="467" y="5681"/>
                  </a:lnTo>
                  <a:lnTo>
                    <a:pt x="481" y="5697"/>
                  </a:lnTo>
                  <a:lnTo>
                    <a:pt x="500" y="5716"/>
                  </a:lnTo>
                  <a:lnTo>
                    <a:pt x="521" y="5730"/>
                  </a:lnTo>
                  <a:lnTo>
                    <a:pt x="549" y="5742"/>
                  </a:lnTo>
                  <a:lnTo>
                    <a:pt x="581" y="5749"/>
                  </a:lnTo>
                  <a:lnTo>
                    <a:pt x="619" y="5751"/>
                  </a:lnTo>
                  <a:lnTo>
                    <a:pt x="663" y="5749"/>
                  </a:lnTo>
                  <a:lnTo>
                    <a:pt x="714" y="5742"/>
                  </a:lnTo>
                  <a:lnTo>
                    <a:pt x="770" y="5728"/>
                  </a:lnTo>
                  <a:lnTo>
                    <a:pt x="835" y="5704"/>
                  </a:lnTo>
                  <a:lnTo>
                    <a:pt x="907" y="5674"/>
                  </a:lnTo>
                  <a:lnTo>
                    <a:pt x="972" y="5639"/>
                  </a:lnTo>
                  <a:lnTo>
                    <a:pt x="1031" y="5593"/>
                  </a:lnTo>
                  <a:lnTo>
                    <a:pt x="1082" y="5539"/>
                  </a:lnTo>
                  <a:lnTo>
                    <a:pt x="1128" y="5474"/>
                  </a:lnTo>
                  <a:lnTo>
                    <a:pt x="1168" y="5404"/>
                  </a:lnTo>
                  <a:lnTo>
                    <a:pt x="1203" y="5325"/>
                  </a:lnTo>
                  <a:lnTo>
                    <a:pt x="1233" y="5239"/>
                  </a:lnTo>
                  <a:lnTo>
                    <a:pt x="1259" y="5143"/>
                  </a:lnTo>
                  <a:lnTo>
                    <a:pt x="1280" y="5046"/>
                  </a:lnTo>
                  <a:lnTo>
                    <a:pt x="1296" y="4939"/>
                  </a:lnTo>
                  <a:lnTo>
                    <a:pt x="1310" y="4829"/>
                  </a:lnTo>
                  <a:lnTo>
                    <a:pt x="1319" y="4713"/>
                  </a:lnTo>
                  <a:lnTo>
                    <a:pt x="1326" y="4594"/>
                  </a:lnTo>
                  <a:lnTo>
                    <a:pt x="1331" y="4469"/>
                  </a:lnTo>
                  <a:lnTo>
                    <a:pt x="1333" y="4343"/>
                  </a:lnTo>
                  <a:lnTo>
                    <a:pt x="1336" y="4213"/>
                  </a:lnTo>
                  <a:lnTo>
                    <a:pt x="1333" y="4080"/>
                  </a:lnTo>
                  <a:lnTo>
                    <a:pt x="1331" y="3945"/>
                  </a:lnTo>
                  <a:lnTo>
                    <a:pt x="1329" y="3808"/>
                  </a:lnTo>
                  <a:lnTo>
                    <a:pt x="1329" y="3810"/>
                  </a:lnTo>
                  <a:lnTo>
                    <a:pt x="1315" y="3421"/>
                  </a:lnTo>
                  <a:lnTo>
                    <a:pt x="1303" y="3324"/>
                  </a:lnTo>
                  <a:lnTo>
                    <a:pt x="1287" y="3233"/>
                  </a:lnTo>
                  <a:lnTo>
                    <a:pt x="1266" y="3147"/>
                  </a:lnTo>
                  <a:lnTo>
                    <a:pt x="1238" y="3065"/>
                  </a:lnTo>
                  <a:lnTo>
                    <a:pt x="1203" y="2986"/>
                  </a:lnTo>
                  <a:lnTo>
                    <a:pt x="1161" y="2905"/>
                  </a:lnTo>
                  <a:lnTo>
                    <a:pt x="1133" y="2867"/>
                  </a:lnTo>
                  <a:lnTo>
                    <a:pt x="1110" y="2839"/>
                  </a:lnTo>
                  <a:lnTo>
                    <a:pt x="1091" y="2818"/>
                  </a:lnTo>
                  <a:lnTo>
                    <a:pt x="1075" y="2802"/>
                  </a:lnTo>
                  <a:lnTo>
                    <a:pt x="1107" y="2732"/>
                  </a:lnTo>
                  <a:lnTo>
                    <a:pt x="1135" y="2653"/>
                  </a:lnTo>
                  <a:lnTo>
                    <a:pt x="1161" y="2569"/>
                  </a:lnTo>
                  <a:lnTo>
                    <a:pt x="1182" y="2481"/>
                  </a:lnTo>
                  <a:lnTo>
                    <a:pt x="1198" y="2390"/>
                  </a:lnTo>
                  <a:lnTo>
                    <a:pt x="1214" y="2304"/>
                  </a:lnTo>
                  <a:lnTo>
                    <a:pt x="1226" y="2223"/>
                  </a:lnTo>
                  <a:lnTo>
                    <a:pt x="1235" y="2148"/>
                  </a:lnTo>
                  <a:lnTo>
                    <a:pt x="1238" y="1990"/>
                  </a:lnTo>
                  <a:lnTo>
                    <a:pt x="1245" y="1836"/>
                  </a:lnTo>
                  <a:lnTo>
                    <a:pt x="1254" y="1692"/>
                  </a:lnTo>
                  <a:lnTo>
                    <a:pt x="1254" y="1685"/>
                  </a:lnTo>
                  <a:lnTo>
                    <a:pt x="1270" y="1497"/>
                  </a:lnTo>
                  <a:lnTo>
                    <a:pt x="1291" y="1322"/>
                  </a:lnTo>
                  <a:lnTo>
                    <a:pt x="1317" y="1159"/>
                  </a:lnTo>
                  <a:lnTo>
                    <a:pt x="1345" y="1008"/>
                  </a:lnTo>
                  <a:lnTo>
                    <a:pt x="1380" y="868"/>
                  </a:lnTo>
                  <a:lnTo>
                    <a:pt x="1417" y="740"/>
                  </a:lnTo>
                  <a:lnTo>
                    <a:pt x="1459" y="622"/>
                  </a:lnTo>
                  <a:lnTo>
                    <a:pt x="1505" y="512"/>
                  </a:lnTo>
                  <a:lnTo>
                    <a:pt x="1557" y="414"/>
                  </a:lnTo>
                  <a:lnTo>
                    <a:pt x="1610" y="326"/>
                  </a:lnTo>
                  <a:lnTo>
                    <a:pt x="1666" y="245"/>
                  </a:lnTo>
                  <a:lnTo>
                    <a:pt x="1727" y="172"/>
                  </a:lnTo>
                  <a:lnTo>
                    <a:pt x="1792" y="107"/>
                  </a:lnTo>
                  <a:lnTo>
                    <a:pt x="1859" y="51"/>
                  </a:lnTo>
                  <a:lnTo>
                    <a:pt x="1929" y="0"/>
                  </a:lnTo>
                  <a:close/>
                </a:path>
              </a:pathLst>
            </a:custGeom>
            <a:solidFill>
              <a:srgbClr val="FFFFFF"/>
            </a:solidFill>
            <a:ln w="0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</p:grpSp>
      <p:sp>
        <p:nvSpPr>
          <p:cNvPr id="34" name="Rectangle 14"/>
          <p:cNvSpPr>
            <a:spLocks noChangeArrowheads="1"/>
          </p:cNvSpPr>
          <p:nvPr userDrawn="1"/>
        </p:nvSpPr>
        <p:spPr bwMode="auto">
          <a:xfrm>
            <a:off x="228600" y="228600"/>
            <a:ext cx="9601200" cy="7315200"/>
          </a:xfrm>
          <a:prstGeom prst="rect">
            <a:avLst/>
          </a:prstGeom>
          <a:noFill/>
          <a:ln w="25400">
            <a:solidFill>
              <a:schemeClr val="hlink"/>
            </a:solidFill>
            <a:miter lim="800000"/>
            <a:headEnd/>
            <a:tailEnd/>
          </a:ln>
        </p:spPr>
        <p:txBody>
          <a:bodyPr wrap="none" lIns="101847" tIns="50923" rIns="101847" bIns="50923" anchor="ctr"/>
          <a:lstStyle/>
          <a:p>
            <a:pPr>
              <a:defRPr/>
            </a:pPr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37" r:id="rId1"/>
    <p:sldLayoutId id="2147483743" r:id="rId2"/>
  </p:sldLayoutIdLst>
  <p:timing>
    <p:tnLst>
      <p:par>
        <p:cTn id="1" dur="indefinite" restart="never" nodeType="tmRoot"/>
      </p:par>
    </p:tnLst>
  </p:timing>
  <p:txStyles>
    <p:titleStyle>
      <a:lvl1pPr algn="ctr" rtl="0" fontAlgn="base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+mj-lt"/>
          <a:ea typeface="+mj-ea"/>
          <a:cs typeface="+mj-cs"/>
        </a:defRPr>
      </a:lvl1pPr>
      <a:lvl2pPr algn="ctr" rtl="0" fontAlgn="base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Cambria" pitchFamily="18" charset="0"/>
        </a:defRPr>
      </a:lvl2pPr>
      <a:lvl3pPr algn="ctr" rtl="0" fontAlgn="base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Cambria" pitchFamily="18" charset="0"/>
        </a:defRPr>
      </a:lvl3pPr>
      <a:lvl4pPr algn="ctr" rtl="0" fontAlgn="base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Cambria" pitchFamily="18" charset="0"/>
        </a:defRPr>
      </a:lvl4pPr>
      <a:lvl5pPr algn="ctr" rtl="0" fontAlgn="base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Cambria" pitchFamily="18" charset="0"/>
        </a:defRPr>
      </a:lvl5pPr>
      <a:lvl6pPr marL="509292" algn="ctr" rtl="0" fontAlgn="base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Cambria" pitchFamily="18" charset="0"/>
        </a:defRPr>
      </a:lvl6pPr>
      <a:lvl7pPr marL="1018586" algn="ctr" rtl="0" fontAlgn="base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Cambria" pitchFamily="18" charset="0"/>
        </a:defRPr>
      </a:lvl7pPr>
      <a:lvl8pPr marL="1527879" algn="ctr" rtl="0" fontAlgn="base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Cambria" pitchFamily="18" charset="0"/>
        </a:defRPr>
      </a:lvl8pPr>
      <a:lvl9pPr marL="2037173" algn="ctr" rtl="0" fontAlgn="base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Cambria" pitchFamily="18" charset="0"/>
        </a:defRPr>
      </a:lvl9pPr>
    </p:titleStyle>
    <p:bodyStyle>
      <a:lvl1pPr marL="380202" indent="-380202" algn="l" rtl="0" fontAlgn="base">
        <a:spcBef>
          <a:spcPct val="20000"/>
        </a:spcBef>
        <a:spcAft>
          <a:spcPct val="0"/>
        </a:spcAft>
        <a:buChar char="•"/>
        <a:defRPr sz="3600">
          <a:solidFill>
            <a:schemeClr val="tx1"/>
          </a:solidFill>
          <a:latin typeface="+mn-lt"/>
          <a:ea typeface="+mn-ea"/>
          <a:cs typeface="+mn-cs"/>
        </a:defRPr>
      </a:lvl1pPr>
      <a:lvl2pPr marL="825834" indent="-316540" algn="l" rtl="0" fontAlgn="base">
        <a:spcBef>
          <a:spcPct val="20000"/>
        </a:spcBef>
        <a:spcAft>
          <a:spcPct val="0"/>
        </a:spcAft>
        <a:buChar char="–"/>
        <a:defRPr sz="3100">
          <a:solidFill>
            <a:schemeClr val="tx1"/>
          </a:solidFill>
          <a:latin typeface="+mn-lt"/>
        </a:defRPr>
      </a:lvl2pPr>
      <a:lvl3pPr marL="1271465" indent="-252880" algn="l" rtl="0" fontAlgn="base">
        <a:spcBef>
          <a:spcPct val="20000"/>
        </a:spcBef>
        <a:spcAft>
          <a:spcPct val="0"/>
        </a:spcAft>
        <a:buChar char="•"/>
        <a:defRPr sz="2700">
          <a:solidFill>
            <a:schemeClr val="tx1"/>
          </a:solidFill>
          <a:latin typeface="+mn-lt"/>
        </a:defRPr>
      </a:lvl3pPr>
      <a:lvl4pPr marL="1780758" indent="-252880" algn="l" rtl="0" fontAlgn="base">
        <a:spcBef>
          <a:spcPct val="20000"/>
        </a:spcBef>
        <a:spcAft>
          <a:spcPct val="0"/>
        </a:spcAft>
        <a:buChar char="–"/>
        <a:defRPr sz="2200">
          <a:solidFill>
            <a:schemeClr val="tx1"/>
          </a:solidFill>
          <a:latin typeface="+mn-lt"/>
        </a:defRPr>
      </a:lvl4pPr>
      <a:lvl5pPr marL="2290051" indent="-252880" algn="l" rtl="0" fontAlgn="base">
        <a:spcBef>
          <a:spcPct val="20000"/>
        </a:spcBef>
        <a:spcAft>
          <a:spcPct val="0"/>
        </a:spcAft>
        <a:buChar char="»"/>
        <a:defRPr sz="2200">
          <a:solidFill>
            <a:schemeClr val="tx1"/>
          </a:solidFill>
          <a:latin typeface="+mn-lt"/>
        </a:defRPr>
      </a:lvl5pPr>
      <a:lvl6pPr marL="2799345" indent="-252880" algn="l" rtl="0" fontAlgn="base">
        <a:spcBef>
          <a:spcPct val="20000"/>
        </a:spcBef>
        <a:spcAft>
          <a:spcPct val="0"/>
        </a:spcAft>
        <a:buChar char="»"/>
        <a:defRPr sz="2200">
          <a:solidFill>
            <a:schemeClr val="tx1"/>
          </a:solidFill>
          <a:latin typeface="+mn-lt"/>
        </a:defRPr>
      </a:lvl6pPr>
      <a:lvl7pPr marL="3308637" indent="-252880" algn="l" rtl="0" fontAlgn="base">
        <a:spcBef>
          <a:spcPct val="20000"/>
        </a:spcBef>
        <a:spcAft>
          <a:spcPct val="0"/>
        </a:spcAft>
        <a:buChar char="»"/>
        <a:defRPr sz="2200">
          <a:solidFill>
            <a:schemeClr val="tx1"/>
          </a:solidFill>
          <a:latin typeface="+mn-lt"/>
        </a:defRPr>
      </a:lvl7pPr>
      <a:lvl8pPr marL="3817931" indent="-252880" algn="l" rtl="0" fontAlgn="base">
        <a:spcBef>
          <a:spcPct val="20000"/>
        </a:spcBef>
        <a:spcAft>
          <a:spcPct val="0"/>
        </a:spcAft>
        <a:buChar char="»"/>
        <a:defRPr sz="2200">
          <a:solidFill>
            <a:schemeClr val="tx1"/>
          </a:solidFill>
          <a:latin typeface="+mn-lt"/>
        </a:defRPr>
      </a:lvl8pPr>
      <a:lvl9pPr marL="4327224" indent="-252880" algn="l" rtl="0" fontAlgn="base">
        <a:spcBef>
          <a:spcPct val="20000"/>
        </a:spcBef>
        <a:spcAft>
          <a:spcPct val="0"/>
        </a:spcAft>
        <a:buChar char="»"/>
        <a:defRPr sz="22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509292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018586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527879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37173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46466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3055758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565052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4074344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6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0207" name="Picture 31" descr="Cello_CoverDesigns_cellofade-02"/>
          <p:cNvPicPr>
            <a:picLocks noChangeAspect="1" noChangeArrowheads="1"/>
          </p:cNvPicPr>
          <p:nvPr userDrawn="1"/>
        </p:nvPicPr>
        <p:blipFill>
          <a:blip r:embed="rId2" cstate="print"/>
          <a:srcRect l="2904" t="426" r="180"/>
          <a:stretch>
            <a:fillRect/>
          </a:stretch>
        </p:blipFill>
        <p:spPr bwMode="auto">
          <a:xfrm>
            <a:off x="228600" y="856406"/>
            <a:ext cx="9601200" cy="4295367"/>
          </a:xfrm>
          <a:prstGeom prst="rect">
            <a:avLst/>
          </a:prstGeom>
          <a:noFill/>
        </p:spPr>
      </p:pic>
      <p:sp>
        <p:nvSpPr>
          <p:cNvPr id="323601" name="Line 17"/>
          <p:cNvSpPr>
            <a:spLocks noChangeShapeType="1"/>
          </p:cNvSpPr>
          <p:nvPr/>
        </p:nvSpPr>
        <p:spPr bwMode="auto">
          <a:xfrm>
            <a:off x="228588" y="5157198"/>
            <a:ext cx="9601200" cy="0"/>
          </a:xfrm>
          <a:prstGeom prst="line">
            <a:avLst/>
          </a:prstGeom>
          <a:noFill/>
          <a:ln w="12700">
            <a:solidFill>
              <a:schemeClr val="accent1"/>
            </a:solidFill>
            <a:round/>
            <a:headEnd/>
            <a:tailEnd/>
          </a:ln>
          <a:effectLst/>
        </p:spPr>
        <p:txBody>
          <a:bodyPr lIns="101847" tIns="50923" rIns="101847" bIns="50923"/>
          <a:lstStyle/>
          <a:p>
            <a:pPr>
              <a:defRPr/>
            </a:pPr>
            <a:endParaRPr lang="en-US" dirty="0"/>
          </a:p>
        </p:txBody>
      </p:sp>
      <p:sp>
        <p:nvSpPr>
          <p:cNvPr id="2" name="Line 17"/>
          <p:cNvSpPr>
            <a:spLocks noChangeShapeType="1"/>
          </p:cNvSpPr>
          <p:nvPr/>
        </p:nvSpPr>
        <p:spPr bwMode="auto">
          <a:xfrm>
            <a:off x="218111" y="829416"/>
            <a:ext cx="9601200" cy="0"/>
          </a:xfrm>
          <a:prstGeom prst="line">
            <a:avLst/>
          </a:prstGeom>
          <a:noFill/>
          <a:ln w="12700">
            <a:solidFill>
              <a:schemeClr val="accent1"/>
            </a:solidFill>
            <a:round/>
            <a:headEnd/>
            <a:tailEnd/>
          </a:ln>
          <a:effectLst/>
        </p:spPr>
        <p:txBody>
          <a:bodyPr lIns="101847" tIns="50923" rIns="101847" bIns="50923"/>
          <a:lstStyle/>
          <a:p>
            <a:pPr>
              <a:defRPr/>
            </a:pPr>
            <a:endParaRPr lang="en-US" dirty="0"/>
          </a:p>
        </p:txBody>
      </p:sp>
      <p:grpSp>
        <p:nvGrpSpPr>
          <p:cNvPr id="50185" name="Group 33"/>
          <p:cNvGrpSpPr>
            <a:grpSpLocks/>
          </p:cNvGrpSpPr>
          <p:nvPr/>
        </p:nvGrpSpPr>
        <p:grpSpPr bwMode="auto">
          <a:xfrm>
            <a:off x="3794604" y="3762061"/>
            <a:ext cx="2507615" cy="3319462"/>
            <a:chOff x="2173" y="2091"/>
            <a:chExt cx="1436" cy="1845"/>
          </a:xfrm>
        </p:grpSpPr>
        <p:sp>
          <p:nvSpPr>
            <p:cNvPr id="323607" name="Freeform 23"/>
            <p:cNvSpPr>
              <a:spLocks/>
            </p:cNvSpPr>
            <p:nvPr userDrawn="1"/>
          </p:nvSpPr>
          <p:spPr bwMode="auto">
            <a:xfrm>
              <a:off x="2191" y="3620"/>
              <a:ext cx="280" cy="316"/>
            </a:xfrm>
            <a:custGeom>
              <a:avLst/>
              <a:gdLst/>
              <a:ahLst/>
              <a:cxnLst>
                <a:cxn ang="0">
                  <a:pos x="828" y="5"/>
                </a:cxn>
                <a:cxn ang="0">
                  <a:pos x="996" y="23"/>
                </a:cxn>
                <a:cxn ang="0">
                  <a:pos x="1126" y="42"/>
                </a:cxn>
                <a:cxn ang="0">
                  <a:pos x="1112" y="133"/>
                </a:cxn>
                <a:cxn ang="0">
                  <a:pos x="1101" y="247"/>
                </a:cxn>
                <a:cxn ang="0">
                  <a:pos x="1096" y="352"/>
                </a:cxn>
                <a:cxn ang="0">
                  <a:pos x="1070" y="361"/>
                </a:cxn>
                <a:cxn ang="0">
                  <a:pos x="1033" y="356"/>
                </a:cxn>
                <a:cxn ang="0">
                  <a:pos x="1012" y="244"/>
                </a:cxn>
                <a:cxn ang="0">
                  <a:pos x="984" y="177"/>
                </a:cxn>
                <a:cxn ang="0">
                  <a:pos x="940" y="135"/>
                </a:cxn>
                <a:cxn ang="0">
                  <a:pos x="859" y="98"/>
                </a:cxn>
                <a:cxn ang="0">
                  <a:pos x="733" y="77"/>
                </a:cxn>
                <a:cxn ang="0">
                  <a:pos x="584" y="79"/>
                </a:cxn>
                <a:cxn ang="0">
                  <a:pos x="449" y="121"/>
                </a:cxn>
                <a:cxn ang="0">
                  <a:pos x="342" y="200"/>
                </a:cxn>
                <a:cxn ang="0">
                  <a:pos x="265" y="312"/>
                </a:cxn>
                <a:cxn ang="0">
                  <a:pos x="216" y="456"/>
                </a:cxn>
                <a:cxn ang="0">
                  <a:pos x="200" y="631"/>
                </a:cxn>
                <a:cxn ang="0">
                  <a:pos x="214" y="775"/>
                </a:cxn>
                <a:cxn ang="0">
                  <a:pos x="251" y="908"/>
                </a:cxn>
                <a:cxn ang="0">
                  <a:pos x="316" y="1024"/>
                </a:cxn>
                <a:cxn ang="0">
                  <a:pos x="405" y="1117"/>
                </a:cxn>
                <a:cxn ang="0">
                  <a:pos x="521" y="1185"/>
                </a:cxn>
                <a:cxn ang="0">
                  <a:pos x="661" y="1222"/>
                </a:cxn>
                <a:cxn ang="0">
                  <a:pos x="791" y="1224"/>
                </a:cxn>
                <a:cxn ang="0">
                  <a:pos x="887" y="1201"/>
                </a:cxn>
                <a:cxn ang="0">
                  <a:pos x="961" y="1157"/>
                </a:cxn>
                <a:cxn ang="0">
                  <a:pos x="1036" y="1075"/>
                </a:cxn>
                <a:cxn ang="0">
                  <a:pos x="1112" y="959"/>
                </a:cxn>
                <a:cxn ang="0">
                  <a:pos x="1140" y="971"/>
                </a:cxn>
                <a:cxn ang="0">
                  <a:pos x="1161" y="992"/>
                </a:cxn>
                <a:cxn ang="0">
                  <a:pos x="1136" y="1066"/>
                </a:cxn>
                <a:cxn ang="0">
                  <a:pos x="1094" y="1150"/>
                </a:cxn>
                <a:cxn ang="0">
                  <a:pos x="1049" y="1222"/>
                </a:cxn>
                <a:cxn ang="0">
                  <a:pos x="1008" y="1264"/>
                </a:cxn>
                <a:cxn ang="0">
                  <a:pos x="928" y="1287"/>
                </a:cxn>
                <a:cxn ang="0">
                  <a:pos x="821" y="1306"/>
                </a:cxn>
                <a:cxn ang="0">
                  <a:pos x="700" y="1315"/>
                </a:cxn>
                <a:cxn ang="0">
                  <a:pos x="507" y="1299"/>
                </a:cxn>
                <a:cxn ang="0">
                  <a:pos x="342" y="1248"/>
                </a:cxn>
                <a:cxn ang="0">
                  <a:pos x="209" y="1164"/>
                </a:cxn>
                <a:cxn ang="0">
                  <a:pos x="107" y="1052"/>
                </a:cxn>
                <a:cxn ang="0">
                  <a:pos x="39" y="910"/>
                </a:cxn>
                <a:cxn ang="0">
                  <a:pos x="5" y="742"/>
                </a:cxn>
                <a:cxn ang="0">
                  <a:pos x="5" y="577"/>
                </a:cxn>
                <a:cxn ang="0">
                  <a:pos x="32" y="435"/>
                </a:cxn>
                <a:cxn ang="0">
                  <a:pos x="95" y="303"/>
                </a:cxn>
                <a:cxn ang="0">
                  <a:pos x="188" y="186"/>
                </a:cxn>
                <a:cxn ang="0">
                  <a:pos x="319" y="93"/>
                </a:cxn>
                <a:cxn ang="0">
                  <a:pos x="461" y="35"/>
                </a:cxn>
                <a:cxn ang="0">
                  <a:pos x="633" y="5"/>
                </a:cxn>
              </a:cxnLst>
              <a:rect l="0" t="0" r="r" b="b"/>
              <a:pathLst>
                <a:path w="1161" h="1315">
                  <a:moveTo>
                    <a:pt x="731" y="0"/>
                  </a:moveTo>
                  <a:lnTo>
                    <a:pt x="828" y="5"/>
                  </a:lnTo>
                  <a:lnTo>
                    <a:pt x="917" y="12"/>
                  </a:lnTo>
                  <a:lnTo>
                    <a:pt x="996" y="23"/>
                  </a:lnTo>
                  <a:lnTo>
                    <a:pt x="1066" y="35"/>
                  </a:lnTo>
                  <a:lnTo>
                    <a:pt x="1126" y="42"/>
                  </a:lnTo>
                  <a:lnTo>
                    <a:pt x="1119" y="84"/>
                  </a:lnTo>
                  <a:lnTo>
                    <a:pt x="1112" y="133"/>
                  </a:lnTo>
                  <a:lnTo>
                    <a:pt x="1108" y="189"/>
                  </a:lnTo>
                  <a:lnTo>
                    <a:pt x="1101" y="247"/>
                  </a:lnTo>
                  <a:lnTo>
                    <a:pt x="1098" y="303"/>
                  </a:lnTo>
                  <a:lnTo>
                    <a:pt x="1096" y="352"/>
                  </a:lnTo>
                  <a:lnTo>
                    <a:pt x="1087" y="356"/>
                  </a:lnTo>
                  <a:lnTo>
                    <a:pt x="1070" y="361"/>
                  </a:lnTo>
                  <a:lnTo>
                    <a:pt x="1040" y="361"/>
                  </a:lnTo>
                  <a:lnTo>
                    <a:pt x="1033" y="356"/>
                  </a:lnTo>
                  <a:lnTo>
                    <a:pt x="1024" y="293"/>
                  </a:lnTo>
                  <a:lnTo>
                    <a:pt x="1012" y="244"/>
                  </a:lnTo>
                  <a:lnTo>
                    <a:pt x="1001" y="207"/>
                  </a:lnTo>
                  <a:lnTo>
                    <a:pt x="984" y="177"/>
                  </a:lnTo>
                  <a:lnTo>
                    <a:pt x="966" y="154"/>
                  </a:lnTo>
                  <a:lnTo>
                    <a:pt x="940" y="135"/>
                  </a:lnTo>
                  <a:lnTo>
                    <a:pt x="912" y="119"/>
                  </a:lnTo>
                  <a:lnTo>
                    <a:pt x="859" y="98"/>
                  </a:lnTo>
                  <a:lnTo>
                    <a:pt x="798" y="84"/>
                  </a:lnTo>
                  <a:lnTo>
                    <a:pt x="733" y="77"/>
                  </a:lnTo>
                  <a:lnTo>
                    <a:pt x="661" y="75"/>
                  </a:lnTo>
                  <a:lnTo>
                    <a:pt x="584" y="79"/>
                  </a:lnTo>
                  <a:lnTo>
                    <a:pt x="514" y="96"/>
                  </a:lnTo>
                  <a:lnTo>
                    <a:pt x="449" y="121"/>
                  </a:lnTo>
                  <a:lnTo>
                    <a:pt x="393" y="156"/>
                  </a:lnTo>
                  <a:lnTo>
                    <a:pt x="342" y="200"/>
                  </a:lnTo>
                  <a:lnTo>
                    <a:pt x="300" y="251"/>
                  </a:lnTo>
                  <a:lnTo>
                    <a:pt x="265" y="312"/>
                  </a:lnTo>
                  <a:lnTo>
                    <a:pt x="237" y="382"/>
                  </a:lnTo>
                  <a:lnTo>
                    <a:pt x="216" y="456"/>
                  </a:lnTo>
                  <a:lnTo>
                    <a:pt x="205" y="540"/>
                  </a:lnTo>
                  <a:lnTo>
                    <a:pt x="200" y="631"/>
                  </a:lnTo>
                  <a:lnTo>
                    <a:pt x="202" y="705"/>
                  </a:lnTo>
                  <a:lnTo>
                    <a:pt x="214" y="775"/>
                  </a:lnTo>
                  <a:lnTo>
                    <a:pt x="228" y="845"/>
                  </a:lnTo>
                  <a:lnTo>
                    <a:pt x="251" y="908"/>
                  </a:lnTo>
                  <a:lnTo>
                    <a:pt x="281" y="968"/>
                  </a:lnTo>
                  <a:lnTo>
                    <a:pt x="316" y="1024"/>
                  </a:lnTo>
                  <a:lnTo>
                    <a:pt x="358" y="1075"/>
                  </a:lnTo>
                  <a:lnTo>
                    <a:pt x="405" y="1117"/>
                  </a:lnTo>
                  <a:lnTo>
                    <a:pt x="458" y="1157"/>
                  </a:lnTo>
                  <a:lnTo>
                    <a:pt x="521" y="1185"/>
                  </a:lnTo>
                  <a:lnTo>
                    <a:pt x="586" y="1208"/>
                  </a:lnTo>
                  <a:lnTo>
                    <a:pt x="661" y="1222"/>
                  </a:lnTo>
                  <a:lnTo>
                    <a:pt x="740" y="1227"/>
                  </a:lnTo>
                  <a:lnTo>
                    <a:pt x="791" y="1224"/>
                  </a:lnTo>
                  <a:lnTo>
                    <a:pt x="840" y="1215"/>
                  </a:lnTo>
                  <a:lnTo>
                    <a:pt x="887" y="1201"/>
                  </a:lnTo>
                  <a:lnTo>
                    <a:pt x="928" y="1182"/>
                  </a:lnTo>
                  <a:lnTo>
                    <a:pt x="961" y="1157"/>
                  </a:lnTo>
                  <a:lnTo>
                    <a:pt x="998" y="1122"/>
                  </a:lnTo>
                  <a:lnTo>
                    <a:pt x="1036" y="1075"/>
                  </a:lnTo>
                  <a:lnTo>
                    <a:pt x="1075" y="1022"/>
                  </a:lnTo>
                  <a:lnTo>
                    <a:pt x="1112" y="959"/>
                  </a:lnTo>
                  <a:lnTo>
                    <a:pt x="1124" y="961"/>
                  </a:lnTo>
                  <a:lnTo>
                    <a:pt x="1140" y="971"/>
                  </a:lnTo>
                  <a:lnTo>
                    <a:pt x="1154" y="980"/>
                  </a:lnTo>
                  <a:lnTo>
                    <a:pt x="1161" y="992"/>
                  </a:lnTo>
                  <a:lnTo>
                    <a:pt x="1152" y="1026"/>
                  </a:lnTo>
                  <a:lnTo>
                    <a:pt x="1136" y="1066"/>
                  </a:lnTo>
                  <a:lnTo>
                    <a:pt x="1117" y="1108"/>
                  </a:lnTo>
                  <a:lnTo>
                    <a:pt x="1094" y="1150"/>
                  </a:lnTo>
                  <a:lnTo>
                    <a:pt x="1073" y="1187"/>
                  </a:lnTo>
                  <a:lnTo>
                    <a:pt x="1049" y="1222"/>
                  </a:lnTo>
                  <a:lnTo>
                    <a:pt x="1026" y="1248"/>
                  </a:lnTo>
                  <a:lnTo>
                    <a:pt x="1008" y="1264"/>
                  </a:lnTo>
                  <a:lnTo>
                    <a:pt x="973" y="1275"/>
                  </a:lnTo>
                  <a:lnTo>
                    <a:pt x="928" y="1287"/>
                  </a:lnTo>
                  <a:lnTo>
                    <a:pt x="877" y="1296"/>
                  </a:lnTo>
                  <a:lnTo>
                    <a:pt x="821" y="1306"/>
                  </a:lnTo>
                  <a:lnTo>
                    <a:pt x="761" y="1313"/>
                  </a:lnTo>
                  <a:lnTo>
                    <a:pt x="700" y="1315"/>
                  </a:lnTo>
                  <a:lnTo>
                    <a:pt x="600" y="1310"/>
                  </a:lnTo>
                  <a:lnTo>
                    <a:pt x="507" y="1299"/>
                  </a:lnTo>
                  <a:lnTo>
                    <a:pt x="421" y="1275"/>
                  </a:lnTo>
                  <a:lnTo>
                    <a:pt x="342" y="1248"/>
                  </a:lnTo>
                  <a:lnTo>
                    <a:pt x="272" y="1210"/>
                  </a:lnTo>
                  <a:lnTo>
                    <a:pt x="209" y="1164"/>
                  </a:lnTo>
                  <a:lnTo>
                    <a:pt x="153" y="1113"/>
                  </a:lnTo>
                  <a:lnTo>
                    <a:pt x="107" y="1052"/>
                  </a:lnTo>
                  <a:lnTo>
                    <a:pt x="70" y="985"/>
                  </a:lnTo>
                  <a:lnTo>
                    <a:pt x="39" y="910"/>
                  </a:lnTo>
                  <a:lnTo>
                    <a:pt x="18" y="831"/>
                  </a:lnTo>
                  <a:lnTo>
                    <a:pt x="5" y="742"/>
                  </a:lnTo>
                  <a:lnTo>
                    <a:pt x="0" y="649"/>
                  </a:lnTo>
                  <a:lnTo>
                    <a:pt x="5" y="577"/>
                  </a:lnTo>
                  <a:lnTo>
                    <a:pt x="14" y="505"/>
                  </a:lnTo>
                  <a:lnTo>
                    <a:pt x="32" y="435"/>
                  </a:lnTo>
                  <a:lnTo>
                    <a:pt x="60" y="365"/>
                  </a:lnTo>
                  <a:lnTo>
                    <a:pt x="95" y="303"/>
                  </a:lnTo>
                  <a:lnTo>
                    <a:pt x="137" y="242"/>
                  </a:lnTo>
                  <a:lnTo>
                    <a:pt x="188" y="186"/>
                  </a:lnTo>
                  <a:lnTo>
                    <a:pt x="249" y="137"/>
                  </a:lnTo>
                  <a:lnTo>
                    <a:pt x="319" y="93"/>
                  </a:lnTo>
                  <a:lnTo>
                    <a:pt x="386" y="61"/>
                  </a:lnTo>
                  <a:lnTo>
                    <a:pt x="461" y="35"/>
                  </a:lnTo>
                  <a:lnTo>
                    <a:pt x="542" y="16"/>
                  </a:lnTo>
                  <a:lnTo>
                    <a:pt x="633" y="5"/>
                  </a:lnTo>
                  <a:lnTo>
                    <a:pt x="731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323608" name="Freeform 24"/>
            <p:cNvSpPr>
              <a:spLocks/>
            </p:cNvSpPr>
            <p:nvPr userDrawn="1"/>
          </p:nvSpPr>
          <p:spPr bwMode="auto">
            <a:xfrm>
              <a:off x="2487" y="3627"/>
              <a:ext cx="255" cy="302"/>
            </a:xfrm>
            <a:custGeom>
              <a:avLst/>
              <a:gdLst/>
              <a:ahLst/>
              <a:cxnLst>
                <a:cxn ang="0">
                  <a:pos x="147" y="2"/>
                </a:cxn>
                <a:cxn ang="0">
                  <a:pos x="777" y="9"/>
                </a:cxn>
                <a:cxn ang="0">
                  <a:pos x="919" y="5"/>
                </a:cxn>
                <a:cxn ang="0">
                  <a:pos x="957" y="7"/>
                </a:cxn>
                <a:cxn ang="0">
                  <a:pos x="952" y="56"/>
                </a:cxn>
                <a:cxn ang="0">
                  <a:pos x="929" y="235"/>
                </a:cxn>
                <a:cxn ang="0">
                  <a:pos x="901" y="296"/>
                </a:cxn>
                <a:cxn ang="0">
                  <a:pos x="861" y="291"/>
                </a:cxn>
                <a:cxn ang="0">
                  <a:pos x="845" y="191"/>
                </a:cxn>
                <a:cxn ang="0">
                  <a:pos x="817" y="123"/>
                </a:cxn>
                <a:cxn ang="0">
                  <a:pos x="738" y="93"/>
                </a:cxn>
                <a:cxn ang="0">
                  <a:pos x="475" y="91"/>
                </a:cxn>
                <a:cxn ang="0">
                  <a:pos x="421" y="98"/>
                </a:cxn>
                <a:cxn ang="0">
                  <a:pos x="405" y="130"/>
                </a:cxn>
                <a:cxn ang="0">
                  <a:pos x="403" y="563"/>
                </a:cxn>
                <a:cxn ang="0">
                  <a:pos x="459" y="573"/>
                </a:cxn>
                <a:cxn ang="0">
                  <a:pos x="628" y="573"/>
                </a:cxn>
                <a:cxn ang="0">
                  <a:pos x="745" y="563"/>
                </a:cxn>
                <a:cxn ang="0">
                  <a:pos x="784" y="526"/>
                </a:cxn>
                <a:cxn ang="0">
                  <a:pos x="812" y="426"/>
                </a:cxn>
                <a:cxn ang="0">
                  <a:pos x="868" y="428"/>
                </a:cxn>
                <a:cxn ang="0">
                  <a:pos x="870" y="517"/>
                </a:cxn>
                <a:cxn ang="0">
                  <a:pos x="868" y="754"/>
                </a:cxn>
                <a:cxn ang="0">
                  <a:pos x="836" y="815"/>
                </a:cxn>
                <a:cxn ang="0">
                  <a:pos x="798" y="780"/>
                </a:cxn>
                <a:cxn ang="0">
                  <a:pos x="770" y="694"/>
                </a:cxn>
                <a:cxn ang="0">
                  <a:pos x="717" y="668"/>
                </a:cxn>
                <a:cxn ang="0">
                  <a:pos x="596" y="663"/>
                </a:cxn>
                <a:cxn ang="0">
                  <a:pos x="452" y="663"/>
                </a:cxn>
                <a:cxn ang="0">
                  <a:pos x="407" y="668"/>
                </a:cxn>
                <a:cxn ang="0">
                  <a:pos x="405" y="977"/>
                </a:cxn>
                <a:cxn ang="0">
                  <a:pos x="412" y="1110"/>
                </a:cxn>
                <a:cxn ang="0">
                  <a:pos x="454" y="1159"/>
                </a:cxn>
                <a:cxn ang="0">
                  <a:pos x="561" y="1168"/>
                </a:cxn>
                <a:cxn ang="0">
                  <a:pos x="791" y="1171"/>
                </a:cxn>
                <a:cxn ang="0">
                  <a:pos x="866" y="1143"/>
                </a:cxn>
                <a:cxn ang="0">
                  <a:pos x="924" y="1078"/>
                </a:cxn>
                <a:cxn ang="0">
                  <a:pos x="1003" y="929"/>
                </a:cxn>
                <a:cxn ang="0">
                  <a:pos x="1050" y="943"/>
                </a:cxn>
                <a:cxn ang="0">
                  <a:pos x="1045" y="1022"/>
                </a:cxn>
                <a:cxn ang="0">
                  <a:pos x="1005" y="1157"/>
                </a:cxn>
                <a:cxn ang="0">
                  <a:pos x="971" y="1238"/>
                </a:cxn>
                <a:cxn ang="0">
                  <a:pos x="926" y="1257"/>
                </a:cxn>
                <a:cxn ang="0">
                  <a:pos x="654" y="1257"/>
                </a:cxn>
                <a:cxn ang="0">
                  <a:pos x="230" y="1250"/>
                </a:cxn>
                <a:cxn ang="0">
                  <a:pos x="7" y="1257"/>
                </a:cxn>
                <a:cxn ang="0">
                  <a:pos x="2" y="1210"/>
                </a:cxn>
                <a:cxn ang="0">
                  <a:pos x="93" y="1189"/>
                </a:cxn>
                <a:cxn ang="0">
                  <a:pos x="184" y="1168"/>
                </a:cxn>
                <a:cxn ang="0">
                  <a:pos x="223" y="1105"/>
                </a:cxn>
                <a:cxn ang="0">
                  <a:pos x="230" y="1008"/>
                </a:cxn>
                <a:cxn ang="0">
                  <a:pos x="228" y="182"/>
                </a:cxn>
                <a:cxn ang="0">
                  <a:pos x="209" y="98"/>
                </a:cxn>
                <a:cxn ang="0">
                  <a:pos x="140" y="70"/>
                </a:cxn>
                <a:cxn ang="0">
                  <a:pos x="56" y="47"/>
                </a:cxn>
                <a:cxn ang="0">
                  <a:pos x="63" y="0"/>
                </a:cxn>
              </a:cxnLst>
              <a:rect l="0" t="0" r="r" b="b"/>
              <a:pathLst>
                <a:path w="1061" h="1259">
                  <a:moveTo>
                    <a:pt x="63" y="0"/>
                  </a:moveTo>
                  <a:lnTo>
                    <a:pt x="98" y="0"/>
                  </a:lnTo>
                  <a:lnTo>
                    <a:pt x="147" y="2"/>
                  </a:lnTo>
                  <a:lnTo>
                    <a:pt x="203" y="7"/>
                  </a:lnTo>
                  <a:lnTo>
                    <a:pt x="265" y="9"/>
                  </a:lnTo>
                  <a:lnTo>
                    <a:pt x="777" y="9"/>
                  </a:lnTo>
                  <a:lnTo>
                    <a:pt x="829" y="7"/>
                  </a:lnTo>
                  <a:lnTo>
                    <a:pt x="877" y="7"/>
                  </a:lnTo>
                  <a:lnTo>
                    <a:pt x="919" y="5"/>
                  </a:lnTo>
                  <a:lnTo>
                    <a:pt x="952" y="0"/>
                  </a:lnTo>
                  <a:lnTo>
                    <a:pt x="954" y="2"/>
                  </a:lnTo>
                  <a:lnTo>
                    <a:pt x="957" y="7"/>
                  </a:lnTo>
                  <a:lnTo>
                    <a:pt x="961" y="9"/>
                  </a:lnTo>
                  <a:lnTo>
                    <a:pt x="961" y="12"/>
                  </a:lnTo>
                  <a:lnTo>
                    <a:pt x="952" y="56"/>
                  </a:lnTo>
                  <a:lnTo>
                    <a:pt x="943" y="112"/>
                  </a:lnTo>
                  <a:lnTo>
                    <a:pt x="936" y="172"/>
                  </a:lnTo>
                  <a:lnTo>
                    <a:pt x="929" y="235"/>
                  </a:lnTo>
                  <a:lnTo>
                    <a:pt x="924" y="289"/>
                  </a:lnTo>
                  <a:lnTo>
                    <a:pt x="915" y="293"/>
                  </a:lnTo>
                  <a:lnTo>
                    <a:pt x="901" y="296"/>
                  </a:lnTo>
                  <a:lnTo>
                    <a:pt x="884" y="296"/>
                  </a:lnTo>
                  <a:lnTo>
                    <a:pt x="870" y="293"/>
                  </a:lnTo>
                  <a:lnTo>
                    <a:pt x="861" y="291"/>
                  </a:lnTo>
                  <a:lnTo>
                    <a:pt x="856" y="251"/>
                  </a:lnTo>
                  <a:lnTo>
                    <a:pt x="852" y="219"/>
                  </a:lnTo>
                  <a:lnTo>
                    <a:pt x="845" y="191"/>
                  </a:lnTo>
                  <a:lnTo>
                    <a:pt x="840" y="168"/>
                  </a:lnTo>
                  <a:lnTo>
                    <a:pt x="831" y="142"/>
                  </a:lnTo>
                  <a:lnTo>
                    <a:pt x="817" y="123"/>
                  </a:lnTo>
                  <a:lnTo>
                    <a:pt x="798" y="107"/>
                  </a:lnTo>
                  <a:lnTo>
                    <a:pt x="773" y="98"/>
                  </a:lnTo>
                  <a:lnTo>
                    <a:pt x="738" y="93"/>
                  </a:lnTo>
                  <a:lnTo>
                    <a:pt x="719" y="93"/>
                  </a:lnTo>
                  <a:lnTo>
                    <a:pt x="687" y="91"/>
                  </a:lnTo>
                  <a:lnTo>
                    <a:pt x="475" y="91"/>
                  </a:lnTo>
                  <a:lnTo>
                    <a:pt x="447" y="93"/>
                  </a:lnTo>
                  <a:lnTo>
                    <a:pt x="431" y="93"/>
                  </a:lnTo>
                  <a:lnTo>
                    <a:pt x="421" y="98"/>
                  </a:lnTo>
                  <a:lnTo>
                    <a:pt x="412" y="109"/>
                  </a:lnTo>
                  <a:lnTo>
                    <a:pt x="407" y="121"/>
                  </a:lnTo>
                  <a:lnTo>
                    <a:pt x="405" y="130"/>
                  </a:lnTo>
                  <a:lnTo>
                    <a:pt x="405" y="186"/>
                  </a:lnTo>
                  <a:lnTo>
                    <a:pt x="403" y="249"/>
                  </a:lnTo>
                  <a:lnTo>
                    <a:pt x="403" y="563"/>
                  </a:lnTo>
                  <a:lnTo>
                    <a:pt x="405" y="568"/>
                  </a:lnTo>
                  <a:lnTo>
                    <a:pt x="414" y="573"/>
                  </a:lnTo>
                  <a:lnTo>
                    <a:pt x="459" y="573"/>
                  </a:lnTo>
                  <a:lnTo>
                    <a:pt x="512" y="575"/>
                  </a:lnTo>
                  <a:lnTo>
                    <a:pt x="570" y="575"/>
                  </a:lnTo>
                  <a:lnTo>
                    <a:pt x="628" y="573"/>
                  </a:lnTo>
                  <a:lnTo>
                    <a:pt x="680" y="570"/>
                  </a:lnTo>
                  <a:lnTo>
                    <a:pt x="721" y="568"/>
                  </a:lnTo>
                  <a:lnTo>
                    <a:pt x="745" y="563"/>
                  </a:lnTo>
                  <a:lnTo>
                    <a:pt x="763" y="554"/>
                  </a:lnTo>
                  <a:lnTo>
                    <a:pt x="775" y="542"/>
                  </a:lnTo>
                  <a:lnTo>
                    <a:pt x="784" y="526"/>
                  </a:lnTo>
                  <a:lnTo>
                    <a:pt x="791" y="507"/>
                  </a:lnTo>
                  <a:lnTo>
                    <a:pt x="803" y="470"/>
                  </a:lnTo>
                  <a:lnTo>
                    <a:pt x="812" y="426"/>
                  </a:lnTo>
                  <a:lnTo>
                    <a:pt x="829" y="424"/>
                  </a:lnTo>
                  <a:lnTo>
                    <a:pt x="850" y="424"/>
                  </a:lnTo>
                  <a:lnTo>
                    <a:pt x="868" y="428"/>
                  </a:lnTo>
                  <a:lnTo>
                    <a:pt x="880" y="433"/>
                  </a:lnTo>
                  <a:lnTo>
                    <a:pt x="875" y="470"/>
                  </a:lnTo>
                  <a:lnTo>
                    <a:pt x="870" y="517"/>
                  </a:lnTo>
                  <a:lnTo>
                    <a:pt x="866" y="624"/>
                  </a:lnTo>
                  <a:lnTo>
                    <a:pt x="866" y="694"/>
                  </a:lnTo>
                  <a:lnTo>
                    <a:pt x="868" y="754"/>
                  </a:lnTo>
                  <a:lnTo>
                    <a:pt x="870" y="808"/>
                  </a:lnTo>
                  <a:lnTo>
                    <a:pt x="856" y="812"/>
                  </a:lnTo>
                  <a:lnTo>
                    <a:pt x="836" y="815"/>
                  </a:lnTo>
                  <a:lnTo>
                    <a:pt x="815" y="815"/>
                  </a:lnTo>
                  <a:lnTo>
                    <a:pt x="801" y="808"/>
                  </a:lnTo>
                  <a:lnTo>
                    <a:pt x="798" y="780"/>
                  </a:lnTo>
                  <a:lnTo>
                    <a:pt x="789" y="742"/>
                  </a:lnTo>
                  <a:lnTo>
                    <a:pt x="780" y="710"/>
                  </a:lnTo>
                  <a:lnTo>
                    <a:pt x="770" y="694"/>
                  </a:lnTo>
                  <a:lnTo>
                    <a:pt x="759" y="682"/>
                  </a:lnTo>
                  <a:lnTo>
                    <a:pt x="740" y="673"/>
                  </a:lnTo>
                  <a:lnTo>
                    <a:pt x="717" y="668"/>
                  </a:lnTo>
                  <a:lnTo>
                    <a:pt x="684" y="666"/>
                  </a:lnTo>
                  <a:lnTo>
                    <a:pt x="642" y="663"/>
                  </a:lnTo>
                  <a:lnTo>
                    <a:pt x="596" y="663"/>
                  </a:lnTo>
                  <a:lnTo>
                    <a:pt x="545" y="661"/>
                  </a:lnTo>
                  <a:lnTo>
                    <a:pt x="496" y="661"/>
                  </a:lnTo>
                  <a:lnTo>
                    <a:pt x="452" y="663"/>
                  </a:lnTo>
                  <a:lnTo>
                    <a:pt x="414" y="663"/>
                  </a:lnTo>
                  <a:lnTo>
                    <a:pt x="410" y="666"/>
                  </a:lnTo>
                  <a:lnTo>
                    <a:pt x="407" y="668"/>
                  </a:lnTo>
                  <a:lnTo>
                    <a:pt x="403" y="675"/>
                  </a:lnTo>
                  <a:lnTo>
                    <a:pt x="403" y="912"/>
                  </a:lnTo>
                  <a:lnTo>
                    <a:pt x="405" y="977"/>
                  </a:lnTo>
                  <a:lnTo>
                    <a:pt x="405" y="1036"/>
                  </a:lnTo>
                  <a:lnTo>
                    <a:pt x="407" y="1082"/>
                  </a:lnTo>
                  <a:lnTo>
                    <a:pt x="412" y="1110"/>
                  </a:lnTo>
                  <a:lnTo>
                    <a:pt x="421" y="1133"/>
                  </a:lnTo>
                  <a:lnTo>
                    <a:pt x="438" y="1150"/>
                  </a:lnTo>
                  <a:lnTo>
                    <a:pt x="454" y="1159"/>
                  </a:lnTo>
                  <a:lnTo>
                    <a:pt x="479" y="1164"/>
                  </a:lnTo>
                  <a:lnTo>
                    <a:pt x="517" y="1166"/>
                  </a:lnTo>
                  <a:lnTo>
                    <a:pt x="561" y="1168"/>
                  </a:lnTo>
                  <a:lnTo>
                    <a:pt x="663" y="1173"/>
                  </a:lnTo>
                  <a:lnTo>
                    <a:pt x="752" y="1173"/>
                  </a:lnTo>
                  <a:lnTo>
                    <a:pt x="791" y="1171"/>
                  </a:lnTo>
                  <a:lnTo>
                    <a:pt x="822" y="1164"/>
                  </a:lnTo>
                  <a:lnTo>
                    <a:pt x="847" y="1157"/>
                  </a:lnTo>
                  <a:lnTo>
                    <a:pt x="866" y="1143"/>
                  </a:lnTo>
                  <a:lnTo>
                    <a:pt x="884" y="1126"/>
                  </a:lnTo>
                  <a:lnTo>
                    <a:pt x="903" y="1105"/>
                  </a:lnTo>
                  <a:lnTo>
                    <a:pt x="924" y="1078"/>
                  </a:lnTo>
                  <a:lnTo>
                    <a:pt x="945" y="1045"/>
                  </a:lnTo>
                  <a:lnTo>
                    <a:pt x="987" y="966"/>
                  </a:lnTo>
                  <a:lnTo>
                    <a:pt x="1003" y="929"/>
                  </a:lnTo>
                  <a:lnTo>
                    <a:pt x="1015" y="929"/>
                  </a:lnTo>
                  <a:lnTo>
                    <a:pt x="1033" y="936"/>
                  </a:lnTo>
                  <a:lnTo>
                    <a:pt x="1050" y="943"/>
                  </a:lnTo>
                  <a:lnTo>
                    <a:pt x="1061" y="950"/>
                  </a:lnTo>
                  <a:lnTo>
                    <a:pt x="1054" y="982"/>
                  </a:lnTo>
                  <a:lnTo>
                    <a:pt x="1045" y="1022"/>
                  </a:lnTo>
                  <a:lnTo>
                    <a:pt x="1033" y="1066"/>
                  </a:lnTo>
                  <a:lnTo>
                    <a:pt x="1019" y="1112"/>
                  </a:lnTo>
                  <a:lnTo>
                    <a:pt x="1005" y="1157"/>
                  </a:lnTo>
                  <a:lnTo>
                    <a:pt x="991" y="1196"/>
                  </a:lnTo>
                  <a:lnTo>
                    <a:pt x="978" y="1226"/>
                  </a:lnTo>
                  <a:lnTo>
                    <a:pt x="971" y="1238"/>
                  </a:lnTo>
                  <a:lnTo>
                    <a:pt x="961" y="1245"/>
                  </a:lnTo>
                  <a:lnTo>
                    <a:pt x="947" y="1252"/>
                  </a:lnTo>
                  <a:lnTo>
                    <a:pt x="926" y="1257"/>
                  </a:lnTo>
                  <a:lnTo>
                    <a:pt x="896" y="1259"/>
                  </a:lnTo>
                  <a:lnTo>
                    <a:pt x="752" y="1259"/>
                  </a:lnTo>
                  <a:lnTo>
                    <a:pt x="654" y="1257"/>
                  </a:lnTo>
                  <a:lnTo>
                    <a:pt x="554" y="1252"/>
                  </a:lnTo>
                  <a:lnTo>
                    <a:pt x="445" y="1250"/>
                  </a:lnTo>
                  <a:lnTo>
                    <a:pt x="230" y="1250"/>
                  </a:lnTo>
                  <a:lnTo>
                    <a:pt x="147" y="1254"/>
                  </a:lnTo>
                  <a:lnTo>
                    <a:pt x="72" y="1257"/>
                  </a:lnTo>
                  <a:lnTo>
                    <a:pt x="7" y="1257"/>
                  </a:lnTo>
                  <a:lnTo>
                    <a:pt x="2" y="1245"/>
                  </a:lnTo>
                  <a:lnTo>
                    <a:pt x="0" y="1229"/>
                  </a:lnTo>
                  <a:lnTo>
                    <a:pt x="2" y="1210"/>
                  </a:lnTo>
                  <a:lnTo>
                    <a:pt x="7" y="1199"/>
                  </a:lnTo>
                  <a:lnTo>
                    <a:pt x="51" y="1194"/>
                  </a:lnTo>
                  <a:lnTo>
                    <a:pt x="93" y="1189"/>
                  </a:lnTo>
                  <a:lnTo>
                    <a:pt x="128" y="1185"/>
                  </a:lnTo>
                  <a:lnTo>
                    <a:pt x="158" y="1178"/>
                  </a:lnTo>
                  <a:lnTo>
                    <a:pt x="184" y="1168"/>
                  </a:lnTo>
                  <a:lnTo>
                    <a:pt x="203" y="1154"/>
                  </a:lnTo>
                  <a:lnTo>
                    <a:pt x="214" y="1133"/>
                  </a:lnTo>
                  <a:lnTo>
                    <a:pt x="223" y="1105"/>
                  </a:lnTo>
                  <a:lnTo>
                    <a:pt x="228" y="1068"/>
                  </a:lnTo>
                  <a:lnTo>
                    <a:pt x="228" y="1045"/>
                  </a:lnTo>
                  <a:lnTo>
                    <a:pt x="230" y="1008"/>
                  </a:lnTo>
                  <a:lnTo>
                    <a:pt x="230" y="244"/>
                  </a:lnTo>
                  <a:lnTo>
                    <a:pt x="228" y="205"/>
                  </a:lnTo>
                  <a:lnTo>
                    <a:pt x="228" y="182"/>
                  </a:lnTo>
                  <a:lnTo>
                    <a:pt x="226" y="144"/>
                  </a:lnTo>
                  <a:lnTo>
                    <a:pt x="219" y="116"/>
                  </a:lnTo>
                  <a:lnTo>
                    <a:pt x="209" y="98"/>
                  </a:lnTo>
                  <a:lnTo>
                    <a:pt x="193" y="86"/>
                  </a:lnTo>
                  <a:lnTo>
                    <a:pt x="168" y="77"/>
                  </a:lnTo>
                  <a:lnTo>
                    <a:pt x="140" y="70"/>
                  </a:lnTo>
                  <a:lnTo>
                    <a:pt x="102" y="63"/>
                  </a:lnTo>
                  <a:lnTo>
                    <a:pt x="61" y="58"/>
                  </a:lnTo>
                  <a:lnTo>
                    <a:pt x="56" y="47"/>
                  </a:lnTo>
                  <a:lnTo>
                    <a:pt x="54" y="30"/>
                  </a:lnTo>
                  <a:lnTo>
                    <a:pt x="58" y="12"/>
                  </a:lnTo>
                  <a:lnTo>
                    <a:pt x="63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323609" name="Freeform 25"/>
            <p:cNvSpPr>
              <a:spLocks/>
            </p:cNvSpPr>
            <p:nvPr userDrawn="1"/>
          </p:nvSpPr>
          <p:spPr bwMode="auto">
            <a:xfrm>
              <a:off x="2760" y="3627"/>
              <a:ext cx="256" cy="303"/>
            </a:xfrm>
            <a:custGeom>
              <a:avLst/>
              <a:gdLst/>
              <a:ahLst/>
              <a:cxnLst>
                <a:cxn ang="0">
                  <a:pos x="74" y="0"/>
                </a:cxn>
                <a:cxn ang="0">
                  <a:pos x="165" y="5"/>
                </a:cxn>
                <a:cxn ang="0">
                  <a:pos x="370" y="7"/>
                </a:cxn>
                <a:cxn ang="0">
                  <a:pos x="479" y="3"/>
                </a:cxn>
                <a:cxn ang="0">
                  <a:pos x="547" y="0"/>
                </a:cxn>
                <a:cxn ang="0">
                  <a:pos x="554" y="31"/>
                </a:cxn>
                <a:cxn ang="0">
                  <a:pos x="547" y="59"/>
                </a:cxn>
                <a:cxn ang="0">
                  <a:pos x="486" y="68"/>
                </a:cxn>
                <a:cxn ang="0">
                  <a:pos x="444" y="75"/>
                </a:cxn>
                <a:cxn ang="0">
                  <a:pos x="405" y="98"/>
                </a:cxn>
                <a:cxn ang="0">
                  <a:pos x="391" y="133"/>
                </a:cxn>
                <a:cxn ang="0">
                  <a:pos x="386" y="200"/>
                </a:cxn>
                <a:cxn ang="0">
                  <a:pos x="384" y="331"/>
                </a:cxn>
                <a:cxn ang="0">
                  <a:pos x="381" y="498"/>
                </a:cxn>
                <a:cxn ang="0">
                  <a:pos x="384" y="982"/>
                </a:cxn>
                <a:cxn ang="0">
                  <a:pos x="388" y="1096"/>
                </a:cxn>
                <a:cxn ang="0">
                  <a:pos x="405" y="1136"/>
                </a:cxn>
                <a:cxn ang="0">
                  <a:pos x="428" y="1155"/>
                </a:cxn>
                <a:cxn ang="0">
                  <a:pos x="489" y="1164"/>
                </a:cxn>
                <a:cxn ang="0">
                  <a:pos x="582" y="1169"/>
                </a:cxn>
                <a:cxn ang="0">
                  <a:pos x="763" y="1171"/>
                </a:cxn>
                <a:cxn ang="0">
                  <a:pos x="812" y="1159"/>
                </a:cxn>
                <a:cxn ang="0">
                  <a:pos x="861" y="1124"/>
                </a:cxn>
                <a:cxn ang="0">
                  <a:pos x="907" y="1062"/>
                </a:cxn>
                <a:cxn ang="0">
                  <a:pos x="956" y="973"/>
                </a:cxn>
                <a:cxn ang="0">
                  <a:pos x="1003" y="873"/>
                </a:cxn>
                <a:cxn ang="0">
                  <a:pos x="1035" y="878"/>
                </a:cxn>
                <a:cxn ang="0">
                  <a:pos x="1063" y="896"/>
                </a:cxn>
                <a:cxn ang="0">
                  <a:pos x="1045" y="973"/>
                </a:cxn>
                <a:cxn ang="0">
                  <a:pos x="1019" y="1071"/>
                </a:cxn>
                <a:cxn ang="0">
                  <a:pos x="987" y="1164"/>
                </a:cxn>
                <a:cxn ang="0">
                  <a:pos x="959" y="1231"/>
                </a:cxn>
                <a:cxn ang="0">
                  <a:pos x="935" y="1252"/>
                </a:cxn>
                <a:cxn ang="0">
                  <a:pos x="875" y="1259"/>
                </a:cxn>
                <a:cxn ang="0">
                  <a:pos x="775" y="1257"/>
                </a:cxn>
                <a:cxn ang="0">
                  <a:pos x="644" y="1255"/>
                </a:cxn>
                <a:cxn ang="0">
                  <a:pos x="507" y="1252"/>
                </a:cxn>
                <a:cxn ang="0">
                  <a:pos x="384" y="1250"/>
                </a:cxn>
                <a:cxn ang="0">
                  <a:pos x="251" y="1248"/>
                </a:cxn>
                <a:cxn ang="0">
                  <a:pos x="156" y="1250"/>
                </a:cxn>
                <a:cxn ang="0">
                  <a:pos x="65" y="1252"/>
                </a:cxn>
                <a:cxn ang="0">
                  <a:pos x="7" y="1255"/>
                </a:cxn>
                <a:cxn ang="0">
                  <a:pos x="2" y="1231"/>
                </a:cxn>
                <a:cxn ang="0">
                  <a:pos x="2" y="1204"/>
                </a:cxn>
                <a:cxn ang="0">
                  <a:pos x="49" y="1192"/>
                </a:cxn>
                <a:cxn ang="0">
                  <a:pos x="111" y="1185"/>
                </a:cxn>
                <a:cxn ang="0">
                  <a:pos x="170" y="1166"/>
                </a:cxn>
                <a:cxn ang="0">
                  <a:pos x="198" y="1127"/>
                </a:cxn>
                <a:cxn ang="0">
                  <a:pos x="205" y="1062"/>
                </a:cxn>
                <a:cxn ang="0">
                  <a:pos x="207" y="952"/>
                </a:cxn>
                <a:cxn ang="0">
                  <a:pos x="212" y="787"/>
                </a:cxn>
                <a:cxn ang="0">
                  <a:pos x="209" y="268"/>
                </a:cxn>
                <a:cxn ang="0">
                  <a:pos x="207" y="194"/>
                </a:cxn>
                <a:cxn ang="0">
                  <a:pos x="200" y="119"/>
                </a:cxn>
                <a:cxn ang="0">
                  <a:pos x="170" y="84"/>
                </a:cxn>
                <a:cxn ang="0">
                  <a:pos x="118" y="70"/>
                </a:cxn>
                <a:cxn ang="0">
                  <a:pos x="60" y="61"/>
                </a:cxn>
                <a:cxn ang="0">
                  <a:pos x="28" y="47"/>
                </a:cxn>
                <a:cxn ang="0">
                  <a:pos x="30" y="12"/>
                </a:cxn>
              </a:cxnLst>
              <a:rect l="0" t="0" r="r" b="b"/>
              <a:pathLst>
                <a:path w="1063" h="1259">
                  <a:moveTo>
                    <a:pt x="37" y="0"/>
                  </a:moveTo>
                  <a:lnTo>
                    <a:pt x="74" y="0"/>
                  </a:lnTo>
                  <a:lnTo>
                    <a:pt x="114" y="3"/>
                  </a:lnTo>
                  <a:lnTo>
                    <a:pt x="165" y="5"/>
                  </a:lnTo>
                  <a:lnTo>
                    <a:pt x="223" y="7"/>
                  </a:lnTo>
                  <a:lnTo>
                    <a:pt x="370" y="7"/>
                  </a:lnTo>
                  <a:lnTo>
                    <a:pt x="430" y="5"/>
                  </a:lnTo>
                  <a:lnTo>
                    <a:pt x="479" y="3"/>
                  </a:lnTo>
                  <a:lnTo>
                    <a:pt x="516" y="0"/>
                  </a:lnTo>
                  <a:lnTo>
                    <a:pt x="547" y="0"/>
                  </a:lnTo>
                  <a:lnTo>
                    <a:pt x="551" y="12"/>
                  </a:lnTo>
                  <a:lnTo>
                    <a:pt x="554" y="31"/>
                  </a:lnTo>
                  <a:lnTo>
                    <a:pt x="551" y="47"/>
                  </a:lnTo>
                  <a:lnTo>
                    <a:pt x="547" y="59"/>
                  </a:lnTo>
                  <a:lnTo>
                    <a:pt x="512" y="63"/>
                  </a:lnTo>
                  <a:lnTo>
                    <a:pt x="486" y="68"/>
                  </a:lnTo>
                  <a:lnTo>
                    <a:pt x="463" y="70"/>
                  </a:lnTo>
                  <a:lnTo>
                    <a:pt x="444" y="75"/>
                  </a:lnTo>
                  <a:lnTo>
                    <a:pt x="421" y="84"/>
                  </a:lnTo>
                  <a:lnTo>
                    <a:pt x="405" y="98"/>
                  </a:lnTo>
                  <a:lnTo>
                    <a:pt x="395" y="114"/>
                  </a:lnTo>
                  <a:lnTo>
                    <a:pt x="391" y="133"/>
                  </a:lnTo>
                  <a:lnTo>
                    <a:pt x="388" y="156"/>
                  </a:lnTo>
                  <a:lnTo>
                    <a:pt x="386" y="200"/>
                  </a:lnTo>
                  <a:lnTo>
                    <a:pt x="386" y="259"/>
                  </a:lnTo>
                  <a:lnTo>
                    <a:pt x="384" y="331"/>
                  </a:lnTo>
                  <a:lnTo>
                    <a:pt x="384" y="410"/>
                  </a:lnTo>
                  <a:lnTo>
                    <a:pt x="381" y="498"/>
                  </a:lnTo>
                  <a:lnTo>
                    <a:pt x="381" y="906"/>
                  </a:lnTo>
                  <a:lnTo>
                    <a:pt x="384" y="982"/>
                  </a:lnTo>
                  <a:lnTo>
                    <a:pt x="386" y="1048"/>
                  </a:lnTo>
                  <a:lnTo>
                    <a:pt x="388" y="1096"/>
                  </a:lnTo>
                  <a:lnTo>
                    <a:pt x="393" y="1120"/>
                  </a:lnTo>
                  <a:lnTo>
                    <a:pt x="405" y="1136"/>
                  </a:lnTo>
                  <a:lnTo>
                    <a:pt x="416" y="1148"/>
                  </a:lnTo>
                  <a:lnTo>
                    <a:pt x="428" y="1155"/>
                  </a:lnTo>
                  <a:lnTo>
                    <a:pt x="454" y="1159"/>
                  </a:lnTo>
                  <a:lnTo>
                    <a:pt x="489" y="1164"/>
                  </a:lnTo>
                  <a:lnTo>
                    <a:pt x="533" y="1166"/>
                  </a:lnTo>
                  <a:lnTo>
                    <a:pt x="582" y="1169"/>
                  </a:lnTo>
                  <a:lnTo>
                    <a:pt x="633" y="1171"/>
                  </a:lnTo>
                  <a:lnTo>
                    <a:pt x="763" y="1171"/>
                  </a:lnTo>
                  <a:lnTo>
                    <a:pt x="789" y="1169"/>
                  </a:lnTo>
                  <a:lnTo>
                    <a:pt x="812" y="1159"/>
                  </a:lnTo>
                  <a:lnTo>
                    <a:pt x="835" y="1148"/>
                  </a:lnTo>
                  <a:lnTo>
                    <a:pt x="861" y="1124"/>
                  </a:lnTo>
                  <a:lnTo>
                    <a:pt x="884" y="1094"/>
                  </a:lnTo>
                  <a:lnTo>
                    <a:pt x="907" y="1062"/>
                  </a:lnTo>
                  <a:lnTo>
                    <a:pt x="931" y="1020"/>
                  </a:lnTo>
                  <a:lnTo>
                    <a:pt x="956" y="973"/>
                  </a:lnTo>
                  <a:lnTo>
                    <a:pt x="980" y="924"/>
                  </a:lnTo>
                  <a:lnTo>
                    <a:pt x="1003" y="873"/>
                  </a:lnTo>
                  <a:lnTo>
                    <a:pt x="1017" y="873"/>
                  </a:lnTo>
                  <a:lnTo>
                    <a:pt x="1035" y="878"/>
                  </a:lnTo>
                  <a:lnTo>
                    <a:pt x="1052" y="887"/>
                  </a:lnTo>
                  <a:lnTo>
                    <a:pt x="1063" y="896"/>
                  </a:lnTo>
                  <a:lnTo>
                    <a:pt x="1056" y="931"/>
                  </a:lnTo>
                  <a:lnTo>
                    <a:pt x="1045" y="973"/>
                  </a:lnTo>
                  <a:lnTo>
                    <a:pt x="1033" y="1020"/>
                  </a:lnTo>
                  <a:lnTo>
                    <a:pt x="1019" y="1071"/>
                  </a:lnTo>
                  <a:lnTo>
                    <a:pt x="1003" y="1120"/>
                  </a:lnTo>
                  <a:lnTo>
                    <a:pt x="987" y="1164"/>
                  </a:lnTo>
                  <a:lnTo>
                    <a:pt x="973" y="1204"/>
                  </a:lnTo>
                  <a:lnTo>
                    <a:pt x="959" y="1231"/>
                  </a:lnTo>
                  <a:lnTo>
                    <a:pt x="949" y="1243"/>
                  </a:lnTo>
                  <a:lnTo>
                    <a:pt x="935" y="1252"/>
                  </a:lnTo>
                  <a:lnTo>
                    <a:pt x="910" y="1257"/>
                  </a:lnTo>
                  <a:lnTo>
                    <a:pt x="875" y="1259"/>
                  </a:lnTo>
                  <a:lnTo>
                    <a:pt x="831" y="1259"/>
                  </a:lnTo>
                  <a:lnTo>
                    <a:pt x="775" y="1257"/>
                  </a:lnTo>
                  <a:lnTo>
                    <a:pt x="712" y="1257"/>
                  </a:lnTo>
                  <a:lnTo>
                    <a:pt x="644" y="1255"/>
                  </a:lnTo>
                  <a:lnTo>
                    <a:pt x="575" y="1255"/>
                  </a:lnTo>
                  <a:lnTo>
                    <a:pt x="507" y="1252"/>
                  </a:lnTo>
                  <a:lnTo>
                    <a:pt x="442" y="1250"/>
                  </a:lnTo>
                  <a:lnTo>
                    <a:pt x="384" y="1250"/>
                  </a:lnTo>
                  <a:lnTo>
                    <a:pt x="333" y="1248"/>
                  </a:lnTo>
                  <a:lnTo>
                    <a:pt x="251" y="1248"/>
                  </a:lnTo>
                  <a:lnTo>
                    <a:pt x="205" y="1250"/>
                  </a:lnTo>
                  <a:lnTo>
                    <a:pt x="156" y="1250"/>
                  </a:lnTo>
                  <a:lnTo>
                    <a:pt x="107" y="1252"/>
                  </a:lnTo>
                  <a:lnTo>
                    <a:pt x="65" y="1252"/>
                  </a:lnTo>
                  <a:lnTo>
                    <a:pt x="30" y="1255"/>
                  </a:lnTo>
                  <a:lnTo>
                    <a:pt x="7" y="1255"/>
                  </a:lnTo>
                  <a:lnTo>
                    <a:pt x="2" y="1245"/>
                  </a:lnTo>
                  <a:lnTo>
                    <a:pt x="2" y="1231"/>
                  </a:lnTo>
                  <a:lnTo>
                    <a:pt x="0" y="1218"/>
                  </a:lnTo>
                  <a:lnTo>
                    <a:pt x="2" y="1204"/>
                  </a:lnTo>
                  <a:lnTo>
                    <a:pt x="7" y="1197"/>
                  </a:lnTo>
                  <a:lnTo>
                    <a:pt x="49" y="1192"/>
                  </a:lnTo>
                  <a:lnTo>
                    <a:pt x="81" y="1187"/>
                  </a:lnTo>
                  <a:lnTo>
                    <a:pt x="111" y="1185"/>
                  </a:lnTo>
                  <a:lnTo>
                    <a:pt x="139" y="1178"/>
                  </a:lnTo>
                  <a:lnTo>
                    <a:pt x="170" y="1166"/>
                  </a:lnTo>
                  <a:lnTo>
                    <a:pt x="188" y="1150"/>
                  </a:lnTo>
                  <a:lnTo>
                    <a:pt x="198" y="1127"/>
                  </a:lnTo>
                  <a:lnTo>
                    <a:pt x="202" y="1094"/>
                  </a:lnTo>
                  <a:lnTo>
                    <a:pt x="205" y="1062"/>
                  </a:lnTo>
                  <a:lnTo>
                    <a:pt x="207" y="1015"/>
                  </a:lnTo>
                  <a:lnTo>
                    <a:pt x="207" y="952"/>
                  </a:lnTo>
                  <a:lnTo>
                    <a:pt x="209" y="875"/>
                  </a:lnTo>
                  <a:lnTo>
                    <a:pt x="212" y="787"/>
                  </a:lnTo>
                  <a:lnTo>
                    <a:pt x="212" y="326"/>
                  </a:lnTo>
                  <a:lnTo>
                    <a:pt x="209" y="268"/>
                  </a:lnTo>
                  <a:lnTo>
                    <a:pt x="209" y="226"/>
                  </a:lnTo>
                  <a:lnTo>
                    <a:pt x="207" y="194"/>
                  </a:lnTo>
                  <a:lnTo>
                    <a:pt x="205" y="149"/>
                  </a:lnTo>
                  <a:lnTo>
                    <a:pt x="200" y="119"/>
                  </a:lnTo>
                  <a:lnTo>
                    <a:pt x="188" y="98"/>
                  </a:lnTo>
                  <a:lnTo>
                    <a:pt x="170" y="84"/>
                  </a:lnTo>
                  <a:lnTo>
                    <a:pt x="142" y="75"/>
                  </a:lnTo>
                  <a:lnTo>
                    <a:pt x="118" y="70"/>
                  </a:lnTo>
                  <a:lnTo>
                    <a:pt x="91" y="66"/>
                  </a:lnTo>
                  <a:lnTo>
                    <a:pt x="60" y="61"/>
                  </a:lnTo>
                  <a:lnTo>
                    <a:pt x="32" y="59"/>
                  </a:lnTo>
                  <a:lnTo>
                    <a:pt x="28" y="47"/>
                  </a:lnTo>
                  <a:lnTo>
                    <a:pt x="28" y="28"/>
                  </a:lnTo>
                  <a:lnTo>
                    <a:pt x="30" y="12"/>
                  </a:lnTo>
                  <a:lnTo>
                    <a:pt x="37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323610" name="Freeform 26"/>
            <p:cNvSpPr>
              <a:spLocks/>
            </p:cNvSpPr>
            <p:nvPr userDrawn="1"/>
          </p:nvSpPr>
          <p:spPr bwMode="auto">
            <a:xfrm>
              <a:off x="3028" y="3627"/>
              <a:ext cx="256" cy="303"/>
            </a:xfrm>
            <a:custGeom>
              <a:avLst/>
              <a:gdLst/>
              <a:ahLst/>
              <a:cxnLst>
                <a:cxn ang="0">
                  <a:pos x="74" y="0"/>
                </a:cxn>
                <a:cxn ang="0">
                  <a:pos x="165" y="5"/>
                </a:cxn>
                <a:cxn ang="0">
                  <a:pos x="370" y="7"/>
                </a:cxn>
                <a:cxn ang="0">
                  <a:pos x="479" y="3"/>
                </a:cxn>
                <a:cxn ang="0">
                  <a:pos x="544" y="0"/>
                </a:cxn>
                <a:cxn ang="0">
                  <a:pos x="553" y="31"/>
                </a:cxn>
                <a:cxn ang="0">
                  <a:pos x="544" y="59"/>
                </a:cxn>
                <a:cxn ang="0">
                  <a:pos x="470" y="70"/>
                </a:cxn>
                <a:cxn ang="0">
                  <a:pos x="418" y="84"/>
                </a:cxn>
                <a:cxn ang="0">
                  <a:pos x="393" y="114"/>
                </a:cxn>
                <a:cxn ang="0">
                  <a:pos x="388" y="156"/>
                </a:cxn>
                <a:cxn ang="0">
                  <a:pos x="386" y="259"/>
                </a:cxn>
                <a:cxn ang="0">
                  <a:pos x="384" y="410"/>
                </a:cxn>
                <a:cxn ang="0">
                  <a:pos x="381" y="906"/>
                </a:cxn>
                <a:cxn ang="0">
                  <a:pos x="386" y="1048"/>
                </a:cxn>
                <a:cxn ang="0">
                  <a:pos x="393" y="1120"/>
                </a:cxn>
                <a:cxn ang="0">
                  <a:pos x="416" y="1148"/>
                </a:cxn>
                <a:cxn ang="0">
                  <a:pos x="451" y="1159"/>
                </a:cxn>
                <a:cxn ang="0">
                  <a:pos x="533" y="1166"/>
                </a:cxn>
                <a:cxn ang="0">
                  <a:pos x="763" y="1171"/>
                </a:cxn>
                <a:cxn ang="0">
                  <a:pos x="823" y="1155"/>
                </a:cxn>
                <a:cxn ang="0">
                  <a:pos x="882" y="1094"/>
                </a:cxn>
                <a:cxn ang="0">
                  <a:pos x="931" y="1020"/>
                </a:cxn>
                <a:cxn ang="0">
                  <a:pos x="979" y="924"/>
                </a:cxn>
                <a:cxn ang="0">
                  <a:pos x="1017" y="873"/>
                </a:cxn>
                <a:cxn ang="0">
                  <a:pos x="1052" y="887"/>
                </a:cxn>
                <a:cxn ang="0">
                  <a:pos x="1054" y="931"/>
                </a:cxn>
                <a:cxn ang="0">
                  <a:pos x="1031" y="1020"/>
                </a:cxn>
                <a:cxn ang="0">
                  <a:pos x="1000" y="1120"/>
                </a:cxn>
                <a:cxn ang="0">
                  <a:pos x="970" y="1204"/>
                </a:cxn>
                <a:cxn ang="0">
                  <a:pos x="949" y="1243"/>
                </a:cxn>
                <a:cxn ang="0">
                  <a:pos x="910" y="1257"/>
                </a:cxn>
                <a:cxn ang="0">
                  <a:pos x="830" y="1259"/>
                </a:cxn>
                <a:cxn ang="0">
                  <a:pos x="712" y="1257"/>
                </a:cxn>
                <a:cxn ang="0">
                  <a:pos x="574" y="1255"/>
                </a:cxn>
                <a:cxn ang="0">
                  <a:pos x="442" y="1250"/>
                </a:cxn>
                <a:cxn ang="0">
                  <a:pos x="332" y="1248"/>
                </a:cxn>
                <a:cxn ang="0">
                  <a:pos x="202" y="1250"/>
                </a:cxn>
                <a:cxn ang="0">
                  <a:pos x="107" y="1252"/>
                </a:cxn>
                <a:cxn ang="0">
                  <a:pos x="30" y="1255"/>
                </a:cxn>
                <a:cxn ang="0">
                  <a:pos x="2" y="1245"/>
                </a:cxn>
                <a:cxn ang="0">
                  <a:pos x="0" y="1218"/>
                </a:cxn>
                <a:cxn ang="0">
                  <a:pos x="7" y="1197"/>
                </a:cxn>
                <a:cxn ang="0">
                  <a:pos x="81" y="1187"/>
                </a:cxn>
                <a:cxn ang="0">
                  <a:pos x="139" y="1178"/>
                </a:cxn>
                <a:cxn ang="0">
                  <a:pos x="186" y="1150"/>
                </a:cxn>
                <a:cxn ang="0">
                  <a:pos x="202" y="1094"/>
                </a:cxn>
                <a:cxn ang="0">
                  <a:pos x="204" y="1015"/>
                </a:cxn>
                <a:cxn ang="0">
                  <a:pos x="207" y="875"/>
                </a:cxn>
                <a:cxn ang="0">
                  <a:pos x="209" y="268"/>
                </a:cxn>
                <a:cxn ang="0">
                  <a:pos x="207" y="194"/>
                </a:cxn>
                <a:cxn ang="0">
                  <a:pos x="197" y="119"/>
                </a:cxn>
                <a:cxn ang="0">
                  <a:pos x="169" y="84"/>
                </a:cxn>
                <a:cxn ang="0">
                  <a:pos x="118" y="70"/>
                </a:cxn>
                <a:cxn ang="0">
                  <a:pos x="60" y="61"/>
                </a:cxn>
                <a:cxn ang="0">
                  <a:pos x="27" y="47"/>
                </a:cxn>
                <a:cxn ang="0">
                  <a:pos x="30" y="12"/>
                </a:cxn>
              </a:cxnLst>
              <a:rect l="0" t="0" r="r" b="b"/>
              <a:pathLst>
                <a:path w="1061" h="1259">
                  <a:moveTo>
                    <a:pt x="37" y="0"/>
                  </a:moveTo>
                  <a:lnTo>
                    <a:pt x="74" y="0"/>
                  </a:lnTo>
                  <a:lnTo>
                    <a:pt x="114" y="3"/>
                  </a:lnTo>
                  <a:lnTo>
                    <a:pt x="165" y="5"/>
                  </a:lnTo>
                  <a:lnTo>
                    <a:pt x="223" y="7"/>
                  </a:lnTo>
                  <a:lnTo>
                    <a:pt x="370" y="7"/>
                  </a:lnTo>
                  <a:lnTo>
                    <a:pt x="430" y="5"/>
                  </a:lnTo>
                  <a:lnTo>
                    <a:pt x="479" y="3"/>
                  </a:lnTo>
                  <a:lnTo>
                    <a:pt x="516" y="0"/>
                  </a:lnTo>
                  <a:lnTo>
                    <a:pt x="544" y="0"/>
                  </a:lnTo>
                  <a:lnTo>
                    <a:pt x="551" y="12"/>
                  </a:lnTo>
                  <a:lnTo>
                    <a:pt x="553" y="31"/>
                  </a:lnTo>
                  <a:lnTo>
                    <a:pt x="551" y="47"/>
                  </a:lnTo>
                  <a:lnTo>
                    <a:pt x="544" y="59"/>
                  </a:lnTo>
                  <a:lnTo>
                    <a:pt x="502" y="63"/>
                  </a:lnTo>
                  <a:lnTo>
                    <a:pt x="470" y="70"/>
                  </a:lnTo>
                  <a:lnTo>
                    <a:pt x="442" y="75"/>
                  </a:lnTo>
                  <a:lnTo>
                    <a:pt x="418" y="84"/>
                  </a:lnTo>
                  <a:lnTo>
                    <a:pt x="402" y="98"/>
                  </a:lnTo>
                  <a:lnTo>
                    <a:pt x="393" y="114"/>
                  </a:lnTo>
                  <a:lnTo>
                    <a:pt x="391" y="133"/>
                  </a:lnTo>
                  <a:lnTo>
                    <a:pt x="388" y="156"/>
                  </a:lnTo>
                  <a:lnTo>
                    <a:pt x="386" y="200"/>
                  </a:lnTo>
                  <a:lnTo>
                    <a:pt x="386" y="259"/>
                  </a:lnTo>
                  <a:lnTo>
                    <a:pt x="384" y="331"/>
                  </a:lnTo>
                  <a:lnTo>
                    <a:pt x="384" y="410"/>
                  </a:lnTo>
                  <a:lnTo>
                    <a:pt x="381" y="498"/>
                  </a:lnTo>
                  <a:lnTo>
                    <a:pt x="381" y="906"/>
                  </a:lnTo>
                  <a:lnTo>
                    <a:pt x="384" y="982"/>
                  </a:lnTo>
                  <a:lnTo>
                    <a:pt x="386" y="1048"/>
                  </a:lnTo>
                  <a:lnTo>
                    <a:pt x="388" y="1096"/>
                  </a:lnTo>
                  <a:lnTo>
                    <a:pt x="393" y="1120"/>
                  </a:lnTo>
                  <a:lnTo>
                    <a:pt x="405" y="1136"/>
                  </a:lnTo>
                  <a:lnTo>
                    <a:pt x="416" y="1148"/>
                  </a:lnTo>
                  <a:lnTo>
                    <a:pt x="425" y="1155"/>
                  </a:lnTo>
                  <a:lnTo>
                    <a:pt x="451" y="1159"/>
                  </a:lnTo>
                  <a:lnTo>
                    <a:pt x="488" y="1164"/>
                  </a:lnTo>
                  <a:lnTo>
                    <a:pt x="533" y="1166"/>
                  </a:lnTo>
                  <a:lnTo>
                    <a:pt x="630" y="1171"/>
                  </a:lnTo>
                  <a:lnTo>
                    <a:pt x="763" y="1171"/>
                  </a:lnTo>
                  <a:lnTo>
                    <a:pt x="793" y="1166"/>
                  </a:lnTo>
                  <a:lnTo>
                    <a:pt x="823" y="1155"/>
                  </a:lnTo>
                  <a:lnTo>
                    <a:pt x="851" y="1131"/>
                  </a:lnTo>
                  <a:lnTo>
                    <a:pt x="882" y="1094"/>
                  </a:lnTo>
                  <a:lnTo>
                    <a:pt x="905" y="1062"/>
                  </a:lnTo>
                  <a:lnTo>
                    <a:pt x="931" y="1020"/>
                  </a:lnTo>
                  <a:lnTo>
                    <a:pt x="956" y="973"/>
                  </a:lnTo>
                  <a:lnTo>
                    <a:pt x="979" y="924"/>
                  </a:lnTo>
                  <a:lnTo>
                    <a:pt x="1000" y="873"/>
                  </a:lnTo>
                  <a:lnTo>
                    <a:pt x="1017" y="873"/>
                  </a:lnTo>
                  <a:lnTo>
                    <a:pt x="1035" y="878"/>
                  </a:lnTo>
                  <a:lnTo>
                    <a:pt x="1052" y="887"/>
                  </a:lnTo>
                  <a:lnTo>
                    <a:pt x="1061" y="896"/>
                  </a:lnTo>
                  <a:lnTo>
                    <a:pt x="1054" y="931"/>
                  </a:lnTo>
                  <a:lnTo>
                    <a:pt x="1045" y="973"/>
                  </a:lnTo>
                  <a:lnTo>
                    <a:pt x="1031" y="1020"/>
                  </a:lnTo>
                  <a:lnTo>
                    <a:pt x="1017" y="1071"/>
                  </a:lnTo>
                  <a:lnTo>
                    <a:pt x="1000" y="1120"/>
                  </a:lnTo>
                  <a:lnTo>
                    <a:pt x="986" y="1164"/>
                  </a:lnTo>
                  <a:lnTo>
                    <a:pt x="970" y="1204"/>
                  </a:lnTo>
                  <a:lnTo>
                    <a:pt x="956" y="1231"/>
                  </a:lnTo>
                  <a:lnTo>
                    <a:pt x="949" y="1243"/>
                  </a:lnTo>
                  <a:lnTo>
                    <a:pt x="933" y="1252"/>
                  </a:lnTo>
                  <a:lnTo>
                    <a:pt x="910" y="1257"/>
                  </a:lnTo>
                  <a:lnTo>
                    <a:pt x="875" y="1259"/>
                  </a:lnTo>
                  <a:lnTo>
                    <a:pt x="830" y="1259"/>
                  </a:lnTo>
                  <a:lnTo>
                    <a:pt x="775" y="1257"/>
                  </a:lnTo>
                  <a:lnTo>
                    <a:pt x="712" y="1257"/>
                  </a:lnTo>
                  <a:lnTo>
                    <a:pt x="644" y="1255"/>
                  </a:lnTo>
                  <a:lnTo>
                    <a:pt x="574" y="1255"/>
                  </a:lnTo>
                  <a:lnTo>
                    <a:pt x="507" y="1252"/>
                  </a:lnTo>
                  <a:lnTo>
                    <a:pt x="442" y="1250"/>
                  </a:lnTo>
                  <a:lnTo>
                    <a:pt x="381" y="1250"/>
                  </a:lnTo>
                  <a:lnTo>
                    <a:pt x="332" y="1248"/>
                  </a:lnTo>
                  <a:lnTo>
                    <a:pt x="251" y="1248"/>
                  </a:lnTo>
                  <a:lnTo>
                    <a:pt x="202" y="1250"/>
                  </a:lnTo>
                  <a:lnTo>
                    <a:pt x="153" y="1250"/>
                  </a:lnTo>
                  <a:lnTo>
                    <a:pt x="107" y="1252"/>
                  </a:lnTo>
                  <a:lnTo>
                    <a:pt x="65" y="1252"/>
                  </a:lnTo>
                  <a:lnTo>
                    <a:pt x="30" y="1255"/>
                  </a:lnTo>
                  <a:lnTo>
                    <a:pt x="7" y="1255"/>
                  </a:lnTo>
                  <a:lnTo>
                    <a:pt x="2" y="1245"/>
                  </a:lnTo>
                  <a:lnTo>
                    <a:pt x="0" y="1231"/>
                  </a:lnTo>
                  <a:lnTo>
                    <a:pt x="0" y="1218"/>
                  </a:lnTo>
                  <a:lnTo>
                    <a:pt x="2" y="1204"/>
                  </a:lnTo>
                  <a:lnTo>
                    <a:pt x="7" y="1197"/>
                  </a:lnTo>
                  <a:lnTo>
                    <a:pt x="48" y="1192"/>
                  </a:lnTo>
                  <a:lnTo>
                    <a:pt x="81" y="1187"/>
                  </a:lnTo>
                  <a:lnTo>
                    <a:pt x="111" y="1185"/>
                  </a:lnTo>
                  <a:lnTo>
                    <a:pt x="139" y="1178"/>
                  </a:lnTo>
                  <a:lnTo>
                    <a:pt x="167" y="1166"/>
                  </a:lnTo>
                  <a:lnTo>
                    <a:pt x="186" y="1150"/>
                  </a:lnTo>
                  <a:lnTo>
                    <a:pt x="197" y="1127"/>
                  </a:lnTo>
                  <a:lnTo>
                    <a:pt x="202" y="1094"/>
                  </a:lnTo>
                  <a:lnTo>
                    <a:pt x="204" y="1062"/>
                  </a:lnTo>
                  <a:lnTo>
                    <a:pt x="204" y="1015"/>
                  </a:lnTo>
                  <a:lnTo>
                    <a:pt x="207" y="952"/>
                  </a:lnTo>
                  <a:lnTo>
                    <a:pt x="207" y="875"/>
                  </a:lnTo>
                  <a:lnTo>
                    <a:pt x="209" y="787"/>
                  </a:lnTo>
                  <a:lnTo>
                    <a:pt x="209" y="268"/>
                  </a:lnTo>
                  <a:lnTo>
                    <a:pt x="207" y="226"/>
                  </a:lnTo>
                  <a:lnTo>
                    <a:pt x="207" y="194"/>
                  </a:lnTo>
                  <a:lnTo>
                    <a:pt x="204" y="149"/>
                  </a:lnTo>
                  <a:lnTo>
                    <a:pt x="197" y="119"/>
                  </a:lnTo>
                  <a:lnTo>
                    <a:pt x="188" y="98"/>
                  </a:lnTo>
                  <a:lnTo>
                    <a:pt x="169" y="84"/>
                  </a:lnTo>
                  <a:lnTo>
                    <a:pt x="142" y="75"/>
                  </a:lnTo>
                  <a:lnTo>
                    <a:pt x="118" y="70"/>
                  </a:lnTo>
                  <a:lnTo>
                    <a:pt x="90" y="66"/>
                  </a:lnTo>
                  <a:lnTo>
                    <a:pt x="60" y="61"/>
                  </a:lnTo>
                  <a:lnTo>
                    <a:pt x="30" y="59"/>
                  </a:lnTo>
                  <a:lnTo>
                    <a:pt x="27" y="47"/>
                  </a:lnTo>
                  <a:lnTo>
                    <a:pt x="27" y="28"/>
                  </a:lnTo>
                  <a:lnTo>
                    <a:pt x="30" y="12"/>
                  </a:lnTo>
                  <a:lnTo>
                    <a:pt x="37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323611" name="Freeform 27"/>
            <p:cNvSpPr>
              <a:spLocks noEditPoints="1"/>
            </p:cNvSpPr>
            <p:nvPr userDrawn="1"/>
          </p:nvSpPr>
          <p:spPr bwMode="auto">
            <a:xfrm>
              <a:off x="3300" y="3620"/>
              <a:ext cx="309" cy="316"/>
            </a:xfrm>
            <a:custGeom>
              <a:avLst/>
              <a:gdLst/>
              <a:ahLst/>
              <a:cxnLst>
                <a:cxn ang="0">
                  <a:pos x="528" y="86"/>
                </a:cxn>
                <a:cxn ang="0">
                  <a:pos x="414" y="126"/>
                </a:cxn>
                <a:cxn ang="0">
                  <a:pos x="318" y="207"/>
                </a:cxn>
                <a:cxn ang="0">
                  <a:pos x="251" y="319"/>
                </a:cxn>
                <a:cxn ang="0">
                  <a:pos x="211" y="452"/>
                </a:cxn>
                <a:cxn ang="0">
                  <a:pos x="197" y="601"/>
                </a:cxn>
                <a:cxn ang="0">
                  <a:pos x="209" y="742"/>
                </a:cxn>
                <a:cxn ang="0">
                  <a:pos x="246" y="882"/>
                </a:cxn>
                <a:cxn ang="0">
                  <a:pos x="309" y="1008"/>
                </a:cxn>
                <a:cxn ang="0">
                  <a:pos x="398" y="1115"/>
                </a:cxn>
                <a:cxn ang="0">
                  <a:pos x="509" y="1187"/>
                </a:cxn>
                <a:cxn ang="0">
                  <a:pos x="635" y="1222"/>
                </a:cxn>
                <a:cxn ang="0">
                  <a:pos x="768" y="1222"/>
                </a:cxn>
                <a:cxn ang="0">
                  <a:pos x="879" y="1185"/>
                </a:cxn>
                <a:cxn ang="0">
                  <a:pos x="972" y="1108"/>
                </a:cxn>
                <a:cxn ang="0">
                  <a:pos x="1042" y="992"/>
                </a:cxn>
                <a:cxn ang="0">
                  <a:pos x="1080" y="854"/>
                </a:cxn>
                <a:cxn ang="0">
                  <a:pos x="1091" y="701"/>
                </a:cxn>
                <a:cxn ang="0">
                  <a:pos x="1077" y="540"/>
                </a:cxn>
                <a:cxn ang="0">
                  <a:pos x="1035" y="391"/>
                </a:cxn>
                <a:cxn ang="0">
                  <a:pos x="963" y="263"/>
                </a:cxn>
                <a:cxn ang="0">
                  <a:pos x="861" y="163"/>
                </a:cxn>
                <a:cxn ang="0">
                  <a:pos x="740" y="102"/>
                </a:cxn>
                <a:cxn ang="0">
                  <a:pos x="595" y="82"/>
                </a:cxn>
                <a:cxn ang="0">
                  <a:pos x="754" y="5"/>
                </a:cxn>
                <a:cxn ang="0">
                  <a:pos x="917" y="44"/>
                </a:cxn>
                <a:cxn ang="0">
                  <a:pos x="1049" y="119"/>
                </a:cxn>
                <a:cxn ang="0">
                  <a:pos x="1152" y="219"/>
                </a:cxn>
                <a:cxn ang="0">
                  <a:pos x="1226" y="342"/>
                </a:cxn>
                <a:cxn ang="0">
                  <a:pos x="1270" y="482"/>
                </a:cxn>
                <a:cxn ang="0">
                  <a:pos x="1284" y="631"/>
                </a:cxn>
                <a:cxn ang="0">
                  <a:pos x="1270" y="794"/>
                </a:cxn>
                <a:cxn ang="0">
                  <a:pos x="1228" y="929"/>
                </a:cxn>
                <a:cxn ang="0">
                  <a:pos x="1161" y="1050"/>
                </a:cxn>
                <a:cxn ang="0">
                  <a:pos x="1054" y="1164"/>
                </a:cxn>
                <a:cxn ang="0">
                  <a:pos x="924" y="1248"/>
                </a:cxn>
                <a:cxn ang="0">
                  <a:pos x="782" y="1299"/>
                </a:cxn>
                <a:cxn ang="0">
                  <a:pos x="630" y="1315"/>
                </a:cxn>
                <a:cxn ang="0">
                  <a:pos x="449" y="1292"/>
                </a:cxn>
                <a:cxn ang="0">
                  <a:pos x="295" y="1229"/>
                </a:cxn>
                <a:cxn ang="0">
                  <a:pos x="174" y="1131"/>
                </a:cxn>
                <a:cxn ang="0">
                  <a:pos x="74" y="987"/>
                </a:cxn>
                <a:cxn ang="0">
                  <a:pos x="18" y="824"/>
                </a:cxn>
                <a:cxn ang="0">
                  <a:pos x="0" y="647"/>
                </a:cxn>
                <a:cxn ang="0">
                  <a:pos x="21" y="477"/>
                </a:cxn>
                <a:cxn ang="0">
                  <a:pos x="81" y="326"/>
                </a:cxn>
                <a:cxn ang="0">
                  <a:pos x="172" y="203"/>
                </a:cxn>
                <a:cxn ang="0">
                  <a:pos x="291" y="109"/>
                </a:cxn>
                <a:cxn ang="0">
                  <a:pos x="430" y="42"/>
                </a:cxn>
                <a:cxn ang="0">
                  <a:pos x="584" y="5"/>
                </a:cxn>
              </a:cxnLst>
              <a:rect l="0" t="0" r="r" b="b"/>
              <a:pathLst>
                <a:path w="1284" h="1315">
                  <a:moveTo>
                    <a:pt x="595" y="82"/>
                  </a:moveTo>
                  <a:lnTo>
                    <a:pt x="528" y="86"/>
                  </a:lnTo>
                  <a:lnTo>
                    <a:pt x="467" y="102"/>
                  </a:lnTo>
                  <a:lnTo>
                    <a:pt x="414" y="126"/>
                  </a:lnTo>
                  <a:lnTo>
                    <a:pt x="363" y="163"/>
                  </a:lnTo>
                  <a:lnTo>
                    <a:pt x="318" y="207"/>
                  </a:lnTo>
                  <a:lnTo>
                    <a:pt x="281" y="258"/>
                  </a:lnTo>
                  <a:lnTo>
                    <a:pt x="251" y="319"/>
                  </a:lnTo>
                  <a:lnTo>
                    <a:pt x="228" y="382"/>
                  </a:lnTo>
                  <a:lnTo>
                    <a:pt x="211" y="452"/>
                  </a:lnTo>
                  <a:lnTo>
                    <a:pt x="200" y="524"/>
                  </a:lnTo>
                  <a:lnTo>
                    <a:pt x="197" y="601"/>
                  </a:lnTo>
                  <a:lnTo>
                    <a:pt x="200" y="673"/>
                  </a:lnTo>
                  <a:lnTo>
                    <a:pt x="209" y="742"/>
                  </a:lnTo>
                  <a:lnTo>
                    <a:pt x="225" y="815"/>
                  </a:lnTo>
                  <a:lnTo>
                    <a:pt x="246" y="882"/>
                  </a:lnTo>
                  <a:lnTo>
                    <a:pt x="274" y="947"/>
                  </a:lnTo>
                  <a:lnTo>
                    <a:pt x="309" y="1008"/>
                  </a:lnTo>
                  <a:lnTo>
                    <a:pt x="349" y="1066"/>
                  </a:lnTo>
                  <a:lnTo>
                    <a:pt x="398" y="1115"/>
                  </a:lnTo>
                  <a:lnTo>
                    <a:pt x="453" y="1157"/>
                  </a:lnTo>
                  <a:lnTo>
                    <a:pt x="509" y="1187"/>
                  </a:lnTo>
                  <a:lnTo>
                    <a:pt x="570" y="1208"/>
                  </a:lnTo>
                  <a:lnTo>
                    <a:pt x="635" y="1222"/>
                  </a:lnTo>
                  <a:lnTo>
                    <a:pt x="707" y="1227"/>
                  </a:lnTo>
                  <a:lnTo>
                    <a:pt x="768" y="1222"/>
                  </a:lnTo>
                  <a:lnTo>
                    <a:pt x="826" y="1208"/>
                  </a:lnTo>
                  <a:lnTo>
                    <a:pt x="879" y="1185"/>
                  </a:lnTo>
                  <a:lnTo>
                    <a:pt x="924" y="1154"/>
                  </a:lnTo>
                  <a:lnTo>
                    <a:pt x="972" y="1108"/>
                  </a:lnTo>
                  <a:lnTo>
                    <a:pt x="1010" y="1054"/>
                  </a:lnTo>
                  <a:lnTo>
                    <a:pt x="1042" y="992"/>
                  </a:lnTo>
                  <a:lnTo>
                    <a:pt x="1063" y="926"/>
                  </a:lnTo>
                  <a:lnTo>
                    <a:pt x="1080" y="854"/>
                  </a:lnTo>
                  <a:lnTo>
                    <a:pt x="1089" y="780"/>
                  </a:lnTo>
                  <a:lnTo>
                    <a:pt x="1091" y="701"/>
                  </a:lnTo>
                  <a:lnTo>
                    <a:pt x="1089" y="619"/>
                  </a:lnTo>
                  <a:lnTo>
                    <a:pt x="1077" y="540"/>
                  </a:lnTo>
                  <a:lnTo>
                    <a:pt x="1061" y="463"/>
                  </a:lnTo>
                  <a:lnTo>
                    <a:pt x="1035" y="391"/>
                  </a:lnTo>
                  <a:lnTo>
                    <a:pt x="1003" y="324"/>
                  </a:lnTo>
                  <a:lnTo>
                    <a:pt x="963" y="263"/>
                  </a:lnTo>
                  <a:lnTo>
                    <a:pt x="917" y="210"/>
                  </a:lnTo>
                  <a:lnTo>
                    <a:pt x="861" y="163"/>
                  </a:lnTo>
                  <a:lnTo>
                    <a:pt x="803" y="128"/>
                  </a:lnTo>
                  <a:lnTo>
                    <a:pt x="740" y="102"/>
                  </a:lnTo>
                  <a:lnTo>
                    <a:pt x="670" y="86"/>
                  </a:lnTo>
                  <a:lnTo>
                    <a:pt x="595" y="82"/>
                  </a:lnTo>
                  <a:close/>
                  <a:moveTo>
                    <a:pt x="663" y="0"/>
                  </a:moveTo>
                  <a:lnTo>
                    <a:pt x="754" y="5"/>
                  </a:lnTo>
                  <a:lnTo>
                    <a:pt x="840" y="21"/>
                  </a:lnTo>
                  <a:lnTo>
                    <a:pt x="917" y="44"/>
                  </a:lnTo>
                  <a:lnTo>
                    <a:pt x="986" y="77"/>
                  </a:lnTo>
                  <a:lnTo>
                    <a:pt x="1049" y="119"/>
                  </a:lnTo>
                  <a:lnTo>
                    <a:pt x="1105" y="165"/>
                  </a:lnTo>
                  <a:lnTo>
                    <a:pt x="1152" y="219"/>
                  </a:lnTo>
                  <a:lnTo>
                    <a:pt x="1194" y="279"/>
                  </a:lnTo>
                  <a:lnTo>
                    <a:pt x="1226" y="342"/>
                  </a:lnTo>
                  <a:lnTo>
                    <a:pt x="1252" y="412"/>
                  </a:lnTo>
                  <a:lnTo>
                    <a:pt x="1270" y="482"/>
                  </a:lnTo>
                  <a:lnTo>
                    <a:pt x="1280" y="556"/>
                  </a:lnTo>
                  <a:lnTo>
                    <a:pt x="1284" y="631"/>
                  </a:lnTo>
                  <a:lnTo>
                    <a:pt x="1282" y="715"/>
                  </a:lnTo>
                  <a:lnTo>
                    <a:pt x="1270" y="794"/>
                  </a:lnTo>
                  <a:lnTo>
                    <a:pt x="1254" y="864"/>
                  </a:lnTo>
                  <a:lnTo>
                    <a:pt x="1228" y="929"/>
                  </a:lnTo>
                  <a:lnTo>
                    <a:pt x="1198" y="992"/>
                  </a:lnTo>
                  <a:lnTo>
                    <a:pt x="1161" y="1050"/>
                  </a:lnTo>
                  <a:lnTo>
                    <a:pt x="1110" y="1110"/>
                  </a:lnTo>
                  <a:lnTo>
                    <a:pt x="1054" y="1164"/>
                  </a:lnTo>
                  <a:lnTo>
                    <a:pt x="991" y="1210"/>
                  </a:lnTo>
                  <a:lnTo>
                    <a:pt x="924" y="1248"/>
                  </a:lnTo>
                  <a:lnTo>
                    <a:pt x="854" y="1278"/>
                  </a:lnTo>
                  <a:lnTo>
                    <a:pt x="782" y="1299"/>
                  </a:lnTo>
                  <a:lnTo>
                    <a:pt x="707" y="1310"/>
                  </a:lnTo>
                  <a:lnTo>
                    <a:pt x="630" y="1315"/>
                  </a:lnTo>
                  <a:lnTo>
                    <a:pt x="537" y="1310"/>
                  </a:lnTo>
                  <a:lnTo>
                    <a:pt x="449" y="1292"/>
                  </a:lnTo>
                  <a:lnTo>
                    <a:pt x="370" y="1266"/>
                  </a:lnTo>
                  <a:lnTo>
                    <a:pt x="295" y="1229"/>
                  </a:lnTo>
                  <a:lnTo>
                    <a:pt x="230" y="1185"/>
                  </a:lnTo>
                  <a:lnTo>
                    <a:pt x="174" y="1131"/>
                  </a:lnTo>
                  <a:lnTo>
                    <a:pt x="118" y="1061"/>
                  </a:lnTo>
                  <a:lnTo>
                    <a:pt x="74" y="987"/>
                  </a:lnTo>
                  <a:lnTo>
                    <a:pt x="42" y="908"/>
                  </a:lnTo>
                  <a:lnTo>
                    <a:pt x="18" y="824"/>
                  </a:lnTo>
                  <a:lnTo>
                    <a:pt x="4" y="738"/>
                  </a:lnTo>
                  <a:lnTo>
                    <a:pt x="0" y="647"/>
                  </a:lnTo>
                  <a:lnTo>
                    <a:pt x="4" y="561"/>
                  </a:lnTo>
                  <a:lnTo>
                    <a:pt x="21" y="477"/>
                  </a:lnTo>
                  <a:lnTo>
                    <a:pt x="46" y="398"/>
                  </a:lnTo>
                  <a:lnTo>
                    <a:pt x="81" y="326"/>
                  </a:lnTo>
                  <a:lnTo>
                    <a:pt x="125" y="256"/>
                  </a:lnTo>
                  <a:lnTo>
                    <a:pt x="172" y="203"/>
                  </a:lnTo>
                  <a:lnTo>
                    <a:pt x="228" y="151"/>
                  </a:lnTo>
                  <a:lnTo>
                    <a:pt x="291" y="109"/>
                  </a:lnTo>
                  <a:lnTo>
                    <a:pt x="358" y="72"/>
                  </a:lnTo>
                  <a:lnTo>
                    <a:pt x="430" y="42"/>
                  </a:lnTo>
                  <a:lnTo>
                    <a:pt x="507" y="19"/>
                  </a:lnTo>
                  <a:lnTo>
                    <a:pt x="584" y="5"/>
                  </a:lnTo>
                  <a:lnTo>
                    <a:pt x="663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323612" name="Freeform 28"/>
            <p:cNvSpPr>
              <a:spLocks/>
            </p:cNvSpPr>
            <p:nvPr userDrawn="1"/>
          </p:nvSpPr>
          <p:spPr bwMode="auto">
            <a:xfrm>
              <a:off x="2180" y="2093"/>
              <a:ext cx="1417" cy="1417"/>
            </a:xfrm>
            <a:custGeom>
              <a:avLst/>
              <a:gdLst/>
              <a:ahLst/>
              <a:cxnLst>
                <a:cxn ang="0">
                  <a:pos x="228" y="0"/>
                </a:cxn>
                <a:cxn ang="0">
                  <a:pos x="5665" y="0"/>
                </a:cxn>
                <a:cxn ang="0">
                  <a:pos x="5716" y="7"/>
                </a:cxn>
                <a:cxn ang="0">
                  <a:pos x="5765" y="23"/>
                </a:cxn>
                <a:cxn ang="0">
                  <a:pos x="5807" y="51"/>
                </a:cxn>
                <a:cxn ang="0">
                  <a:pos x="5842" y="86"/>
                </a:cxn>
                <a:cxn ang="0">
                  <a:pos x="5870" y="128"/>
                </a:cxn>
                <a:cxn ang="0">
                  <a:pos x="5886" y="177"/>
                </a:cxn>
                <a:cxn ang="0">
                  <a:pos x="5893" y="228"/>
                </a:cxn>
                <a:cxn ang="0">
                  <a:pos x="5893" y="5662"/>
                </a:cxn>
                <a:cxn ang="0">
                  <a:pos x="5886" y="5716"/>
                </a:cxn>
                <a:cxn ang="0">
                  <a:pos x="5870" y="5765"/>
                </a:cxn>
                <a:cxn ang="0">
                  <a:pos x="5842" y="5807"/>
                </a:cxn>
                <a:cxn ang="0">
                  <a:pos x="5807" y="5841"/>
                </a:cxn>
                <a:cxn ang="0">
                  <a:pos x="5765" y="5869"/>
                </a:cxn>
                <a:cxn ang="0">
                  <a:pos x="5716" y="5886"/>
                </a:cxn>
                <a:cxn ang="0">
                  <a:pos x="5665" y="5893"/>
                </a:cxn>
                <a:cxn ang="0">
                  <a:pos x="228" y="5893"/>
                </a:cxn>
                <a:cxn ang="0">
                  <a:pos x="177" y="5886"/>
                </a:cxn>
                <a:cxn ang="0">
                  <a:pos x="128" y="5869"/>
                </a:cxn>
                <a:cxn ang="0">
                  <a:pos x="86" y="5841"/>
                </a:cxn>
                <a:cxn ang="0">
                  <a:pos x="52" y="5807"/>
                </a:cxn>
                <a:cxn ang="0">
                  <a:pos x="24" y="5765"/>
                </a:cxn>
                <a:cxn ang="0">
                  <a:pos x="7" y="5716"/>
                </a:cxn>
                <a:cxn ang="0">
                  <a:pos x="0" y="5662"/>
                </a:cxn>
                <a:cxn ang="0">
                  <a:pos x="0" y="228"/>
                </a:cxn>
                <a:cxn ang="0">
                  <a:pos x="7" y="177"/>
                </a:cxn>
                <a:cxn ang="0">
                  <a:pos x="24" y="128"/>
                </a:cxn>
                <a:cxn ang="0">
                  <a:pos x="52" y="86"/>
                </a:cxn>
                <a:cxn ang="0">
                  <a:pos x="86" y="51"/>
                </a:cxn>
                <a:cxn ang="0">
                  <a:pos x="128" y="23"/>
                </a:cxn>
                <a:cxn ang="0">
                  <a:pos x="177" y="7"/>
                </a:cxn>
                <a:cxn ang="0">
                  <a:pos x="228" y="0"/>
                </a:cxn>
              </a:cxnLst>
              <a:rect l="0" t="0" r="r" b="b"/>
              <a:pathLst>
                <a:path w="5893" h="5893">
                  <a:moveTo>
                    <a:pt x="228" y="0"/>
                  </a:moveTo>
                  <a:lnTo>
                    <a:pt x="5665" y="0"/>
                  </a:lnTo>
                  <a:lnTo>
                    <a:pt x="5716" y="7"/>
                  </a:lnTo>
                  <a:lnTo>
                    <a:pt x="5765" y="23"/>
                  </a:lnTo>
                  <a:lnTo>
                    <a:pt x="5807" y="51"/>
                  </a:lnTo>
                  <a:lnTo>
                    <a:pt x="5842" y="86"/>
                  </a:lnTo>
                  <a:lnTo>
                    <a:pt x="5870" y="128"/>
                  </a:lnTo>
                  <a:lnTo>
                    <a:pt x="5886" y="177"/>
                  </a:lnTo>
                  <a:lnTo>
                    <a:pt x="5893" y="228"/>
                  </a:lnTo>
                  <a:lnTo>
                    <a:pt x="5893" y="5662"/>
                  </a:lnTo>
                  <a:lnTo>
                    <a:pt x="5886" y="5716"/>
                  </a:lnTo>
                  <a:lnTo>
                    <a:pt x="5870" y="5765"/>
                  </a:lnTo>
                  <a:lnTo>
                    <a:pt x="5842" y="5807"/>
                  </a:lnTo>
                  <a:lnTo>
                    <a:pt x="5807" y="5841"/>
                  </a:lnTo>
                  <a:lnTo>
                    <a:pt x="5765" y="5869"/>
                  </a:lnTo>
                  <a:lnTo>
                    <a:pt x="5716" y="5886"/>
                  </a:lnTo>
                  <a:lnTo>
                    <a:pt x="5665" y="5893"/>
                  </a:lnTo>
                  <a:lnTo>
                    <a:pt x="228" y="5893"/>
                  </a:lnTo>
                  <a:lnTo>
                    <a:pt x="177" y="5886"/>
                  </a:lnTo>
                  <a:lnTo>
                    <a:pt x="128" y="5869"/>
                  </a:lnTo>
                  <a:lnTo>
                    <a:pt x="86" y="5841"/>
                  </a:lnTo>
                  <a:lnTo>
                    <a:pt x="52" y="5807"/>
                  </a:lnTo>
                  <a:lnTo>
                    <a:pt x="24" y="5765"/>
                  </a:lnTo>
                  <a:lnTo>
                    <a:pt x="7" y="5716"/>
                  </a:lnTo>
                  <a:lnTo>
                    <a:pt x="0" y="5662"/>
                  </a:lnTo>
                  <a:lnTo>
                    <a:pt x="0" y="228"/>
                  </a:lnTo>
                  <a:lnTo>
                    <a:pt x="7" y="177"/>
                  </a:lnTo>
                  <a:lnTo>
                    <a:pt x="24" y="128"/>
                  </a:lnTo>
                  <a:lnTo>
                    <a:pt x="52" y="86"/>
                  </a:lnTo>
                  <a:lnTo>
                    <a:pt x="86" y="51"/>
                  </a:lnTo>
                  <a:lnTo>
                    <a:pt x="128" y="23"/>
                  </a:lnTo>
                  <a:lnTo>
                    <a:pt x="177" y="7"/>
                  </a:lnTo>
                  <a:lnTo>
                    <a:pt x="228" y="0"/>
                  </a:lnTo>
                  <a:close/>
                </a:path>
              </a:pathLst>
            </a:custGeom>
            <a:solidFill>
              <a:srgbClr val="FFFFFF"/>
            </a:solidFill>
            <a:ln w="0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323613" name="Freeform 29"/>
            <p:cNvSpPr>
              <a:spLocks noEditPoints="1"/>
            </p:cNvSpPr>
            <p:nvPr userDrawn="1"/>
          </p:nvSpPr>
          <p:spPr bwMode="auto">
            <a:xfrm>
              <a:off x="2173" y="2091"/>
              <a:ext cx="1421" cy="1421"/>
            </a:xfrm>
            <a:custGeom>
              <a:avLst/>
              <a:gdLst/>
              <a:ahLst/>
              <a:cxnLst>
                <a:cxn ang="0">
                  <a:pos x="191" y="23"/>
                </a:cxn>
                <a:cxn ang="0">
                  <a:pos x="116" y="56"/>
                </a:cxn>
                <a:cxn ang="0">
                  <a:pos x="56" y="116"/>
                </a:cxn>
                <a:cxn ang="0">
                  <a:pos x="23" y="190"/>
                </a:cxn>
                <a:cxn ang="0">
                  <a:pos x="19" y="5671"/>
                </a:cxn>
                <a:cxn ang="0">
                  <a:pos x="35" y="5755"/>
                </a:cxn>
                <a:cxn ang="0">
                  <a:pos x="84" y="5827"/>
                </a:cxn>
                <a:cxn ang="0">
                  <a:pos x="156" y="5876"/>
                </a:cxn>
                <a:cxn ang="0">
                  <a:pos x="214" y="5892"/>
                </a:cxn>
                <a:cxn ang="0">
                  <a:pos x="5721" y="5888"/>
                </a:cxn>
                <a:cxn ang="0">
                  <a:pos x="5795" y="5855"/>
                </a:cxn>
                <a:cxn ang="0">
                  <a:pos x="5856" y="5795"/>
                </a:cxn>
                <a:cxn ang="0">
                  <a:pos x="5888" y="5718"/>
                </a:cxn>
                <a:cxn ang="0">
                  <a:pos x="5893" y="214"/>
                </a:cxn>
                <a:cxn ang="0">
                  <a:pos x="5877" y="156"/>
                </a:cxn>
                <a:cxn ang="0">
                  <a:pos x="5828" y="83"/>
                </a:cxn>
                <a:cxn ang="0">
                  <a:pos x="5756" y="35"/>
                </a:cxn>
                <a:cxn ang="0">
                  <a:pos x="5674" y="18"/>
                </a:cxn>
                <a:cxn ang="0">
                  <a:pos x="237" y="0"/>
                </a:cxn>
                <a:cxn ang="0">
                  <a:pos x="5721" y="4"/>
                </a:cxn>
                <a:cxn ang="0">
                  <a:pos x="5809" y="42"/>
                </a:cxn>
                <a:cxn ang="0">
                  <a:pos x="5870" y="102"/>
                </a:cxn>
                <a:cxn ang="0">
                  <a:pos x="5907" y="190"/>
                </a:cxn>
                <a:cxn ang="0">
                  <a:pos x="5911" y="5694"/>
                </a:cxn>
                <a:cxn ang="0">
                  <a:pos x="5893" y="5762"/>
                </a:cxn>
                <a:cxn ang="0">
                  <a:pos x="5870" y="5809"/>
                </a:cxn>
                <a:cxn ang="0">
                  <a:pos x="5809" y="5869"/>
                </a:cxn>
                <a:cxn ang="0">
                  <a:pos x="5721" y="5906"/>
                </a:cxn>
                <a:cxn ang="0">
                  <a:pos x="214" y="5911"/>
                </a:cxn>
                <a:cxn ang="0">
                  <a:pos x="142" y="5890"/>
                </a:cxn>
                <a:cxn ang="0">
                  <a:pos x="70" y="5841"/>
                </a:cxn>
                <a:cxn ang="0">
                  <a:pos x="21" y="5769"/>
                </a:cxn>
                <a:cxn ang="0">
                  <a:pos x="5" y="5718"/>
                </a:cxn>
                <a:cxn ang="0">
                  <a:pos x="0" y="237"/>
                </a:cxn>
                <a:cxn ang="0">
                  <a:pos x="21" y="142"/>
                </a:cxn>
                <a:cxn ang="0">
                  <a:pos x="70" y="69"/>
                </a:cxn>
                <a:cxn ang="0">
                  <a:pos x="142" y="21"/>
                </a:cxn>
                <a:cxn ang="0">
                  <a:pos x="237" y="0"/>
                </a:cxn>
              </a:cxnLst>
              <a:rect l="0" t="0" r="r" b="b"/>
              <a:pathLst>
                <a:path w="5911" h="5911">
                  <a:moveTo>
                    <a:pt x="237" y="18"/>
                  </a:moveTo>
                  <a:lnTo>
                    <a:pt x="191" y="23"/>
                  </a:lnTo>
                  <a:lnTo>
                    <a:pt x="156" y="35"/>
                  </a:lnTo>
                  <a:lnTo>
                    <a:pt x="116" y="56"/>
                  </a:lnTo>
                  <a:lnTo>
                    <a:pt x="84" y="83"/>
                  </a:lnTo>
                  <a:lnTo>
                    <a:pt x="56" y="116"/>
                  </a:lnTo>
                  <a:lnTo>
                    <a:pt x="35" y="156"/>
                  </a:lnTo>
                  <a:lnTo>
                    <a:pt x="23" y="190"/>
                  </a:lnTo>
                  <a:lnTo>
                    <a:pt x="19" y="237"/>
                  </a:lnTo>
                  <a:lnTo>
                    <a:pt x="19" y="5671"/>
                  </a:lnTo>
                  <a:lnTo>
                    <a:pt x="23" y="5718"/>
                  </a:lnTo>
                  <a:lnTo>
                    <a:pt x="35" y="5755"/>
                  </a:lnTo>
                  <a:lnTo>
                    <a:pt x="56" y="5795"/>
                  </a:lnTo>
                  <a:lnTo>
                    <a:pt x="84" y="5827"/>
                  </a:lnTo>
                  <a:lnTo>
                    <a:pt x="116" y="5855"/>
                  </a:lnTo>
                  <a:lnTo>
                    <a:pt x="156" y="5876"/>
                  </a:lnTo>
                  <a:lnTo>
                    <a:pt x="191" y="5888"/>
                  </a:lnTo>
                  <a:lnTo>
                    <a:pt x="214" y="5892"/>
                  </a:lnTo>
                  <a:lnTo>
                    <a:pt x="5697" y="5892"/>
                  </a:lnTo>
                  <a:lnTo>
                    <a:pt x="5721" y="5888"/>
                  </a:lnTo>
                  <a:lnTo>
                    <a:pt x="5756" y="5876"/>
                  </a:lnTo>
                  <a:lnTo>
                    <a:pt x="5795" y="5855"/>
                  </a:lnTo>
                  <a:lnTo>
                    <a:pt x="5828" y="5827"/>
                  </a:lnTo>
                  <a:lnTo>
                    <a:pt x="5856" y="5795"/>
                  </a:lnTo>
                  <a:lnTo>
                    <a:pt x="5877" y="5755"/>
                  </a:lnTo>
                  <a:lnTo>
                    <a:pt x="5888" y="5718"/>
                  </a:lnTo>
                  <a:lnTo>
                    <a:pt x="5893" y="5694"/>
                  </a:lnTo>
                  <a:lnTo>
                    <a:pt x="5893" y="214"/>
                  </a:lnTo>
                  <a:lnTo>
                    <a:pt x="5888" y="190"/>
                  </a:lnTo>
                  <a:lnTo>
                    <a:pt x="5877" y="156"/>
                  </a:lnTo>
                  <a:lnTo>
                    <a:pt x="5856" y="116"/>
                  </a:lnTo>
                  <a:lnTo>
                    <a:pt x="5828" y="83"/>
                  </a:lnTo>
                  <a:lnTo>
                    <a:pt x="5795" y="56"/>
                  </a:lnTo>
                  <a:lnTo>
                    <a:pt x="5756" y="35"/>
                  </a:lnTo>
                  <a:lnTo>
                    <a:pt x="5721" y="23"/>
                  </a:lnTo>
                  <a:lnTo>
                    <a:pt x="5674" y="18"/>
                  </a:lnTo>
                  <a:lnTo>
                    <a:pt x="237" y="18"/>
                  </a:lnTo>
                  <a:close/>
                  <a:moveTo>
                    <a:pt x="237" y="0"/>
                  </a:moveTo>
                  <a:lnTo>
                    <a:pt x="5674" y="0"/>
                  </a:lnTo>
                  <a:lnTo>
                    <a:pt x="5721" y="4"/>
                  </a:lnTo>
                  <a:lnTo>
                    <a:pt x="5769" y="21"/>
                  </a:lnTo>
                  <a:lnTo>
                    <a:pt x="5809" y="42"/>
                  </a:lnTo>
                  <a:lnTo>
                    <a:pt x="5842" y="69"/>
                  </a:lnTo>
                  <a:lnTo>
                    <a:pt x="5870" y="102"/>
                  </a:lnTo>
                  <a:lnTo>
                    <a:pt x="5891" y="142"/>
                  </a:lnTo>
                  <a:lnTo>
                    <a:pt x="5907" y="190"/>
                  </a:lnTo>
                  <a:lnTo>
                    <a:pt x="5911" y="214"/>
                  </a:lnTo>
                  <a:lnTo>
                    <a:pt x="5911" y="5694"/>
                  </a:lnTo>
                  <a:lnTo>
                    <a:pt x="5907" y="5718"/>
                  </a:lnTo>
                  <a:lnTo>
                    <a:pt x="5893" y="5762"/>
                  </a:lnTo>
                  <a:lnTo>
                    <a:pt x="5891" y="5769"/>
                  </a:lnTo>
                  <a:lnTo>
                    <a:pt x="5870" y="5809"/>
                  </a:lnTo>
                  <a:lnTo>
                    <a:pt x="5842" y="5841"/>
                  </a:lnTo>
                  <a:lnTo>
                    <a:pt x="5809" y="5869"/>
                  </a:lnTo>
                  <a:lnTo>
                    <a:pt x="5769" y="5890"/>
                  </a:lnTo>
                  <a:lnTo>
                    <a:pt x="5721" y="5906"/>
                  </a:lnTo>
                  <a:lnTo>
                    <a:pt x="5697" y="5911"/>
                  </a:lnTo>
                  <a:lnTo>
                    <a:pt x="214" y="5911"/>
                  </a:lnTo>
                  <a:lnTo>
                    <a:pt x="191" y="5906"/>
                  </a:lnTo>
                  <a:lnTo>
                    <a:pt x="142" y="5890"/>
                  </a:lnTo>
                  <a:lnTo>
                    <a:pt x="102" y="5869"/>
                  </a:lnTo>
                  <a:lnTo>
                    <a:pt x="70" y="5841"/>
                  </a:lnTo>
                  <a:lnTo>
                    <a:pt x="42" y="5809"/>
                  </a:lnTo>
                  <a:lnTo>
                    <a:pt x="21" y="5769"/>
                  </a:lnTo>
                  <a:lnTo>
                    <a:pt x="19" y="5762"/>
                  </a:lnTo>
                  <a:lnTo>
                    <a:pt x="5" y="5718"/>
                  </a:lnTo>
                  <a:lnTo>
                    <a:pt x="0" y="5671"/>
                  </a:lnTo>
                  <a:lnTo>
                    <a:pt x="0" y="237"/>
                  </a:lnTo>
                  <a:lnTo>
                    <a:pt x="5" y="190"/>
                  </a:lnTo>
                  <a:lnTo>
                    <a:pt x="21" y="142"/>
                  </a:lnTo>
                  <a:lnTo>
                    <a:pt x="42" y="102"/>
                  </a:lnTo>
                  <a:lnTo>
                    <a:pt x="70" y="69"/>
                  </a:lnTo>
                  <a:lnTo>
                    <a:pt x="102" y="42"/>
                  </a:lnTo>
                  <a:lnTo>
                    <a:pt x="142" y="21"/>
                  </a:lnTo>
                  <a:lnTo>
                    <a:pt x="191" y="4"/>
                  </a:lnTo>
                  <a:lnTo>
                    <a:pt x="237" y="0"/>
                  </a:lnTo>
                  <a:close/>
                </a:path>
              </a:pathLst>
            </a:custGeom>
            <a:solidFill>
              <a:srgbClr val="FFFFFF"/>
            </a:solidFill>
            <a:ln w="0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323614" name="Freeform 30"/>
            <p:cNvSpPr>
              <a:spLocks/>
            </p:cNvSpPr>
            <p:nvPr userDrawn="1"/>
          </p:nvSpPr>
          <p:spPr bwMode="auto">
            <a:xfrm>
              <a:off x="2189" y="2105"/>
              <a:ext cx="799" cy="1392"/>
            </a:xfrm>
            <a:custGeom>
              <a:avLst/>
              <a:gdLst/>
              <a:ahLst/>
              <a:cxnLst>
                <a:cxn ang="0">
                  <a:pos x="3256" y="51"/>
                </a:cxn>
                <a:cxn ang="0">
                  <a:pos x="3063" y="245"/>
                </a:cxn>
                <a:cxn ang="0">
                  <a:pos x="2902" y="512"/>
                </a:cxn>
                <a:cxn ang="0">
                  <a:pos x="2777" y="868"/>
                </a:cxn>
                <a:cxn ang="0">
                  <a:pos x="2688" y="1322"/>
                </a:cxn>
                <a:cxn ang="0">
                  <a:pos x="2651" y="1692"/>
                </a:cxn>
                <a:cxn ang="0">
                  <a:pos x="2632" y="2148"/>
                </a:cxn>
                <a:cxn ang="0">
                  <a:pos x="2595" y="2390"/>
                </a:cxn>
                <a:cxn ang="0">
                  <a:pos x="2532" y="2653"/>
                </a:cxn>
                <a:cxn ang="0">
                  <a:pos x="2488" y="2818"/>
                </a:cxn>
                <a:cxn ang="0">
                  <a:pos x="2558" y="2905"/>
                </a:cxn>
                <a:cxn ang="0">
                  <a:pos x="2663" y="3147"/>
                </a:cxn>
                <a:cxn ang="0">
                  <a:pos x="2712" y="3421"/>
                </a:cxn>
                <a:cxn ang="0">
                  <a:pos x="2728" y="3945"/>
                </a:cxn>
                <a:cxn ang="0">
                  <a:pos x="2730" y="4343"/>
                </a:cxn>
                <a:cxn ang="0">
                  <a:pos x="2716" y="4713"/>
                </a:cxn>
                <a:cxn ang="0">
                  <a:pos x="2677" y="5046"/>
                </a:cxn>
                <a:cxn ang="0">
                  <a:pos x="2600" y="5325"/>
                </a:cxn>
                <a:cxn ang="0">
                  <a:pos x="2479" y="5539"/>
                </a:cxn>
                <a:cxn ang="0">
                  <a:pos x="2304" y="5674"/>
                </a:cxn>
                <a:cxn ang="0">
                  <a:pos x="2111" y="5742"/>
                </a:cxn>
                <a:cxn ang="0">
                  <a:pos x="1978" y="5749"/>
                </a:cxn>
                <a:cxn ang="0">
                  <a:pos x="1897" y="5716"/>
                </a:cxn>
                <a:cxn ang="0">
                  <a:pos x="1853" y="5662"/>
                </a:cxn>
                <a:cxn ang="0">
                  <a:pos x="1834" y="5609"/>
                </a:cxn>
                <a:cxn ang="0">
                  <a:pos x="1843" y="5562"/>
                </a:cxn>
                <a:cxn ang="0">
                  <a:pos x="1897" y="5506"/>
                </a:cxn>
                <a:cxn ang="0">
                  <a:pos x="1960" y="5418"/>
                </a:cxn>
                <a:cxn ang="0">
                  <a:pos x="2004" y="5271"/>
                </a:cxn>
                <a:cxn ang="0">
                  <a:pos x="1969" y="5153"/>
                </a:cxn>
                <a:cxn ang="0">
                  <a:pos x="1836" y="5046"/>
                </a:cxn>
                <a:cxn ang="0">
                  <a:pos x="1667" y="4999"/>
                </a:cxn>
                <a:cxn ang="0">
                  <a:pos x="1541" y="5039"/>
                </a:cxn>
                <a:cxn ang="0">
                  <a:pos x="1457" y="5136"/>
                </a:cxn>
                <a:cxn ang="0">
                  <a:pos x="1408" y="5269"/>
                </a:cxn>
                <a:cxn ang="0">
                  <a:pos x="1397" y="5409"/>
                </a:cxn>
                <a:cxn ang="0">
                  <a:pos x="1415" y="5530"/>
                </a:cxn>
                <a:cxn ang="0">
                  <a:pos x="1511" y="5683"/>
                </a:cxn>
                <a:cxn ang="0">
                  <a:pos x="177" y="5788"/>
                </a:cxn>
                <a:cxn ang="0">
                  <a:pos x="51" y="5737"/>
                </a:cxn>
                <a:cxn ang="0">
                  <a:pos x="0" y="5611"/>
                </a:cxn>
                <a:cxn ang="0">
                  <a:pos x="23" y="89"/>
                </a:cxn>
                <a:cxn ang="0">
                  <a:pos x="131" y="7"/>
                </a:cxn>
              </a:cxnLst>
              <a:rect l="0" t="0" r="r" b="b"/>
              <a:pathLst>
                <a:path w="3326" h="5788">
                  <a:moveTo>
                    <a:pt x="177" y="0"/>
                  </a:moveTo>
                  <a:lnTo>
                    <a:pt x="3326" y="0"/>
                  </a:lnTo>
                  <a:lnTo>
                    <a:pt x="3256" y="51"/>
                  </a:lnTo>
                  <a:lnTo>
                    <a:pt x="3189" y="107"/>
                  </a:lnTo>
                  <a:lnTo>
                    <a:pt x="3124" y="172"/>
                  </a:lnTo>
                  <a:lnTo>
                    <a:pt x="3063" y="245"/>
                  </a:lnTo>
                  <a:lnTo>
                    <a:pt x="3007" y="326"/>
                  </a:lnTo>
                  <a:lnTo>
                    <a:pt x="2954" y="414"/>
                  </a:lnTo>
                  <a:lnTo>
                    <a:pt x="2902" y="512"/>
                  </a:lnTo>
                  <a:lnTo>
                    <a:pt x="2856" y="622"/>
                  </a:lnTo>
                  <a:lnTo>
                    <a:pt x="2814" y="740"/>
                  </a:lnTo>
                  <a:lnTo>
                    <a:pt x="2777" y="868"/>
                  </a:lnTo>
                  <a:lnTo>
                    <a:pt x="2742" y="1008"/>
                  </a:lnTo>
                  <a:lnTo>
                    <a:pt x="2714" y="1159"/>
                  </a:lnTo>
                  <a:lnTo>
                    <a:pt x="2688" y="1322"/>
                  </a:lnTo>
                  <a:lnTo>
                    <a:pt x="2667" y="1497"/>
                  </a:lnTo>
                  <a:lnTo>
                    <a:pt x="2651" y="1685"/>
                  </a:lnTo>
                  <a:lnTo>
                    <a:pt x="2651" y="1692"/>
                  </a:lnTo>
                  <a:lnTo>
                    <a:pt x="2642" y="1836"/>
                  </a:lnTo>
                  <a:lnTo>
                    <a:pt x="2635" y="1990"/>
                  </a:lnTo>
                  <a:lnTo>
                    <a:pt x="2632" y="2148"/>
                  </a:lnTo>
                  <a:lnTo>
                    <a:pt x="2623" y="2223"/>
                  </a:lnTo>
                  <a:lnTo>
                    <a:pt x="2611" y="2304"/>
                  </a:lnTo>
                  <a:lnTo>
                    <a:pt x="2595" y="2390"/>
                  </a:lnTo>
                  <a:lnTo>
                    <a:pt x="2579" y="2481"/>
                  </a:lnTo>
                  <a:lnTo>
                    <a:pt x="2558" y="2569"/>
                  </a:lnTo>
                  <a:lnTo>
                    <a:pt x="2532" y="2653"/>
                  </a:lnTo>
                  <a:lnTo>
                    <a:pt x="2504" y="2732"/>
                  </a:lnTo>
                  <a:lnTo>
                    <a:pt x="2472" y="2802"/>
                  </a:lnTo>
                  <a:lnTo>
                    <a:pt x="2488" y="2818"/>
                  </a:lnTo>
                  <a:lnTo>
                    <a:pt x="2507" y="2839"/>
                  </a:lnTo>
                  <a:lnTo>
                    <a:pt x="2530" y="2867"/>
                  </a:lnTo>
                  <a:lnTo>
                    <a:pt x="2558" y="2905"/>
                  </a:lnTo>
                  <a:lnTo>
                    <a:pt x="2600" y="2986"/>
                  </a:lnTo>
                  <a:lnTo>
                    <a:pt x="2635" y="3065"/>
                  </a:lnTo>
                  <a:lnTo>
                    <a:pt x="2663" y="3147"/>
                  </a:lnTo>
                  <a:lnTo>
                    <a:pt x="2684" y="3233"/>
                  </a:lnTo>
                  <a:lnTo>
                    <a:pt x="2700" y="3324"/>
                  </a:lnTo>
                  <a:lnTo>
                    <a:pt x="2712" y="3421"/>
                  </a:lnTo>
                  <a:lnTo>
                    <a:pt x="2726" y="3810"/>
                  </a:lnTo>
                  <a:lnTo>
                    <a:pt x="2726" y="3808"/>
                  </a:lnTo>
                  <a:lnTo>
                    <a:pt x="2728" y="3945"/>
                  </a:lnTo>
                  <a:lnTo>
                    <a:pt x="2730" y="4080"/>
                  </a:lnTo>
                  <a:lnTo>
                    <a:pt x="2733" y="4213"/>
                  </a:lnTo>
                  <a:lnTo>
                    <a:pt x="2730" y="4343"/>
                  </a:lnTo>
                  <a:lnTo>
                    <a:pt x="2728" y="4469"/>
                  </a:lnTo>
                  <a:lnTo>
                    <a:pt x="2723" y="4594"/>
                  </a:lnTo>
                  <a:lnTo>
                    <a:pt x="2716" y="4713"/>
                  </a:lnTo>
                  <a:lnTo>
                    <a:pt x="2707" y="4829"/>
                  </a:lnTo>
                  <a:lnTo>
                    <a:pt x="2693" y="4939"/>
                  </a:lnTo>
                  <a:lnTo>
                    <a:pt x="2677" y="5046"/>
                  </a:lnTo>
                  <a:lnTo>
                    <a:pt x="2656" y="5143"/>
                  </a:lnTo>
                  <a:lnTo>
                    <a:pt x="2630" y="5239"/>
                  </a:lnTo>
                  <a:lnTo>
                    <a:pt x="2600" y="5325"/>
                  </a:lnTo>
                  <a:lnTo>
                    <a:pt x="2565" y="5404"/>
                  </a:lnTo>
                  <a:lnTo>
                    <a:pt x="2525" y="5474"/>
                  </a:lnTo>
                  <a:lnTo>
                    <a:pt x="2479" y="5539"/>
                  </a:lnTo>
                  <a:lnTo>
                    <a:pt x="2428" y="5593"/>
                  </a:lnTo>
                  <a:lnTo>
                    <a:pt x="2369" y="5639"/>
                  </a:lnTo>
                  <a:lnTo>
                    <a:pt x="2304" y="5674"/>
                  </a:lnTo>
                  <a:lnTo>
                    <a:pt x="2232" y="5704"/>
                  </a:lnTo>
                  <a:lnTo>
                    <a:pt x="2167" y="5728"/>
                  </a:lnTo>
                  <a:lnTo>
                    <a:pt x="2111" y="5742"/>
                  </a:lnTo>
                  <a:lnTo>
                    <a:pt x="2060" y="5749"/>
                  </a:lnTo>
                  <a:lnTo>
                    <a:pt x="2016" y="5751"/>
                  </a:lnTo>
                  <a:lnTo>
                    <a:pt x="1978" y="5749"/>
                  </a:lnTo>
                  <a:lnTo>
                    <a:pt x="1946" y="5742"/>
                  </a:lnTo>
                  <a:lnTo>
                    <a:pt x="1918" y="5730"/>
                  </a:lnTo>
                  <a:lnTo>
                    <a:pt x="1897" y="5716"/>
                  </a:lnTo>
                  <a:lnTo>
                    <a:pt x="1878" y="5697"/>
                  </a:lnTo>
                  <a:lnTo>
                    <a:pt x="1864" y="5681"/>
                  </a:lnTo>
                  <a:lnTo>
                    <a:pt x="1853" y="5662"/>
                  </a:lnTo>
                  <a:lnTo>
                    <a:pt x="1843" y="5644"/>
                  </a:lnTo>
                  <a:lnTo>
                    <a:pt x="1839" y="5625"/>
                  </a:lnTo>
                  <a:lnTo>
                    <a:pt x="1834" y="5609"/>
                  </a:lnTo>
                  <a:lnTo>
                    <a:pt x="1832" y="5595"/>
                  </a:lnTo>
                  <a:lnTo>
                    <a:pt x="1832" y="5574"/>
                  </a:lnTo>
                  <a:lnTo>
                    <a:pt x="1843" y="5562"/>
                  </a:lnTo>
                  <a:lnTo>
                    <a:pt x="1860" y="5548"/>
                  </a:lnTo>
                  <a:lnTo>
                    <a:pt x="1876" y="5530"/>
                  </a:lnTo>
                  <a:lnTo>
                    <a:pt x="1897" y="5506"/>
                  </a:lnTo>
                  <a:lnTo>
                    <a:pt x="1918" y="5481"/>
                  </a:lnTo>
                  <a:lnTo>
                    <a:pt x="1939" y="5451"/>
                  </a:lnTo>
                  <a:lnTo>
                    <a:pt x="1960" y="5418"/>
                  </a:lnTo>
                  <a:lnTo>
                    <a:pt x="1992" y="5348"/>
                  </a:lnTo>
                  <a:lnTo>
                    <a:pt x="2002" y="5309"/>
                  </a:lnTo>
                  <a:lnTo>
                    <a:pt x="2004" y="5271"/>
                  </a:lnTo>
                  <a:lnTo>
                    <a:pt x="2002" y="5232"/>
                  </a:lnTo>
                  <a:lnTo>
                    <a:pt x="1990" y="5192"/>
                  </a:lnTo>
                  <a:lnTo>
                    <a:pt x="1969" y="5153"/>
                  </a:lnTo>
                  <a:lnTo>
                    <a:pt x="1937" y="5116"/>
                  </a:lnTo>
                  <a:lnTo>
                    <a:pt x="1892" y="5081"/>
                  </a:lnTo>
                  <a:lnTo>
                    <a:pt x="1836" y="5046"/>
                  </a:lnTo>
                  <a:lnTo>
                    <a:pt x="1776" y="5020"/>
                  </a:lnTo>
                  <a:lnTo>
                    <a:pt x="1718" y="5004"/>
                  </a:lnTo>
                  <a:lnTo>
                    <a:pt x="1667" y="4999"/>
                  </a:lnTo>
                  <a:lnTo>
                    <a:pt x="1620" y="5004"/>
                  </a:lnTo>
                  <a:lnTo>
                    <a:pt x="1578" y="5018"/>
                  </a:lnTo>
                  <a:lnTo>
                    <a:pt x="1541" y="5039"/>
                  </a:lnTo>
                  <a:lnTo>
                    <a:pt x="1508" y="5067"/>
                  </a:lnTo>
                  <a:lnTo>
                    <a:pt x="1480" y="5099"/>
                  </a:lnTo>
                  <a:lnTo>
                    <a:pt x="1457" y="5136"/>
                  </a:lnTo>
                  <a:lnTo>
                    <a:pt x="1436" y="5178"/>
                  </a:lnTo>
                  <a:lnTo>
                    <a:pt x="1420" y="5223"/>
                  </a:lnTo>
                  <a:lnTo>
                    <a:pt x="1408" y="5269"/>
                  </a:lnTo>
                  <a:lnTo>
                    <a:pt x="1401" y="5316"/>
                  </a:lnTo>
                  <a:lnTo>
                    <a:pt x="1397" y="5362"/>
                  </a:lnTo>
                  <a:lnTo>
                    <a:pt x="1397" y="5409"/>
                  </a:lnTo>
                  <a:lnTo>
                    <a:pt x="1399" y="5453"/>
                  </a:lnTo>
                  <a:lnTo>
                    <a:pt x="1406" y="5493"/>
                  </a:lnTo>
                  <a:lnTo>
                    <a:pt x="1415" y="5530"/>
                  </a:lnTo>
                  <a:lnTo>
                    <a:pt x="1436" y="5579"/>
                  </a:lnTo>
                  <a:lnTo>
                    <a:pt x="1469" y="5630"/>
                  </a:lnTo>
                  <a:lnTo>
                    <a:pt x="1511" y="5683"/>
                  </a:lnTo>
                  <a:lnTo>
                    <a:pt x="1564" y="5737"/>
                  </a:lnTo>
                  <a:lnTo>
                    <a:pt x="1625" y="5788"/>
                  </a:lnTo>
                  <a:lnTo>
                    <a:pt x="177" y="5788"/>
                  </a:lnTo>
                  <a:lnTo>
                    <a:pt x="131" y="5781"/>
                  </a:lnTo>
                  <a:lnTo>
                    <a:pt x="89" y="5765"/>
                  </a:lnTo>
                  <a:lnTo>
                    <a:pt x="51" y="5737"/>
                  </a:lnTo>
                  <a:lnTo>
                    <a:pt x="23" y="5700"/>
                  </a:lnTo>
                  <a:lnTo>
                    <a:pt x="7" y="5658"/>
                  </a:lnTo>
                  <a:lnTo>
                    <a:pt x="0" y="5611"/>
                  </a:lnTo>
                  <a:lnTo>
                    <a:pt x="0" y="177"/>
                  </a:lnTo>
                  <a:lnTo>
                    <a:pt x="7" y="130"/>
                  </a:lnTo>
                  <a:lnTo>
                    <a:pt x="23" y="89"/>
                  </a:lnTo>
                  <a:lnTo>
                    <a:pt x="51" y="51"/>
                  </a:lnTo>
                  <a:lnTo>
                    <a:pt x="89" y="23"/>
                  </a:lnTo>
                  <a:lnTo>
                    <a:pt x="131" y="7"/>
                  </a:lnTo>
                  <a:lnTo>
                    <a:pt x="177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323615" name="Freeform 31"/>
            <p:cNvSpPr>
              <a:spLocks/>
            </p:cNvSpPr>
            <p:nvPr userDrawn="1"/>
          </p:nvSpPr>
          <p:spPr bwMode="auto">
            <a:xfrm>
              <a:off x="2796" y="2105"/>
              <a:ext cx="784" cy="1392"/>
            </a:xfrm>
            <a:custGeom>
              <a:avLst/>
              <a:gdLst/>
              <a:ahLst/>
              <a:cxnLst>
                <a:cxn ang="0">
                  <a:pos x="3130" y="7"/>
                </a:cxn>
                <a:cxn ang="0">
                  <a:pos x="3237" y="89"/>
                </a:cxn>
                <a:cxn ang="0">
                  <a:pos x="3260" y="5611"/>
                </a:cxn>
                <a:cxn ang="0">
                  <a:pos x="3209" y="5737"/>
                </a:cxn>
                <a:cxn ang="0">
                  <a:pos x="3083" y="5788"/>
                </a:cxn>
                <a:cxn ang="0">
                  <a:pos x="137" y="5681"/>
                </a:cxn>
                <a:cxn ang="0">
                  <a:pos x="321" y="5465"/>
                </a:cxn>
                <a:cxn ang="0">
                  <a:pos x="470" y="5169"/>
                </a:cxn>
                <a:cxn ang="0">
                  <a:pos x="586" y="4780"/>
                </a:cxn>
                <a:cxn ang="0">
                  <a:pos x="661" y="4292"/>
                </a:cxn>
                <a:cxn ang="0">
                  <a:pos x="686" y="3954"/>
                </a:cxn>
                <a:cxn ang="0">
                  <a:pos x="707" y="3547"/>
                </a:cxn>
                <a:cxn ang="0">
                  <a:pos x="777" y="3261"/>
                </a:cxn>
                <a:cxn ang="0">
                  <a:pos x="840" y="3068"/>
                </a:cxn>
                <a:cxn ang="0">
                  <a:pos x="770" y="2979"/>
                </a:cxn>
                <a:cxn ang="0">
                  <a:pos x="677" y="2735"/>
                </a:cxn>
                <a:cxn ang="0">
                  <a:pos x="623" y="2460"/>
                </a:cxn>
                <a:cxn ang="0">
                  <a:pos x="598" y="1843"/>
                </a:cxn>
                <a:cxn ang="0">
                  <a:pos x="596" y="1445"/>
                </a:cxn>
                <a:cxn ang="0">
                  <a:pos x="609" y="1075"/>
                </a:cxn>
                <a:cxn ang="0">
                  <a:pos x="651" y="745"/>
                </a:cxn>
                <a:cxn ang="0">
                  <a:pos x="726" y="466"/>
                </a:cxn>
                <a:cxn ang="0">
                  <a:pos x="847" y="252"/>
                </a:cxn>
                <a:cxn ang="0">
                  <a:pos x="1021" y="114"/>
                </a:cxn>
                <a:cxn ang="0">
                  <a:pos x="1217" y="47"/>
                </a:cxn>
                <a:cxn ang="0">
                  <a:pos x="1350" y="40"/>
                </a:cxn>
                <a:cxn ang="0">
                  <a:pos x="1431" y="72"/>
                </a:cxn>
                <a:cxn ang="0">
                  <a:pos x="1475" y="126"/>
                </a:cxn>
                <a:cxn ang="0">
                  <a:pos x="1494" y="179"/>
                </a:cxn>
                <a:cxn ang="0">
                  <a:pos x="1485" y="226"/>
                </a:cxn>
                <a:cxn ang="0">
                  <a:pos x="1431" y="282"/>
                </a:cxn>
                <a:cxn ang="0">
                  <a:pos x="1368" y="370"/>
                </a:cxn>
                <a:cxn ang="0">
                  <a:pos x="1324" y="517"/>
                </a:cxn>
                <a:cxn ang="0">
                  <a:pos x="1359" y="636"/>
                </a:cxn>
                <a:cxn ang="0">
                  <a:pos x="1492" y="743"/>
                </a:cxn>
                <a:cxn ang="0">
                  <a:pos x="1659" y="789"/>
                </a:cxn>
                <a:cxn ang="0">
                  <a:pos x="1785" y="752"/>
                </a:cxn>
                <a:cxn ang="0">
                  <a:pos x="1871" y="654"/>
                </a:cxn>
                <a:cxn ang="0">
                  <a:pos x="1917" y="521"/>
                </a:cxn>
                <a:cxn ang="0">
                  <a:pos x="1931" y="382"/>
                </a:cxn>
                <a:cxn ang="0">
                  <a:pos x="1913" y="261"/>
                </a:cxn>
                <a:cxn ang="0">
                  <a:pos x="1817" y="105"/>
                </a:cxn>
              </a:cxnLst>
              <a:rect l="0" t="0" r="r" b="b"/>
              <a:pathLst>
                <a:path w="3260" h="5788">
                  <a:moveTo>
                    <a:pt x="1701" y="0"/>
                  </a:moveTo>
                  <a:lnTo>
                    <a:pt x="3083" y="0"/>
                  </a:lnTo>
                  <a:lnTo>
                    <a:pt x="3130" y="7"/>
                  </a:lnTo>
                  <a:lnTo>
                    <a:pt x="3172" y="23"/>
                  </a:lnTo>
                  <a:lnTo>
                    <a:pt x="3209" y="51"/>
                  </a:lnTo>
                  <a:lnTo>
                    <a:pt x="3237" y="89"/>
                  </a:lnTo>
                  <a:lnTo>
                    <a:pt x="3253" y="130"/>
                  </a:lnTo>
                  <a:lnTo>
                    <a:pt x="3260" y="177"/>
                  </a:lnTo>
                  <a:lnTo>
                    <a:pt x="3260" y="5611"/>
                  </a:lnTo>
                  <a:lnTo>
                    <a:pt x="3253" y="5658"/>
                  </a:lnTo>
                  <a:lnTo>
                    <a:pt x="3237" y="5700"/>
                  </a:lnTo>
                  <a:lnTo>
                    <a:pt x="3209" y="5737"/>
                  </a:lnTo>
                  <a:lnTo>
                    <a:pt x="3172" y="5765"/>
                  </a:lnTo>
                  <a:lnTo>
                    <a:pt x="3130" y="5781"/>
                  </a:lnTo>
                  <a:lnTo>
                    <a:pt x="3083" y="5788"/>
                  </a:lnTo>
                  <a:lnTo>
                    <a:pt x="0" y="5788"/>
                  </a:lnTo>
                  <a:lnTo>
                    <a:pt x="70" y="5737"/>
                  </a:lnTo>
                  <a:lnTo>
                    <a:pt x="137" y="5681"/>
                  </a:lnTo>
                  <a:lnTo>
                    <a:pt x="202" y="5616"/>
                  </a:lnTo>
                  <a:lnTo>
                    <a:pt x="263" y="5544"/>
                  </a:lnTo>
                  <a:lnTo>
                    <a:pt x="321" y="5465"/>
                  </a:lnTo>
                  <a:lnTo>
                    <a:pt x="374" y="5374"/>
                  </a:lnTo>
                  <a:lnTo>
                    <a:pt x="426" y="5276"/>
                  </a:lnTo>
                  <a:lnTo>
                    <a:pt x="470" y="5169"/>
                  </a:lnTo>
                  <a:lnTo>
                    <a:pt x="514" y="5050"/>
                  </a:lnTo>
                  <a:lnTo>
                    <a:pt x="551" y="4920"/>
                  </a:lnTo>
                  <a:lnTo>
                    <a:pt x="586" y="4780"/>
                  </a:lnTo>
                  <a:lnTo>
                    <a:pt x="614" y="4629"/>
                  </a:lnTo>
                  <a:lnTo>
                    <a:pt x="640" y="4466"/>
                  </a:lnTo>
                  <a:lnTo>
                    <a:pt x="661" y="4292"/>
                  </a:lnTo>
                  <a:lnTo>
                    <a:pt x="677" y="4103"/>
                  </a:lnTo>
                  <a:lnTo>
                    <a:pt x="677" y="4098"/>
                  </a:lnTo>
                  <a:lnTo>
                    <a:pt x="686" y="3954"/>
                  </a:lnTo>
                  <a:lnTo>
                    <a:pt x="691" y="3801"/>
                  </a:lnTo>
                  <a:lnTo>
                    <a:pt x="696" y="3640"/>
                  </a:lnTo>
                  <a:lnTo>
                    <a:pt x="707" y="3547"/>
                  </a:lnTo>
                  <a:lnTo>
                    <a:pt x="726" y="3452"/>
                  </a:lnTo>
                  <a:lnTo>
                    <a:pt x="749" y="3356"/>
                  </a:lnTo>
                  <a:lnTo>
                    <a:pt x="777" y="3261"/>
                  </a:lnTo>
                  <a:lnTo>
                    <a:pt x="814" y="3170"/>
                  </a:lnTo>
                  <a:lnTo>
                    <a:pt x="856" y="3084"/>
                  </a:lnTo>
                  <a:lnTo>
                    <a:pt x="840" y="3068"/>
                  </a:lnTo>
                  <a:lnTo>
                    <a:pt x="821" y="3044"/>
                  </a:lnTo>
                  <a:lnTo>
                    <a:pt x="798" y="3016"/>
                  </a:lnTo>
                  <a:lnTo>
                    <a:pt x="770" y="2979"/>
                  </a:lnTo>
                  <a:lnTo>
                    <a:pt x="733" y="2905"/>
                  </a:lnTo>
                  <a:lnTo>
                    <a:pt x="703" y="2823"/>
                  </a:lnTo>
                  <a:lnTo>
                    <a:pt x="677" y="2735"/>
                  </a:lnTo>
                  <a:lnTo>
                    <a:pt x="656" y="2644"/>
                  </a:lnTo>
                  <a:lnTo>
                    <a:pt x="637" y="2551"/>
                  </a:lnTo>
                  <a:lnTo>
                    <a:pt x="623" y="2460"/>
                  </a:lnTo>
                  <a:lnTo>
                    <a:pt x="614" y="2369"/>
                  </a:lnTo>
                  <a:lnTo>
                    <a:pt x="600" y="1981"/>
                  </a:lnTo>
                  <a:lnTo>
                    <a:pt x="598" y="1843"/>
                  </a:lnTo>
                  <a:lnTo>
                    <a:pt x="596" y="1708"/>
                  </a:lnTo>
                  <a:lnTo>
                    <a:pt x="593" y="1576"/>
                  </a:lnTo>
                  <a:lnTo>
                    <a:pt x="596" y="1445"/>
                  </a:lnTo>
                  <a:lnTo>
                    <a:pt x="598" y="1320"/>
                  </a:lnTo>
                  <a:lnTo>
                    <a:pt x="602" y="1196"/>
                  </a:lnTo>
                  <a:lnTo>
                    <a:pt x="609" y="1075"/>
                  </a:lnTo>
                  <a:lnTo>
                    <a:pt x="619" y="959"/>
                  </a:lnTo>
                  <a:lnTo>
                    <a:pt x="633" y="850"/>
                  </a:lnTo>
                  <a:lnTo>
                    <a:pt x="651" y="745"/>
                  </a:lnTo>
                  <a:lnTo>
                    <a:pt x="672" y="645"/>
                  </a:lnTo>
                  <a:lnTo>
                    <a:pt x="698" y="552"/>
                  </a:lnTo>
                  <a:lnTo>
                    <a:pt x="726" y="466"/>
                  </a:lnTo>
                  <a:lnTo>
                    <a:pt x="761" y="386"/>
                  </a:lnTo>
                  <a:lnTo>
                    <a:pt x="803" y="314"/>
                  </a:lnTo>
                  <a:lnTo>
                    <a:pt x="847" y="252"/>
                  </a:lnTo>
                  <a:lnTo>
                    <a:pt x="898" y="196"/>
                  </a:lnTo>
                  <a:lnTo>
                    <a:pt x="956" y="151"/>
                  </a:lnTo>
                  <a:lnTo>
                    <a:pt x="1021" y="114"/>
                  </a:lnTo>
                  <a:lnTo>
                    <a:pt x="1094" y="84"/>
                  </a:lnTo>
                  <a:lnTo>
                    <a:pt x="1159" y="61"/>
                  </a:lnTo>
                  <a:lnTo>
                    <a:pt x="1217" y="47"/>
                  </a:lnTo>
                  <a:lnTo>
                    <a:pt x="1268" y="40"/>
                  </a:lnTo>
                  <a:lnTo>
                    <a:pt x="1312" y="37"/>
                  </a:lnTo>
                  <a:lnTo>
                    <a:pt x="1350" y="40"/>
                  </a:lnTo>
                  <a:lnTo>
                    <a:pt x="1382" y="47"/>
                  </a:lnTo>
                  <a:lnTo>
                    <a:pt x="1410" y="58"/>
                  </a:lnTo>
                  <a:lnTo>
                    <a:pt x="1431" y="72"/>
                  </a:lnTo>
                  <a:lnTo>
                    <a:pt x="1450" y="91"/>
                  </a:lnTo>
                  <a:lnTo>
                    <a:pt x="1464" y="107"/>
                  </a:lnTo>
                  <a:lnTo>
                    <a:pt x="1475" y="126"/>
                  </a:lnTo>
                  <a:lnTo>
                    <a:pt x="1485" y="144"/>
                  </a:lnTo>
                  <a:lnTo>
                    <a:pt x="1489" y="163"/>
                  </a:lnTo>
                  <a:lnTo>
                    <a:pt x="1494" y="179"/>
                  </a:lnTo>
                  <a:lnTo>
                    <a:pt x="1496" y="193"/>
                  </a:lnTo>
                  <a:lnTo>
                    <a:pt x="1496" y="214"/>
                  </a:lnTo>
                  <a:lnTo>
                    <a:pt x="1485" y="226"/>
                  </a:lnTo>
                  <a:lnTo>
                    <a:pt x="1468" y="240"/>
                  </a:lnTo>
                  <a:lnTo>
                    <a:pt x="1452" y="258"/>
                  </a:lnTo>
                  <a:lnTo>
                    <a:pt x="1431" y="282"/>
                  </a:lnTo>
                  <a:lnTo>
                    <a:pt x="1410" y="307"/>
                  </a:lnTo>
                  <a:lnTo>
                    <a:pt x="1389" y="338"/>
                  </a:lnTo>
                  <a:lnTo>
                    <a:pt x="1368" y="370"/>
                  </a:lnTo>
                  <a:lnTo>
                    <a:pt x="1336" y="440"/>
                  </a:lnTo>
                  <a:lnTo>
                    <a:pt x="1326" y="480"/>
                  </a:lnTo>
                  <a:lnTo>
                    <a:pt x="1324" y="517"/>
                  </a:lnTo>
                  <a:lnTo>
                    <a:pt x="1326" y="556"/>
                  </a:lnTo>
                  <a:lnTo>
                    <a:pt x="1338" y="596"/>
                  </a:lnTo>
                  <a:lnTo>
                    <a:pt x="1359" y="636"/>
                  </a:lnTo>
                  <a:lnTo>
                    <a:pt x="1391" y="673"/>
                  </a:lnTo>
                  <a:lnTo>
                    <a:pt x="1436" y="708"/>
                  </a:lnTo>
                  <a:lnTo>
                    <a:pt x="1492" y="743"/>
                  </a:lnTo>
                  <a:lnTo>
                    <a:pt x="1552" y="770"/>
                  </a:lnTo>
                  <a:lnTo>
                    <a:pt x="1608" y="784"/>
                  </a:lnTo>
                  <a:lnTo>
                    <a:pt x="1659" y="789"/>
                  </a:lnTo>
                  <a:lnTo>
                    <a:pt x="1706" y="784"/>
                  </a:lnTo>
                  <a:lnTo>
                    <a:pt x="1748" y="773"/>
                  </a:lnTo>
                  <a:lnTo>
                    <a:pt x="1785" y="752"/>
                  </a:lnTo>
                  <a:lnTo>
                    <a:pt x="1817" y="724"/>
                  </a:lnTo>
                  <a:lnTo>
                    <a:pt x="1848" y="691"/>
                  </a:lnTo>
                  <a:lnTo>
                    <a:pt x="1871" y="654"/>
                  </a:lnTo>
                  <a:lnTo>
                    <a:pt x="1890" y="612"/>
                  </a:lnTo>
                  <a:lnTo>
                    <a:pt x="1906" y="568"/>
                  </a:lnTo>
                  <a:lnTo>
                    <a:pt x="1917" y="521"/>
                  </a:lnTo>
                  <a:lnTo>
                    <a:pt x="1927" y="475"/>
                  </a:lnTo>
                  <a:lnTo>
                    <a:pt x="1931" y="428"/>
                  </a:lnTo>
                  <a:lnTo>
                    <a:pt x="1931" y="382"/>
                  </a:lnTo>
                  <a:lnTo>
                    <a:pt x="1929" y="338"/>
                  </a:lnTo>
                  <a:lnTo>
                    <a:pt x="1922" y="298"/>
                  </a:lnTo>
                  <a:lnTo>
                    <a:pt x="1913" y="261"/>
                  </a:lnTo>
                  <a:lnTo>
                    <a:pt x="1892" y="212"/>
                  </a:lnTo>
                  <a:lnTo>
                    <a:pt x="1859" y="158"/>
                  </a:lnTo>
                  <a:lnTo>
                    <a:pt x="1817" y="105"/>
                  </a:lnTo>
                  <a:lnTo>
                    <a:pt x="1764" y="51"/>
                  </a:lnTo>
                  <a:lnTo>
                    <a:pt x="1701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323616" name="Freeform 32"/>
            <p:cNvSpPr>
              <a:spLocks/>
            </p:cNvSpPr>
            <p:nvPr userDrawn="1"/>
          </p:nvSpPr>
          <p:spPr bwMode="auto">
            <a:xfrm>
              <a:off x="2524" y="2105"/>
              <a:ext cx="736" cy="1392"/>
            </a:xfrm>
            <a:custGeom>
              <a:avLst/>
              <a:gdLst/>
              <a:ahLst/>
              <a:cxnLst>
                <a:cxn ang="0">
                  <a:pos x="2948" y="105"/>
                </a:cxn>
                <a:cxn ang="0">
                  <a:pos x="3053" y="298"/>
                </a:cxn>
                <a:cxn ang="0">
                  <a:pos x="3058" y="475"/>
                </a:cxn>
                <a:cxn ang="0">
                  <a:pos x="3002" y="654"/>
                </a:cxn>
                <a:cxn ang="0">
                  <a:pos x="2879" y="773"/>
                </a:cxn>
                <a:cxn ang="0">
                  <a:pos x="2683" y="770"/>
                </a:cxn>
                <a:cxn ang="0">
                  <a:pos x="2490" y="636"/>
                </a:cxn>
                <a:cxn ang="0">
                  <a:pos x="2457" y="480"/>
                </a:cxn>
                <a:cxn ang="0">
                  <a:pos x="2541" y="307"/>
                </a:cxn>
                <a:cxn ang="0">
                  <a:pos x="2616" y="226"/>
                </a:cxn>
                <a:cxn ang="0">
                  <a:pos x="2620" y="163"/>
                </a:cxn>
                <a:cxn ang="0">
                  <a:pos x="2581" y="91"/>
                </a:cxn>
                <a:cxn ang="0">
                  <a:pos x="2481" y="40"/>
                </a:cxn>
                <a:cxn ang="0">
                  <a:pos x="2290" y="61"/>
                </a:cxn>
                <a:cxn ang="0">
                  <a:pos x="2029" y="196"/>
                </a:cxn>
                <a:cxn ang="0">
                  <a:pos x="1857" y="466"/>
                </a:cxn>
                <a:cxn ang="0">
                  <a:pos x="1764" y="850"/>
                </a:cxn>
                <a:cxn ang="0">
                  <a:pos x="1729" y="1320"/>
                </a:cxn>
                <a:cxn ang="0">
                  <a:pos x="1729" y="1843"/>
                </a:cxn>
                <a:cxn ang="0">
                  <a:pos x="1768" y="2551"/>
                </a:cxn>
                <a:cxn ang="0">
                  <a:pos x="1864" y="2905"/>
                </a:cxn>
                <a:cxn ang="0">
                  <a:pos x="1971" y="3068"/>
                </a:cxn>
                <a:cxn ang="0">
                  <a:pos x="1880" y="3356"/>
                </a:cxn>
                <a:cxn ang="0">
                  <a:pos x="1822" y="3801"/>
                </a:cxn>
                <a:cxn ang="0">
                  <a:pos x="1792" y="4292"/>
                </a:cxn>
                <a:cxn ang="0">
                  <a:pos x="1682" y="4920"/>
                </a:cxn>
                <a:cxn ang="0">
                  <a:pos x="1505" y="5374"/>
                </a:cxn>
                <a:cxn ang="0">
                  <a:pos x="1268" y="5681"/>
                </a:cxn>
                <a:cxn ang="0">
                  <a:pos x="167" y="5737"/>
                </a:cxn>
                <a:cxn ang="0">
                  <a:pos x="18" y="5530"/>
                </a:cxn>
                <a:cxn ang="0">
                  <a:pos x="0" y="5362"/>
                </a:cxn>
                <a:cxn ang="0">
                  <a:pos x="39" y="5178"/>
                </a:cxn>
                <a:cxn ang="0">
                  <a:pos x="144" y="5039"/>
                </a:cxn>
                <a:cxn ang="0">
                  <a:pos x="321" y="5004"/>
                </a:cxn>
                <a:cxn ang="0">
                  <a:pos x="540" y="5116"/>
                </a:cxn>
                <a:cxn ang="0">
                  <a:pos x="607" y="5271"/>
                </a:cxn>
                <a:cxn ang="0">
                  <a:pos x="542" y="5451"/>
                </a:cxn>
                <a:cxn ang="0">
                  <a:pos x="463" y="5548"/>
                </a:cxn>
                <a:cxn ang="0">
                  <a:pos x="437" y="5609"/>
                </a:cxn>
                <a:cxn ang="0">
                  <a:pos x="467" y="5681"/>
                </a:cxn>
                <a:cxn ang="0">
                  <a:pos x="549" y="5742"/>
                </a:cxn>
                <a:cxn ang="0">
                  <a:pos x="714" y="5742"/>
                </a:cxn>
                <a:cxn ang="0">
                  <a:pos x="972" y="5639"/>
                </a:cxn>
                <a:cxn ang="0">
                  <a:pos x="1168" y="5404"/>
                </a:cxn>
                <a:cxn ang="0">
                  <a:pos x="1280" y="5046"/>
                </a:cxn>
                <a:cxn ang="0">
                  <a:pos x="1326" y="4594"/>
                </a:cxn>
                <a:cxn ang="0">
                  <a:pos x="1333" y="4080"/>
                </a:cxn>
                <a:cxn ang="0">
                  <a:pos x="1315" y="3421"/>
                </a:cxn>
                <a:cxn ang="0">
                  <a:pos x="1238" y="3065"/>
                </a:cxn>
                <a:cxn ang="0">
                  <a:pos x="1110" y="2839"/>
                </a:cxn>
                <a:cxn ang="0">
                  <a:pos x="1135" y="2653"/>
                </a:cxn>
                <a:cxn ang="0">
                  <a:pos x="1214" y="2304"/>
                </a:cxn>
                <a:cxn ang="0">
                  <a:pos x="1245" y="1836"/>
                </a:cxn>
                <a:cxn ang="0">
                  <a:pos x="1291" y="1322"/>
                </a:cxn>
                <a:cxn ang="0">
                  <a:pos x="1417" y="740"/>
                </a:cxn>
                <a:cxn ang="0">
                  <a:pos x="1610" y="326"/>
                </a:cxn>
                <a:cxn ang="0">
                  <a:pos x="1859" y="51"/>
                </a:cxn>
              </a:cxnLst>
              <a:rect l="0" t="0" r="r" b="b"/>
              <a:pathLst>
                <a:path w="3062" h="5788">
                  <a:moveTo>
                    <a:pt x="1929" y="0"/>
                  </a:moveTo>
                  <a:lnTo>
                    <a:pt x="2832" y="0"/>
                  </a:lnTo>
                  <a:lnTo>
                    <a:pt x="2895" y="51"/>
                  </a:lnTo>
                  <a:lnTo>
                    <a:pt x="2948" y="105"/>
                  </a:lnTo>
                  <a:lnTo>
                    <a:pt x="2990" y="158"/>
                  </a:lnTo>
                  <a:lnTo>
                    <a:pt x="3023" y="212"/>
                  </a:lnTo>
                  <a:lnTo>
                    <a:pt x="3044" y="261"/>
                  </a:lnTo>
                  <a:lnTo>
                    <a:pt x="3053" y="298"/>
                  </a:lnTo>
                  <a:lnTo>
                    <a:pt x="3060" y="338"/>
                  </a:lnTo>
                  <a:lnTo>
                    <a:pt x="3062" y="382"/>
                  </a:lnTo>
                  <a:lnTo>
                    <a:pt x="3062" y="428"/>
                  </a:lnTo>
                  <a:lnTo>
                    <a:pt x="3058" y="475"/>
                  </a:lnTo>
                  <a:lnTo>
                    <a:pt x="3048" y="521"/>
                  </a:lnTo>
                  <a:lnTo>
                    <a:pt x="3037" y="568"/>
                  </a:lnTo>
                  <a:lnTo>
                    <a:pt x="3021" y="612"/>
                  </a:lnTo>
                  <a:lnTo>
                    <a:pt x="3002" y="654"/>
                  </a:lnTo>
                  <a:lnTo>
                    <a:pt x="2979" y="691"/>
                  </a:lnTo>
                  <a:lnTo>
                    <a:pt x="2948" y="724"/>
                  </a:lnTo>
                  <a:lnTo>
                    <a:pt x="2916" y="752"/>
                  </a:lnTo>
                  <a:lnTo>
                    <a:pt x="2879" y="773"/>
                  </a:lnTo>
                  <a:lnTo>
                    <a:pt x="2837" y="784"/>
                  </a:lnTo>
                  <a:lnTo>
                    <a:pt x="2790" y="789"/>
                  </a:lnTo>
                  <a:lnTo>
                    <a:pt x="2739" y="784"/>
                  </a:lnTo>
                  <a:lnTo>
                    <a:pt x="2683" y="770"/>
                  </a:lnTo>
                  <a:lnTo>
                    <a:pt x="2623" y="743"/>
                  </a:lnTo>
                  <a:lnTo>
                    <a:pt x="2567" y="708"/>
                  </a:lnTo>
                  <a:lnTo>
                    <a:pt x="2522" y="673"/>
                  </a:lnTo>
                  <a:lnTo>
                    <a:pt x="2490" y="636"/>
                  </a:lnTo>
                  <a:lnTo>
                    <a:pt x="2469" y="596"/>
                  </a:lnTo>
                  <a:lnTo>
                    <a:pt x="2457" y="556"/>
                  </a:lnTo>
                  <a:lnTo>
                    <a:pt x="2455" y="517"/>
                  </a:lnTo>
                  <a:lnTo>
                    <a:pt x="2457" y="480"/>
                  </a:lnTo>
                  <a:lnTo>
                    <a:pt x="2467" y="440"/>
                  </a:lnTo>
                  <a:lnTo>
                    <a:pt x="2499" y="370"/>
                  </a:lnTo>
                  <a:lnTo>
                    <a:pt x="2520" y="338"/>
                  </a:lnTo>
                  <a:lnTo>
                    <a:pt x="2541" y="307"/>
                  </a:lnTo>
                  <a:lnTo>
                    <a:pt x="2562" y="282"/>
                  </a:lnTo>
                  <a:lnTo>
                    <a:pt x="2583" y="258"/>
                  </a:lnTo>
                  <a:lnTo>
                    <a:pt x="2599" y="240"/>
                  </a:lnTo>
                  <a:lnTo>
                    <a:pt x="2616" y="226"/>
                  </a:lnTo>
                  <a:lnTo>
                    <a:pt x="2627" y="214"/>
                  </a:lnTo>
                  <a:lnTo>
                    <a:pt x="2627" y="193"/>
                  </a:lnTo>
                  <a:lnTo>
                    <a:pt x="2625" y="179"/>
                  </a:lnTo>
                  <a:lnTo>
                    <a:pt x="2620" y="163"/>
                  </a:lnTo>
                  <a:lnTo>
                    <a:pt x="2616" y="144"/>
                  </a:lnTo>
                  <a:lnTo>
                    <a:pt x="2606" y="126"/>
                  </a:lnTo>
                  <a:lnTo>
                    <a:pt x="2595" y="107"/>
                  </a:lnTo>
                  <a:lnTo>
                    <a:pt x="2581" y="91"/>
                  </a:lnTo>
                  <a:lnTo>
                    <a:pt x="2562" y="72"/>
                  </a:lnTo>
                  <a:lnTo>
                    <a:pt x="2541" y="58"/>
                  </a:lnTo>
                  <a:lnTo>
                    <a:pt x="2513" y="47"/>
                  </a:lnTo>
                  <a:lnTo>
                    <a:pt x="2481" y="40"/>
                  </a:lnTo>
                  <a:lnTo>
                    <a:pt x="2443" y="37"/>
                  </a:lnTo>
                  <a:lnTo>
                    <a:pt x="2399" y="40"/>
                  </a:lnTo>
                  <a:lnTo>
                    <a:pt x="2348" y="47"/>
                  </a:lnTo>
                  <a:lnTo>
                    <a:pt x="2290" y="61"/>
                  </a:lnTo>
                  <a:lnTo>
                    <a:pt x="2225" y="84"/>
                  </a:lnTo>
                  <a:lnTo>
                    <a:pt x="2152" y="114"/>
                  </a:lnTo>
                  <a:lnTo>
                    <a:pt x="2087" y="151"/>
                  </a:lnTo>
                  <a:lnTo>
                    <a:pt x="2029" y="196"/>
                  </a:lnTo>
                  <a:lnTo>
                    <a:pt x="1978" y="252"/>
                  </a:lnTo>
                  <a:lnTo>
                    <a:pt x="1934" y="314"/>
                  </a:lnTo>
                  <a:lnTo>
                    <a:pt x="1892" y="386"/>
                  </a:lnTo>
                  <a:lnTo>
                    <a:pt x="1857" y="466"/>
                  </a:lnTo>
                  <a:lnTo>
                    <a:pt x="1829" y="552"/>
                  </a:lnTo>
                  <a:lnTo>
                    <a:pt x="1803" y="645"/>
                  </a:lnTo>
                  <a:lnTo>
                    <a:pt x="1782" y="745"/>
                  </a:lnTo>
                  <a:lnTo>
                    <a:pt x="1764" y="850"/>
                  </a:lnTo>
                  <a:lnTo>
                    <a:pt x="1750" y="959"/>
                  </a:lnTo>
                  <a:lnTo>
                    <a:pt x="1740" y="1075"/>
                  </a:lnTo>
                  <a:lnTo>
                    <a:pt x="1733" y="1196"/>
                  </a:lnTo>
                  <a:lnTo>
                    <a:pt x="1729" y="1320"/>
                  </a:lnTo>
                  <a:lnTo>
                    <a:pt x="1727" y="1445"/>
                  </a:lnTo>
                  <a:lnTo>
                    <a:pt x="1724" y="1576"/>
                  </a:lnTo>
                  <a:lnTo>
                    <a:pt x="1727" y="1708"/>
                  </a:lnTo>
                  <a:lnTo>
                    <a:pt x="1729" y="1843"/>
                  </a:lnTo>
                  <a:lnTo>
                    <a:pt x="1731" y="1981"/>
                  </a:lnTo>
                  <a:lnTo>
                    <a:pt x="1745" y="2369"/>
                  </a:lnTo>
                  <a:lnTo>
                    <a:pt x="1754" y="2460"/>
                  </a:lnTo>
                  <a:lnTo>
                    <a:pt x="1768" y="2551"/>
                  </a:lnTo>
                  <a:lnTo>
                    <a:pt x="1787" y="2644"/>
                  </a:lnTo>
                  <a:lnTo>
                    <a:pt x="1808" y="2735"/>
                  </a:lnTo>
                  <a:lnTo>
                    <a:pt x="1834" y="2823"/>
                  </a:lnTo>
                  <a:lnTo>
                    <a:pt x="1864" y="2905"/>
                  </a:lnTo>
                  <a:lnTo>
                    <a:pt x="1901" y="2979"/>
                  </a:lnTo>
                  <a:lnTo>
                    <a:pt x="1929" y="3016"/>
                  </a:lnTo>
                  <a:lnTo>
                    <a:pt x="1952" y="3044"/>
                  </a:lnTo>
                  <a:lnTo>
                    <a:pt x="1971" y="3068"/>
                  </a:lnTo>
                  <a:lnTo>
                    <a:pt x="1987" y="3084"/>
                  </a:lnTo>
                  <a:lnTo>
                    <a:pt x="1945" y="3170"/>
                  </a:lnTo>
                  <a:lnTo>
                    <a:pt x="1908" y="3261"/>
                  </a:lnTo>
                  <a:lnTo>
                    <a:pt x="1880" y="3356"/>
                  </a:lnTo>
                  <a:lnTo>
                    <a:pt x="1857" y="3452"/>
                  </a:lnTo>
                  <a:lnTo>
                    <a:pt x="1838" y="3547"/>
                  </a:lnTo>
                  <a:lnTo>
                    <a:pt x="1827" y="3640"/>
                  </a:lnTo>
                  <a:lnTo>
                    <a:pt x="1822" y="3801"/>
                  </a:lnTo>
                  <a:lnTo>
                    <a:pt x="1817" y="3954"/>
                  </a:lnTo>
                  <a:lnTo>
                    <a:pt x="1808" y="4098"/>
                  </a:lnTo>
                  <a:lnTo>
                    <a:pt x="1808" y="4103"/>
                  </a:lnTo>
                  <a:lnTo>
                    <a:pt x="1792" y="4292"/>
                  </a:lnTo>
                  <a:lnTo>
                    <a:pt x="1771" y="4466"/>
                  </a:lnTo>
                  <a:lnTo>
                    <a:pt x="1745" y="4629"/>
                  </a:lnTo>
                  <a:lnTo>
                    <a:pt x="1717" y="4780"/>
                  </a:lnTo>
                  <a:lnTo>
                    <a:pt x="1682" y="4920"/>
                  </a:lnTo>
                  <a:lnTo>
                    <a:pt x="1645" y="5050"/>
                  </a:lnTo>
                  <a:lnTo>
                    <a:pt x="1601" y="5169"/>
                  </a:lnTo>
                  <a:lnTo>
                    <a:pt x="1557" y="5276"/>
                  </a:lnTo>
                  <a:lnTo>
                    <a:pt x="1505" y="5374"/>
                  </a:lnTo>
                  <a:lnTo>
                    <a:pt x="1452" y="5465"/>
                  </a:lnTo>
                  <a:lnTo>
                    <a:pt x="1394" y="5544"/>
                  </a:lnTo>
                  <a:lnTo>
                    <a:pt x="1333" y="5616"/>
                  </a:lnTo>
                  <a:lnTo>
                    <a:pt x="1268" y="5681"/>
                  </a:lnTo>
                  <a:lnTo>
                    <a:pt x="1201" y="5737"/>
                  </a:lnTo>
                  <a:lnTo>
                    <a:pt x="1131" y="5788"/>
                  </a:lnTo>
                  <a:lnTo>
                    <a:pt x="228" y="5788"/>
                  </a:lnTo>
                  <a:lnTo>
                    <a:pt x="167" y="5737"/>
                  </a:lnTo>
                  <a:lnTo>
                    <a:pt x="114" y="5683"/>
                  </a:lnTo>
                  <a:lnTo>
                    <a:pt x="72" y="5630"/>
                  </a:lnTo>
                  <a:lnTo>
                    <a:pt x="39" y="5579"/>
                  </a:lnTo>
                  <a:lnTo>
                    <a:pt x="18" y="5530"/>
                  </a:lnTo>
                  <a:lnTo>
                    <a:pt x="9" y="5493"/>
                  </a:lnTo>
                  <a:lnTo>
                    <a:pt x="2" y="5453"/>
                  </a:lnTo>
                  <a:lnTo>
                    <a:pt x="0" y="5409"/>
                  </a:lnTo>
                  <a:lnTo>
                    <a:pt x="0" y="5362"/>
                  </a:lnTo>
                  <a:lnTo>
                    <a:pt x="4" y="5316"/>
                  </a:lnTo>
                  <a:lnTo>
                    <a:pt x="11" y="5269"/>
                  </a:lnTo>
                  <a:lnTo>
                    <a:pt x="23" y="5223"/>
                  </a:lnTo>
                  <a:lnTo>
                    <a:pt x="39" y="5178"/>
                  </a:lnTo>
                  <a:lnTo>
                    <a:pt x="60" y="5136"/>
                  </a:lnTo>
                  <a:lnTo>
                    <a:pt x="83" y="5099"/>
                  </a:lnTo>
                  <a:lnTo>
                    <a:pt x="111" y="5067"/>
                  </a:lnTo>
                  <a:lnTo>
                    <a:pt x="144" y="5039"/>
                  </a:lnTo>
                  <a:lnTo>
                    <a:pt x="181" y="5018"/>
                  </a:lnTo>
                  <a:lnTo>
                    <a:pt x="223" y="5004"/>
                  </a:lnTo>
                  <a:lnTo>
                    <a:pt x="270" y="4999"/>
                  </a:lnTo>
                  <a:lnTo>
                    <a:pt x="321" y="5004"/>
                  </a:lnTo>
                  <a:lnTo>
                    <a:pt x="379" y="5020"/>
                  </a:lnTo>
                  <a:lnTo>
                    <a:pt x="439" y="5046"/>
                  </a:lnTo>
                  <a:lnTo>
                    <a:pt x="495" y="5081"/>
                  </a:lnTo>
                  <a:lnTo>
                    <a:pt x="540" y="5116"/>
                  </a:lnTo>
                  <a:lnTo>
                    <a:pt x="572" y="5153"/>
                  </a:lnTo>
                  <a:lnTo>
                    <a:pt x="593" y="5192"/>
                  </a:lnTo>
                  <a:lnTo>
                    <a:pt x="605" y="5232"/>
                  </a:lnTo>
                  <a:lnTo>
                    <a:pt x="607" y="5271"/>
                  </a:lnTo>
                  <a:lnTo>
                    <a:pt x="605" y="5309"/>
                  </a:lnTo>
                  <a:lnTo>
                    <a:pt x="595" y="5348"/>
                  </a:lnTo>
                  <a:lnTo>
                    <a:pt x="563" y="5418"/>
                  </a:lnTo>
                  <a:lnTo>
                    <a:pt x="542" y="5451"/>
                  </a:lnTo>
                  <a:lnTo>
                    <a:pt x="521" y="5481"/>
                  </a:lnTo>
                  <a:lnTo>
                    <a:pt x="500" y="5506"/>
                  </a:lnTo>
                  <a:lnTo>
                    <a:pt x="479" y="5530"/>
                  </a:lnTo>
                  <a:lnTo>
                    <a:pt x="463" y="5548"/>
                  </a:lnTo>
                  <a:lnTo>
                    <a:pt x="446" y="5562"/>
                  </a:lnTo>
                  <a:lnTo>
                    <a:pt x="435" y="5574"/>
                  </a:lnTo>
                  <a:lnTo>
                    <a:pt x="435" y="5595"/>
                  </a:lnTo>
                  <a:lnTo>
                    <a:pt x="437" y="5609"/>
                  </a:lnTo>
                  <a:lnTo>
                    <a:pt x="442" y="5625"/>
                  </a:lnTo>
                  <a:lnTo>
                    <a:pt x="446" y="5644"/>
                  </a:lnTo>
                  <a:lnTo>
                    <a:pt x="456" y="5662"/>
                  </a:lnTo>
                  <a:lnTo>
                    <a:pt x="467" y="5681"/>
                  </a:lnTo>
                  <a:lnTo>
                    <a:pt x="481" y="5697"/>
                  </a:lnTo>
                  <a:lnTo>
                    <a:pt x="500" y="5716"/>
                  </a:lnTo>
                  <a:lnTo>
                    <a:pt x="521" y="5730"/>
                  </a:lnTo>
                  <a:lnTo>
                    <a:pt x="549" y="5742"/>
                  </a:lnTo>
                  <a:lnTo>
                    <a:pt x="581" y="5749"/>
                  </a:lnTo>
                  <a:lnTo>
                    <a:pt x="619" y="5751"/>
                  </a:lnTo>
                  <a:lnTo>
                    <a:pt x="663" y="5749"/>
                  </a:lnTo>
                  <a:lnTo>
                    <a:pt x="714" y="5742"/>
                  </a:lnTo>
                  <a:lnTo>
                    <a:pt x="770" y="5728"/>
                  </a:lnTo>
                  <a:lnTo>
                    <a:pt x="835" y="5704"/>
                  </a:lnTo>
                  <a:lnTo>
                    <a:pt x="907" y="5674"/>
                  </a:lnTo>
                  <a:lnTo>
                    <a:pt x="972" y="5639"/>
                  </a:lnTo>
                  <a:lnTo>
                    <a:pt x="1031" y="5593"/>
                  </a:lnTo>
                  <a:lnTo>
                    <a:pt x="1082" y="5539"/>
                  </a:lnTo>
                  <a:lnTo>
                    <a:pt x="1128" y="5474"/>
                  </a:lnTo>
                  <a:lnTo>
                    <a:pt x="1168" y="5404"/>
                  </a:lnTo>
                  <a:lnTo>
                    <a:pt x="1203" y="5325"/>
                  </a:lnTo>
                  <a:lnTo>
                    <a:pt x="1233" y="5239"/>
                  </a:lnTo>
                  <a:lnTo>
                    <a:pt x="1259" y="5143"/>
                  </a:lnTo>
                  <a:lnTo>
                    <a:pt x="1280" y="5046"/>
                  </a:lnTo>
                  <a:lnTo>
                    <a:pt x="1296" y="4939"/>
                  </a:lnTo>
                  <a:lnTo>
                    <a:pt x="1310" y="4829"/>
                  </a:lnTo>
                  <a:lnTo>
                    <a:pt x="1319" y="4713"/>
                  </a:lnTo>
                  <a:lnTo>
                    <a:pt x="1326" y="4594"/>
                  </a:lnTo>
                  <a:lnTo>
                    <a:pt x="1331" y="4469"/>
                  </a:lnTo>
                  <a:lnTo>
                    <a:pt x="1333" y="4343"/>
                  </a:lnTo>
                  <a:lnTo>
                    <a:pt x="1336" y="4213"/>
                  </a:lnTo>
                  <a:lnTo>
                    <a:pt x="1333" y="4080"/>
                  </a:lnTo>
                  <a:lnTo>
                    <a:pt x="1331" y="3945"/>
                  </a:lnTo>
                  <a:lnTo>
                    <a:pt x="1329" y="3808"/>
                  </a:lnTo>
                  <a:lnTo>
                    <a:pt x="1329" y="3810"/>
                  </a:lnTo>
                  <a:lnTo>
                    <a:pt x="1315" y="3421"/>
                  </a:lnTo>
                  <a:lnTo>
                    <a:pt x="1303" y="3324"/>
                  </a:lnTo>
                  <a:lnTo>
                    <a:pt x="1287" y="3233"/>
                  </a:lnTo>
                  <a:lnTo>
                    <a:pt x="1266" y="3147"/>
                  </a:lnTo>
                  <a:lnTo>
                    <a:pt x="1238" y="3065"/>
                  </a:lnTo>
                  <a:lnTo>
                    <a:pt x="1203" y="2986"/>
                  </a:lnTo>
                  <a:lnTo>
                    <a:pt x="1161" y="2905"/>
                  </a:lnTo>
                  <a:lnTo>
                    <a:pt x="1133" y="2867"/>
                  </a:lnTo>
                  <a:lnTo>
                    <a:pt x="1110" y="2839"/>
                  </a:lnTo>
                  <a:lnTo>
                    <a:pt x="1091" y="2818"/>
                  </a:lnTo>
                  <a:lnTo>
                    <a:pt x="1075" y="2802"/>
                  </a:lnTo>
                  <a:lnTo>
                    <a:pt x="1107" y="2732"/>
                  </a:lnTo>
                  <a:lnTo>
                    <a:pt x="1135" y="2653"/>
                  </a:lnTo>
                  <a:lnTo>
                    <a:pt x="1161" y="2569"/>
                  </a:lnTo>
                  <a:lnTo>
                    <a:pt x="1182" y="2481"/>
                  </a:lnTo>
                  <a:lnTo>
                    <a:pt x="1198" y="2390"/>
                  </a:lnTo>
                  <a:lnTo>
                    <a:pt x="1214" y="2304"/>
                  </a:lnTo>
                  <a:lnTo>
                    <a:pt x="1226" y="2223"/>
                  </a:lnTo>
                  <a:lnTo>
                    <a:pt x="1235" y="2148"/>
                  </a:lnTo>
                  <a:lnTo>
                    <a:pt x="1238" y="1990"/>
                  </a:lnTo>
                  <a:lnTo>
                    <a:pt x="1245" y="1836"/>
                  </a:lnTo>
                  <a:lnTo>
                    <a:pt x="1254" y="1692"/>
                  </a:lnTo>
                  <a:lnTo>
                    <a:pt x="1254" y="1685"/>
                  </a:lnTo>
                  <a:lnTo>
                    <a:pt x="1270" y="1497"/>
                  </a:lnTo>
                  <a:lnTo>
                    <a:pt x="1291" y="1322"/>
                  </a:lnTo>
                  <a:lnTo>
                    <a:pt x="1317" y="1159"/>
                  </a:lnTo>
                  <a:lnTo>
                    <a:pt x="1345" y="1008"/>
                  </a:lnTo>
                  <a:lnTo>
                    <a:pt x="1380" y="868"/>
                  </a:lnTo>
                  <a:lnTo>
                    <a:pt x="1417" y="740"/>
                  </a:lnTo>
                  <a:lnTo>
                    <a:pt x="1459" y="622"/>
                  </a:lnTo>
                  <a:lnTo>
                    <a:pt x="1505" y="512"/>
                  </a:lnTo>
                  <a:lnTo>
                    <a:pt x="1557" y="414"/>
                  </a:lnTo>
                  <a:lnTo>
                    <a:pt x="1610" y="326"/>
                  </a:lnTo>
                  <a:lnTo>
                    <a:pt x="1666" y="245"/>
                  </a:lnTo>
                  <a:lnTo>
                    <a:pt x="1727" y="172"/>
                  </a:lnTo>
                  <a:lnTo>
                    <a:pt x="1792" y="107"/>
                  </a:lnTo>
                  <a:lnTo>
                    <a:pt x="1859" y="51"/>
                  </a:lnTo>
                  <a:lnTo>
                    <a:pt x="1929" y="0"/>
                  </a:lnTo>
                  <a:close/>
                </a:path>
              </a:pathLst>
            </a:custGeom>
            <a:solidFill>
              <a:srgbClr val="FFFFFF"/>
            </a:solidFill>
            <a:ln w="0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</p:grpSp>
      <p:sp>
        <p:nvSpPr>
          <p:cNvPr id="33" name="Rectangle 20"/>
          <p:cNvSpPr>
            <a:spLocks noChangeArrowheads="1"/>
          </p:cNvSpPr>
          <p:nvPr/>
        </p:nvSpPr>
        <p:spPr bwMode="auto">
          <a:xfrm>
            <a:off x="228600" y="228600"/>
            <a:ext cx="9601200" cy="7315200"/>
          </a:xfrm>
          <a:prstGeom prst="rect">
            <a:avLst/>
          </a:prstGeom>
          <a:noFill/>
          <a:ln w="38100">
            <a:solidFill>
              <a:schemeClr val="accent1"/>
            </a:solidFill>
            <a:miter lim="800000"/>
            <a:headEnd/>
            <a:tailEnd/>
          </a:ln>
        </p:spPr>
        <p:txBody>
          <a:bodyPr wrap="none" lIns="101847" tIns="50923" rIns="101847" bIns="50923" anchor="ctr"/>
          <a:lstStyle/>
          <a:p>
            <a:pPr>
              <a:defRPr/>
            </a:pPr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timing>
    <p:tnLst>
      <p:par>
        <p:cTn id="1" dur="indefinite" restart="never" nodeType="tmRoot"/>
      </p:par>
    </p:tnLst>
  </p:timing>
  <p:txStyles>
    <p:titleStyle>
      <a:lvl1pPr algn="ctr" rtl="0" eaLnBrk="0" fontAlgn="base" hangingPunct="0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Cambria" pitchFamily="18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Cambria" pitchFamily="18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Cambria" pitchFamily="18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Cambria" pitchFamily="18" charset="0"/>
        </a:defRPr>
      </a:lvl5pPr>
      <a:lvl6pPr marL="509292" algn="ctr" rtl="0" fontAlgn="base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Cambria" pitchFamily="18" charset="0"/>
        </a:defRPr>
      </a:lvl6pPr>
      <a:lvl7pPr marL="1018586" algn="ctr" rtl="0" fontAlgn="base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Cambria" pitchFamily="18" charset="0"/>
        </a:defRPr>
      </a:lvl7pPr>
      <a:lvl8pPr marL="1527879" algn="ctr" rtl="0" fontAlgn="base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Cambria" pitchFamily="18" charset="0"/>
        </a:defRPr>
      </a:lvl8pPr>
      <a:lvl9pPr marL="2037173" algn="ctr" rtl="0" fontAlgn="base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Cambria" pitchFamily="18" charset="0"/>
        </a:defRPr>
      </a:lvl9pPr>
    </p:titleStyle>
    <p:bodyStyle>
      <a:lvl1pPr marL="380202" indent="-380202" algn="l" rtl="0" eaLnBrk="0" fontAlgn="base" hangingPunct="0">
        <a:spcBef>
          <a:spcPct val="20000"/>
        </a:spcBef>
        <a:spcAft>
          <a:spcPct val="0"/>
        </a:spcAft>
        <a:buChar char="•"/>
        <a:defRPr sz="3600">
          <a:solidFill>
            <a:schemeClr val="tx1"/>
          </a:solidFill>
          <a:latin typeface="+mn-lt"/>
          <a:ea typeface="+mn-ea"/>
          <a:cs typeface="+mn-cs"/>
        </a:defRPr>
      </a:lvl1pPr>
      <a:lvl2pPr marL="825834" indent="-316540" algn="l" rtl="0" eaLnBrk="0" fontAlgn="base" hangingPunct="0">
        <a:spcBef>
          <a:spcPct val="20000"/>
        </a:spcBef>
        <a:spcAft>
          <a:spcPct val="0"/>
        </a:spcAft>
        <a:buChar char="–"/>
        <a:defRPr sz="3100">
          <a:solidFill>
            <a:schemeClr val="tx1"/>
          </a:solidFill>
          <a:latin typeface="+mn-lt"/>
        </a:defRPr>
      </a:lvl2pPr>
      <a:lvl3pPr marL="1271465" indent="-252880" algn="l" rtl="0" eaLnBrk="0" fontAlgn="base" hangingPunct="0">
        <a:spcBef>
          <a:spcPct val="20000"/>
        </a:spcBef>
        <a:spcAft>
          <a:spcPct val="0"/>
        </a:spcAft>
        <a:buChar char="•"/>
        <a:defRPr sz="2700">
          <a:solidFill>
            <a:schemeClr val="tx1"/>
          </a:solidFill>
          <a:latin typeface="+mn-lt"/>
        </a:defRPr>
      </a:lvl3pPr>
      <a:lvl4pPr marL="1780758" indent="-252880" algn="l" rtl="0" eaLnBrk="0" fontAlgn="base" hangingPunct="0">
        <a:spcBef>
          <a:spcPct val="20000"/>
        </a:spcBef>
        <a:spcAft>
          <a:spcPct val="0"/>
        </a:spcAft>
        <a:buChar char="–"/>
        <a:defRPr sz="2200">
          <a:solidFill>
            <a:schemeClr val="tx1"/>
          </a:solidFill>
          <a:latin typeface="+mn-lt"/>
        </a:defRPr>
      </a:lvl4pPr>
      <a:lvl5pPr marL="2290051" indent="-252880" algn="l" rtl="0" eaLnBrk="0" fontAlgn="base" hangingPunct="0">
        <a:spcBef>
          <a:spcPct val="20000"/>
        </a:spcBef>
        <a:spcAft>
          <a:spcPct val="0"/>
        </a:spcAft>
        <a:buChar char="»"/>
        <a:defRPr sz="2200">
          <a:solidFill>
            <a:schemeClr val="tx1"/>
          </a:solidFill>
          <a:latin typeface="+mn-lt"/>
        </a:defRPr>
      </a:lvl5pPr>
      <a:lvl6pPr marL="2799345" indent="-252880" algn="l" rtl="0" fontAlgn="base">
        <a:spcBef>
          <a:spcPct val="20000"/>
        </a:spcBef>
        <a:spcAft>
          <a:spcPct val="0"/>
        </a:spcAft>
        <a:buChar char="»"/>
        <a:defRPr sz="2200">
          <a:solidFill>
            <a:schemeClr val="tx1"/>
          </a:solidFill>
          <a:latin typeface="+mn-lt"/>
        </a:defRPr>
      </a:lvl6pPr>
      <a:lvl7pPr marL="3308637" indent="-252880" algn="l" rtl="0" fontAlgn="base">
        <a:spcBef>
          <a:spcPct val="20000"/>
        </a:spcBef>
        <a:spcAft>
          <a:spcPct val="0"/>
        </a:spcAft>
        <a:buChar char="»"/>
        <a:defRPr sz="2200">
          <a:solidFill>
            <a:schemeClr val="tx1"/>
          </a:solidFill>
          <a:latin typeface="+mn-lt"/>
        </a:defRPr>
      </a:lvl7pPr>
      <a:lvl8pPr marL="3817931" indent="-252880" algn="l" rtl="0" fontAlgn="base">
        <a:spcBef>
          <a:spcPct val="20000"/>
        </a:spcBef>
        <a:spcAft>
          <a:spcPct val="0"/>
        </a:spcAft>
        <a:buChar char="»"/>
        <a:defRPr sz="2200">
          <a:solidFill>
            <a:schemeClr val="tx1"/>
          </a:solidFill>
          <a:latin typeface="+mn-lt"/>
        </a:defRPr>
      </a:lvl8pPr>
      <a:lvl9pPr marL="4327224" indent="-252880" algn="l" rtl="0" fontAlgn="base">
        <a:spcBef>
          <a:spcPct val="20000"/>
        </a:spcBef>
        <a:spcAft>
          <a:spcPct val="0"/>
        </a:spcAft>
        <a:buChar char="»"/>
        <a:defRPr sz="22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509292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018586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527879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37173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46466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3055758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565052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4074344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7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2471" name="Picture 33" descr="Cello_CoverDesigns_FINAL_2-02"/>
          <p:cNvPicPr>
            <a:picLocks noChangeAspect="1" noChangeArrowheads="1"/>
          </p:cNvPicPr>
          <p:nvPr userDrawn="1"/>
        </p:nvPicPr>
        <p:blipFill>
          <a:blip r:embed="rId2" cstate="print"/>
          <a:srcRect b="13019"/>
          <a:stretch>
            <a:fillRect/>
          </a:stretch>
        </p:blipFill>
        <p:spPr bwMode="auto">
          <a:xfrm>
            <a:off x="228600" y="788038"/>
            <a:ext cx="9601200" cy="385374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62472" name="Picture 31" descr="Cello_CoverDesigns_FINAL_3and4-01"/>
          <p:cNvPicPr>
            <a:picLocks noChangeAspect="1" noChangeArrowheads="1"/>
          </p:cNvPicPr>
          <p:nvPr userDrawn="1"/>
        </p:nvPicPr>
        <p:blipFill>
          <a:blip r:embed="rId3" cstate="print"/>
          <a:srcRect t="88849"/>
          <a:stretch>
            <a:fillRect/>
          </a:stretch>
        </p:blipFill>
        <p:spPr bwMode="auto">
          <a:xfrm>
            <a:off x="228600" y="4687169"/>
            <a:ext cx="9601200" cy="48237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grpSp>
        <p:nvGrpSpPr>
          <p:cNvPr id="62478" name="Group 33"/>
          <p:cNvGrpSpPr>
            <a:grpSpLocks/>
          </p:cNvGrpSpPr>
          <p:nvPr userDrawn="1"/>
        </p:nvGrpSpPr>
        <p:grpSpPr bwMode="auto">
          <a:xfrm>
            <a:off x="3794604" y="3762061"/>
            <a:ext cx="2507615" cy="3319462"/>
            <a:chOff x="2173" y="2091"/>
            <a:chExt cx="1436" cy="1845"/>
          </a:xfrm>
        </p:grpSpPr>
        <p:sp>
          <p:nvSpPr>
            <p:cNvPr id="50" name="Freeform 23"/>
            <p:cNvSpPr>
              <a:spLocks/>
            </p:cNvSpPr>
            <p:nvPr userDrawn="1"/>
          </p:nvSpPr>
          <p:spPr bwMode="auto">
            <a:xfrm>
              <a:off x="2191" y="3620"/>
              <a:ext cx="280" cy="316"/>
            </a:xfrm>
            <a:custGeom>
              <a:avLst/>
              <a:gdLst/>
              <a:ahLst/>
              <a:cxnLst>
                <a:cxn ang="0">
                  <a:pos x="828" y="5"/>
                </a:cxn>
                <a:cxn ang="0">
                  <a:pos x="996" y="23"/>
                </a:cxn>
                <a:cxn ang="0">
                  <a:pos x="1126" y="42"/>
                </a:cxn>
                <a:cxn ang="0">
                  <a:pos x="1112" y="133"/>
                </a:cxn>
                <a:cxn ang="0">
                  <a:pos x="1101" y="247"/>
                </a:cxn>
                <a:cxn ang="0">
                  <a:pos x="1096" y="352"/>
                </a:cxn>
                <a:cxn ang="0">
                  <a:pos x="1070" y="361"/>
                </a:cxn>
                <a:cxn ang="0">
                  <a:pos x="1033" y="356"/>
                </a:cxn>
                <a:cxn ang="0">
                  <a:pos x="1012" y="244"/>
                </a:cxn>
                <a:cxn ang="0">
                  <a:pos x="984" y="177"/>
                </a:cxn>
                <a:cxn ang="0">
                  <a:pos x="940" y="135"/>
                </a:cxn>
                <a:cxn ang="0">
                  <a:pos x="859" y="98"/>
                </a:cxn>
                <a:cxn ang="0">
                  <a:pos x="733" y="77"/>
                </a:cxn>
                <a:cxn ang="0">
                  <a:pos x="584" y="79"/>
                </a:cxn>
                <a:cxn ang="0">
                  <a:pos x="449" y="121"/>
                </a:cxn>
                <a:cxn ang="0">
                  <a:pos x="342" y="200"/>
                </a:cxn>
                <a:cxn ang="0">
                  <a:pos x="265" y="312"/>
                </a:cxn>
                <a:cxn ang="0">
                  <a:pos x="216" y="456"/>
                </a:cxn>
                <a:cxn ang="0">
                  <a:pos x="200" y="631"/>
                </a:cxn>
                <a:cxn ang="0">
                  <a:pos x="214" y="775"/>
                </a:cxn>
                <a:cxn ang="0">
                  <a:pos x="251" y="908"/>
                </a:cxn>
                <a:cxn ang="0">
                  <a:pos x="316" y="1024"/>
                </a:cxn>
                <a:cxn ang="0">
                  <a:pos x="405" y="1117"/>
                </a:cxn>
                <a:cxn ang="0">
                  <a:pos x="521" y="1185"/>
                </a:cxn>
                <a:cxn ang="0">
                  <a:pos x="661" y="1222"/>
                </a:cxn>
                <a:cxn ang="0">
                  <a:pos x="791" y="1224"/>
                </a:cxn>
                <a:cxn ang="0">
                  <a:pos x="887" y="1201"/>
                </a:cxn>
                <a:cxn ang="0">
                  <a:pos x="961" y="1157"/>
                </a:cxn>
                <a:cxn ang="0">
                  <a:pos x="1036" y="1075"/>
                </a:cxn>
                <a:cxn ang="0">
                  <a:pos x="1112" y="959"/>
                </a:cxn>
                <a:cxn ang="0">
                  <a:pos x="1140" y="971"/>
                </a:cxn>
                <a:cxn ang="0">
                  <a:pos x="1161" y="992"/>
                </a:cxn>
                <a:cxn ang="0">
                  <a:pos x="1136" y="1066"/>
                </a:cxn>
                <a:cxn ang="0">
                  <a:pos x="1094" y="1150"/>
                </a:cxn>
                <a:cxn ang="0">
                  <a:pos x="1049" y="1222"/>
                </a:cxn>
                <a:cxn ang="0">
                  <a:pos x="1008" y="1264"/>
                </a:cxn>
                <a:cxn ang="0">
                  <a:pos x="928" y="1287"/>
                </a:cxn>
                <a:cxn ang="0">
                  <a:pos x="821" y="1306"/>
                </a:cxn>
                <a:cxn ang="0">
                  <a:pos x="700" y="1315"/>
                </a:cxn>
                <a:cxn ang="0">
                  <a:pos x="507" y="1299"/>
                </a:cxn>
                <a:cxn ang="0">
                  <a:pos x="342" y="1248"/>
                </a:cxn>
                <a:cxn ang="0">
                  <a:pos x="209" y="1164"/>
                </a:cxn>
                <a:cxn ang="0">
                  <a:pos x="107" y="1052"/>
                </a:cxn>
                <a:cxn ang="0">
                  <a:pos x="39" y="910"/>
                </a:cxn>
                <a:cxn ang="0">
                  <a:pos x="5" y="742"/>
                </a:cxn>
                <a:cxn ang="0">
                  <a:pos x="5" y="577"/>
                </a:cxn>
                <a:cxn ang="0">
                  <a:pos x="32" y="435"/>
                </a:cxn>
                <a:cxn ang="0">
                  <a:pos x="95" y="303"/>
                </a:cxn>
                <a:cxn ang="0">
                  <a:pos x="188" y="186"/>
                </a:cxn>
                <a:cxn ang="0">
                  <a:pos x="319" y="93"/>
                </a:cxn>
                <a:cxn ang="0">
                  <a:pos x="461" y="35"/>
                </a:cxn>
                <a:cxn ang="0">
                  <a:pos x="633" y="5"/>
                </a:cxn>
              </a:cxnLst>
              <a:rect l="0" t="0" r="r" b="b"/>
              <a:pathLst>
                <a:path w="1161" h="1315">
                  <a:moveTo>
                    <a:pt x="731" y="0"/>
                  </a:moveTo>
                  <a:lnTo>
                    <a:pt x="828" y="5"/>
                  </a:lnTo>
                  <a:lnTo>
                    <a:pt x="917" y="12"/>
                  </a:lnTo>
                  <a:lnTo>
                    <a:pt x="996" y="23"/>
                  </a:lnTo>
                  <a:lnTo>
                    <a:pt x="1066" y="35"/>
                  </a:lnTo>
                  <a:lnTo>
                    <a:pt x="1126" y="42"/>
                  </a:lnTo>
                  <a:lnTo>
                    <a:pt x="1119" y="84"/>
                  </a:lnTo>
                  <a:lnTo>
                    <a:pt x="1112" y="133"/>
                  </a:lnTo>
                  <a:lnTo>
                    <a:pt x="1108" y="189"/>
                  </a:lnTo>
                  <a:lnTo>
                    <a:pt x="1101" y="247"/>
                  </a:lnTo>
                  <a:lnTo>
                    <a:pt x="1098" y="303"/>
                  </a:lnTo>
                  <a:lnTo>
                    <a:pt x="1096" y="352"/>
                  </a:lnTo>
                  <a:lnTo>
                    <a:pt x="1087" y="356"/>
                  </a:lnTo>
                  <a:lnTo>
                    <a:pt x="1070" y="361"/>
                  </a:lnTo>
                  <a:lnTo>
                    <a:pt x="1040" y="361"/>
                  </a:lnTo>
                  <a:lnTo>
                    <a:pt x="1033" y="356"/>
                  </a:lnTo>
                  <a:lnTo>
                    <a:pt x="1024" y="293"/>
                  </a:lnTo>
                  <a:lnTo>
                    <a:pt x="1012" y="244"/>
                  </a:lnTo>
                  <a:lnTo>
                    <a:pt x="1001" y="207"/>
                  </a:lnTo>
                  <a:lnTo>
                    <a:pt x="984" y="177"/>
                  </a:lnTo>
                  <a:lnTo>
                    <a:pt x="966" y="154"/>
                  </a:lnTo>
                  <a:lnTo>
                    <a:pt x="940" y="135"/>
                  </a:lnTo>
                  <a:lnTo>
                    <a:pt x="912" y="119"/>
                  </a:lnTo>
                  <a:lnTo>
                    <a:pt x="859" y="98"/>
                  </a:lnTo>
                  <a:lnTo>
                    <a:pt x="798" y="84"/>
                  </a:lnTo>
                  <a:lnTo>
                    <a:pt x="733" y="77"/>
                  </a:lnTo>
                  <a:lnTo>
                    <a:pt x="661" y="75"/>
                  </a:lnTo>
                  <a:lnTo>
                    <a:pt x="584" y="79"/>
                  </a:lnTo>
                  <a:lnTo>
                    <a:pt x="514" y="96"/>
                  </a:lnTo>
                  <a:lnTo>
                    <a:pt x="449" y="121"/>
                  </a:lnTo>
                  <a:lnTo>
                    <a:pt x="393" y="156"/>
                  </a:lnTo>
                  <a:lnTo>
                    <a:pt x="342" y="200"/>
                  </a:lnTo>
                  <a:lnTo>
                    <a:pt x="300" y="251"/>
                  </a:lnTo>
                  <a:lnTo>
                    <a:pt x="265" y="312"/>
                  </a:lnTo>
                  <a:lnTo>
                    <a:pt x="237" y="382"/>
                  </a:lnTo>
                  <a:lnTo>
                    <a:pt x="216" y="456"/>
                  </a:lnTo>
                  <a:lnTo>
                    <a:pt x="205" y="540"/>
                  </a:lnTo>
                  <a:lnTo>
                    <a:pt x="200" y="631"/>
                  </a:lnTo>
                  <a:lnTo>
                    <a:pt x="202" y="705"/>
                  </a:lnTo>
                  <a:lnTo>
                    <a:pt x="214" y="775"/>
                  </a:lnTo>
                  <a:lnTo>
                    <a:pt x="228" y="845"/>
                  </a:lnTo>
                  <a:lnTo>
                    <a:pt x="251" y="908"/>
                  </a:lnTo>
                  <a:lnTo>
                    <a:pt x="281" y="968"/>
                  </a:lnTo>
                  <a:lnTo>
                    <a:pt x="316" y="1024"/>
                  </a:lnTo>
                  <a:lnTo>
                    <a:pt x="358" y="1075"/>
                  </a:lnTo>
                  <a:lnTo>
                    <a:pt x="405" y="1117"/>
                  </a:lnTo>
                  <a:lnTo>
                    <a:pt x="458" y="1157"/>
                  </a:lnTo>
                  <a:lnTo>
                    <a:pt x="521" y="1185"/>
                  </a:lnTo>
                  <a:lnTo>
                    <a:pt x="586" y="1208"/>
                  </a:lnTo>
                  <a:lnTo>
                    <a:pt x="661" y="1222"/>
                  </a:lnTo>
                  <a:lnTo>
                    <a:pt x="740" y="1227"/>
                  </a:lnTo>
                  <a:lnTo>
                    <a:pt x="791" y="1224"/>
                  </a:lnTo>
                  <a:lnTo>
                    <a:pt x="840" y="1215"/>
                  </a:lnTo>
                  <a:lnTo>
                    <a:pt x="887" y="1201"/>
                  </a:lnTo>
                  <a:lnTo>
                    <a:pt x="928" y="1182"/>
                  </a:lnTo>
                  <a:lnTo>
                    <a:pt x="961" y="1157"/>
                  </a:lnTo>
                  <a:lnTo>
                    <a:pt x="998" y="1122"/>
                  </a:lnTo>
                  <a:lnTo>
                    <a:pt x="1036" y="1075"/>
                  </a:lnTo>
                  <a:lnTo>
                    <a:pt x="1075" y="1022"/>
                  </a:lnTo>
                  <a:lnTo>
                    <a:pt x="1112" y="959"/>
                  </a:lnTo>
                  <a:lnTo>
                    <a:pt x="1124" y="961"/>
                  </a:lnTo>
                  <a:lnTo>
                    <a:pt x="1140" y="971"/>
                  </a:lnTo>
                  <a:lnTo>
                    <a:pt x="1154" y="980"/>
                  </a:lnTo>
                  <a:lnTo>
                    <a:pt x="1161" y="992"/>
                  </a:lnTo>
                  <a:lnTo>
                    <a:pt x="1152" y="1026"/>
                  </a:lnTo>
                  <a:lnTo>
                    <a:pt x="1136" y="1066"/>
                  </a:lnTo>
                  <a:lnTo>
                    <a:pt x="1117" y="1108"/>
                  </a:lnTo>
                  <a:lnTo>
                    <a:pt x="1094" y="1150"/>
                  </a:lnTo>
                  <a:lnTo>
                    <a:pt x="1073" y="1187"/>
                  </a:lnTo>
                  <a:lnTo>
                    <a:pt x="1049" y="1222"/>
                  </a:lnTo>
                  <a:lnTo>
                    <a:pt x="1026" y="1248"/>
                  </a:lnTo>
                  <a:lnTo>
                    <a:pt x="1008" y="1264"/>
                  </a:lnTo>
                  <a:lnTo>
                    <a:pt x="973" y="1275"/>
                  </a:lnTo>
                  <a:lnTo>
                    <a:pt x="928" y="1287"/>
                  </a:lnTo>
                  <a:lnTo>
                    <a:pt x="877" y="1296"/>
                  </a:lnTo>
                  <a:lnTo>
                    <a:pt x="821" y="1306"/>
                  </a:lnTo>
                  <a:lnTo>
                    <a:pt x="761" y="1313"/>
                  </a:lnTo>
                  <a:lnTo>
                    <a:pt x="700" y="1315"/>
                  </a:lnTo>
                  <a:lnTo>
                    <a:pt x="600" y="1310"/>
                  </a:lnTo>
                  <a:lnTo>
                    <a:pt x="507" y="1299"/>
                  </a:lnTo>
                  <a:lnTo>
                    <a:pt x="421" y="1275"/>
                  </a:lnTo>
                  <a:lnTo>
                    <a:pt x="342" y="1248"/>
                  </a:lnTo>
                  <a:lnTo>
                    <a:pt x="272" y="1210"/>
                  </a:lnTo>
                  <a:lnTo>
                    <a:pt x="209" y="1164"/>
                  </a:lnTo>
                  <a:lnTo>
                    <a:pt x="153" y="1113"/>
                  </a:lnTo>
                  <a:lnTo>
                    <a:pt x="107" y="1052"/>
                  </a:lnTo>
                  <a:lnTo>
                    <a:pt x="70" y="985"/>
                  </a:lnTo>
                  <a:lnTo>
                    <a:pt x="39" y="910"/>
                  </a:lnTo>
                  <a:lnTo>
                    <a:pt x="18" y="831"/>
                  </a:lnTo>
                  <a:lnTo>
                    <a:pt x="5" y="742"/>
                  </a:lnTo>
                  <a:lnTo>
                    <a:pt x="0" y="649"/>
                  </a:lnTo>
                  <a:lnTo>
                    <a:pt x="5" y="577"/>
                  </a:lnTo>
                  <a:lnTo>
                    <a:pt x="14" y="505"/>
                  </a:lnTo>
                  <a:lnTo>
                    <a:pt x="32" y="435"/>
                  </a:lnTo>
                  <a:lnTo>
                    <a:pt x="60" y="365"/>
                  </a:lnTo>
                  <a:lnTo>
                    <a:pt x="95" y="303"/>
                  </a:lnTo>
                  <a:lnTo>
                    <a:pt x="137" y="242"/>
                  </a:lnTo>
                  <a:lnTo>
                    <a:pt x="188" y="186"/>
                  </a:lnTo>
                  <a:lnTo>
                    <a:pt x="249" y="137"/>
                  </a:lnTo>
                  <a:lnTo>
                    <a:pt x="319" y="93"/>
                  </a:lnTo>
                  <a:lnTo>
                    <a:pt x="386" y="61"/>
                  </a:lnTo>
                  <a:lnTo>
                    <a:pt x="461" y="35"/>
                  </a:lnTo>
                  <a:lnTo>
                    <a:pt x="542" y="16"/>
                  </a:lnTo>
                  <a:lnTo>
                    <a:pt x="633" y="5"/>
                  </a:lnTo>
                  <a:lnTo>
                    <a:pt x="731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51" name="Freeform 24"/>
            <p:cNvSpPr>
              <a:spLocks/>
            </p:cNvSpPr>
            <p:nvPr userDrawn="1"/>
          </p:nvSpPr>
          <p:spPr bwMode="auto">
            <a:xfrm>
              <a:off x="2487" y="3627"/>
              <a:ext cx="255" cy="302"/>
            </a:xfrm>
            <a:custGeom>
              <a:avLst/>
              <a:gdLst/>
              <a:ahLst/>
              <a:cxnLst>
                <a:cxn ang="0">
                  <a:pos x="147" y="2"/>
                </a:cxn>
                <a:cxn ang="0">
                  <a:pos x="777" y="9"/>
                </a:cxn>
                <a:cxn ang="0">
                  <a:pos x="919" y="5"/>
                </a:cxn>
                <a:cxn ang="0">
                  <a:pos x="957" y="7"/>
                </a:cxn>
                <a:cxn ang="0">
                  <a:pos x="952" y="56"/>
                </a:cxn>
                <a:cxn ang="0">
                  <a:pos x="929" y="235"/>
                </a:cxn>
                <a:cxn ang="0">
                  <a:pos x="901" y="296"/>
                </a:cxn>
                <a:cxn ang="0">
                  <a:pos x="861" y="291"/>
                </a:cxn>
                <a:cxn ang="0">
                  <a:pos x="845" y="191"/>
                </a:cxn>
                <a:cxn ang="0">
                  <a:pos x="817" y="123"/>
                </a:cxn>
                <a:cxn ang="0">
                  <a:pos x="738" y="93"/>
                </a:cxn>
                <a:cxn ang="0">
                  <a:pos x="475" y="91"/>
                </a:cxn>
                <a:cxn ang="0">
                  <a:pos x="421" y="98"/>
                </a:cxn>
                <a:cxn ang="0">
                  <a:pos x="405" y="130"/>
                </a:cxn>
                <a:cxn ang="0">
                  <a:pos x="403" y="563"/>
                </a:cxn>
                <a:cxn ang="0">
                  <a:pos x="459" y="573"/>
                </a:cxn>
                <a:cxn ang="0">
                  <a:pos x="628" y="573"/>
                </a:cxn>
                <a:cxn ang="0">
                  <a:pos x="745" y="563"/>
                </a:cxn>
                <a:cxn ang="0">
                  <a:pos x="784" y="526"/>
                </a:cxn>
                <a:cxn ang="0">
                  <a:pos x="812" y="426"/>
                </a:cxn>
                <a:cxn ang="0">
                  <a:pos x="868" y="428"/>
                </a:cxn>
                <a:cxn ang="0">
                  <a:pos x="870" y="517"/>
                </a:cxn>
                <a:cxn ang="0">
                  <a:pos x="868" y="754"/>
                </a:cxn>
                <a:cxn ang="0">
                  <a:pos x="836" y="815"/>
                </a:cxn>
                <a:cxn ang="0">
                  <a:pos x="798" y="780"/>
                </a:cxn>
                <a:cxn ang="0">
                  <a:pos x="770" y="694"/>
                </a:cxn>
                <a:cxn ang="0">
                  <a:pos x="717" y="668"/>
                </a:cxn>
                <a:cxn ang="0">
                  <a:pos x="596" y="663"/>
                </a:cxn>
                <a:cxn ang="0">
                  <a:pos x="452" y="663"/>
                </a:cxn>
                <a:cxn ang="0">
                  <a:pos x="407" y="668"/>
                </a:cxn>
                <a:cxn ang="0">
                  <a:pos x="405" y="977"/>
                </a:cxn>
                <a:cxn ang="0">
                  <a:pos x="412" y="1110"/>
                </a:cxn>
                <a:cxn ang="0">
                  <a:pos x="454" y="1159"/>
                </a:cxn>
                <a:cxn ang="0">
                  <a:pos x="561" y="1168"/>
                </a:cxn>
                <a:cxn ang="0">
                  <a:pos x="791" y="1171"/>
                </a:cxn>
                <a:cxn ang="0">
                  <a:pos x="866" y="1143"/>
                </a:cxn>
                <a:cxn ang="0">
                  <a:pos x="924" y="1078"/>
                </a:cxn>
                <a:cxn ang="0">
                  <a:pos x="1003" y="929"/>
                </a:cxn>
                <a:cxn ang="0">
                  <a:pos x="1050" y="943"/>
                </a:cxn>
                <a:cxn ang="0">
                  <a:pos x="1045" y="1022"/>
                </a:cxn>
                <a:cxn ang="0">
                  <a:pos x="1005" y="1157"/>
                </a:cxn>
                <a:cxn ang="0">
                  <a:pos x="971" y="1238"/>
                </a:cxn>
                <a:cxn ang="0">
                  <a:pos x="926" y="1257"/>
                </a:cxn>
                <a:cxn ang="0">
                  <a:pos x="654" y="1257"/>
                </a:cxn>
                <a:cxn ang="0">
                  <a:pos x="230" y="1250"/>
                </a:cxn>
                <a:cxn ang="0">
                  <a:pos x="7" y="1257"/>
                </a:cxn>
                <a:cxn ang="0">
                  <a:pos x="2" y="1210"/>
                </a:cxn>
                <a:cxn ang="0">
                  <a:pos x="93" y="1189"/>
                </a:cxn>
                <a:cxn ang="0">
                  <a:pos x="184" y="1168"/>
                </a:cxn>
                <a:cxn ang="0">
                  <a:pos x="223" y="1105"/>
                </a:cxn>
                <a:cxn ang="0">
                  <a:pos x="230" y="1008"/>
                </a:cxn>
                <a:cxn ang="0">
                  <a:pos x="228" y="182"/>
                </a:cxn>
                <a:cxn ang="0">
                  <a:pos x="209" y="98"/>
                </a:cxn>
                <a:cxn ang="0">
                  <a:pos x="140" y="70"/>
                </a:cxn>
                <a:cxn ang="0">
                  <a:pos x="56" y="47"/>
                </a:cxn>
                <a:cxn ang="0">
                  <a:pos x="63" y="0"/>
                </a:cxn>
              </a:cxnLst>
              <a:rect l="0" t="0" r="r" b="b"/>
              <a:pathLst>
                <a:path w="1061" h="1259">
                  <a:moveTo>
                    <a:pt x="63" y="0"/>
                  </a:moveTo>
                  <a:lnTo>
                    <a:pt x="98" y="0"/>
                  </a:lnTo>
                  <a:lnTo>
                    <a:pt x="147" y="2"/>
                  </a:lnTo>
                  <a:lnTo>
                    <a:pt x="203" y="7"/>
                  </a:lnTo>
                  <a:lnTo>
                    <a:pt x="265" y="9"/>
                  </a:lnTo>
                  <a:lnTo>
                    <a:pt x="777" y="9"/>
                  </a:lnTo>
                  <a:lnTo>
                    <a:pt x="829" y="7"/>
                  </a:lnTo>
                  <a:lnTo>
                    <a:pt x="877" y="7"/>
                  </a:lnTo>
                  <a:lnTo>
                    <a:pt x="919" y="5"/>
                  </a:lnTo>
                  <a:lnTo>
                    <a:pt x="952" y="0"/>
                  </a:lnTo>
                  <a:lnTo>
                    <a:pt x="954" y="2"/>
                  </a:lnTo>
                  <a:lnTo>
                    <a:pt x="957" y="7"/>
                  </a:lnTo>
                  <a:lnTo>
                    <a:pt x="961" y="9"/>
                  </a:lnTo>
                  <a:lnTo>
                    <a:pt x="961" y="12"/>
                  </a:lnTo>
                  <a:lnTo>
                    <a:pt x="952" y="56"/>
                  </a:lnTo>
                  <a:lnTo>
                    <a:pt x="943" y="112"/>
                  </a:lnTo>
                  <a:lnTo>
                    <a:pt x="936" y="172"/>
                  </a:lnTo>
                  <a:lnTo>
                    <a:pt x="929" y="235"/>
                  </a:lnTo>
                  <a:lnTo>
                    <a:pt x="924" y="289"/>
                  </a:lnTo>
                  <a:lnTo>
                    <a:pt x="915" y="293"/>
                  </a:lnTo>
                  <a:lnTo>
                    <a:pt x="901" y="296"/>
                  </a:lnTo>
                  <a:lnTo>
                    <a:pt x="884" y="296"/>
                  </a:lnTo>
                  <a:lnTo>
                    <a:pt x="870" y="293"/>
                  </a:lnTo>
                  <a:lnTo>
                    <a:pt x="861" y="291"/>
                  </a:lnTo>
                  <a:lnTo>
                    <a:pt x="856" y="251"/>
                  </a:lnTo>
                  <a:lnTo>
                    <a:pt x="852" y="219"/>
                  </a:lnTo>
                  <a:lnTo>
                    <a:pt x="845" y="191"/>
                  </a:lnTo>
                  <a:lnTo>
                    <a:pt x="840" y="168"/>
                  </a:lnTo>
                  <a:lnTo>
                    <a:pt x="831" y="142"/>
                  </a:lnTo>
                  <a:lnTo>
                    <a:pt x="817" y="123"/>
                  </a:lnTo>
                  <a:lnTo>
                    <a:pt x="798" y="107"/>
                  </a:lnTo>
                  <a:lnTo>
                    <a:pt x="773" y="98"/>
                  </a:lnTo>
                  <a:lnTo>
                    <a:pt x="738" y="93"/>
                  </a:lnTo>
                  <a:lnTo>
                    <a:pt x="719" y="93"/>
                  </a:lnTo>
                  <a:lnTo>
                    <a:pt x="687" y="91"/>
                  </a:lnTo>
                  <a:lnTo>
                    <a:pt x="475" y="91"/>
                  </a:lnTo>
                  <a:lnTo>
                    <a:pt x="447" y="93"/>
                  </a:lnTo>
                  <a:lnTo>
                    <a:pt x="431" y="93"/>
                  </a:lnTo>
                  <a:lnTo>
                    <a:pt x="421" y="98"/>
                  </a:lnTo>
                  <a:lnTo>
                    <a:pt x="412" y="109"/>
                  </a:lnTo>
                  <a:lnTo>
                    <a:pt x="407" y="121"/>
                  </a:lnTo>
                  <a:lnTo>
                    <a:pt x="405" y="130"/>
                  </a:lnTo>
                  <a:lnTo>
                    <a:pt x="405" y="186"/>
                  </a:lnTo>
                  <a:lnTo>
                    <a:pt x="403" y="249"/>
                  </a:lnTo>
                  <a:lnTo>
                    <a:pt x="403" y="563"/>
                  </a:lnTo>
                  <a:lnTo>
                    <a:pt x="405" y="568"/>
                  </a:lnTo>
                  <a:lnTo>
                    <a:pt x="414" y="573"/>
                  </a:lnTo>
                  <a:lnTo>
                    <a:pt x="459" y="573"/>
                  </a:lnTo>
                  <a:lnTo>
                    <a:pt x="512" y="575"/>
                  </a:lnTo>
                  <a:lnTo>
                    <a:pt x="570" y="575"/>
                  </a:lnTo>
                  <a:lnTo>
                    <a:pt x="628" y="573"/>
                  </a:lnTo>
                  <a:lnTo>
                    <a:pt x="680" y="570"/>
                  </a:lnTo>
                  <a:lnTo>
                    <a:pt x="721" y="568"/>
                  </a:lnTo>
                  <a:lnTo>
                    <a:pt x="745" y="563"/>
                  </a:lnTo>
                  <a:lnTo>
                    <a:pt x="763" y="554"/>
                  </a:lnTo>
                  <a:lnTo>
                    <a:pt x="775" y="542"/>
                  </a:lnTo>
                  <a:lnTo>
                    <a:pt x="784" y="526"/>
                  </a:lnTo>
                  <a:lnTo>
                    <a:pt x="791" y="507"/>
                  </a:lnTo>
                  <a:lnTo>
                    <a:pt x="803" y="470"/>
                  </a:lnTo>
                  <a:lnTo>
                    <a:pt x="812" y="426"/>
                  </a:lnTo>
                  <a:lnTo>
                    <a:pt x="829" y="424"/>
                  </a:lnTo>
                  <a:lnTo>
                    <a:pt x="850" y="424"/>
                  </a:lnTo>
                  <a:lnTo>
                    <a:pt x="868" y="428"/>
                  </a:lnTo>
                  <a:lnTo>
                    <a:pt x="880" y="433"/>
                  </a:lnTo>
                  <a:lnTo>
                    <a:pt x="875" y="470"/>
                  </a:lnTo>
                  <a:lnTo>
                    <a:pt x="870" y="517"/>
                  </a:lnTo>
                  <a:lnTo>
                    <a:pt x="866" y="624"/>
                  </a:lnTo>
                  <a:lnTo>
                    <a:pt x="866" y="694"/>
                  </a:lnTo>
                  <a:lnTo>
                    <a:pt x="868" y="754"/>
                  </a:lnTo>
                  <a:lnTo>
                    <a:pt x="870" y="808"/>
                  </a:lnTo>
                  <a:lnTo>
                    <a:pt x="856" y="812"/>
                  </a:lnTo>
                  <a:lnTo>
                    <a:pt x="836" y="815"/>
                  </a:lnTo>
                  <a:lnTo>
                    <a:pt x="815" y="815"/>
                  </a:lnTo>
                  <a:lnTo>
                    <a:pt x="801" y="808"/>
                  </a:lnTo>
                  <a:lnTo>
                    <a:pt x="798" y="780"/>
                  </a:lnTo>
                  <a:lnTo>
                    <a:pt x="789" y="742"/>
                  </a:lnTo>
                  <a:lnTo>
                    <a:pt x="780" y="710"/>
                  </a:lnTo>
                  <a:lnTo>
                    <a:pt x="770" y="694"/>
                  </a:lnTo>
                  <a:lnTo>
                    <a:pt x="759" y="682"/>
                  </a:lnTo>
                  <a:lnTo>
                    <a:pt x="740" y="673"/>
                  </a:lnTo>
                  <a:lnTo>
                    <a:pt x="717" y="668"/>
                  </a:lnTo>
                  <a:lnTo>
                    <a:pt x="684" y="666"/>
                  </a:lnTo>
                  <a:lnTo>
                    <a:pt x="642" y="663"/>
                  </a:lnTo>
                  <a:lnTo>
                    <a:pt x="596" y="663"/>
                  </a:lnTo>
                  <a:lnTo>
                    <a:pt x="545" y="661"/>
                  </a:lnTo>
                  <a:lnTo>
                    <a:pt x="496" y="661"/>
                  </a:lnTo>
                  <a:lnTo>
                    <a:pt x="452" y="663"/>
                  </a:lnTo>
                  <a:lnTo>
                    <a:pt x="414" y="663"/>
                  </a:lnTo>
                  <a:lnTo>
                    <a:pt x="410" y="666"/>
                  </a:lnTo>
                  <a:lnTo>
                    <a:pt x="407" y="668"/>
                  </a:lnTo>
                  <a:lnTo>
                    <a:pt x="403" y="675"/>
                  </a:lnTo>
                  <a:lnTo>
                    <a:pt x="403" y="912"/>
                  </a:lnTo>
                  <a:lnTo>
                    <a:pt x="405" y="977"/>
                  </a:lnTo>
                  <a:lnTo>
                    <a:pt x="405" y="1036"/>
                  </a:lnTo>
                  <a:lnTo>
                    <a:pt x="407" y="1082"/>
                  </a:lnTo>
                  <a:lnTo>
                    <a:pt x="412" y="1110"/>
                  </a:lnTo>
                  <a:lnTo>
                    <a:pt x="421" y="1133"/>
                  </a:lnTo>
                  <a:lnTo>
                    <a:pt x="438" y="1150"/>
                  </a:lnTo>
                  <a:lnTo>
                    <a:pt x="454" y="1159"/>
                  </a:lnTo>
                  <a:lnTo>
                    <a:pt x="479" y="1164"/>
                  </a:lnTo>
                  <a:lnTo>
                    <a:pt x="517" y="1166"/>
                  </a:lnTo>
                  <a:lnTo>
                    <a:pt x="561" y="1168"/>
                  </a:lnTo>
                  <a:lnTo>
                    <a:pt x="663" y="1173"/>
                  </a:lnTo>
                  <a:lnTo>
                    <a:pt x="752" y="1173"/>
                  </a:lnTo>
                  <a:lnTo>
                    <a:pt x="791" y="1171"/>
                  </a:lnTo>
                  <a:lnTo>
                    <a:pt x="822" y="1164"/>
                  </a:lnTo>
                  <a:lnTo>
                    <a:pt x="847" y="1157"/>
                  </a:lnTo>
                  <a:lnTo>
                    <a:pt x="866" y="1143"/>
                  </a:lnTo>
                  <a:lnTo>
                    <a:pt x="884" y="1126"/>
                  </a:lnTo>
                  <a:lnTo>
                    <a:pt x="903" y="1105"/>
                  </a:lnTo>
                  <a:lnTo>
                    <a:pt x="924" y="1078"/>
                  </a:lnTo>
                  <a:lnTo>
                    <a:pt x="945" y="1045"/>
                  </a:lnTo>
                  <a:lnTo>
                    <a:pt x="987" y="966"/>
                  </a:lnTo>
                  <a:lnTo>
                    <a:pt x="1003" y="929"/>
                  </a:lnTo>
                  <a:lnTo>
                    <a:pt x="1015" y="929"/>
                  </a:lnTo>
                  <a:lnTo>
                    <a:pt x="1033" y="936"/>
                  </a:lnTo>
                  <a:lnTo>
                    <a:pt x="1050" y="943"/>
                  </a:lnTo>
                  <a:lnTo>
                    <a:pt x="1061" y="950"/>
                  </a:lnTo>
                  <a:lnTo>
                    <a:pt x="1054" y="982"/>
                  </a:lnTo>
                  <a:lnTo>
                    <a:pt x="1045" y="1022"/>
                  </a:lnTo>
                  <a:lnTo>
                    <a:pt x="1033" y="1066"/>
                  </a:lnTo>
                  <a:lnTo>
                    <a:pt x="1019" y="1112"/>
                  </a:lnTo>
                  <a:lnTo>
                    <a:pt x="1005" y="1157"/>
                  </a:lnTo>
                  <a:lnTo>
                    <a:pt x="991" y="1196"/>
                  </a:lnTo>
                  <a:lnTo>
                    <a:pt x="978" y="1226"/>
                  </a:lnTo>
                  <a:lnTo>
                    <a:pt x="971" y="1238"/>
                  </a:lnTo>
                  <a:lnTo>
                    <a:pt x="961" y="1245"/>
                  </a:lnTo>
                  <a:lnTo>
                    <a:pt x="947" y="1252"/>
                  </a:lnTo>
                  <a:lnTo>
                    <a:pt x="926" y="1257"/>
                  </a:lnTo>
                  <a:lnTo>
                    <a:pt x="896" y="1259"/>
                  </a:lnTo>
                  <a:lnTo>
                    <a:pt x="752" y="1259"/>
                  </a:lnTo>
                  <a:lnTo>
                    <a:pt x="654" y="1257"/>
                  </a:lnTo>
                  <a:lnTo>
                    <a:pt x="554" y="1252"/>
                  </a:lnTo>
                  <a:lnTo>
                    <a:pt x="445" y="1250"/>
                  </a:lnTo>
                  <a:lnTo>
                    <a:pt x="230" y="1250"/>
                  </a:lnTo>
                  <a:lnTo>
                    <a:pt x="147" y="1254"/>
                  </a:lnTo>
                  <a:lnTo>
                    <a:pt x="72" y="1257"/>
                  </a:lnTo>
                  <a:lnTo>
                    <a:pt x="7" y="1257"/>
                  </a:lnTo>
                  <a:lnTo>
                    <a:pt x="2" y="1245"/>
                  </a:lnTo>
                  <a:lnTo>
                    <a:pt x="0" y="1229"/>
                  </a:lnTo>
                  <a:lnTo>
                    <a:pt x="2" y="1210"/>
                  </a:lnTo>
                  <a:lnTo>
                    <a:pt x="7" y="1199"/>
                  </a:lnTo>
                  <a:lnTo>
                    <a:pt x="51" y="1194"/>
                  </a:lnTo>
                  <a:lnTo>
                    <a:pt x="93" y="1189"/>
                  </a:lnTo>
                  <a:lnTo>
                    <a:pt x="128" y="1185"/>
                  </a:lnTo>
                  <a:lnTo>
                    <a:pt x="158" y="1178"/>
                  </a:lnTo>
                  <a:lnTo>
                    <a:pt x="184" y="1168"/>
                  </a:lnTo>
                  <a:lnTo>
                    <a:pt x="203" y="1154"/>
                  </a:lnTo>
                  <a:lnTo>
                    <a:pt x="214" y="1133"/>
                  </a:lnTo>
                  <a:lnTo>
                    <a:pt x="223" y="1105"/>
                  </a:lnTo>
                  <a:lnTo>
                    <a:pt x="228" y="1068"/>
                  </a:lnTo>
                  <a:lnTo>
                    <a:pt x="228" y="1045"/>
                  </a:lnTo>
                  <a:lnTo>
                    <a:pt x="230" y="1008"/>
                  </a:lnTo>
                  <a:lnTo>
                    <a:pt x="230" y="244"/>
                  </a:lnTo>
                  <a:lnTo>
                    <a:pt x="228" y="205"/>
                  </a:lnTo>
                  <a:lnTo>
                    <a:pt x="228" y="182"/>
                  </a:lnTo>
                  <a:lnTo>
                    <a:pt x="226" y="144"/>
                  </a:lnTo>
                  <a:lnTo>
                    <a:pt x="219" y="116"/>
                  </a:lnTo>
                  <a:lnTo>
                    <a:pt x="209" y="98"/>
                  </a:lnTo>
                  <a:lnTo>
                    <a:pt x="193" y="86"/>
                  </a:lnTo>
                  <a:lnTo>
                    <a:pt x="168" y="77"/>
                  </a:lnTo>
                  <a:lnTo>
                    <a:pt x="140" y="70"/>
                  </a:lnTo>
                  <a:lnTo>
                    <a:pt x="102" y="63"/>
                  </a:lnTo>
                  <a:lnTo>
                    <a:pt x="61" y="58"/>
                  </a:lnTo>
                  <a:lnTo>
                    <a:pt x="56" y="47"/>
                  </a:lnTo>
                  <a:lnTo>
                    <a:pt x="54" y="30"/>
                  </a:lnTo>
                  <a:lnTo>
                    <a:pt x="58" y="12"/>
                  </a:lnTo>
                  <a:lnTo>
                    <a:pt x="63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52" name="Freeform 25"/>
            <p:cNvSpPr>
              <a:spLocks/>
            </p:cNvSpPr>
            <p:nvPr userDrawn="1"/>
          </p:nvSpPr>
          <p:spPr bwMode="auto">
            <a:xfrm>
              <a:off x="2760" y="3627"/>
              <a:ext cx="256" cy="303"/>
            </a:xfrm>
            <a:custGeom>
              <a:avLst/>
              <a:gdLst/>
              <a:ahLst/>
              <a:cxnLst>
                <a:cxn ang="0">
                  <a:pos x="74" y="0"/>
                </a:cxn>
                <a:cxn ang="0">
                  <a:pos x="165" y="5"/>
                </a:cxn>
                <a:cxn ang="0">
                  <a:pos x="370" y="7"/>
                </a:cxn>
                <a:cxn ang="0">
                  <a:pos x="479" y="3"/>
                </a:cxn>
                <a:cxn ang="0">
                  <a:pos x="547" y="0"/>
                </a:cxn>
                <a:cxn ang="0">
                  <a:pos x="554" y="31"/>
                </a:cxn>
                <a:cxn ang="0">
                  <a:pos x="547" y="59"/>
                </a:cxn>
                <a:cxn ang="0">
                  <a:pos x="486" y="68"/>
                </a:cxn>
                <a:cxn ang="0">
                  <a:pos x="444" y="75"/>
                </a:cxn>
                <a:cxn ang="0">
                  <a:pos x="405" y="98"/>
                </a:cxn>
                <a:cxn ang="0">
                  <a:pos x="391" y="133"/>
                </a:cxn>
                <a:cxn ang="0">
                  <a:pos x="386" y="200"/>
                </a:cxn>
                <a:cxn ang="0">
                  <a:pos x="384" y="331"/>
                </a:cxn>
                <a:cxn ang="0">
                  <a:pos x="381" y="498"/>
                </a:cxn>
                <a:cxn ang="0">
                  <a:pos x="384" y="982"/>
                </a:cxn>
                <a:cxn ang="0">
                  <a:pos x="388" y="1096"/>
                </a:cxn>
                <a:cxn ang="0">
                  <a:pos x="405" y="1136"/>
                </a:cxn>
                <a:cxn ang="0">
                  <a:pos x="428" y="1155"/>
                </a:cxn>
                <a:cxn ang="0">
                  <a:pos x="489" y="1164"/>
                </a:cxn>
                <a:cxn ang="0">
                  <a:pos x="582" y="1169"/>
                </a:cxn>
                <a:cxn ang="0">
                  <a:pos x="763" y="1171"/>
                </a:cxn>
                <a:cxn ang="0">
                  <a:pos x="812" y="1159"/>
                </a:cxn>
                <a:cxn ang="0">
                  <a:pos x="861" y="1124"/>
                </a:cxn>
                <a:cxn ang="0">
                  <a:pos x="907" y="1062"/>
                </a:cxn>
                <a:cxn ang="0">
                  <a:pos x="956" y="973"/>
                </a:cxn>
                <a:cxn ang="0">
                  <a:pos x="1003" y="873"/>
                </a:cxn>
                <a:cxn ang="0">
                  <a:pos x="1035" y="878"/>
                </a:cxn>
                <a:cxn ang="0">
                  <a:pos x="1063" y="896"/>
                </a:cxn>
                <a:cxn ang="0">
                  <a:pos x="1045" y="973"/>
                </a:cxn>
                <a:cxn ang="0">
                  <a:pos x="1019" y="1071"/>
                </a:cxn>
                <a:cxn ang="0">
                  <a:pos x="987" y="1164"/>
                </a:cxn>
                <a:cxn ang="0">
                  <a:pos x="959" y="1231"/>
                </a:cxn>
                <a:cxn ang="0">
                  <a:pos x="935" y="1252"/>
                </a:cxn>
                <a:cxn ang="0">
                  <a:pos x="875" y="1259"/>
                </a:cxn>
                <a:cxn ang="0">
                  <a:pos x="775" y="1257"/>
                </a:cxn>
                <a:cxn ang="0">
                  <a:pos x="644" y="1255"/>
                </a:cxn>
                <a:cxn ang="0">
                  <a:pos x="507" y="1252"/>
                </a:cxn>
                <a:cxn ang="0">
                  <a:pos x="384" y="1250"/>
                </a:cxn>
                <a:cxn ang="0">
                  <a:pos x="251" y="1248"/>
                </a:cxn>
                <a:cxn ang="0">
                  <a:pos x="156" y="1250"/>
                </a:cxn>
                <a:cxn ang="0">
                  <a:pos x="65" y="1252"/>
                </a:cxn>
                <a:cxn ang="0">
                  <a:pos x="7" y="1255"/>
                </a:cxn>
                <a:cxn ang="0">
                  <a:pos x="2" y="1231"/>
                </a:cxn>
                <a:cxn ang="0">
                  <a:pos x="2" y="1204"/>
                </a:cxn>
                <a:cxn ang="0">
                  <a:pos x="49" y="1192"/>
                </a:cxn>
                <a:cxn ang="0">
                  <a:pos x="111" y="1185"/>
                </a:cxn>
                <a:cxn ang="0">
                  <a:pos x="170" y="1166"/>
                </a:cxn>
                <a:cxn ang="0">
                  <a:pos x="198" y="1127"/>
                </a:cxn>
                <a:cxn ang="0">
                  <a:pos x="205" y="1062"/>
                </a:cxn>
                <a:cxn ang="0">
                  <a:pos x="207" y="952"/>
                </a:cxn>
                <a:cxn ang="0">
                  <a:pos x="212" y="787"/>
                </a:cxn>
                <a:cxn ang="0">
                  <a:pos x="209" y="268"/>
                </a:cxn>
                <a:cxn ang="0">
                  <a:pos x="207" y="194"/>
                </a:cxn>
                <a:cxn ang="0">
                  <a:pos x="200" y="119"/>
                </a:cxn>
                <a:cxn ang="0">
                  <a:pos x="170" y="84"/>
                </a:cxn>
                <a:cxn ang="0">
                  <a:pos x="118" y="70"/>
                </a:cxn>
                <a:cxn ang="0">
                  <a:pos x="60" y="61"/>
                </a:cxn>
                <a:cxn ang="0">
                  <a:pos x="28" y="47"/>
                </a:cxn>
                <a:cxn ang="0">
                  <a:pos x="30" y="12"/>
                </a:cxn>
              </a:cxnLst>
              <a:rect l="0" t="0" r="r" b="b"/>
              <a:pathLst>
                <a:path w="1063" h="1259">
                  <a:moveTo>
                    <a:pt x="37" y="0"/>
                  </a:moveTo>
                  <a:lnTo>
                    <a:pt x="74" y="0"/>
                  </a:lnTo>
                  <a:lnTo>
                    <a:pt x="114" y="3"/>
                  </a:lnTo>
                  <a:lnTo>
                    <a:pt x="165" y="5"/>
                  </a:lnTo>
                  <a:lnTo>
                    <a:pt x="223" y="7"/>
                  </a:lnTo>
                  <a:lnTo>
                    <a:pt x="370" y="7"/>
                  </a:lnTo>
                  <a:lnTo>
                    <a:pt x="430" y="5"/>
                  </a:lnTo>
                  <a:lnTo>
                    <a:pt x="479" y="3"/>
                  </a:lnTo>
                  <a:lnTo>
                    <a:pt x="516" y="0"/>
                  </a:lnTo>
                  <a:lnTo>
                    <a:pt x="547" y="0"/>
                  </a:lnTo>
                  <a:lnTo>
                    <a:pt x="551" y="12"/>
                  </a:lnTo>
                  <a:lnTo>
                    <a:pt x="554" y="31"/>
                  </a:lnTo>
                  <a:lnTo>
                    <a:pt x="551" y="47"/>
                  </a:lnTo>
                  <a:lnTo>
                    <a:pt x="547" y="59"/>
                  </a:lnTo>
                  <a:lnTo>
                    <a:pt x="512" y="63"/>
                  </a:lnTo>
                  <a:lnTo>
                    <a:pt x="486" y="68"/>
                  </a:lnTo>
                  <a:lnTo>
                    <a:pt x="463" y="70"/>
                  </a:lnTo>
                  <a:lnTo>
                    <a:pt x="444" y="75"/>
                  </a:lnTo>
                  <a:lnTo>
                    <a:pt x="421" y="84"/>
                  </a:lnTo>
                  <a:lnTo>
                    <a:pt x="405" y="98"/>
                  </a:lnTo>
                  <a:lnTo>
                    <a:pt x="395" y="114"/>
                  </a:lnTo>
                  <a:lnTo>
                    <a:pt x="391" y="133"/>
                  </a:lnTo>
                  <a:lnTo>
                    <a:pt x="388" y="156"/>
                  </a:lnTo>
                  <a:lnTo>
                    <a:pt x="386" y="200"/>
                  </a:lnTo>
                  <a:lnTo>
                    <a:pt x="386" y="259"/>
                  </a:lnTo>
                  <a:lnTo>
                    <a:pt x="384" y="331"/>
                  </a:lnTo>
                  <a:lnTo>
                    <a:pt x="384" y="410"/>
                  </a:lnTo>
                  <a:lnTo>
                    <a:pt x="381" y="498"/>
                  </a:lnTo>
                  <a:lnTo>
                    <a:pt x="381" y="906"/>
                  </a:lnTo>
                  <a:lnTo>
                    <a:pt x="384" y="982"/>
                  </a:lnTo>
                  <a:lnTo>
                    <a:pt x="386" y="1048"/>
                  </a:lnTo>
                  <a:lnTo>
                    <a:pt x="388" y="1096"/>
                  </a:lnTo>
                  <a:lnTo>
                    <a:pt x="393" y="1120"/>
                  </a:lnTo>
                  <a:lnTo>
                    <a:pt x="405" y="1136"/>
                  </a:lnTo>
                  <a:lnTo>
                    <a:pt x="416" y="1148"/>
                  </a:lnTo>
                  <a:lnTo>
                    <a:pt x="428" y="1155"/>
                  </a:lnTo>
                  <a:lnTo>
                    <a:pt x="454" y="1159"/>
                  </a:lnTo>
                  <a:lnTo>
                    <a:pt x="489" y="1164"/>
                  </a:lnTo>
                  <a:lnTo>
                    <a:pt x="533" y="1166"/>
                  </a:lnTo>
                  <a:lnTo>
                    <a:pt x="582" y="1169"/>
                  </a:lnTo>
                  <a:lnTo>
                    <a:pt x="633" y="1171"/>
                  </a:lnTo>
                  <a:lnTo>
                    <a:pt x="763" y="1171"/>
                  </a:lnTo>
                  <a:lnTo>
                    <a:pt x="789" y="1169"/>
                  </a:lnTo>
                  <a:lnTo>
                    <a:pt x="812" y="1159"/>
                  </a:lnTo>
                  <a:lnTo>
                    <a:pt x="835" y="1148"/>
                  </a:lnTo>
                  <a:lnTo>
                    <a:pt x="861" y="1124"/>
                  </a:lnTo>
                  <a:lnTo>
                    <a:pt x="884" y="1094"/>
                  </a:lnTo>
                  <a:lnTo>
                    <a:pt x="907" y="1062"/>
                  </a:lnTo>
                  <a:lnTo>
                    <a:pt x="931" y="1020"/>
                  </a:lnTo>
                  <a:lnTo>
                    <a:pt x="956" y="973"/>
                  </a:lnTo>
                  <a:lnTo>
                    <a:pt x="980" y="924"/>
                  </a:lnTo>
                  <a:lnTo>
                    <a:pt x="1003" y="873"/>
                  </a:lnTo>
                  <a:lnTo>
                    <a:pt x="1017" y="873"/>
                  </a:lnTo>
                  <a:lnTo>
                    <a:pt x="1035" y="878"/>
                  </a:lnTo>
                  <a:lnTo>
                    <a:pt x="1052" y="887"/>
                  </a:lnTo>
                  <a:lnTo>
                    <a:pt x="1063" y="896"/>
                  </a:lnTo>
                  <a:lnTo>
                    <a:pt x="1056" y="931"/>
                  </a:lnTo>
                  <a:lnTo>
                    <a:pt x="1045" y="973"/>
                  </a:lnTo>
                  <a:lnTo>
                    <a:pt x="1033" y="1020"/>
                  </a:lnTo>
                  <a:lnTo>
                    <a:pt x="1019" y="1071"/>
                  </a:lnTo>
                  <a:lnTo>
                    <a:pt x="1003" y="1120"/>
                  </a:lnTo>
                  <a:lnTo>
                    <a:pt x="987" y="1164"/>
                  </a:lnTo>
                  <a:lnTo>
                    <a:pt x="973" y="1204"/>
                  </a:lnTo>
                  <a:lnTo>
                    <a:pt x="959" y="1231"/>
                  </a:lnTo>
                  <a:lnTo>
                    <a:pt x="949" y="1243"/>
                  </a:lnTo>
                  <a:lnTo>
                    <a:pt x="935" y="1252"/>
                  </a:lnTo>
                  <a:lnTo>
                    <a:pt x="910" y="1257"/>
                  </a:lnTo>
                  <a:lnTo>
                    <a:pt x="875" y="1259"/>
                  </a:lnTo>
                  <a:lnTo>
                    <a:pt x="831" y="1259"/>
                  </a:lnTo>
                  <a:lnTo>
                    <a:pt x="775" y="1257"/>
                  </a:lnTo>
                  <a:lnTo>
                    <a:pt x="712" y="1257"/>
                  </a:lnTo>
                  <a:lnTo>
                    <a:pt x="644" y="1255"/>
                  </a:lnTo>
                  <a:lnTo>
                    <a:pt x="575" y="1255"/>
                  </a:lnTo>
                  <a:lnTo>
                    <a:pt x="507" y="1252"/>
                  </a:lnTo>
                  <a:lnTo>
                    <a:pt x="442" y="1250"/>
                  </a:lnTo>
                  <a:lnTo>
                    <a:pt x="384" y="1250"/>
                  </a:lnTo>
                  <a:lnTo>
                    <a:pt x="333" y="1248"/>
                  </a:lnTo>
                  <a:lnTo>
                    <a:pt x="251" y="1248"/>
                  </a:lnTo>
                  <a:lnTo>
                    <a:pt x="205" y="1250"/>
                  </a:lnTo>
                  <a:lnTo>
                    <a:pt x="156" y="1250"/>
                  </a:lnTo>
                  <a:lnTo>
                    <a:pt x="107" y="1252"/>
                  </a:lnTo>
                  <a:lnTo>
                    <a:pt x="65" y="1252"/>
                  </a:lnTo>
                  <a:lnTo>
                    <a:pt x="30" y="1255"/>
                  </a:lnTo>
                  <a:lnTo>
                    <a:pt x="7" y="1255"/>
                  </a:lnTo>
                  <a:lnTo>
                    <a:pt x="2" y="1245"/>
                  </a:lnTo>
                  <a:lnTo>
                    <a:pt x="2" y="1231"/>
                  </a:lnTo>
                  <a:lnTo>
                    <a:pt x="0" y="1218"/>
                  </a:lnTo>
                  <a:lnTo>
                    <a:pt x="2" y="1204"/>
                  </a:lnTo>
                  <a:lnTo>
                    <a:pt x="7" y="1197"/>
                  </a:lnTo>
                  <a:lnTo>
                    <a:pt x="49" y="1192"/>
                  </a:lnTo>
                  <a:lnTo>
                    <a:pt x="81" y="1187"/>
                  </a:lnTo>
                  <a:lnTo>
                    <a:pt x="111" y="1185"/>
                  </a:lnTo>
                  <a:lnTo>
                    <a:pt x="139" y="1178"/>
                  </a:lnTo>
                  <a:lnTo>
                    <a:pt x="170" y="1166"/>
                  </a:lnTo>
                  <a:lnTo>
                    <a:pt x="188" y="1150"/>
                  </a:lnTo>
                  <a:lnTo>
                    <a:pt x="198" y="1127"/>
                  </a:lnTo>
                  <a:lnTo>
                    <a:pt x="202" y="1094"/>
                  </a:lnTo>
                  <a:lnTo>
                    <a:pt x="205" y="1062"/>
                  </a:lnTo>
                  <a:lnTo>
                    <a:pt x="207" y="1015"/>
                  </a:lnTo>
                  <a:lnTo>
                    <a:pt x="207" y="952"/>
                  </a:lnTo>
                  <a:lnTo>
                    <a:pt x="209" y="875"/>
                  </a:lnTo>
                  <a:lnTo>
                    <a:pt x="212" y="787"/>
                  </a:lnTo>
                  <a:lnTo>
                    <a:pt x="212" y="326"/>
                  </a:lnTo>
                  <a:lnTo>
                    <a:pt x="209" y="268"/>
                  </a:lnTo>
                  <a:lnTo>
                    <a:pt x="209" y="226"/>
                  </a:lnTo>
                  <a:lnTo>
                    <a:pt x="207" y="194"/>
                  </a:lnTo>
                  <a:lnTo>
                    <a:pt x="205" y="149"/>
                  </a:lnTo>
                  <a:lnTo>
                    <a:pt x="200" y="119"/>
                  </a:lnTo>
                  <a:lnTo>
                    <a:pt x="188" y="98"/>
                  </a:lnTo>
                  <a:lnTo>
                    <a:pt x="170" y="84"/>
                  </a:lnTo>
                  <a:lnTo>
                    <a:pt x="142" y="75"/>
                  </a:lnTo>
                  <a:lnTo>
                    <a:pt x="118" y="70"/>
                  </a:lnTo>
                  <a:lnTo>
                    <a:pt x="91" y="66"/>
                  </a:lnTo>
                  <a:lnTo>
                    <a:pt x="60" y="61"/>
                  </a:lnTo>
                  <a:lnTo>
                    <a:pt x="32" y="59"/>
                  </a:lnTo>
                  <a:lnTo>
                    <a:pt x="28" y="47"/>
                  </a:lnTo>
                  <a:lnTo>
                    <a:pt x="28" y="28"/>
                  </a:lnTo>
                  <a:lnTo>
                    <a:pt x="30" y="12"/>
                  </a:lnTo>
                  <a:lnTo>
                    <a:pt x="37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53" name="Freeform 26"/>
            <p:cNvSpPr>
              <a:spLocks/>
            </p:cNvSpPr>
            <p:nvPr userDrawn="1"/>
          </p:nvSpPr>
          <p:spPr bwMode="auto">
            <a:xfrm>
              <a:off x="3028" y="3627"/>
              <a:ext cx="256" cy="303"/>
            </a:xfrm>
            <a:custGeom>
              <a:avLst/>
              <a:gdLst/>
              <a:ahLst/>
              <a:cxnLst>
                <a:cxn ang="0">
                  <a:pos x="74" y="0"/>
                </a:cxn>
                <a:cxn ang="0">
                  <a:pos x="165" y="5"/>
                </a:cxn>
                <a:cxn ang="0">
                  <a:pos x="370" y="7"/>
                </a:cxn>
                <a:cxn ang="0">
                  <a:pos x="479" y="3"/>
                </a:cxn>
                <a:cxn ang="0">
                  <a:pos x="544" y="0"/>
                </a:cxn>
                <a:cxn ang="0">
                  <a:pos x="553" y="31"/>
                </a:cxn>
                <a:cxn ang="0">
                  <a:pos x="544" y="59"/>
                </a:cxn>
                <a:cxn ang="0">
                  <a:pos x="470" y="70"/>
                </a:cxn>
                <a:cxn ang="0">
                  <a:pos x="418" y="84"/>
                </a:cxn>
                <a:cxn ang="0">
                  <a:pos x="393" y="114"/>
                </a:cxn>
                <a:cxn ang="0">
                  <a:pos x="388" y="156"/>
                </a:cxn>
                <a:cxn ang="0">
                  <a:pos x="386" y="259"/>
                </a:cxn>
                <a:cxn ang="0">
                  <a:pos x="384" y="410"/>
                </a:cxn>
                <a:cxn ang="0">
                  <a:pos x="381" y="906"/>
                </a:cxn>
                <a:cxn ang="0">
                  <a:pos x="386" y="1048"/>
                </a:cxn>
                <a:cxn ang="0">
                  <a:pos x="393" y="1120"/>
                </a:cxn>
                <a:cxn ang="0">
                  <a:pos x="416" y="1148"/>
                </a:cxn>
                <a:cxn ang="0">
                  <a:pos x="451" y="1159"/>
                </a:cxn>
                <a:cxn ang="0">
                  <a:pos x="533" y="1166"/>
                </a:cxn>
                <a:cxn ang="0">
                  <a:pos x="763" y="1171"/>
                </a:cxn>
                <a:cxn ang="0">
                  <a:pos x="823" y="1155"/>
                </a:cxn>
                <a:cxn ang="0">
                  <a:pos x="882" y="1094"/>
                </a:cxn>
                <a:cxn ang="0">
                  <a:pos x="931" y="1020"/>
                </a:cxn>
                <a:cxn ang="0">
                  <a:pos x="979" y="924"/>
                </a:cxn>
                <a:cxn ang="0">
                  <a:pos x="1017" y="873"/>
                </a:cxn>
                <a:cxn ang="0">
                  <a:pos x="1052" y="887"/>
                </a:cxn>
                <a:cxn ang="0">
                  <a:pos x="1054" y="931"/>
                </a:cxn>
                <a:cxn ang="0">
                  <a:pos x="1031" y="1020"/>
                </a:cxn>
                <a:cxn ang="0">
                  <a:pos x="1000" y="1120"/>
                </a:cxn>
                <a:cxn ang="0">
                  <a:pos x="970" y="1204"/>
                </a:cxn>
                <a:cxn ang="0">
                  <a:pos x="949" y="1243"/>
                </a:cxn>
                <a:cxn ang="0">
                  <a:pos x="910" y="1257"/>
                </a:cxn>
                <a:cxn ang="0">
                  <a:pos x="830" y="1259"/>
                </a:cxn>
                <a:cxn ang="0">
                  <a:pos x="712" y="1257"/>
                </a:cxn>
                <a:cxn ang="0">
                  <a:pos x="574" y="1255"/>
                </a:cxn>
                <a:cxn ang="0">
                  <a:pos x="442" y="1250"/>
                </a:cxn>
                <a:cxn ang="0">
                  <a:pos x="332" y="1248"/>
                </a:cxn>
                <a:cxn ang="0">
                  <a:pos x="202" y="1250"/>
                </a:cxn>
                <a:cxn ang="0">
                  <a:pos x="107" y="1252"/>
                </a:cxn>
                <a:cxn ang="0">
                  <a:pos x="30" y="1255"/>
                </a:cxn>
                <a:cxn ang="0">
                  <a:pos x="2" y="1245"/>
                </a:cxn>
                <a:cxn ang="0">
                  <a:pos x="0" y="1218"/>
                </a:cxn>
                <a:cxn ang="0">
                  <a:pos x="7" y="1197"/>
                </a:cxn>
                <a:cxn ang="0">
                  <a:pos x="81" y="1187"/>
                </a:cxn>
                <a:cxn ang="0">
                  <a:pos x="139" y="1178"/>
                </a:cxn>
                <a:cxn ang="0">
                  <a:pos x="186" y="1150"/>
                </a:cxn>
                <a:cxn ang="0">
                  <a:pos x="202" y="1094"/>
                </a:cxn>
                <a:cxn ang="0">
                  <a:pos x="204" y="1015"/>
                </a:cxn>
                <a:cxn ang="0">
                  <a:pos x="207" y="875"/>
                </a:cxn>
                <a:cxn ang="0">
                  <a:pos x="209" y="268"/>
                </a:cxn>
                <a:cxn ang="0">
                  <a:pos x="207" y="194"/>
                </a:cxn>
                <a:cxn ang="0">
                  <a:pos x="197" y="119"/>
                </a:cxn>
                <a:cxn ang="0">
                  <a:pos x="169" y="84"/>
                </a:cxn>
                <a:cxn ang="0">
                  <a:pos x="118" y="70"/>
                </a:cxn>
                <a:cxn ang="0">
                  <a:pos x="60" y="61"/>
                </a:cxn>
                <a:cxn ang="0">
                  <a:pos x="27" y="47"/>
                </a:cxn>
                <a:cxn ang="0">
                  <a:pos x="30" y="12"/>
                </a:cxn>
              </a:cxnLst>
              <a:rect l="0" t="0" r="r" b="b"/>
              <a:pathLst>
                <a:path w="1061" h="1259">
                  <a:moveTo>
                    <a:pt x="37" y="0"/>
                  </a:moveTo>
                  <a:lnTo>
                    <a:pt x="74" y="0"/>
                  </a:lnTo>
                  <a:lnTo>
                    <a:pt x="114" y="3"/>
                  </a:lnTo>
                  <a:lnTo>
                    <a:pt x="165" y="5"/>
                  </a:lnTo>
                  <a:lnTo>
                    <a:pt x="223" y="7"/>
                  </a:lnTo>
                  <a:lnTo>
                    <a:pt x="370" y="7"/>
                  </a:lnTo>
                  <a:lnTo>
                    <a:pt x="430" y="5"/>
                  </a:lnTo>
                  <a:lnTo>
                    <a:pt x="479" y="3"/>
                  </a:lnTo>
                  <a:lnTo>
                    <a:pt x="516" y="0"/>
                  </a:lnTo>
                  <a:lnTo>
                    <a:pt x="544" y="0"/>
                  </a:lnTo>
                  <a:lnTo>
                    <a:pt x="551" y="12"/>
                  </a:lnTo>
                  <a:lnTo>
                    <a:pt x="553" y="31"/>
                  </a:lnTo>
                  <a:lnTo>
                    <a:pt x="551" y="47"/>
                  </a:lnTo>
                  <a:lnTo>
                    <a:pt x="544" y="59"/>
                  </a:lnTo>
                  <a:lnTo>
                    <a:pt x="502" y="63"/>
                  </a:lnTo>
                  <a:lnTo>
                    <a:pt x="470" y="70"/>
                  </a:lnTo>
                  <a:lnTo>
                    <a:pt x="442" y="75"/>
                  </a:lnTo>
                  <a:lnTo>
                    <a:pt x="418" y="84"/>
                  </a:lnTo>
                  <a:lnTo>
                    <a:pt x="402" y="98"/>
                  </a:lnTo>
                  <a:lnTo>
                    <a:pt x="393" y="114"/>
                  </a:lnTo>
                  <a:lnTo>
                    <a:pt x="391" y="133"/>
                  </a:lnTo>
                  <a:lnTo>
                    <a:pt x="388" y="156"/>
                  </a:lnTo>
                  <a:lnTo>
                    <a:pt x="386" y="200"/>
                  </a:lnTo>
                  <a:lnTo>
                    <a:pt x="386" y="259"/>
                  </a:lnTo>
                  <a:lnTo>
                    <a:pt x="384" y="331"/>
                  </a:lnTo>
                  <a:lnTo>
                    <a:pt x="384" y="410"/>
                  </a:lnTo>
                  <a:lnTo>
                    <a:pt x="381" y="498"/>
                  </a:lnTo>
                  <a:lnTo>
                    <a:pt x="381" y="906"/>
                  </a:lnTo>
                  <a:lnTo>
                    <a:pt x="384" y="982"/>
                  </a:lnTo>
                  <a:lnTo>
                    <a:pt x="386" y="1048"/>
                  </a:lnTo>
                  <a:lnTo>
                    <a:pt x="388" y="1096"/>
                  </a:lnTo>
                  <a:lnTo>
                    <a:pt x="393" y="1120"/>
                  </a:lnTo>
                  <a:lnTo>
                    <a:pt x="405" y="1136"/>
                  </a:lnTo>
                  <a:lnTo>
                    <a:pt x="416" y="1148"/>
                  </a:lnTo>
                  <a:lnTo>
                    <a:pt x="425" y="1155"/>
                  </a:lnTo>
                  <a:lnTo>
                    <a:pt x="451" y="1159"/>
                  </a:lnTo>
                  <a:lnTo>
                    <a:pt x="488" y="1164"/>
                  </a:lnTo>
                  <a:lnTo>
                    <a:pt x="533" y="1166"/>
                  </a:lnTo>
                  <a:lnTo>
                    <a:pt x="630" y="1171"/>
                  </a:lnTo>
                  <a:lnTo>
                    <a:pt x="763" y="1171"/>
                  </a:lnTo>
                  <a:lnTo>
                    <a:pt x="793" y="1166"/>
                  </a:lnTo>
                  <a:lnTo>
                    <a:pt x="823" y="1155"/>
                  </a:lnTo>
                  <a:lnTo>
                    <a:pt x="851" y="1131"/>
                  </a:lnTo>
                  <a:lnTo>
                    <a:pt x="882" y="1094"/>
                  </a:lnTo>
                  <a:lnTo>
                    <a:pt x="905" y="1062"/>
                  </a:lnTo>
                  <a:lnTo>
                    <a:pt x="931" y="1020"/>
                  </a:lnTo>
                  <a:lnTo>
                    <a:pt x="956" y="973"/>
                  </a:lnTo>
                  <a:lnTo>
                    <a:pt x="979" y="924"/>
                  </a:lnTo>
                  <a:lnTo>
                    <a:pt x="1000" y="873"/>
                  </a:lnTo>
                  <a:lnTo>
                    <a:pt x="1017" y="873"/>
                  </a:lnTo>
                  <a:lnTo>
                    <a:pt x="1035" y="878"/>
                  </a:lnTo>
                  <a:lnTo>
                    <a:pt x="1052" y="887"/>
                  </a:lnTo>
                  <a:lnTo>
                    <a:pt x="1061" y="896"/>
                  </a:lnTo>
                  <a:lnTo>
                    <a:pt x="1054" y="931"/>
                  </a:lnTo>
                  <a:lnTo>
                    <a:pt x="1045" y="973"/>
                  </a:lnTo>
                  <a:lnTo>
                    <a:pt x="1031" y="1020"/>
                  </a:lnTo>
                  <a:lnTo>
                    <a:pt x="1017" y="1071"/>
                  </a:lnTo>
                  <a:lnTo>
                    <a:pt x="1000" y="1120"/>
                  </a:lnTo>
                  <a:lnTo>
                    <a:pt x="986" y="1164"/>
                  </a:lnTo>
                  <a:lnTo>
                    <a:pt x="970" y="1204"/>
                  </a:lnTo>
                  <a:lnTo>
                    <a:pt x="956" y="1231"/>
                  </a:lnTo>
                  <a:lnTo>
                    <a:pt x="949" y="1243"/>
                  </a:lnTo>
                  <a:lnTo>
                    <a:pt x="933" y="1252"/>
                  </a:lnTo>
                  <a:lnTo>
                    <a:pt x="910" y="1257"/>
                  </a:lnTo>
                  <a:lnTo>
                    <a:pt x="875" y="1259"/>
                  </a:lnTo>
                  <a:lnTo>
                    <a:pt x="830" y="1259"/>
                  </a:lnTo>
                  <a:lnTo>
                    <a:pt x="775" y="1257"/>
                  </a:lnTo>
                  <a:lnTo>
                    <a:pt x="712" y="1257"/>
                  </a:lnTo>
                  <a:lnTo>
                    <a:pt x="644" y="1255"/>
                  </a:lnTo>
                  <a:lnTo>
                    <a:pt x="574" y="1255"/>
                  </a:lnTo>
                  <a:lnTo>
                    <a:pt x="507" y="1252"/>
                  </a:lnTo>
                  <a:lnTo>
                    <a:pt x="442" y="1250"/>
                  </a:lnTo>
                  <a:lnTo>
                    <a:pt x="381" y="1250"/>
                  </a:lnTo>
                  <a:lnTo>
                    <a:pt x="332" y="1248"/>
                  </a:lnTo>
                  <a:lnTo>
                    <a:pt x="251" y="1248"/>
                  </a:lnTo>
                  <a:lnTo>
                    <a:pt x="202" y="1250"/>
                  </a:lnTo>
                  <a:lnTo>
                    <a:pt x="153" y="1250"/>
                  </a:lnTo>
                  <a:lnTo>
                    <a:pt x="107" y="1252"/>
                  </a:lnTo>
                  <a:lnTo>
                    <a:pt x="65" y="1252"/>
                  </a:lnTo>
                  <a:lnTo>
                    <a:pt x="30" y="1255"/>
                  </a:lnTo>
                  <a:lnTo>
                    <a:pt x="7" y="1255"/>
                  </a:lnTo>
                  <a:lnTo>
                    <a:pt x="2" y="1245"/>
                  </a:lnTo>
                  <a:lnTo>
                    <a:pt x="0" y="1231"/>
                  </a:lnTo>
                  <a:lnTo>
                    <a:pt x="0" y="1218"/>
                  </a:lnTo>
                  <a:lnTo>
                    <a:pt x="2" y="1204"/>
                  </a:lnTo>
                  <a:lnTo>
                    <a:pt x="7" y="1197"/>
                  </a:lnTo>
                  <a:lnTo>
                    <a:pt x="48" y="1192"/>
                  </a:lnTo>
                  <a:lnTo>
                    <a:pt x="81" y="1187"/>
                  </a:lnTo>
                  <a:lnTo>
                    <a:pt x="111" y="1185"/>
                  </a:lnTo>
                  <a:lnTo>
                    <a:pt x="139" y="1178"/>
                  </a:lnTo>
                  <a:lnTo>
                    <a:pt x="167" y="1166"/>
                  </a:lnTo>
                  <a:lnTo>
                    <a:pt x="186" y="1150"/>
                  </a:lnTo>
                  <a:lnTo>
                    <a:pt x="197" y="1127"/>
                  </a:lnTo>
                  <a:lnTo>
                    <a:pt x="202" y="1094"/>
                  </a:lnTo>
                  <a:lnTo>
                    <a:pt x="204" y="1062"/>
                  </a:lnTo>
                  <a:lnTo>
                    <a:pt x="204" y="1015"/>
                  </a:lnTo>
                  <a:lnTo>
                    <a:pt x="207" y="952"/>
                  </a:lnTo>
                  <a:lnTo>
                    <a:pt x="207" y="875"/>
                  </a:lnTo>
                  <a:lnTo>
                    <a:pt x="209" y="787"/>
                  </a:lnTo>
                  <a:lnTo>
                    <a:pt x="209" y="268"/>
                  </a:lnTo>
                  <a:lnTo>
                    <a:pt x="207" y="226"/>
                  </a:lnTo>
                  <a:lnTo>
                    <a:pt x="207" y="194"/>
                  </a:lnTo>
                  <a:lnTo>
                    <a:pt x="204" y="149"/>
                  </a:lnTo>
                  <a:lnTo>
                    <a:pt x="197" y="119"/>
                  </a:lnTo>
                  <a:lnTo>
                    <a:pt x="188" y="98"/>
                  </a:lnTo>
                  <a:lnTo>
                    <a:pt x="169" y="84"/>
                  </a:lnTo>
                  <a:lnTo>
                    <a:pt x="142" y="75"/>
                  </a:lnTo>
                  <a:lnTo>
                    <a:pt x="118" y="70"/>
                  </a:lnTo>
                  <a:lnTo>
                    <a:pt x="90" y="66"/>
                  </a:lnTo>
                  <a:lnTo>
                    <a:pt x="60" y="61"/>
                  </a:lnTo>
                  <a:lnTo>
                    <a:pt x="30" y="59"/>
                  </a:lnTo>
                  <a:lnTo>
                    <a:pt x="27" y="47"/>
                  </a:lnTo>
                  <a:lnTo>
                    <a:pt x="27" y="28"/>
                  </a:lnTo>
                  <a:lnTo>
                    <a:pt x="30" y="12"/>
                  </a:lnTo>
                  <a:lnTo>
                    <a:pt x="37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54" name="Freeform 27"/>
            <p:cNvSpPr>
              <a:spLocks noEditPoints="1"/>
            </p:cNvSpPr>
            <p:nvPr userDrawn="1"/>
          </p:nvSpPr>
          <p:spPr bwMode="auto">
            <a:xfrm>
              <a:off x="3300" y="3620"/>
              <a:ext cx="309" cy="316"/>
            </a:xfrm>
            <a:custGeom>
              <a:avLst/>
              <a:gdLst/>
              <a:ahLst/>
              <a:cxnLst>
                <a:cxn ang="0">
                  <a:pos x="528" y="86"/>
                </a:cxn>
                <a:cxn ang="0">
                  <a:pos x="414" y="126"/>
                </a:cxn>
                <a:cxn ang="0">
                  <a:pos x="318" y="207"/>
                </a:cxn>
                <a:cxn ang="0">
                  <a:pos x="251" y="319"/>
                </a:cxn>
                <a:cxn ang="0">
                  <a:pos x="211" y="452"/>
                </a:cxn>
                <a:cxn ang="0">
                  <a:pos x="197" y="601"/>
                </a:cxn>
                <a:cxn ang="0">
                  <a:pos x="209" y="742"/>
                </a:cxn>
                <a:cxn ang="0">
                  <a:pos x="246" y="882"/>
                </a:cxn>
                <a:cxn ang="0">
                  <a:pos x="309" y="1008"/>
                </a:cxn>
                <a:cxn ang="0">
                  <a:pos x="398" y="1115"/>
                </a:cxn>
                <a:cxn ang="0">
                  <a:pos x="509" y="1187"/>
                </a:cxn>
                <a:cxn ang="0">
                  <a:pos x="635" y="1222"/>
                </a:cxn>
                <a:cxn ang="0">
                  <a:pos x="768" y="1222"/>
                </a:cxn>
                <a:cxn ang="0">
                  <a:pos x="879" y="1185"/>
                </a:cxn>
                <a:cxn ang="0">
                  <a:pos x="972" y="1108"/>
                </a:cxn>
                <a:cxn ang="0">
                  <a:pos x="1042" y="992"/>
                </a:cxn>
                <a:cxn ang="0">
                  <a:pos x="1080" y="854"/>
                </a:cxn>
                <a:cxn ang="0">
                  <a:pos x="1091" y="701"/>
                </a:cxn>
                <a:cxn ang="0">
                  <a:pos x="1077" y="540"/>
                </a:cxn>
                <a:cxn ang="0">
                  <a:pos x="1035" y="391"/>
                </a:cxn>
                <a:cxn ang="0">
                  <a:pos x="963" y="263"/>
                </a:cxn>
                <a:cxn ang="0">
                  <a:pos x="861" y="163"/>
                </a:cxn>
                <a:cxn ang="0">
                  <a:pos x="740" y="102"/>
                </a:cxn>
                <a:cxn ang="0">
                  <a:pos x="595" y="82"/>
                </a:cxn>
                <a:cxn ang="0">
                  <a:pos x="754" y="5"/>
                </a:cxn>
                <a:cxn ang="0">
                  <a:pos x="917" y="44"/>
                </a:cxn>
                <a:cxn ang="0">
                  <a:pos x="1049" y="119"/>
                </a:cxn>
                <a:cxn ang="0">
                  <a:pos x="1152" y="219"/>
                </a:cxn>
                <a:cxn ang="0">
                  <a:pos x="1226" y="342"/>
                </a:cxn>
                <a:cxn ang="0">
                  <a:pos x="1270" y="482"/>
                </a:cxn>
                <a:cxn ang="0">
                  <a:pos x="1284" y="631"/>
                </a:cxn>
                <a:cxn ang="0">
                  <a:pos x="1270" y="794"/>
                </a:cxn>
                <a:cxn ang="0">
                  <a:pos x="1228" y="929"/>
                </a:cxn>
                <a:cxn ang="0">
                  <a:pos x="1161" y="1050"/>
                </a:cxn>
                <a:cxn ang="0">
                  <a:pos x="1054" y="1164"/>
                </a:cxn>
                <a:cxn ang="0">
                  <a:pos x="924" y="1248"/>
                </a:cxn>
                <a:cxn ang="0">
                  <a:pos x="782" y="1299"/>
                </a:cxn>
                <a:cxn ang="0">
                  <a:pos x="630" y="1315"/>
                </a:cxn>
                <a:cxn ang="0">
                  <a:pos x="449" y="1292"/>
                </a:cxn>
                <a:cxn ang="0">
                  <a:pos x="295" y="1229"/>
                </a:cxn>
                <a:cxn ang="0">
                  <a:pos x="174" y="1131"/>
                </a:cxn>
                <a:cxn ang="0">
                  <a:pos x="74" y="987"/>
                </a:cxn>
                <a:cxn ang="0">
                  <a:pos x="18" y="824"/>
                </a:cxn>
                <a:cxn ang="0">
                  <a:pos x="0" y="647"/>
                </a:cxn>
                <a:cxn ang="0">
                  <a:pos x="21" y="477"/>
                </a:cxn>
                <a:cxn ang="0">
                  <a:pos x="81" y="326"/>
                </a:cxn>
                <a:cxn ang="0">
                  <a:pos x="172" y="203"/>
                </a:cxn>
                <a:cxn ang="0">
                  <a:pos x="291" y="109"/>
                </a:cxn>
                <a:cxn ang="0">
                  <a:pos x="430" y="42"/>
                </a:cxn>
                <a:cxn ang="0">
                  <a:pos x="584" y="5"/>
                </a:cxn>
              </a:cxnLst>
              <a:rect l="0" t="0" r="r" b="b"/>
              <a:pathLst>
                <a:path w="1284" h="1315">
                  <a:moveTo>
                    <a:pt x="595" y="82"/>
                  </a:moveTo>
                  <a:lnTo>
                    <a:pt x="528" y="86"/>
                  </a:lnTo>
                  <a:lnTo>
                    <a:pt x="467" y="102"/>
                  </a:lnTo>
                  <a:lnTo>
                    <a:pt x="414" y="126"/>
                  </a:lnTo>
                  <a:lnTo>
                    <a:pt x="363" y="163"/>
                  </a:lnTo>
                  <a:lnTo>
                    <a:pt x="318" y="207"/>
                  </a:lnTo>
                  <a:lnTo>
                    <a:pt x="281" y="258"/>
                  </a:lnTo>
                  <a:lnTo>
                    <a:pt x="251" y="319"/>
                  </a:lnTo>
                  <a:lnTo>
                    <a:pt x="228" y="382"/>
                  </a:lnTo>
                  <a:lnTo>
                    <a:pt x="211" y="452"/>
                  </a:lnTo>
                  <a:lnTo>
                    <a:pt x="200" y="524"/>
                  </a:lnTo>
                  <a:lnTo>
                    <a:pt x="197" y="601"/>
                  </a:lnTo>
                  <a:lnTo>
                    <a:pt x="200" y="673"/>
                  </a:lnTo>
                  <a:lnTo>
                    <a:pt x="209" y="742"/>
                  </a:lnTo>
                  <a:lnTo>
                    <a:pt x="225" y="815"/>
                  </a:lnTo>
                  <a:lnTo>
                    <a:pt x="246" y="882"/>
                  </a:lnTo>
                  <a:lnTo>
                    <a:pt x="274" y="947"/>
                  </a:lnTo>
                  <a:lnTo>
                    <a:pt x="309" y="1008"/>
                  </a:lnTo>
                  <a:lnTo>
                    <a:pt x="349" y="1066"/>
                  </a:lnTo>
                  <a:lnTo>
                    <a:pt x="398" y="1115"/>
                  </a:lnTo>
                  <a:lnTo>
                    <a:pt x="453" y="1157"/>
                  </a:lnTo>
                  <a:lnTo>
                    <a:pt x="509" y="1187"/>
                  </a:lnTo>
                  <a:lnTo>
                    <a:pt x="570" y="1208"/>
                  </a:lnTo>
                  <a:lnTo>
                    <a:pt x="635" y="1222"/>
                  </a:lnTo>
                  <a:lnTo>
                    <a:pt x="707" y="1227"/>
                  </a:lnTo>
                  <a:lnTo>
                    <a:pt x="768" y="1222"/>
                  </a:lnTo>
                  <a:lnTo>
                    <a:pt x="826" y="1208"/>
                  </a:lnTo>
                  <a:lnTo>
                    <a:pt x="879" y="1185"/>
                  </a:lnTo>
                  <a:lnTo>
                    <a:pt x="924" y="1154"/>
                  </a:lnTo>
                  <a:lnTo>
                    <a:pt x="972" y="1108"/>
                  </a:lnTo>
                  <a:lnTo>
                    <a:pt x="1010" y="1054"/>
                  </a:lnTo>
                  <a:lnTo>
                    <a:pt x="1042" y="992"/>
                  </a:lnTo>
                  <a:lnTo>
                    <a:pt x="1063" y="926"/>
                  </a:lnTo>
                  <a:lnTo>
                    <a:pt x="1080" y="854"/>
                  </a:lnTo>
                  <a:lnTo>
                    <a:pt x="1089" y="780"/>
                  </a:lnTo>
                  <a:lnTo>
                    <a:pt x="1091" y="701"/>
                  </a:lnTo>
                  <a:lnTo>
                    <a:pt x="1089" y="619"/>
                  </a:lnTo>
                  <a:lnTo>
                    <a:pt x="1077" y="540"/>
                  </a:lnTo>
                  <a:lnTo>
                    <a:pt x="1061" y="463"/>
                  </a:lnTo>
                  <a:lnTo>
                    <a:pt x="1035" y="391"/>
                  </a:lnTo>
                  <a:lnTo>
                    <a:pt x="1003" y="324"/>
                  </a:lnTo>
                  <a:lnTo>
                    <a:pt x="963" y="263"/>
                  </a:lnTo>
                  <a:lnTo>
                    <a:pt x="917" y="210"/>
                  </a:lnTo>
                  <a:lnTo>
                    <a:pt x="861" y="163"/>
                  </a:lnTo>
                  <a:lnTo>
                    <a:pt x="803" y="128"/>
                  </a:lnTo>
                  <a:lnTo>
                    <a:pt x="740" y="102"/>
                  </a:lnTo>
                  <a:lnTo>
                    <a:pt x="670" y="86"/>
                  </a:lnTo>
                  <a:lnTo>
                    <a:pt x="595" y="82"/>
                  </a:lnTo>
                  <a:close/>
                  <a:moveTo>
                    <a:pt x="663" y="0"/>
                  </a:moveTo>
                  <a:lnTo>
                    <a:pt x="754" y="5"/>
                  </a:lnTo>
                  <a:lnTo>
                    <a:pt x="840" y="21"/>
                  </a:lnTo>
                  <a:lnTo>
                    <a:pt x="917" y="44"/>
                  </a:lnTo>
                  <a:lnTo>
                    <a:pt x="986" y="77"/>
                  </a:lnTo>
                  <a:lnTo>
                    <a:pt x="1049" y="119"/>
                  </a:lnTo>
                  <a:lnTo>
                    <a:pt x="1105" y="165"/>
                  </a:lnTo>
                  <a:lnTo>
                    <a:pt x="1152" y="219"/>
                  </a:lnTo>
                  <a:lnTo>
                    <a:pt x="1194" y="279"/>
                  </a:lnTo>
                  <a:lnTo>
                    <a:pt x="1226" y="342"/>
                  </a:lnTo>
                  <a:lnTo>
                    <a:pt x="1252" y="412"/>
                  </a:lnTo>
                  <a:lnTo>
                    <a:pt x="1270" y="482"/>
                  </a:lnTo>
                  <a:lnTo>
                    <a:pt x="1280" y="556"/>
                  </a:lnTo>
                  <a:lnTo>
                    <a:pt x="1284" y="631"/>
                  </a:lnTo>
                  <a:lnTo>
                    <a:pt x="1282" y="715"/>
                  </a:lnTo>
                  <a:lnTo>
                    <a:pt x="1270" y="794"/>
                  </a:lnTo>
                  <a:lnTo>
                    <a:pt x="1254" y="864"/>
                  </a:lnTo>
                  <a:lnTo>
                    <a:pt x="1228" y="929"/>
                  </a:lnTo>
                  <a:lnTo>
                    <a:pt x="1198" y="992"/>
                  </a:lnTo>
                  <a:lnTo>
                    <a:pt x="1161" y="1050"/>
                  </a:lnTo>
                  <a:lnTo>
                    <a:pt x="1110" y="1110"/>
                  </a:lnTo>
                  <a:lnTo>
                    <a:pt x="1054" y="1164"/>
                  </a:lnTo>
                  <a:lnTo>
                    <a:pt x="991" y="1210"/>
                  </a:lnTo>
                  <a:lnTo>
                    <a:pt x="924" y="1248"/>
                  </a:lnTo>
                  <a:lnTo>
                    <a:pt x="854" y="1278"/>
                  </a:lnTo>
                  <a:lnTo>
                    <a:pt x="782" y="1299"/>
                  </a:lnTo>
                  <a:lnTo>
                    <a:pt x="707" y="1310"/>
                  </a:lnTo>
                  <a:lnTo>
                    <a:pt x="630" y="1315"/>
                  </a:lnTo>
                  <a:lnTo>
                    <a:pt x="537" y="1310"/>
                  </a:lnTo>
                  <a:lnTo>
                    <a:pt x="449" y="1292"/>
                  </a:lnTo>
                  <a:lnTo>
                    <a:pt x="370" y="1266"/>
                  </a:lnTo>
                  <a:lnTo>
                    <a:pt x="295" y="1229"/>
                  </a:lnTo>
                  <a:lnTo>
                    <a:pt x="230" y="1185"/>
                  </a:lnTo>
                  <a:lnTo>
                    <a:pt x="174" y="1131"/>
                  </a:lnTo>
                  <a:lnTo>
                    <a:pt x="118" y="1061"/>
                  </a:lnTo>
                  <a:lnTo>
                    <a:pt x="74" y="987"/>
                  </a:lnTo>
                  <a:lnTo>
                    <a:pt x="42" y="908"/>
                  </a:lnTo>
                  <a:lnTo>
                    <a:pt x="18" y="824"/>
                  </a:lnTo>
                  <a:lnTo>
                    <a:pt x="4" y="738"/>
                  </a:lnTo>
                  <a:lnTo>
                    <a:pt x="0" y="647"/>
                  </a:lnTo>
                  <a:lnTo>
                    <a:pt x="4" y="561"/>
                  </a:lnTo>
                  <a:lnTo>
                    <a:pt x="21" y="477"/>
                  </a:lnTo>
                  <a:lnTo>
                    <a:pt x="46" y="398"/>
                  </a:lnTo>
                  <a:lnTo>
                    <a:pt x="81" y="326"/>
                  </a:lnTo>
                  <a:lnTo>
                    <a:pt x="125" y="256"/>
                  </a:lnTo>
                  <a:lnTo>
                    <a:pt x="172" y="203"/>
                  </a:lnTo>
                  <a:lnTo>
                    <a:pt x="228" y="151"/>
                  </a:lnTo>
                  <a:lnTo>
                    <a:pt x="291" y="109"/>
                  </a:lnTo>
                  <a:lnTo>
                    <a:pt x="358" y="72"/>
                  </a:lnTo>
                  <a:lnTo>
                    <a:pt x="430" y="42"/>
                  </a:lnTo>
                  <a:lnTo>
                    <a:pt x="507" y="19"/>
                  </a:lnTo>
                  <a:lnTo>
                    <a:pt x="584" y="5"/>
                  </a:lnTo>
                  <a:lnTo>
                    <a:pt x="663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55" name="Freeform 28"/>
            <p:cNvSpPr>
              <a:spLocks/>
            </p:cNvSpPr>
            <p:nvPr userDrawn="1"/>
          </p:nvSpPr>
          <p:spPr bwMode="auto">
            <a:xfrm>
              <a:off x="2180" y="2093"/>
              <a:ext cx="1417" cy="1417"/>
            </a:xfrm>
            <a:custGeom>
              <a:avLst/>
              <a:gdLst/>
              <a:ahLst/>
              <a:cxnLst>
                <a:cxn ang="0">
                  <a:pos x="228" y="0"/>
                </a:cxn>
                <a:cxn ang="0">
                  <a:pos x="5665" y="0"/>
                </a:cxn>
                <a:cxn ang="0">
                  <a:pos x="5716" y="7"/>
                </a:cxn>
                <a:cxn ang="0">
                  <a:pos x="5765" y="23"/>
                </a:cxn>
                <a:cxn ang="0">
                  <a:pos x="5807" y="51"/>
                </a:cxn>
                <a:cxn ang="0">
                  <a:pos x="5842" y="86"/>
                </a:cxn>
                <a:cxn ang="0">
                  <a:pos x="5870" y="128"/>
                </a:cxn>
                <a:cxn ang="0">
                  <a:pos x="5886" y="177"/>
                </a:cxn>
                <a:cxn ang="0">
                  <a:pos x="5893" y="228"/>
                </a:cxn>
                <a:cxn ang="0">
                  <a:pos x="5893" y="5662"/>
                </a:cxn>
                <a:cxn ang="0">
                  <a:pos x="5886" y="5716"/>
                </a:cxn>
                <a:cxn ang="0">
                  <a:pos x="5870" y="5765"/>
                </a:cxn>
                <a:cxn ang="0">
                  <a:pos x="5842" y="5807"/>
                </a:cxn>
                <a:cxn ang="0">
                  <a:pos x="5807" y="5841"/>
                </a:cxn>
                <a:cxn ang="0">
                  <a:pos x="5765" y="5869"/>
                </a:cxn>
                <a:cxn ang="0">
                  <a:pos x="5716" y="5886"/>
                </a:cxn>
                <a:cxn ang="0">
                  <a:pos x="5665" y="5893"/>
                </a:cxn>
                <a:cxn ang="0">
                  <a:pos x="228" y="5893"/>
                </a:cxn>
                <a:cxn ang="0">
                  <a:pos x="177" y="5886"/>
                </a:cxn>
                <a:cxn ang="0">
                  <a:pos x="128" y="5869"/>
                </a:cxn>
                <a:cxn ang="0">
                  <a:pos x="86" y="5841"/>
                </a:cxn>
                <a:cxn ang="0">
                  <a:pos x="52" y="5807"/>
                </a:cxn>
                <a:cxn ang="0">
                  <a:pos x="24" y="5765"/>
                </a:cxn>
                <a:cxn ang="0">
                  <a:pos x="7" y="5716"/>
                </a:cxn>
                <a:cxn ang="0">
                  <a:pos x="0" y="5662"/>
                </a:cxn>
                <a:cxn ang="0">
                  <a:pos x="0" y="228"/>
                </a:cxn>
                <a:cxn ang="0">
                  <a:pos x="7" y="177"/>
                </a:cxn>
                <a:cxn ang="0">
                  <a:pos x="24" y="128"/>
                </a:cxn>
                <a:cxn ang="0">
                  <a:pos x="52" y="86"/>
                </a:cxn>
                <a:cxn ang="0">
                  <a:pos x="86" y="51"/>
                </a:cxn>
                <a:cxn ang="0">
                  <a:pos x="128" y="23"/>
                </a:cxn>
                <a:cxn ang="0">
                  <a:pos x="177" y="7"/>
                </a:cxn>
                <a:cxn ang="0">
                  <a:pos x="228" y="0"/>
                </a:cxn>
              </a:cxnLst>
              <a:rect l="0" t="0" r="r" b="b"/>
              <a:pathLst>
                <a:path w="5893" h="5893">
                  <a:moveTo>
                    <a:pt x="228" y="0"/>
                  </a:moveTo>
                  <a:lnTo>
                    <a:pt x="5665" y="0"/>
                  </a:lnTo>
                  <a:lnTo>
                    <a:pt x="5716" y="7"/>
                  </a:lnTo>
                  <a:lnTo>
                    <a:pt x="5765" y="23"/>
                  </a:lnTo>
                  <a:lnTo>
                    <a:pt x="5807" y="51"/>
                  </a:lnTo>
                  <a:lnTo>
                    <a:pt x="5842" y="86"/>
                  </a:lnTo>
                  <a:lnTo>
                    <a:pt x="5870" y="128"/>
                  </a:lnTo>
                  <a:lnTo>
                    <a:pt x="5886" y="177"/>
                  </a:lnTo>
                  <a:lnTo>
                    <a:pt x="5893" y="228"/>
                  </a:lnTo>
                  <a:lnTo>
                    <a:pt x="5893" y="5662"/>
                  </a:lnTo>
                  <a:lnTo>
                    <a:pt x="5886" y="5716"/>
                  </a:lnTo>
                  <a:lnTo>
                    <a:pt x="5870" y="5765"/>
                  </a:lnTo>
                  <a:lnTo>
                    <a:pt x="5842" y="5807"/>
                  </a:lnTo>
                  <a:lnTo>
                    <a:pt x="5807" y="5841"/>
                  </a:lnTo>
                  <a:lnTo>
                    <a:pt x="5765" y="5869"/>
                  </a:lnTo>
                  <a:lnTo>
                    <a:pt x="5716" y="5886"/>
                  </a:lnTo>
                  <a:lnTo>
                    <a:pt x="5665" y="5893"/>
                  </a:lnTo>
                  <a:lnTo>
                    <a:pt x="228" y="5893"/>
                  </a:lnTo>
                  <a:lnTo>
                    <a:pt x="177" y="5886"/>
                  </a:lnTo>
                  <a:lnTo>
                    <a:pt x="128" y="5869"/>
                  </a:lnTo>
                  <a:lnTo>
                    <a:pt x="86" y="5841"/>
                  </a:lnTo>
                  <a:lnTo>
                    <a:pt x="52" y="5807"/>
                  </a:lnTo>
                  <a:lnTo>
                    <a:pt x="24" y="5765"/>
                  </a:lnTo>
                  <a:lnTo>
                    <a:pt x="7" y="5716"/>
                  </a:lnTo>
                  <a:lnTo>
                    <a:pt x="0" y="5662"/>
                  </a:lnTo>
                  <a:lnTo>
                    <a:pt x="0" y="228"/>
                  </a:lnTo>
                  <a:lnTo>
                    <a:pt x="7" y="177"/>
                  </a:lnTo>
                  <a:lnTo>
                    <a:pt x="24" y="128"/>
                  </a:lnTo>
                  <a:lnTo>
                    <a:pt x="52" y="86"/>
                  </a:lnTo>
                  <a:lnTo>
                    <a:pt x="86" y="51"/>
                  </a:lnTo>
                  <a:lnTo>
                    <a:pt x="128" y="23"/>
                  </a:lnTo>
                  <a:lnTo>
                    <a:pt x="177" y="7"/>
                  </a:lnTo>
                  <a:lnTo>
                    <a:pt x="228" y="0"/>
                  </a:lnTo>
                  <a:close/>
                </a:path>
              </a:pathLst>
            </a:custGeom>
            <a:solidFill>
              <a:srgbClr val="FFFFFF"/>
            </a:solidFill>
            <a:ln w="0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56" name="Freeform 29"/>
            <p:cNvSpPr>
              <a:spLocks noEditPoints="1"/>
            </p:cNvSpPr>
            <p:nvPr userDrawn="1"/>
          </p:nvSpPr>
          <p:spPr bwMode="auto">
            <a:xfrm>
              <a:off x="2173" y="2091"/>
              <a:ext cx="1421" cy="1421"/>
            </a:xfrm>
            <a:custGeom>
              <a:avLst/>
              <a:gdLst/>
              <a:ahLst/>
              <a:cxnLst>
                <a:cxn ang="0">
                  <a:pos x="191" y="23"/>
                </a:cxn>
                <a:cxn ang="0">
                  <a:pos x="116" y="56"/>
                </a:cxn>
                <a:cxn ang="0">
                  <a:pos x="56" y="116"/>
                </a:cxn>
                <a:cxn ang="0">
                  <a:pos x="23" y="190"/>
                </a:cxn>
                <a:cxn ang="0">
                  <a:pos x="19" y="5671"/>
                </a:cxn>
                <a:cxn ang="0">
                  <a:pos x="35" y="5755"/>
                </a:cxn>
                <a:cxn ang="0">
                  <a:pos x="84" y="5827"/>
                </a:cxn>
                <a:cxn ang="0">
                  <a:pos x="156" y="5876"/>
                </a:cxn>
                <a:cxn ang="0">
                  <a:pos x="214" y="5892"/>
                </a:cxn>
                <a:cxn ang="0">
                  <a:pos x="5721" y="5888"/>
                </a:cxn>
                <a:cxn ang="0">
                  <a:pos x="5795" y="5855"/>
                </a:cxn>
                <a:cxn ang="0">
                  <a:pos x="5856" y="5795"/>
                </a:cxn>
                <a:cxn ang="0">
                  <a:pos x="5888" y="5718"/>
                </a:cxn>
                <a:cxn ang="0">
                  <a:pos x="5893" y="214"/>
                </a:cxn>
                <a:cxn ang="0">
                  <a:pos x="5877" y="156"/>
                </a:cxn>
                <a:cxn ang="0">
                  <a:pos x="5828" y="83"/>
                </a:cxn>
                <a:cxn ang="0">
                  <a:pos x="5756" y="35"/>
                </a:cxn>
                <a:cxn ang="0">
                  <a:pos x="5674" y="18"/>
                </a:cxn>
                <a:cxn ang="0">
                  <a:pos x="237" y="0"/>
                </a:cxn>
                <a:cxn ang="0">
                  <a:pos x="5721" y="4"/>
                </a:cxn>
                <a:cxn ang="0">
                  <a:pos x="5809" y="42"/>
                </a:cxn>
                <a:cxn ang="0">
                  <a:pos x="5870" y="102"/>
                </a:cxn>
                <a:cxn ang="0">
                  <a:pos x="5907" y="190"/>
                </a:cxn>
                <a:cxn ang="0">
                  <a:pos x="5911" y="5694"/>
                </a:cxn>
                <a:cxn ang="0">
                  <a:pos x="5893" y="5762"/>
                </a:cxn>
                <a:cxn ang="0">
                  <a:pos x="5870" y="5809"/>
                </a:cxn>
                <a:cxn ang="0">
                  <a:pos x="5809" y="5869"/>
                </a:cxn>
                <a:cxn ang="0">
                  <a:pos x="5721" y="5906"/>
                </a:cxn>
                <a:cxn ang="0">
                  <a:pos x="214" y="5911"/>
                </a:cxn>
                <a:cxn ang="0">
                  <a:pos x="142" y="5890"/>
                </a:cxn>
                <a:cxn ang="0">
                  <a:pos x="70" y="5841"/>
                </a:cxn>
                <a:cxn ang="0">
                  <a:pos x="21" y="5769"/>
                </a:cxn>
                <a:cxn ang="0">
                  <a:pos x="5" y="5718"/>
                </a:cxn>
                <a:cxn ang="0">
                  <a:pos x="0" y="237"/>
                </a:cxn>
                <a:cxn ang="0">
                  <a:pos x="21" y="142"/>
                </a:cxn>
                <a:cxn ang="0">
                  <a:pos x="70" y="69"/>
                </a:cxn>
                <a:cxn ang="0">
                  <a:pos x="142" y="21"/>
                </a:cxn>
                <a:cxn ang="0">
                  <a:pos x="237" y="0"/>
                </a:cxn>
              </a:cxnLst>
              <a:rect l="0" t="0" r="r" b="b"/>
              <a:pathLst>
                <a:path w="5911" h="5911">
                  <a:moveTo>
                    <a:pt x="237" y="18"/>
                  </a:moveTo>
                  <a:lnTo>
                    <a:pt x="191" y="23"/>
                  </a:lnTo>
                  <a:lnTo>
                    <a:pt x="156" y="35"/>
                  </a:lnTo>
                  <a:lnTo>
                    <a:pt x="116" y="56"/>
                  </a:lnTo>
                  <a:lnTo>
                    <a:pt x="84" y="83"/>
                  </a:lnTo>
                  <a:lnTo>
                    <a:pt x="56" y="116"/>
                  </a:lnTo>
                  <a:lnTo>
                    <a:pt x="35" y="156"/>
                  </a:lnTo>
                  <a:lnTo>
                    <a:pt x="23" y="190"/>
                  </a:lnTo>
                  <a:lnTo>
                    <a:pt x="19" y="237"/>
                  </a:lnTo>
                  <a:lnTo>
                    <a:pt x="19" y="5671"/>
                  </a:lnTo>
                  <a:lnTo>
                    <a:pt x="23" y="5718"/>
                  </a:lnTo>
                  <a:lnTo>
                    <a:pt x="35" y="5755"/>
                  </a:lnTo>
                  <a:lnTo>
                    <a:pt x="56" y="5795"/>
                  </a:lnTo>
                  <a:lnTo>
                    <a:pt x="84" y="5827"/>
                  </a:lnTo>
                  <a:lnTo>
                    <a:pt x="116" y="5855"/>
                  </a:lnTo>
                  <a:lnTo>
                    <a:pt x="156" y="5876"/>
                  </a:lnTo>
                  <a:lnTo>
                    <a:pt x="191" y="5888"/>
                  </a:lnTo>
                  <a:lnTo>
                    <a:pt x="214" y="5892"/>
                  </a:lnTo>
                  <a:lnTo>
                    <a:pt x="5697" y="5892"/>
                  </a:lnTo>
                  <a:lnTo>
                    <a:pt x="5721" y="5888"/>
                  </a:lnTo>
                  <a:lnTo>
                    <a:pt x="5756" y="5876"/>
                  </a:lnTo>
                  <a:lnTo>
                    <a:pt x="5795" y="5855"/>
                  </a:lnTo>
                  <a:lnTo>
                    <a:pt x="5828" y="5827"/>
                  </a:lnTo>
                  <a:lnTo>
                    <a:pt x="5856" y="5795"/>
                  </a:lnTo>
                  <a:lnTo>
                    <a:pt x="5877" y="5755"/>
                  </a:lnTo>
                  <a:lnTo>
                    <a:pt x="5888" y="5718"/>
                  </a:lnTo>
                  <a:lnTo>
                    <a:pt x="5893" y="5694"/>
                  </a:lnTo>
                  <a:lnTo>
                    <a:pt x="5893" y="214"/>
                  </a:lnTo>
                  <a:lnTo>
                    <a:pt x="5888" y="190"/>
                  </a:lnTo>
                  <a:lnTo>
                    <a:pt x="5877" y="156"/>
                  </a:lnTo>
                  <a:lnTo>
                    <a:pt x="5856" y="116"/>
                  </a:lnTo>
                  <a:lnTo>
                    <a:pt x="5828" y="83"/>
                  </a:lnTo>
                  <a:lnTo>
                    <a:pt x="5795" y="56"/>
                  </a:lnTo>
                  <a:lnTo>
                    <a:pt x="5756" y="35"/>
                  </a:lnTo>
                  <a:lnTo>
                    <a:pt x="5721" y="23"/>
                  </a:lnTo>
                  <a:lnTo>
                    <a:pt x="5674" y="18"/>
                  </a:lnTo>
                  <a:lnTo>
                    <a:pt x="237" y="18"/>
                  </a:lnTo>
                  <a:close/>
                  <a:moveTo>
                    <a:pt x="237" y="0"/>
                  </a:moveTo>
                  <a:lnTo>
                    <a:pt x="5674" y="0"/>
                  </a:lnTo>
                  <a:lnTo>
                    <a:pt x="5721" y="4"/>
                  </a:lnTo>
                  <a:lnTo>
                    <a:pt x="5769" y="21"/>
                  </a:lnTo>
                  <a:lnTo>
                    <a:pt x="5809" y="42"/>
                  </a:lnTo>
                  <a:lnTo>
                    <a:pt x="5842" y="69"/>
                  </a:lnTo>
                  <a:lnTo>
                    <a:pt x="5870" y="102"/>
                  </a:lnTo>
                  <a:lnTo>
                    <a:pt x="5891" y="142"/>
                  </a:lnTo>
                  <a:lnTo>
                    <a:pt x="5907" y="190"/>
                  </a:lnTo>
                  <a:lnTo>
                    <a:pt x="5911" y="214"/>
                  </a:lnTo>
                  <a:lnTo>
                    <a:pt x="5911" y="5694"/>
                  </a:lnTo>
                  <a:lnTo>
                    <a:pt x="5907" y="5718"/>
                  </a:lnTo>
                  <a:lnTo>
                    <a:pt x="5893" y="5762"/>
                  </a:lnTo>
                  <a:lnTo>
                    <a:pt x="5891" y="5769"/>
                  </a:lnTo>
                  <a:lnTo>
                    <a:pt x="5870" y="5809"/>
                  </a:lnTo>
                  <a:lnTo>
                    <a:pt x="5842" y="5841"/>
                  </a:lnTo>
                  <a:lnTo>
                    <a:pt x="5809" y="5869"/>
                  </a:lnTo>
                  <a:lnTo>
                    <a:pt x="5769" y="5890"/>
                  </a:lnTo>
                  <a:lnTo>
                    <a:pt x="5721" y="5906"/>
                  </a:lnTo>
                  <a:lnTo>
                    <a:pt x="5697" y="5911"/>
                  </a:lnTo>
                  <a:lnTo>
                    <a:pt x="214" y="5911"/>
                  </a:lnTo>
                  <a:lnTo>
                    <a:pt x="191" y="5906"/>
                  </a:lnTo>
                  <a:lnTo>
                    <a:pt x="142" y="5890"/>
                  </a:lnTo>
                  <a:lnTo>
                    <a:pt x="102" y="5869"/>
                  </a:lnTo>
                  <a:lnTo>
                    <a:pt x="70" y="5841"/>
                  </a:lnTo>
                  <a:lnTo>
                    <a:pt x="42" y="5809"/>
                  </a:lnTo>
                  <a:lnTo>
                    <a:pt x="21" y="5769"/>
                  </a:lnTo>
                  <a:lnTo>
                    <a:pt x="19" y="5762"/>
                  </a:lnTo>
                  <a:lnTo>
                    <a:pt x="5" y="5718"/>
                  </a:lnTo>
                  <a:lnTo>
                    <a:pt x="0" y="5671"/>
                  </a:lnTo>
                  <a:lnTo>
                    <a:pt x="0" y="237"/>
                  </a:lnTo>
                  <a:lnTo>
                    <a:pt x="5" y="190"/>
                  </a:lnTo>
                  <a:lnTo>
                    <a:pt x="21" y="142"/>
                  </a:lnTo>
                  <a:lnTo>
                    <a:pt x="42" y="102"/>
                  </a:lnTo>
                  <a:lnTo>
                    <a:pt x="70" y="69"/>
                  </a:lnTo>
                  <a:lnTo>
                    <a:pt x="102" y="42"/>
                  </a:lnTo>
                  <a:lnTo>
                    <a:pt x="142" y="21"/>
                  </a:lnTo>
                  <a:lnTo>
                    <a:pt x="191" y="4"/>
                  </a:lnTo>
                  <a:lnTo>
                    <a:pt x="237" y="0"/>
                  </a:lnTo>
                  <a:close/>
                </a:path>
              </a:pathLst>
            </a:custGeom>
            <a:solidFill>
              <a:srgbClr val="FFFFFF"/>
            </a:solidFill>
            <a:ln w="0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57" name="Freeform 30"/>
            <p:cNvSpPr>
              <a:spLocks/>
            </p:cNvSpPr>
            <p:nvPr userDrawn="1"/>
          </p:nvSpPr>
          <p:spPr bwMode="auto">
            <a:xfrm>
              <a:off x="2189" y="2105"/>
              <a:ext cx="799" cy="1392"/>
            </a:xfrm>
            <a:custGeom>
              <a:avLst/>
              <a:gdLst/>
              <a:ahLst/>
              <a:cxnLst>
                <a:cxn ang="0">
                  <a:pos x="3256" y="51"/>
                </a:cxn>
                <a:cxn ang="0">
                  <a:pos x="3063" y="245"/>
                </a:cxn>
                <a:cxn ang="0">
                  <a:pos x="2902" y="512"/>
                </a:cxn>
                <a:cxn ang="0">
                  <a:pos x="2777" y="868"/>
                </a:cxn>
                <a:cxn ang="0">
                  <a:pos x="2688" y="1322"/>
                </a:cxn>
                <a:cxn ang="0">
                  <a:pos x="2651" y="1692"/>
                </a:cxn>
                <a:cxn ang="0">
                  <a:pos x="2632" y="2148"/>
                </a:cxn>
                <a:cxn ang="0">
                  <a:pos x="2595" y="2390"/>
                </a:cxn>
                <a:cxn ang="0">
                  <a:pos x="2532" y="2653"/>
                </a:cxn>
                <a:cxn ang="0">
                  <a:pos x="2488" y="2818"/>
                </a:cxn>
                <a:cxn ang="0">
                  <a:pos x="2558" y="2905"/>
                </a:cxn>
                <a:cxn ang="0">
                  <a:pos x="2663" y="3147"/>
                </a:cxn>
                <a:cxn ang="0">
                  <a:pos x="2712" y="3421"/>
                </a:cxn>
                <a:cxn ang="0">
                  <a:pos x="2728" y="3945"/>
                </a:cxn>
                <a:cxn ang="0">
                  <a:pos x="2730" y="4343"/>
                </a:cxn>
                <a:cxn ang="0">
                  <a:pos x="2716" y="4713"/>
                </a:cxn>
                <a:cxn ang="0">
                  <a:pos x="2677" y="5046"/>
                </a:cxn>
                <a:cxn ang="0">
                  <a:pos x="2600" y="5325"/>
                </a:cxn>
                <a:cxn ang="0">
                  <a:pos x="2479" y="5539"/>
                </a:cxn>
                <a:cxn ang="0">
                  <a:pos x="2304" y="5674"/>
                </a:cxn>
                <a:cxn ang="0">
                  <a:pos x="2111" y="5742"/>
                </a:cxn>
                <a:cxn ang="0">
                  <a:pos x="1978" y="5749"/>
                </a:cxn>
                <a:cxn ang="0">
                  <a:pos x="1897" y="5716"/>
                </a:cxn>
                <a:cxn ang="0">
                  <a:pos x="1853" y="5662"/>
                </a:cxn>
                <a:cxn ang="0">
                  <a:pos x="1834" y="5609"/>
                </a:cxn>
                <a:cxn ang="0">
                  <a:pos x="1843" y="5562"/>
                </a:cxn>
                <a:cxn ang="0">
                  <a:pos x="1897" y="5506"/>
                </a:cxn>
                <a:cxn ang="0">
                  <a:pos x="1960" y="5418"/>
                </a:cxn>
                <a:cxn ang="0">
                  <a:pos x="2004" y="5271"/>
                </a:cxn>
                <a:cxn ang="0">
                  <a:pos x="1969" y="5153"/>
                </a:cxn>
                <a:cxn ang="0">
                  <a:pos x="1836" y="5046"/>
                </a:cxn>
                <a:cxn ang="0">
                  <a:pos x="1667" y="4999"/>
                </a:cxn>
                <a:cxn ang="0">
                  <a:pos x="1541" y="5039"/>
                </a:cxn>
                <a:cxn ang="0">
                  <a:pos x="1457" y="5136"/>
                </a:cxn>
                <a:cxn ang="0">
                  <a:pos x="1408" y="5269"/>
                </a:cxn>
                <a:cxn ang="0">
                  <a:pos x="1397" y="5409"/>
                </a:cxn>
                <a:cxn ang="0">
                  <a:pos x="1415" y="5530"/>
                </a:cxn>
                <a:cxn ang="0">
                  <a:pos x="1511" y="5683"/>
                </a:cxn>
                <a:cxn ang="0">
                  <a:pos x="177" y="5788"/>
                </a:cxn>
                <a:cxn ang="0">
                  <a:pos x="51" y="5737"/>
                </a:cxn>
                <a:cxn ang="0">
                  <a:pos x="0" y="5611"/>
                </a:cxn>
                <a:cxn ang="0">
                  <a:pos x="23" y="89"/>
                </a:cxn>
                <a:cxn ang="0">
                  <a:pos x="131" y="7"/>
                </a:cxn>
              </a:cxnLst>
              <a:rect l="0" t="0" r="r" b="b"/>
              <a:pathLst>
                <a:path w="3326" h="5788">
                  <a:moveTo>
                    <a:pt x="177" y="0"/>
                  </a:moveTo>
                  <a:lnTo>
                    <a:pt x="3326" y="0"/>
                  </a:lnTo>
                  <a:lnTo>
                    <a:pt x="3256" y="51"/>
                  </a:lnTo>
                  <a:lnTo>
                    <a:pt x="3189" y="107"/>
                  </a:lnTo>
                  <a:lnTo>
                    <a:pt x="3124" y="172"/>
                  </a:lnTo>
                  <a:lnTo>
                    <a:pt x="3063" y="245"/>
                  </a:lnTo>
                  <a:lnTo>
                    <a:pt x="3007" y="326"/>
                  </a:lnTo>
                  <a:lnTo>
                    <a:pt x="2954" y="414"/>
                  </a:lnTo>
                  <a:lnTo>
                    <a:pt x="2902" y="512"/>
                  </a:lnTo>
                  <a:lnTo>
                    <a:pt x="2856" y="622"/>
                  </a:lnTo>
                  <a:lnTo>
                    <a:pt x="2814" y="740"/>
                  </a:lnTo>
                  <a:lnTo>
                    <a:pt x="2777" y="868"/>
                  </a:lnTo>
                  <a:lnTo>
                    <a:pt x="2742" y="1008"/>
                  </a:lnTo>
                  <a:lnTo>
                    <a:pt x="2714" y="1159"/>
                  </a:lnTo>
                  <a:lnTo>
                    <a:pt x="2688" y="1322"/>
                  </a:lnTo>
                  <a:lnTo>
                    <a:pt x="2667" y="1497"/>
                  </a:lnTo>
                  <a:lnTo>
                    <a:pt x="2651" y="1685"/>
                  </a:lnTo>
                  <a:lnTo>
                    <a:pt x="2651" y="1692"/>
                  </a:lnTo>
                  <a:lnTo>
                    <a:pt x="2642" y="1836"/>
                  </a:lnTo>
                  <a:lnTo>
                    <a:pt x="2635" y="1990"/>
                  </a:lnTo>
                  <a:lnTo>
                    <a:pt x="2632" y="2148"/>
                  </a:lnTo>
                  <a:lnTo>
                    <a:pt x="2623" y="2223"/>
                  </a:lnTo>
                  <a:lnTo>
                    <a:pt x="2611" y="2304"/>
                  </a:lnTo>
                  <a:lnTo>
                    <a:pt x="2595" y="2390"/>
                  </a:lnTo>
                  <a:lnTo>
                    <a:pt x="2579" y="2481"/>
                  </a:lnTo>
                  <a:lnTo>
                    <a:pt x="2558" y="2569"/>
                  </a:lnTo>
                  <a:lnTo>
                    <a:pt x="2532" y="2653"/>
                  </a:lnTo>
                  <a:lnTo>
                    <a:pt x="2504" y="2732"/>
                  </a:lnTo>
                  <a:lnTo>
                    <a:pt x="2472" y="2802"/>
                  </a:lnTo>
                  <a:lnTo>
                    <a:pt x="2488" y="2818"/>
                  </a:lnTo>
                  <a:lnTo>
                    <a:pt x="2507" y="2839"/>
                  </a:lnTo>
                  <a:lnTo>
                    <a:pt x="2530" y="2867"/>
                  </a:lnTo>
                  <a:lnTo>
                    <a:pt x="2558" y="2905"/>
                  </a:lnTo>
                  <a:lnTo>
                    <a:pt x="2600" y="2986"/>
                  </a:lnTo>
                  <a:lnTo>
                    <a:pt x="2635" y="3065"/>
                  </a:lnTo>
                  <a:lnTo>
                    <a:pt x="2663" y="3147"/>
                  </a:lnTo>
                  <a:lnTo>
                    <a:pt x="2684" y="3233"/>
                  </a:lnTo>
                  <a:lnTo>
                    <a:pt x="2700" y="3324"/>
                  </a:lnTo>
                  <a:lnTo>
                    <a:pt x="2712" y="3421"/>
                  </a:lnTo>
                  <a:lnTo>
                    <a:pt x="2726" y="3810"/>
                  </a:lnTo>
                  <a:lnTo>
                    <a:pt x="2726" y="3808"/>
                  </a:lnTo>
                  <a:lnTo>
                    <a:pt x="2728" y="3945"/>
                  </a:lnTo>
                  <a:lnTo>
                    <a:pt x="2730" y="4080"/>
                  </a:lnTo>
                  <a:lnTo>
                    <a:pt x="2733" y="4213"/>
                  </a:lnTo>
                  <a:lnTo>
                    <a:pt x="2730" y="4343"/>
                  </a:lnTo>
                  <a:lnTo>
                    <a:pt x="2728" y="4469"/>
                  </a:lnTo>
                  <a:lnTo>
                    <a:pt x="2723" y="4594"/>
                  </a:lnTo>
                  <a:lnTo>
                    <a:pt x="2716" y="4713"/>
                  </a:lnTo>
                  <a:lnTo>
                    <a:pt x="2707" y="4829"/>
                  </a:lnTo>
                  <a:lnTo>
                    <a:pt x="2693" y="4939"/>
                  </a:lnTo>
                  <a:lnTo>
                    <a:pt x="2677" y="5046"/>
                  </a:lnTo>
                  <a:lnTo>
                    <a:pt x="2656" y="5143"/>
                  </a:lnTo>
                  <a:lnTo>
                    <a:pt x="2630" y="5239"/>
                  </a:lnTo>
                  <a:lnTo>
                    <a:pt x="2600" y="5325"/>
                  </a:lnTo>
                  <a:lnTo>
                    <a:pt x="2565" y="5404"/>
                  </a:lnTo>
                  <a:lnTo>
                    <a:pt x="2525" y="5474"/>
                  </a:lnTo>
                  <a:lnTo>
                    <a:pt x="2479" y="5539"/>
                  </a:lnTo>
                  <a:lnTo>
                    <a:pt x="2428" y="5593"/>
                  </a:lnTo>
                  <a:lnTo>
                    <a:pt x="2369" y="5639"/>
                  </a:lnTo>
                  <a:lnTo>
                    <a:pt x="2304" y="5674"/>
                  </a:lnTo>
                  <a:lnTo>
                    <a:pt x="2232" y="5704"/>
                  </a:lnTo>
                  <a:lnTo>
                    <a:pt x="2167" y="5728"/>
                  </a:lnTo>
                  <a:lnTo>
                    <a:pt x="2111" y="5742"/>
                  </a:lnTo>
                  <a:lnTo>
                    <a:pt x="2060" y="5749"/>
                  </a:lnTo>
                  <a:lnTo>
                    <a:pt x="2016" y="5751"/>
                  </a:lnTo>
                  <a:lnTo>
                    <a:pt x="1978" y="5749"/>
                  </a:lnTo>
                  <a:lnTo>
                    <a:pt x="1946" y="5742"/>
                  </a:lnTo>
                  <a:lnTo>
                    <a:pt x="1918" y="5730"/>
                  </a:lnTo>
                  <a:lnTo>
                    <a:pt x="1897" y="5716"/>
                  </a:lnTo>
                  <a:lnTo>
                    <a:pt x="1878" y="5697"/>
                  </a:lnTo>
                  <a:lnTo>
                    <a:pt x="1864" y="5681"/>
                  </a:lnTo>
                  <a:lnTo>
                    <a:pt x="1853" y="5662"/>
                  </a:lnTo>
                  <a:lnTo>
                    <a:pt x="1843" y="5644"/>
                  </a:lnTo>
                  <a:lnTo>
                    <a:pt x="1839" y="5625"/>
                  </a:lnTo>
                  <a:lnTo>
                    <a:pt x="1834" y="5609"/>
                  </a:lnTo>
                  <a:lnTo>
                    <a:pt x="1832" y="5595"/>
                  </a:lnTo>
                  <a:lnTo>
                    <a:pt x="1832" y="5574"/>
                  </a:lnTo>
                  <a:lnTo>
                    <a:pt x="1843" y="5562"/>
                  </a:lnTo>
                  <a:lnTo>
                    <a:pt x="1860" y="5548"/>
                  </a:lnTo>
                  <a:lnTo>
                    <a:pt x="1876" y="5530"/>
                  </a:lnTo>
                  <a:lnTo>
                    <a:pt x="1897" y="5506"/>
                  </a:lnTo>
                  <a:lnTo>
                    <a:pt x="1918" y="5481"/>
                  </a:lnTo>
                  <a:lnTo>
                    <a:pt x="1939" y="5451"/>
                  </a:lnTo>
                  <a:lnTo>
                    <a:pt x="1960" y="5418"/>
                  </a:lnTo>
                  <a:lnTo>
                    <a:pt x="1992" y="5348"/>
                  </a:lnTo>
                  <a:lnTo>
                    <a:pt x="2002" y="5309"/>
                  </a:lnTo>
                  <a:lnTo>
                    <a:pt x="2004" y="5271"/>
                  </a:lnTo>
                  <a:lnTo>
                    <a:pt x="2002" y="5232"/>
                  </a:lnTo>
                  <a:lnTo>
                    <a:pt x="1990" y="5192"/>
                  </a:lnTo>
                  <a:lnTo>
                    <a:pt x="1969" y="5153"/>
                  </a:lnTo>
                  <a:lnTo>
                    <a:pt x="1937" y="5116"/>
                  </a:lnTo>
                  <a:lnTo>
                    <a:pt x="1892" y="5081"/>
                  </a:lnTo>
                  <a:lnTo>
                    <a:pt x="1836" y="5046"/>
                  </a:lnTo>
                  <a:lnTo>
                    <a:pt x="1776" y="5020"/>
                  </a:lnTo>
                  <a:lnTo>
                    <a:pt x="1718" y="5004"/>
                  </a:lnTo>
                  <a:lnTo>
                    <a:pt x="1667" y="4999"/>
                  </a:lnTo>
                  <a:lnTo>
                    <a:pt x="1620" y="5004"/>
                  </a:lnTo>
                  <a:lnTo>
                    <a:pt x="1578" y="5018"/>
                  </a:lnTo>
                  <a:lnTo>
                    <a:pt x="1541" y="5039"/>
                  </a:lnTo>
                  <a:lnTo>
                    <a:pt x="1508" y="5067"/>
                  </a:lnTo>
                  <a:lnTo>
                    <a:pt x="1480" y="5099"/>
                  </a:lnTo>
                  <a:lnTo>
                    <a:pt x="1457" y="5136"/>
                  </a:lnTo>
                  <a:lnTo>
                    <a:pt x="1436" y="5178"/>
                  </a:lnTo>
                  <a:lnTo>
                    <a:pt x="1420" y="5223"/>
                  </a:lnTo>
                  <a:lnTo>
                    <a:pt x="1408" y="5269"/>
                  </a:lnTo>
                  <a:lnTo>
                    <a:pt x="1401" y="5316"/>
                  </a:lnTo>
                  <a:lnTo>
                    <a:pt x="1397" y="5362"/>
                  </a:lnTo>
                  <a:lnTo>
                    <a:pt x="1397" y="5409"/>
                  </a:lnTo>
                  <a:lnTo>
                    <a:pt x="1399" y="5453"/>
                  </a:lnTo>
                  <a:lnTo>
                    <a:pt x="1406" y="5493"/>
                  </a:lnTo>
                  <a:lnTo>
                    <a:pt x="1415" y="5530"/>
                  </a:lnTo>
                  <a:lnTo>
                    <a:pt x="1436" y="5579"/>
                  </a:lnTo>
                  <a:lnTo>
                    <a:pt x="1469" y="5630"/>
                  </a:lnTo>
                  <a:lnTo>
                    <a:pt x="1511" y="5683"/>
                  </a:lnTo>
                  <a:lnTo>
                    <a:pt x="1564" y="5737"/>
                  </a:lnTo>
                  <a:lnTo>
                    <a:pt x="1625" y="5788"/>
                  </a:lnTo>
                  <a:lnTo>
                    <a:pt x="177" y="5788"/>
                  </a:lnTo>
                  <a:lnTo>
                    <a:pt x="131" y="5781"/>
                  </a:lnTo>
                  <a:lnTo>
                    <a:pt x="89" y="5765"/>
                  </a:lnTo>
                  <a:lnTo>
                    <a:pt x="51" y="5737"/>
                  </a:lnTo>
                  <a:lnTo>
                    <a:pt x="23" y="5700"/>
                  </a:lnTo>
                  <a:lnTo>
                    <a:pt x="7" y="5658"/>
                  </a:lnTo>
                  <a:lnTo>
                    <a:pt x="0" y="5611"/>
                  </a:lnTo>
                  <a:lnTo>
                    <a:pt x="0" y="177"/>
                  </a:lnTo>
                  <a:lnTo>
                    <a:pt x="7" y="130"/>
                  </a:lnTo>
                  <a:lnTo>
                    <a:pt x="23" y="89"/>
                  </a:lnTo>
                  <a:lnTo>
                    <a:pt x="51" y="51"/>
                  </a:lnTo>
                  <a:lnTo>
                    <a:pt x="89" y="23"/>
                  </a:lnTo>
                  <a:lnTo>
                    <a:pt x="131" y="7"/>
                  </a:lnTo>
                  <a:lnTo>
                    <a:pt x="177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58" name="Freeform 31"/>
            <p:cNvSpPr>
              <a:spLocks/>
            </p:cNvSpPr>
            <p:nvPr userDrawn="1"/>
          </p:nvSpPr>
          <p:spPr bwMode="auto">
            <a:xfrm>
              <a:off x="2796" y="2105"/>
              <a:ext cx="784" cy="1392"/>
            </a:xfrm>
            <a:custGeom>
              <a:avLst/>
              <a:gdLst/>
              <a:ahLst/>
              <a:cxnLst>
                <a:cxn ang="0">
                  <a:pos x="3130" y="7"/>
                </a:cxn>
                <a:cxn ang="0">
                  <a:pos x="3237" y="89"/>
                </a:cxn>
                <a:cxn ang="0">
                  <a:pos x="3260" y="5611"/>
                </a:cxn>
                <a:cxn ang="0">
                  <a:pos x="3209" y="5737"/>
                </a:cxn>
                <a:cxn ang="0">
                  <a:pos x="3083" y="5788"/>
                </a:cxn>
                <a:cxn ang="0">
                  <a:pos x="137" y="5681"/>
                </a:cxn>
                <a:cxn ang="0">
                  <a:pos x="321" y="5465"/>
                </a:cxn>
                <a:cxn ang="0">
                  <a:pos x="470" y="5169"/>
                </a:cxn>
                <a:cxn ang="0">
                  <a:pos x="586" y="4780"/>
                </a:cxn>
                <a:cxn ang="0">
                  <a:pos x="661" y="4292"/>
                </a:cxn>
                <a:cxn ang="0">
                  <a:pos x="686" y="3954"/>
                </a:cxn>
                <a:cxn ang="0">
                  <a:pos x="707" y="3547"/>
                </a:cxn>
                <a:cxn ang="0">
                  <a:pos x="777" y="3261"/>
                </a:cxn>
                <a:cxn ang="0">
                  <a:pos x="840" y="3068"/>
                </a:cxn>
                <a:cxn ang="0">
                  <a:pos x="770" y="2979"/>
                </a:cxn>
                <a:cxn ang="0">
                  <a:pos x="677" y="2735"/>
                </a:cxn>
                <a:cxn ang="0">
                  <a:pos x="623" y="2460"/>
                </a:cxn>
                <a:cxn ang="0">
                  <a:pos x="598" y="1843"/>
                </a:cxn>
                <a:cxn ang="0">
                  <a:pos x="596" y="1445"/>
                </a:cxn>
                <a:cxn ang="0">
                  <a:pos x="609" y="1075"/>
                </a:cxn>
                <a:cxn ang="0">
                  <a:pos x="651" y="745"/>
                </a:cxn>
                <a:cxn ang="0">
                  <a:pos x="726" y="466"/>
                </a:cxn>
                <a:cxn ang="0">
                  <a:pos x="847" y="252"/>
                </a:cxn>
                <a:cxn ang="0">
                  <a:pos x="1021" y="114"/>
                </a:cxn>
                <a:cxn ang="0">
                  <a:pos x="1217" y="47"/>
                </a:cxn>
                <a:cxn ang="0">
                  <a:pos x="1350" y="40"/>
                </a:cxn>
                <a:cxn ang="0">
                  <a:pos x="1431" y="72"/>
                </a:cxn>
                <a:cxn ang="0">
                  <a:pos x="1475" y="126"/>
                </a:cxn>
                <a:cxn ang="0">
                  <a:pos x="1494" y="179"/>
                </a:cxn>
                <a:cxn ang="0">
                  <a:pos x="1485" y="226"/>
                </a:cxn>
                <a:cxn ang="0">
                  <a:pos x="1431" y="282"/>
                </a:cxn>
                <a:cxn ang="0">
                  <a:pos x="1368" y="370"/>
                </a:cxn>
                <a:cxn ang="0">
                  <a:pos x="1324" y="517"/>
                </a:cxn>
                <a:cxn ang="0">
                  <a:pos x="1359" y="636"/>
                </a:cxn>
                <a:cxn ang="0">
                  <a:pos x="1492" y="743"/>
                </a:cxn>
                <a:cxn ang="0">
                  <a:pos x="1659" y="789"/>
                </a:cxn>
                <a:cxn ang="0">
                  <a:pos x="1785" y="752"/>
                </a:cxn>
                <a:cxn ang="0">
                  <a:pos x="1871" y="654"/>
                </a:cxn>
                <a:cxn ang="0">
                  <a:pos x="1917" y="521"/>
                </a:cxn>
                <a:cxn ang="0">
                  <a:pos x="1931" y="382"/>
                </a:cxn>
                <a:cxn ang="0">
                  <a:pos x="1913" y="261"/>
                </a:cxn>
                <a:cxn ang="0">
                  <a:pos x="1817" y="105"/>
                </a:cxn>
              </a:cxnLst>
              <a:rect l="0" t="0" r="r" b="b"/>
              <a:pathLst>
                <a:path w="3260" h="5788">
                  <a:moveTo>
                    <a:pt x="1701" y="0"/>
                  </a:moveTo>
                  <a:lnTo>
                    <a:pt x="3083" y="0"/>
                  </a:lnTo>
                  <a:lnTo>
                    <a:pt x="3130" y="7"/>
                  </a:lnTo>
                  <a:lnTo>
                    <a:pt x="3172" y="23"/>
                  </a:lnTo>
                  <a:lnTo>
                    <a:pt x="3209" y="51"/>
                  </a:lnTo>
                  <a:lnTo>
                    <a:pt x="3237" y="89"/>
                  </a:lnTo>
                  <a:lnTo>
                    <a:pt x="3253" y="130"/>
                  </a:lnTo>
                  <a:lnTo>
                    <a:pt x="3260" y="177"/>
                  </a:lnTo>
                  <a:lnTo>
                    <a:pt x="3260" y="5611"/>
                  </a:lnTo>
                  <a:lnTo>
                    <a:pt x="3253" y="5658"/>
                  </a:lnTo>
                  <a:lnTo>
                    <a:pt x="3237" y="5700"/>
                  </a:lnTo>
                  <a:lnTo>
                    <a:pt x="3209" y="5737"/>
                  </a:lnTo>
                  <a:lnTo>
                    <a:pt x="3172" y="5765"/>
                  </a:lnTo>
                  <a:lnTo>
                    <a:pt x="3130" y="5781"/>
                  </a:lnTo>
                  <a:lnTo>
                    <a:pt x="3083" y="5788"/>
                  </a:lnTo>
                  <a:lnTo>
                    <a:pt x="0" y="5788"/>
                  </a:lnTo>
                  <a:lnTo>
                    <a:pt x="70" y="5737"/>
                  </a:lnTo>
                  <a:lnTo>
                    <a:pt x="137" y="5681"/>
                  </a:lnTo>
                  <a:lnTo>
                    <a:pt x="202" y="5616"/>
                  </a:lnTo>
                  <a:lnTo>
                    <a:pt x="263" y="5544"/>
                  </a:lnTo>
                  <a:lnTo>
                    <a:pt x="321" y="5465"/>
                  </a:lnTo>
                  <a:lnTo>
                    <a:pt x="374" y="5374"/>
                  </a:lnTo>
                  <a:lnTo>
                    <a:pt x="426" y="5276"/>
                  </a:lnTo>
                  <a:lnTo>
                    <a:pt x="470" y="5169"/>
                  </a:lnTo>
                  <a:lnTo>
                    <a:pt x="514" y="5050"/>
                  </a:lnTo>
                  <a:lnTo>
                    <a:pt x="551" y="4920"/>
                  </a:lnTo>
                  <a:lnTo>
                    <a:pt x="586" y="4780"/>
                  </a:lnTo>
                  <a:lnTo>
                    <a:pt x="614" y="4629"/>
                  </a:lnTo>
                  <a:lnTo>
                    <a:pt x="640" y="4466"/>
                  </a:lnTo>
                  <a:lnTo>
                    <a:pt x="661" y="4292"/>
                  </a:lnTo>
                  <a:lnTo>
                    <a:pt x="677" y="4103"/>
                  </a:lnTo>
                  <a:lnTo>
                    <a:pt x="677" y="4098"/>
                  </a:lnTo>
                  <a:lnTo>
                    <a:pt x="686" y="3954"/>
                  </a:lnTo>
                  <a:lnTo>
                    <a:pt x="691" y="3801"/>
                  </a:lnTo>
                  <a:lnTo>
                    <a:pt x="696" y="3640"/>
                  </a:lnTo>
                  <a:lnTo>
                    <a:pt x="707" y="3547"/>
                  </a:lnTo>
                  <a:lnTo>
                    <a:pt x="726" y="3452"/>
                  </a:lnTo>
                  <a:lnTo>
                    <a:pt x="749" y="3356"/>
                  </a:lnTo>
                  <a:lnTo>
                    <a:pt x="777" y="3261"/>
                  </a:lnTo>
                  <a:lnTo>
                    <a:pt x="814" y="3170"/>
                  </a:lnTo>
                  <a:lnTo>
                    <a:pt x="856" y="3084"/>
                  </a:lnTo>
                  <a:lnTo>
                    <a:pt x="840" y="3068"/>
                  </a:lnTo>
                  <a:lnTo>
                    <a:pt x="821" y="3044"/>
                  </a:lnTo>
                  <a:lnTo>
                    <a:pt x="798" y="3016"/>
                  </a:lnTo>
                  <a:lnTo>
                    <a:pt x="770" y="2979"/>
                  </a:lnTo>
                  <a:lnTo>
                    <a:pt x="733" y="2905"/>
                  </a:lnTo>
                  <a:lnTo>
                    <a:pt x="703" y="2823"/>
                  </a:lnTo>
                  <a:lnTo>
                    <a:pt x="677" y="2735"/>
                  </a:lnTo>
                  <a:lnTo>
                    <a:pt x="656" y="2644"/>
                  </a:lnTo>
                  <a:lnTo>
                    <a:pt x="637" y="2551"/>
                  </a:lnTo>
                  <a:lnTo>
                    <a:pt x="623" y="2460"/>
                  </a:lnTo>
                  <a:lnTo>
                    <a:pt x="614" y="2369"/>
                  </a:lnTo>
                  <a:lnTo>
                    <a:pt x="600" y="1981"/>
                  </a:lnTo>
                  <a:lnTo>
                    <a:pt x="598" y="1843"/>
                  </a:lnTo>
                  <a:lnTo>
                    <a:pt x="596" y="1708"/>
                  </a:lnTo>
                  <a:lnTo>
                    <a:pt x="593" y="1576"/>
                  </a:lnTo>
                  <a:lnTo>
                    <a:pt x="596" y="1445"/>
                  </a:lnTo>
                  <a:lnTo>
                    <a:pt x="598" y="1320"/>
                  </a:lnTo>
                  <a:lnTo>
                    <a:pt x="602" y="1196"/>
                  </a:lnTo>
                  <a:lnTo>
                    <a:pt x="609" y="1075"/>
                  </a:lnTo>
                  <a:lnTo>
                    <a:pt x="619" y="959"/>
                  </a:lnTo>
                  <a:lnTo>
                    <a:pt x="633" y="850"/>
                  </a:lnTo>
                  <a:lnTo>
                    <a:pt x="651" y="745"/>
                  </a:lnTo>
                  <a:lnTo>
                    <a:pt x="672" y="645"/>
                  </a:lnTo>
                  <a:lnTo>
                    <a:pt x="698" y="552"/>
                  </a:lnTo>
                  <a:lnTo>
                    <a:pt x="726" y="466"/>
                  </a:lnTo>
                  <a:lnTo>
                    <a:pt x="761" y="386"/>
                  </a:lnTo>
                  <a:lnTo>
                    <a:pt x="803" y="314"/>
                  </a:lnTo>
                  <a:lnTo>
                    <a:pt x="847" y="252"/>
                  </a:lnTo>
                  <a:lnTo>
                    <a:pt x="898" y="196"/>
                  </a:lnTo>
                  <a:lnTo>
                    <a:pt x="956" y="151"/>
                  </a:lnTo>
                  <a:lnTo>
                    <a:pt x="1021" y="114"/>
                  </a:lnTo>
                  <a:lnTo>
                    <a:pt x="1094" y="84"/>
                  </a:lnTo>
                  <a:lnTo>
                    <a:pt x="1159" y="61"/>
                  </a:lnTo>
                  <a:lnTo>
                    <a:pt x="1217" y="47"/>
                  </a:lnTo>
                  <a:lnTo>
                    <a:pt x="1268" y="40"/>
                  </a:lnTo>
                  <a:lnTo>
                    <a:pt x="1312" y="37"/>
                  </a:lnTo>
                  <a:lnTo>
                    <a:pt x="1350" y="40"/>
                  </a:lnTo>
                  <a:lnTo>
                    <a:pt x="1382" y="47"/>
                  </a:lnTo>
                  <a:lnTo>
                    <a:pt x="1410" y="58"/>
                  </a:lnTo>
                  <a:lnTo>
                    <a:pt x="1431" y="72"/>
                  </a:lnTo>
                  <a:lnTo>
                    <a:pt x="1450" y="91"/>
                  </a:lnTo>
                  <a:lnTo>
                    <a:pt x="1464" y="107"/>
                  </a:lnTo>
                  <a:lnTo>
                    <a:pt x="1475" y="126"/>
                  </a:lnTo>
                  <a:lnTo>
                    <a:pt x="1485" y="144"/>
                  </a:lnTo>
                  <a:lnTo>
                    <a:pt x="1489" y="163"/>
                  </a:lnTo>
                  <a:lnTo>
                    <a:pt x="1494" y="179"/>
                  </a:lnTo>
                  <a:lnTo>
                    <a:pt x="1496" y="193"/>
                  </a:lnTo>
                  <a:lnTo>
                    <a:pt x="1496" y="214"/>
                  </a:lnTo>
                  <a:lnTo>
                    <a:pt x="1485" y="226"/>
                  </a:lnTo>
                  <a:lnTo>
                    <a:pt x="1468" y="240"/>
                  </a:lnTo>
                  <a:lnTo>
                    <a:pt x="1452" y="258"/>
                  </a:lnTo>
                  <a:lnTo>
                    <a:pt x="1431" y="282"/>
                  </a:lnTo>
                  <a:lnTo>
                    <a:pt x="1410" y="307"/>
                  </a:lnTo>
                  <a:lnTo>
                    <a:pt x="1389" y="338"/>
                  </a:lnTo>
                  <a:lnTo>
                    <a:pt x="1368" y="370"/>
                  </a:lnTo>
                  <a:lnTo>
                    <a:pt x="1336" y="440"/>
                  </a:lnTo>
                  <a:lnTo>
                    <a:pt x="1326" y="480"/>
                  </a:lnTo>
                  <a:lnTo>
                    <a:pt x="1324" y="517"/>
                  </a:lnTo>
                  <a:lnTo>
                    <a:pt x="1326" y="556"/>
                  </a:lnTo>
                  <a:lnTo>
                    <a:pt x="1338" y="596"/>
                  </a:lnTo>
                  <a:lnTo>
                    <a:pt x="1359" y="636"/>
                  </a:lnTo>
                  <a:lnTo>
                    <a:pt x="1391" y="673"/>
                  </a:lnTo>
                  <a:lnTo>
                    <a:pt x="1436" y="708"/>
                  </a:lnTo>
                  <a:lnTo>
                    <a:pt x="1492" y="743"/>
                  </a:lnTo>
                  <a:lnTo>
                    <a:pt x="1552" y="770"/>
                  </a:lnTo>
                  <a:lnTo>
                    <a:pt x="1608" y="784"/>
                  </a:lnTo>
                  <a:lnTo>
                    <a:pt x="1659" y="789"/>
                  </a:lnTo>
                  <a:lnTo>
                    <a:pt x="1706" y="784"/>
                  </a:lnTo>
                  <a:lnTo>
                    <a:pt x="1748" y="773"/>
                  </a:lnTo>
                  <a:lnTo>
                    <a:pt x="1785" y="752"/>
                  </a:lnTo>
                  <a:lnTo>
                    <a:pt x="1817" y="724"/>
                  </a:lnTo>
                  <a:lnTo>
                    <a:pt x="1848" y="691"/>
                  </a:lnTo>
                  <a:lnTo>
                    <a:pt x="1871" y="654"/>
                  </a:lnTo>
                  <a:lnTo>
                    <a:pt x="1890" y="612"/>
                  </a:lnTo>
                  <a:lnTo>
                    <a:pt x="1906" y="568"/>
                  </a:lnTo>
                  <a:lnTo>
                    <a:pt x="1917" y="521"/>
                  </a:lnTo>
                  <a:lnTo>
                    <a:pt x="1927" y="475"/>
                  </a:lnTo>
                  <a:lnTo>
                    <a:pt x="1931" y="428"/>
                  </a:lnTo>
                  <a:lnTo>
                    <a:pt x="1931" y="382"/>
                  </a:lnTo>
                  <a:lnTo>
                    <a:pt x="1929" y="338"/>
                  </a:lnTo>
                  <a:lnTo>
                    <a:pt x="1922" y="298"/>
                  </a:lnTo>
                  <a:lnTo>
                    <a:pt x="1913" y="261"/>
                  </a:lnTo>
                  <a:lnTo>
                    <a:pt x="1892" y="212"/>
                  </a:lnTo>
                  <a:lnTo>
                    <a:pt x="1859" y="158"/>
                  </a:lnTo>
                  <a:lnTo>
                    <a:pt x="1817" y="105"/>
                  </a:lnTo>
                  <a:lnTo>
                    <a:pt x="1764" y="51"/>
                  </a:lnTo>
                  <a:lnTo>
                    <a:pt x="1701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59" name="Freeform 32"/>
            <p:cNvSpPr>
              <a:spLocks/>
            </p:cNvSpPr>
            <p:nvPr userDrawn="1"/>
          </p:nvSpPr>
          <p:spPr bwMode="auto">
            <a:xfrm>
              <a:off x="2524" y="2105"/>
              <a:ext cx="736" cy="1392"/>
            </a:xfrm>
            <a:custGeom>
              <a:avLst/>
              <a:gdLst/>
              <a:ahLst/>
              <a:cxnLst>
                <a:cxn ang="0">
                  <a:pos x="2948" y="105"/>
                </a:cxn>
                <a:cxn ang="0">
                  <a:pos x="3053" y="298"/>
                </a:cxn>
                <a:cxn ang="0">
                  <a:pos x="3058" y="475"/>
                </a:cxn>
                <a:cxn ang="0">
                  <a:pos x="3002" y="654"/>
                </a:cxn>
                <a:cxn ang="0">
                  <a:pos x="2879" y="773"/>
                </a:cxn>
                <a:cxn ang="0">
                  <a:pos x="2683" y="770"/>
                </a:cxn>
                <a:cxn ang="0">
                  <a:pos x="2490" y="636"/>
                </a:cxn>
                <a:cxn ang="0">
                  <a:pos x="2457" y="480"/>
                </a:cxn>
                <a:cxn ang="0">
                  <a:pos x="2541" y="307"/>
                </a:cxn>
                <a:cxn ang="0">
                  <a:pos x="2616" y="226"/>
                </a:cxn>
                <a:cxn ang="0">
                  <a:pos x="2620" y="163"/>
                </a:cxn>
                <a:cxn ang="0">
                  <a:pos x="2581" y="91"/>
                </a:cxn>
                <a:cxn ang="0">
                  <a:pos x="2481" y="40"/>
                </a:cxn>
                <a:cxn ang="0">
                  <a:pos x="2290" y="61"/>
                </a:cxn>
                <a:cxn ang="0">
                  <a:pos x="2029" y="196"/>
                </a:cxn>
                <a:cxn ang="0">
                  <a:pos x="1857" y="466"/>
                </a:cxn>
                <a:cxn ang="0">
                  <a:pos x="1764" y="850"/>
                </a:cxn>
                <a:cxn ang="0">
                  <a:pos x="1729" y="1320"/>
                </a:cxn>
                <a:cxn ang="0">
                  <a:pos x="1729" y="1843"/>
                </a:cxn>
                <a:cxn ang="0">
                  <a:pos x="1768" y="2551"/>
                </a:cxn>
                <a:cxn ang="0">
                  <a:pos x="1864" y="2905"/>
                </a:cxn>
                <a:cxn ang="0">
                  <a:pos x="1971" y="3068"/>
                </a:cxn>
                <a:cxn ang="0">
                  <a:pos x="1880" y="3356"/>
                </a:cxn>
                <a:cxn ang="0">
                  <a:pos x="1822" y="3801"/>
                </a:cxn>
                <a:cxn ang="0">
                  <a:pos x="1792" y="4292"/>
                </a:cxn>
                <a:cxn ang="0">
                  <a:pos x="1682" y="4920"/>
                </a:cxn>
                <a:cxn ang="0">
                  <a:pos x="1505" y="5374"/>
                </a:cxn>
                <a:cxn ang="0">
                  <a:pos x="1268" y="5681"/>
                </a:cxn>
                <a:cxn ang="0">
                  <a:pos x="167" y="5737"/>
                </a:cxn>
                <a:cxn ang="0">
                  <a:pos x="18" y="5530"/>
                </a:cxn>
                <a:cxn ang="0">
                  <a:pos x="0" y="5362"/>
                </a:cxn>
                <a:cxn ang="0">
                  <a:pos x="39" y="5178"/>
                </a:cxn>
                <a:cxn ang="0">
                  <a:pos x="144" y="5039"/>
                </a:cxn>
                <a:cxn ang="0">
                  <a:pos x="321" y="5004"/>
                </a:cxn>
                <a:cxn ang="0">
                  <a:pos x="540" y="5116"/>
                </a:cxn>
                <a:cxn ang="0">
                  <a:pos x="607" y="5271"/>
                </a:cxn>
                <a:cxn ang="0">
                  <a:pos x="542" y="5451"/>
                </a:cxn>
                <a:cxn ang="0">
                  <a:pos x="463" y="5548"/>
                </a:cxn>
                <a:cxn ang="0">
                  <a:pos x="437" y="5609"/>
                </a:cxn>
                <a:cxn ang="0">
                  <a:pos x="467" y="5681"/>
                </a:cxn>
                <a:cxn ang="0">
                  <a:pos x="549" y="5742"/>
                </a:cxn>
                <a:cxn ang="0">
                  <a:pos x="714" y="5742"/>
                </a:cxn>
                <a:cxn ang="0">
                  <a:pos x="972" y="5639"/>
                </a:cxn>
                <a:cxn ang="0">
                  <a:pos x="1168" y="5404"/>
                </a:cxn>
                <a:cxn ang="0">
                  <a:pos x="1280" y="5046"/>
                </a:cxn>
                <a:cxn ang="0">
                  <a:pos x="1326" y="4594"/>
                </a:cxn>
                <a:cxn ang="0">
                  <a:pos x="1333" y="4080"/>
                </a:cxn>
                <a:cxn ang="0">
                  <a:pos x="1315" y="3421"/>
                </a:cxn>
                <a:cxn ang="0">
                  <a:pos x="1238" y="3065"/>
                </a:cxn>
                <a:cxn ang="0">
                  <a:pos x="1110" y="2839"/>
                </a:cxn>
                <a:cxn ang="0">
                  <a:pos x="1135" y="2653"/>
                </a:cxn>
                <a:cxn ang="0">
                  <a:pos x="1214" y="2304"/>
                </a:cxn>
                <a:cxn ang="0">
                  <a:pos x="1245" y="1836"/>
                </a:cxn>
                <a:cxn ang="0">
                  <a:pos x="1291" y="1322"/>
                </a:cxn>
                <a:cxn ang="0">
                  <a:pos x="1417" y="740"/>
                </a:cxn>
                <a:cxn ang="0">
                  <a:pos x="1610" y="326"/>
                </a:cxn>
                <a:cxn ang="0">
                  <a:pos x="1859" y="51"/>
                </a:cxn>
              </a:cxnLst>
              <a:rect l="0" t="0" r="r" b="b"/>
              <a:pathLst>
                <a:path w="3062" h="5788">
                  <a:moveTo>
                    <a:pt x="1929" y="0"/>
                  </a:moveTo>
                  <a:lnTo>
                    <a:pt x="2832" y="0"/>
                  </a:lnTo>
                  <a:lnTo>
                    <a:pt x="2895" y="51"/>
                  </a:lnTo>
                  <a:lnTo>
                    <a:pt x="2948" y="105"/>
                  </a:lnTo>
                  <a:lnTo>
                    <a:pt x="2990" y="158"/>
                  </a:lnTo>
                  <a:lnTo>
                    <a:pt x="3023" y="212"/>
                  </a:lnTo>
                  <a:lnTo>
                    <a:pt x="3044" y="261"/>
                  </a:lnTo>
                  <a:lnTo>
                    <a:pt x="3053" y="298"/>
                  </a:lnTo>
                  <a:lnTo>
                    <a:pt x="3060" y="338"/>
                  </a:lnTo>
                  <a:lnTo>
                    <a:pt x="3062" y="382"/>
                  </a:lnTo>
                  <a:lnTo>
                    <a:pt x="3062" y="428"/>
                  </a:lnTo>
                  <a:lnTo>
                    <a:pt x="3058" y="475"/>
                  </a:lnTo>
                  <a:lnTo>
                    <a:pt x="3048" y="521"/>
                  </a:lnTo>
                  <a:lnTo>
                    <a:pt x="3037" y="568"/>
                  </a:lnTo>
                  <a:lnTo>
                    <a:pt x="3021" y="612"/>
                  </a:lnTo>
                  <a:lnTo>
                    <a:pt x="3002" y="654"/>
                  </a:lnTo>
                  <a:lnTo>
                    <a:pt x="2979" y="691"/>
                  </a:lnTo>
                  <a:lnTo>
                    <a:pt x="2948" y="724"/>
                  </a:lnTo>
                  <a:lnTo>
                    <a:pt x="2916" y="752"/>
                  </a:lnTo>
                  <a:lnTo>
                    <a:pt x="2879" y="773"/>
                  </a:lnTo>
                  <a:lnTo>
                    <a:pt x="2837" y="784"/>
                  </a:lnTo>
                  <a:lnTo>
                    <a:pt x="2790" y="789"/>
                  </a:lnTo>
                  <a:lnTo>
                    <a:pt x="2739" y="784"/>
                  </a:lnTo>
                  <a:lnTo>
                    <a:pt x="2683" y="770"/>
                  </a:lnTo>
                  <a:lnTo>
                    <a:pt x="2623" y="743"/>
                  </a:lnTo>
                  <a:lnTo>
                    <a:pt x="2567" y="708"/>
                  </a:lnTo>
                  <a:lnTo>
                    <a:pt x="2522" y="673"/>
                  </a:lnTo>
                  <a:lnTo>
                    <a:pt x="2490" y="636"/>
                  </a:lnTo>
                  <a:lnTo>
                    <a:pt x="2469" y="596"/>
                  </a:lnTo>
                  <a:lnTo>
                    <a:pt x="2457" y="556"/>
                  </a:lnTo>
                  <a:lnTo>
                    <a:pt x="2455" y="517"/>
                  </a:lnTo>
                  <a:lnTo>
                    <a:pt x="2457" y="480"/>
                  </a:lnTo>
                  <a:lnTo>
                    <a:pt x="2467" y="440"/>
                  </a:lnTo>
                  <a:lnTo>
                    <a:pt x="2499" y="370"/>
                  </a:lnTo>
                  <a:lnTo>
                    <a:pt x="2520" y="338"/>
                  </a:lnTo>
                  <a:lnTo>
                    <a:pt x="2541" y="307"/>
                  </a:lnTo>
                  <a:lnTo>
                    <a:pt x="2562" y="282"/>
                  </a:lnTo>
                  <a:lnTo>
                    <a:pt x="2583" y="258"/>
                  </a:lnTo>
                  <a:lnTo>
                    <a:pt x="2599" y="240"/>
                  </a:lnTo>
                  <a:lnTo>
                    <a:pt x="2616" y="226"/>
                  </a:lnTo>
                  <a:lnTo>
                    <a:pt x="2627" y="214"/>
                  </a:lnTo>
                  <a:lnTo>
                    <a:pt x="2627" y="193"/>
                  </a:lnTo>
                  <a:lnTo>
                    <a:pt x="2625" y="179"/>
                  </a:lnTo>
                  <a:lnTo>
                    <a:pt x="2620" y="163"/>
                  </a:lnTo>
                  <a:lnTo>
                    <a:pt x="2616" y="144"/>
                  </a:lnTo>
                  <a:lnTo>
                    <a:pt x="2606" y="126"/>
                  </a:lnTo>
                  <a:lnTo>
                    <a:pt x="2595" y="107"/>
                  </a:lnTo>
                  <a:lnTo>
                    <a:pt x="2581" y="91"/>
                  </a:lnTo>
                  <a:lnTo>
                    <a:pt x="2562" y="72"/>
                  </a:lnTo>
                  <a:lnTo>
                    <a:pt x="2541" y="58"/>
                  </a:lnTo>
                  <a:lnTo>
                    <a:pt x="2513" y="47"/>
                  </a:lnTo>
                  <a:lnTo>
                    <a:pt x="2481" y="40"/>
                  </a:lnTo>
                  <a:lnTo>
                    <a:pt x="2443" y="37"/>
                  </a:lnTo>
                  <a:lnTo>
                    <a:pt x="2399" y="40"/>
                  </a:lnTo>
                  <a:lnTo>
                    <a:pt x="2348" y="47"/>
                  </a:lnTo>
                  <a:lnTo>
                    <a:pt x="2290" y="61"/>
                  </a:lnTo>
                  <a:lnTo>
                    <a:pt x="2225" y="84"/>
                  </a:lnTo>
                  <a:lnTo>
                    <a:pt x="2152" y="114"/>
                  </a:lnTo>
                  <a:lnTo>
                    <a:pt x="2087" y="151"/>
                  </a:lnTo>
                  <a:lnTo>
                    <a:pt x="2029" y="196"/>
                  </a:lnTo>
                  <a:lnTo>
                    <a:pt x="1978" y="252"/>
                  </a:lnTo>
                  <a:lnTo>
                    <a:pt x="1934" y="314"/>
                  </a:lnTo>
                  <a:lnTo>
                    <a:pt x="1892" y="386"/>
                  </a:lnTo>
                  <a:lnTo>
                    <a:pt x="1857" y="466"/>
                  </a:lnTo>
                  <a:lnTo>
                    <a:pt x="1829" y="552"/>
                  </a:lnTo>
                  <a:lnTo>
                    <a:pt x="1803" y="645"/>
                  </a:lnTo>
                  <a:lnTo>
                    <a:pt x="1782" y="745"/>
                  </a:lnTo>
                  <a:lnTo>
                    <a:pt x="1764" y="850"/>
                  </a:lnTo>
                  <a:lnTo>
                    <a:pt x="1750" y="959"/>
                  </a:lnTo>
                  <a:lnTo>
                    <a:pt x="1740" y="1075"/>
                  </a:lnTo>
                  <a:lnTo>
                    <a:pt x="1733" y="1196"/>
                  </a:lnTo>
                  <a:lnTo>
                    <a:pt x="1729" y="1320"/>
                  </a:lnTo>
                  <a:lnTo>
                    <a:pt x="1727" y="1445"/>
                  </a:lnTo>
                  <a:lnTo>
                    <a:pt x="1724" y="1576"/>
                  </a:lnTo>
                  <a:lnTo>
                    <a:pt x="1727" y="1708"/>
                  </a:lnTo>
                  <a:lnTo>
                    <a:pt x="1729" y="1843"/>
                  </a:lnTo>
                  <a:lnTo>
                    <a:pt x="1731" y="1981"/>
                  </a:lnTo>
                  <a:lnTo>
                    <a:pt x="1745" y="2369"/>
                  </a:lnTo>
                  <a:lnTo>
                    <a:pt x="1754" y="2460"/>
                  </a:lnTo>
                  <a:lnTo>
                    <a:pt x="1768" y="2551"/>
                  </a:lnTo>
                  <a:lnTo>
                    <a:pt x="1787" y="2644"/>
                  </a:lnTo>
                  <a:lnTo>
                    <a:pt x="1808" y="2735"/>
                  </a:lnTo>
                  <a:lnTo>
                    <a:pt x="1834" y="2823"/>
                  </a:lnTo>
                  <a:lnTo>
                    <a:pt x="1864" y="2905"/>
                  </a:lnTo>
                  <a:lnTo>
                    <a:pt x="1901" y="2979"/>
                  </a:lnTo>
                  <a:lnTo>
                    <a:pt x="1929" y="3016"/>
                  </a:lnTo>
                  <a:lnTo>
                    <a:pt x="1952" y="3044"/>
                  </a:lnTo>
                  <a:lnTo>
                    <a:pt x="1971" y="3068"/>
                  </a:lnTo>
                  <a:lnTo>
                    <a:pt x="1987" y="3084"/>
                  </a:lnTo>
                  <a:lnTo>
                    <a:pt x="1945" y="3170"/>
                  </a:lnTo>
                  <a:lnTo>
                    <a:pt x="1908" y="3261"/>
                  </a:lnTo>
                  <a:lnTo>
                    <a:pt x="1880" y="3356"/>
                  </a:lnTo>
                  <a:lnTo>
                    <a:pt x="1857" y="3452"/>
                  </a:lnTo>
                  <a:lnTo>
                    <a:pt x="1838" y="3547"/>
                  </a:lnTo>
                  <a:lnTo>
                    <a:pt x="1827" y="3640"/>
                  </a:lnTo>
                  <a:lnTo>
                    <a:pt x="1822" y="3801"/>
                  </a:lnTo>
                  <a:lnTo>
                    <a:pt x="1817" y="3954"/>
                  </a:lnTo>
                  <a:lnTo>
                    <a:pt x="1808" y="4098"/>
                  </a:lnTo>
                  <a:lnTo>
                    <a:pt x="1808" y="4103"/>
                  </a:lnTo>
                  <a:lnTo>
                    <a:pt x="1792" y="4292"/>
                  </a:lnTo>
                  <a:lnTo>
                    <a:pt x="1771" y="4466"/>
                  </a:lnTo>
                  <a:lnTo>
                    <a:pt x="1745" y="4629"/>
                  </a:lnTo>
                  <a:lnTo>
                    <a:pt x="1717" y="4780"/>
                  </a:lnTo>
                  <a:lnTo>
                    <a:pt x="1682" y="4920"/>
                  </a:lnTo>
                  <a:lnTo>
                    <a:pt x="1645" y="5050"/>
                  </a:lnTo>
                  <a:lnTo>
                    <a:pt x="1601" y="5169"/>
                  </a:lnTo>
                  <a:lnTo>
                    <a:pt x="1557" y="5276"/>
                  </a:lnTo>
                  <a:lnTo>
                    <a:pt x="1505" y="5374"/>
                  </a:lnTo>
                  <a:lnTo>
                    <a:pt x="1452" y="5465"/>
                  </a:lnTo>
                  <a:lnTo>
                    <a:pt x="1394" y="5544"/>
                  </a:lnTo>
                  <a:lnTo>
                    <a:pt x="1333" y="5616"/>
                  </a:lnTo>
                  <a:lnTo>
                    <a:pt x="1268" y="5681"/>
                  </a:lnTo>
                  <a:lnTo>
                    <a:pt x="1201" y="5737"/>
                  </a:lnTo>
                  <a:lnTo>
                    <a:pt x="1131" y="5788"/>
                  </a:lnTo>
                  <a:lnTo>
                    <a:pt x="228" y="5788"/>
                  </a:lnTo>
                  <a:lnTo>
                    <a:pt x="167" y="5737"/>
                  </a:lnTo>
                  <a:lnTo>
                    <a:pt x="114" y="5683"/>
                  </a:lnTo>
                  <a:lnTo>
                    <a:pt x="72" y="5630"/>
                  </a:lnTo>
                  <a:lnTo>
                    <a:pt x="39" y="5579"/>
                  </a:lnTo>
                  <a:lnTo>
                    <a:pt x="18" y="5530"/>
                  </a:lnTo>
                  <a:lnTo>
                    <a:pt x="9" y="5493"/>
                  </a:lnTo>
                  <a:lnTo>
                    <a:pt x="2" y="5453"/>
                  </a:lnTo>
                  <a:lnTo>
                    <a:pt x="0" y="5409"/>
                  </a:lnTo>
                  <a:lnTo>
                    <a:pt x="0" y="5362"/>
                  </a:lnTo>
                  <a:lnTo>
                    <a:pt x="4" y="5316"/>
                  </a:lnTo>
                  <a:lnTo>
                    <a:pt x="11" y="5269"/>
                  </a:lnTo>
                  <a:lnTo>
                    <a:pt x="23" y="5223"/>
                  </a:lnTo>
                  <a:lnTo>
                    <a:pt x="39" y="5178"/>
                  </a:lnTo>
                  <a:lnTo>
                    <a:pt x="60" y="5136"/>
                  </a:lnTo>
                  <a:lnTo>
                    <a:pt x="83" y="5099"/>
                  </a:lnTo>
                  <a:lnTo>
                    <a:pt x="111" y="5067"/>
                  </a:lnTo>
                  <a:lnTo>
                    <a:pt x="144" y="5039"/>
                  </a:lnTo>
                  <a:lnTo>
                    <a:pt x="181" y="5018"/>
                  </a:lnTo>
                  <a:lnTo>
                    <a:pt x="223" y="5004"/>
                  </a:lnTo>
                  <a:lnTo>
                    <a:pt x="270" y="4999"/>
                  </a:lnTo>
                  <a:lnTo>
                    <a:pt x="321" y="5004"/>
                  </a:lnTo>
                  <a:lnTo>
                    <a:pt x="379" y="5020"/>
                  </a:lnTo>
                  <a:lnTo>
                    <a:pt x="439" y="5046"/>
                  </a:lnTo>
                  <a:lnTo>
                    <a:pt x="495" y="5081"/>
                  </a:lnTo>
                  <a:lnTo>
                    <a:pt x="540" y="5116"/>
                  </a:lnTo>
                  <a:lnTo>
                    <a:pt x="572" y="5153"/>
                  </a:lnTo>
                  <a:lnTo>
                    <a:pt x="593" y="5192"/>
                  </a:lnTo>
                  <a:lnTo>
                    <a:pt x="605" y="5232"/>
                  </a:lnTo>
                  <a:lnTo>
                    <a:pt x="607" y="5271"/>
                  </a:lnTo>
                  <a:lnTo>
                    <a:pt x="605" y="5309"/>
                  </a:lnTo>
                  <a:lnTo>
                    <a:pt x="595" y="5348"/>
                  </a:lnTo>
                  <a:lnTo>
                    <a:pt x="563" y="5418"/>
                  </a:lnTo>
                  <a:lnTo>
                    <a:pt x="542" y="5451"/>
                  </a:lnTo>
                  <a:lnTo>
                    <a:pt x="521" y="5481"/>
                  </a:lnTo>
                  <a:lnTo>
                    <a:pt x="500" y="5506"/>
                  </a:lnTo>
                  <a:lnTo>
                    <a:pt x="479" y="5530"/>
                  </a:lnTo>
                  <a:lnTo>
                    <a:pt x="463" y="5548"/>
                  </a:lnTo>
                  <a:lnTo>
                    <a:pt x="446" y="5562"/>
                  </a:lnTo>
                  <a:lnTo>
                    <a:pt x="435" y="5574"/>
                  </a:lnTo>
                  <a:lnTo>
                    <a:pt x="435" y="5595"/>
                  </a:lnTo>
                  <a:lnTo>
                    <a:pt x="437" y="5609"/>
                  </a:lnTo>
                  <a:lnTo>
                    <a:pt x="442" y="5625"/>
                  </a:lnTo>
                  <a:lnTo>
                    <a:pt x="446" y="5644"/>
                  </a:lnTo>
                  <a:lnTo>
                    <a:pt x="456" y="5662"/>
                  </a:lnTo>
                  <a:lnTo>
                    <a:pt x="467" y="5681"/>
                  </a:lnTo>
                  <a:lnTo>
                    <a:pt x="481" y="5697"/>
                  </a:lnTo>
                  <a:lnTo>
                    <a:pt x="500" y="5716"/>
                  </a:lnTo>
                  <a:lnTo>
                    <a:pt x="521" y="5730"/>
                  </a:lnTo>
                  <a:lnTo>
                    <a:pt x="549" y="5742"/>
                  </a:lnTo>
                  <a:lnTo>
                    <a:pt x="581" y="5749"/>
                  </a:lnTo>
                  <a:lnTo>
                    <a:pt x="619" y="5751"/>
                  </a:lnTo>
                  <a:lnTo>
                    <a:pt x="663" y="5749"/>
                  </a:lnTo>
                  <a:lnTo>
                    <a:pt x="714" y="5742"/>
                  </a:lnTo>
                  <a:lnTo>
                    <a:pt x="770" y="5728"/>
                  </a:lnTo>
                  <a:lnTo>
                    <a:pt x="835" y="5704"/>
                  </a:lnTo>
                  <a:lnTo>
                    <a:pt x="907" y="5674"/>
                  </a:lnTo>
                  <a:lnTo>
                    <a:pt x="972" y="5639"/>
                  </a:lnTo>
                  <a:lnTo>
                    <a:pt x="1031" y="5593"/>
                  </a:lnTo>
                  <a:lnTo>
                    <a:pt x="1082" y="5539"/>
                  </a:lnTo>
                  <a:lnTo>
                    <a:pt x="1128" y="5474"/>
                  </a:lnTo>
                  <a:lnTo>
                    <a:pt x="1168" y="5404"/>
                  </a:lnTo>
                  <a:lnTo>
                    <a:pt x="1203" y="5325"/>
                  </a:lnTo>
                  <a:lnTo>
                    <a:pt x="1233" y="5239"/>
                  </a:lnTo>
                  <a:lnTo>
                    <a:pt x="1259" y="5143"/>
                  </a:lnTo>
                  <a:lnTo>
                    <a:pt x="1280" y="5046"/>
                  </a:lnTo>
                  <a:lnTo>
                    <a:pt x="1296" y="4939"/>
                  </a:lnTo>
                  <a:lnTo>
                    <a:pt x="1310" y="4829"/>
                  </a:lnTo>
                  <a:lnTo>
                    <a:pt x="1319" y="4713"/>
                  </a:lnTo>
                  <a:lnTo>
                    <a:pt x="1326" y="4594"/>
                  </a:lnTo>
                  <a:lnTo>
                    <a:pt x="1331" y="4469"/>
                  </a:lnTo>
                  <a:lnTo>
                    <a:pt x="1333" y="4343"/>
                  </a:lnTo>
                  <a:lnTo>
                    <a:pt x="1336" y="4213"/>
                  </a:lnTo>
                  <a:lnTo>
                    <a:pt x="1333" y="4080"/>
                  </a:lnTo>
                  <a:lnTo>
                    <a:pt x="1331" y="3945"/>
                  </a:lnTo>
                  <a:lnTo>
                    <a:pt x="1329" y="3808"/>
                  </a:lnTo>
                  <a:lnTo>
                    <a:pt x="1329" y="3810"/>
                  </a:lnTo>
                  <a:lnTo>
                    <a:pt x="1315" y="3421"/>
                  </a:lnTo>
                  <a:lnTo>
                    <a:pt x="1303" y="3324"/>
                  </a:lnTo>
                  <a:lnTo>
                    <a:pt x="1287" y="3233"/>
                  </a:lnTo>
                  <a:lnTo>
                    <a:pt x="1266" y="3147"/>
                  </a:lnTo>
                  <a:lnTo>
                    <a:pt x="1238" y="3065"/>
                  </a:lnTo>
                  <a:lnTo>
                    <a:pt x="1203" y="2986"/>
                  </a:lnTo>
                  <a:lnTo>
                    <a:pt x="1161" y="2905"/>
                  </a:lnTo>
                  <a:lnTo>
                    <a:pt x="1133" y="2867"/>
                  </a:lnTo>
                  <a:lnTo>
                    <a:pt x="1110" y="2839"/>
                  </a:lnTo>
                  <a:lnTo>
                    <a:pt x="1091" y="2818"/>
                  </a:lnTo>
                  <a:lnTo>
                    <a:pt x="1075" y="2802"/>
                  </a:lnTo>
                  <a:lnTo>
                    <a:pt x="1107" y="2732"/>
                  </a:lnTo>
                  <a:lnTo>
                    <a:pt x="1135" y="2653"/>
                  </a:lnTo>
                  <a:lnTo>
                    <a:pt x="1161" y="2569"/>
                  </a:lnTo>
                  <a:lnTo>
                    <a:pt x="1182" y="2481"/>
                  </a:lnTo>
                  <a:lnTo>
                    <a:pt x="1198" y="2390"/>
                  </a:lnTo>
                  <a:lnTo>
                    <a:pt x="1214" y="2304"/>
                  </a:lnTo>
                  <a:lnTo>
                    <a:pt x="1226" y="2223"/>
                  </a:lnTo>
                  <a:lnTo>
                    <a:pt x="1235" y="2148"/>
                  </a:lnTo>
                  <a:lnTo>
                    <a:pt x="1238" y="1990"/>
                  </a:lnTo>
                  <a:lnTo>
                    <a:pt x="1245" y="1836"/>
                  </a:lnTo>
                  <a:lnTo>
                    <a:pt x="1254" y="1692"/>
                  </a:lnTo>
                  <a:lnTo>
                    <a:pt x="1254" y="1685"/>
                  </a:lnTo>
                  <a:lnTo>
                    <a:pt x="1270" y="1497"/>
                  </a:lnTo>
                  <a:lnTo>
                    <a:pt x="1291" y="1322"/>
                  </a:lnTo>
                  <a:lnTo>
                    <a:pt x="1317" y="1159"/>
                  </a:lnTo>
                  <a:lnTo>
                    <a:pt x="1345" y="1008"/>
                  </a:lnTo>
                  <a:lnTo>
                    <a:pt x="1380" y="868"/>
                  </a:lnTo>
                  <a:lnTo>
                    <a:pt x="1417" y="740"/>
                  </a:lnTo>
                  <a:lnTo>
                    <a:pt x="1459" y="622"/>
                  </a:lnTo>
                  <a:lnTo>
                    <a:pt x="1505" y="512"/>
                  </a:lnTo>
                  <a:lnTo>
                    <a:pt x="1557" y="414"/>
                  </a:lnTo>
                  <a:lnTo>
                    <a:pt x="1610" y="326"/>
                  </a:lnTo>
                  <a:lnTo>
                    <a:pt x="1666" y="245"/>
                  </a:lnTo>
                  <a:lnTo>
                    <a:pt x="1727" y="172"/>
                  </a:lnTo>
                  <a:lnTo>
                    <a:pt x="1792" y="107"/>
                  </a:lnTo>
                  <a:lnTo>
                    <a:pt x="1859" y="51"/>
                  </a:lnTo>
                  <a:lnTo>
                    <a:pt x="1929" y="0"/>
                  </a:lnTo>
                  <a:close/>
                </a:path>
              </a:pathLst>
            </a:custGeom>
            <a:solidFill>
              <a:srgbClr val="FFFFFF"/>
            </a:solidFill>
            <a:ln w="0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</p:grpSp>
      <p:sp>
        <p:nvSpPr>
          <p:cNvPr id="47" name="Rectangle 20"/>
          <p:cNvSpPr>
            <a:spLocks noChangeArrowheads="1"/>
          </p:cNvSpPr>
          <p:nvPr userDrawn="1"/>
        </p:nvSpPr>
        <p:spPr bwMode="auto">
          <a:xfrm>
            <a:off x="228600" y="228600"/>
            <a:ext cx="9601200" cy="7315200"/>
          </a:xfrm>
          <a:prstGeom prst="rect">
            <a:avLst/>
          </a:prstGeom>
          <a:noFill/>
          <a:ln w="19050" cmpd="sng">
            <a:solidFill>
              <a:srgbClr val="EFEBE4"/>
            </a:solidFill>
            <a:miter lim="800000"/>
            <a:headEnd/>
            <a:tailEnd/>
          </a:ln>
        </p:spPr>
        <p:txBody>
          <a:bodyPr wrap="none" lIns="101847" tIns="50923" rIns="101847" bIns="50923" anchor="ctr"/>
          <a:lstStyle/>
          <a:p>
            <a:pPr>
              <a:defRPr/>
            </a:pPr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timing>
    <p:tnLst>
      <p:par>
        <p:cTn id="1" dur="indefinite" restart="never" nodeType="tmRoot"/>
      </p:par>
    </p:tnLst>
  </p:timing>
  <p:txStyles>
    <p:titleStyle>
      <a:lvl1pPr algn="ctr" rtl="0" eaLnBrk="0" fontAlgn="base" hangingPunct="0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Arial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Arial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Arial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Arial" charset="0"/>
        </a:defRPr>
      </a:lvl5pPr>
      <a:lvl6pPr marL="509292" algn="ctr" rtl="0" fontAlgn="base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Arial" charset="0"/>
        </a:defRPr>
      </a:lvl6pPr>
      <a:lvl7pPr marL="1018586" algn="ctr" rtl="0" fontAlgn="base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Arial" charset="0"/>
        </a:defRPr>
      </a:lvl7pPr>
      <a:lvl8pPr marL="1527879" algn="ctr" rtl="0" fontAlgn="base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Arial" charset="0"/>
        </a:defRPr>
      </a:lvl8pPr>
      <a:lvl9pPr marL="2037173" algn="ctr" rtl="0" fontAlgn="base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Arial" charset="0"/>
        </a:defRPr>
      </a:lvl9pPr>
    </p:titleStyle>
    <p:bodyStyle>
      <a:lvl1pPr marL="381970" indent="-381970" algn="l" rtl="0" eaLnBrk="0" fontAlgn="base" hangingPunct="0">
        <a:spcBef>
          <a:spcPct val="20000"/>
        </a:spcBef>
        <a:spcAft>
          <a:spcPct val="0"/>
        </a:spcAft>
        <a:buChar char="•"/>
        <a:defRPr sz="3600">
          <a:solidFill>
            <a:schemeClr val="tx1"/>
          </a:solidFill>
          <a:latin typeface="+mn-lt"/>
          <a:ea typeface="+mn-ea"/>
          <a:cs typeface="+mn-cs"/>
        </a:defRPr>
      </a:lvl1pPr>
      <a:lvl2pPr marL="827601" indent="-318309" algn="l" rtl="0" eaLnBrk="0" fontAlgn="base" hangingPunct="0">
        <a:spcBef>
          <a:spcPct val="20000"/>
        </a:spcBef>
        <a:spcAft>
          <a:spcPct val="0"/>
        </a:spcAft>
        <a:buChar char="–"/>
        <a:defRPr sz="3100">
          <a:solidFill>
            <a:schemeClr val="tx1"/>
          </a:solidFill>
          <a:latin typeface="+mn-lt"/>
        </a:defRPr>
      </a:lvl2pPr>
      <a:lvl3pPr marL="1273233" indent="-254646" algn="l" rtl="0" eaLnBrk="0" fontAlgn="base" hangingPunct="0">
        <a:spcBef>
          <a:spcPct val="20000"/>
        </a:spcBef>
        <a:spcAft>
          <a:spcPct val="0"/>
        </a:spcAft>
        <a:buChar char="•"/>
        <a:defRPr sz="2700">
          <a:solidFill>
            <a:schemeClr val="tx1"/>
          </a:solidFill>
          <a:latin typeface="+mn-lt"/>
        </a:defRPr>
      </a:lvl3pPr>
      <a:lvl4pPr marL="1782525" indent="-254646" algn="l" rtl="0" eaLnBrk="0" fontAlgn="base" hangingPunct="0">
        <a:spcBef>
          <a:spcPct val="20000"/>
        </a:spcBef>
        <a:spcAft>
          <a:spcPct val="0"/>
        </a:spcAft>
        <a:buChar char="–"/>
        <a:defRPr sz="2200">
          <a:solidFill>
            <a:schemeClr val="tx1"/>
          </a:solidFill>
          <a:latin typeface="+mn-lt"/>
        </a:defRPr>
      </a:lvl4pPr>
      <a:lvl5pPr marL="2291819" indent="-254646" algn="l" rtl="0" eaLnBrk="0" fontAlgn="base" hangingPunct="0">
        <a:spcBef>
          <a:spcPct val="20000"/>
        </a:spcBef>
        <a:spcAft>
          <a:spcPct val="0"/>
        </a:spcAft>
        <a:buChar char="»"/>
        <a:defRPr sz="2200">
          <a:solidFill>
            <a:schemeClr val="tx1"/>
          </a:solidFill>
          <a:latin typeface="+mn-lt"/>
        </a:defRPr>
      </a:lvl5pPr>
      <a:lvl6pPr marL="2801112" indent="-254646" algn="l" rtl="0" fontAlgn="base">
        <a:spcBef>
          <a:spcPct val="20000"/>
        </a:spcBef>
        <a:spcAft>
          <a:spcPct val="0"/>
        </a:spcAft>
        <a:buChar char="»"/>
        <a:defRPr sz="2200">
          <a:solidFill>
            <a:schemeClr val="tx1"/>
          </a:solidFill>
          <a:latin typeface="+mn-lt"/>
        </a:defRPr>
      </a:lvl6pPr>
      <a:lvl7pPr marL="3310406" indent="-254646" algn="l" rtl="0" fontAlgn="base">
        <a:spcBef>
          <a:spcPct val="20000"/>
        </a:spcBef>
        <a:spcAft>
          <a:spcPct val="0"/>
        </a:spcAft>
        <a:buChar char="»"/>
        <a:defRPr sz="2200">
          <a:solidFill>
            <a:schemeClr val="tx1"/>
          </a:solidFill>
          <a:latin typeface="+mn-lt"/>
        </a:defRPr>
      </a:lvl7pPr>
      <a:lvl8pPr marL="3819698" indent="-254646" algn="l" rtl="0" fontAlgn="base">
        <a:spcBef>
          <a:spcPct val="20000"/>
        </a:spcBef>
        <a:spcAft>
          <a:spcPct val="0"/>
        </a:spcAft>
        <a:buChar char="»"/>
        <a:defRPr sz="2200">
          <a:solidFill>
            <a:schemeClr val="tx1"/>
          </a:solidFill>
          <a:latin typeface="+mn-lt"/>
        </a:defRPr>
      </a:lvl8pPr>
      <a:lvl9pPr marL="4328992" indent="-254646" algn="l" rtl="0" fontAlgn="base">
        <a:spcBef>
          <a:spcPct val="20000"/>
        </a:spcBef>
        <a:spcAft>
          <a:spcPct val="0"/>
        </a:spcAft>
        <a:buChar char="»"/>
        <a:defRPr sz="22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509292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018586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527879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37173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46466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3055758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565052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4074344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8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4754" name="Picture 33" descr="Cello_CoverDesigns_FINAL_2-02"/>
          <p:cNvPicPr>
            <a:picLocks noChangeAspect="1" noChangeArrowheads="1"/>
          </p:cNvPicPr>
          <p:nvPr/>
        </p:nvPicPr>
        <p:blipFill>
          <a:blip r:embed="rId2" cstate="print"/>
          <a:srcRect t="88007" b="1381"/>
          <a:stretch>
            <a:fillRect/>
          </a:stretch>
        </p:blipFill>
        <p:spPr bwMode="auto">
          <a:xfrm>
            <a:off x="228600" y="4714830"/>
            <a:ext cx="9601200" cy="47014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74756" name="Picture 33" descr="Cello_CoverDesigns_FINAL_2-02"/>
          <p:cNvPicPr>
            <a:picLocks noChangeAspect="1" noChangeArrowheads="1"/>
          </p:cNvPicPr>
          <p:nvPr/>
        </p:nvPicPr>
        <p:blipFill>
          <a:blip r:embed="rId2" cstate="print"/>
          <a:srcRect b="13019"/>
          <a:stretch>
            <a:fillRect/>
          </a:stretch>
        </p:blipFill>
        <p:spPr bwMode="auto">
          <a:xfrm>
            <a:off x="228600" y="788038"/>
            <a:ext cx="9601200" cy="385374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grpSp>
        <p:nvGrpSpPr>
          <p:cNvPr id="74761" name="Group 19"/>
          <p:cNvGrpSpPr>
            <a:grpSpLocks/>
          </p:cNvGrpSpPr>
          <p:nvPr/>
        </p:nvGrpSpPr>
        <p:grpSpPr bwMode="auto">
          <a:xfrm>
            <a:off x="4498340" y="4332396"/>
            <a:ext cx="1068705" cy="1417743"/>
            <a:chOff x="2173" y="2091"/>
            <a:chExt cx="1436" cy="1845"/>
          </a:xfrm>
        </p:grpSpPr>
        <p:sp>
          <p:nvSpPr>
            <p:cNvPr id="323607" name="Freeform 23"/>
            <p:cNvSpPr>
              <a:spLocks/>
            </p:cNvSpPr>
            <p:nvPr userDrawn="1"/>
          </p:nvSpPr>
          <p:spPr bwMode="auto">
            <a:xfrm>
              <a:off x="2192" y="3620"/>
              <a:ext cx="279" cy="316"/>
            </a:xfrm>
            <a:custGeom>
              <a:avLst/>
              <a:gdLst/>
              <a:ahLst/>
              <a:cxnLst>
                <a:cxn ang="0">
                  <a:pos x="828" y="5"/>
                </a:cxn>
                <a:cxn ang="0">
                  <a:pos x="996" y="23"/>
                </a:cxn>
                <a:cxn ang="0">
                  <a:pos x="1126" y="42"/>
                </a:cxn>
                <a:cxn ang="0">
                  <a:pos x="1112" y="133"/>
                </a:cxn>
                <a:cxn ang="0">
                  <a:pos x="1101" y="247"/>
                </a:cxn>
                <a:cxn ang="0">
                  <a:pos x="1096" y="352"/>
                </a:cxn>
                <a:cxn ang="0">
                  <a:pos x="1070" y="361"/>
                </a:cxn>
                <a:cxn ang="0">
                  <a:pos x="1033" y="356"/>
                </a:cxn>
                <a:cxn ang="0">
                  <a:pos x="1012" y="244"/>
                </a:cxn>
                <a:cxn ang="0">
                  <a:pos x="984" y="177"/>
                </a:cxn>
                <a:cxn ang="0">
                  <a:pos x="940" y="135"/>
                </a:cxn>
                <a:cxn ang="0">
                  <a:pos x="859" y="98"/>
                </a:cxn>
                <a:cxn ang="0">
                  <a:pos x="733" y="77"/>
                </a:cxn>
                <a:cxn ang="0">
                  <a:pos x="584" y="79"/>
                </a:cxn>
                <a:cxn ang="0">
                  <a:pos x="449" y="121"/>
                </a:cxn>
                <a:cxn ang="0">
                  <a:pos x="342" y="200"/>
                </a:cxn>
                <a:cxn ang="0">
                  <a:pos x="265" y="312"/>
                </a:cxn>
                <a:cxn ang="0">
                  <a:pos x="216" y="456"/>
                </a:cxn>
                <a:cxn ang="0">
                  <a:pos x="200" y="631"/>
                </a:cxn>
                <a:cxn ang="0">
                  <a:pos x="214" y="775"/>
                </a:cxn>
                <a:cxn ang="0">
                  <a:pos x="251" y="908"/>
                </a:cxn>
                <a:cxn ang="0">
                  <a:pos x="316" y="1024"/>
                </a:cxn>
                <a:cxn ang="0">
                  <a:pos x="405" y="1117"/>
                </a:cxn>
                <a:cxn ang="0">
                  <a:pos x="521" y="1185"/>
                </a:cxn>
                <a:cxn ang="0">
                  <a:pos x="661" y="1222"/>
                </a:cxn>
                <a:cxn ang="0">
                  <a:pos x="791" y="1224"/>
                </a:cxn>
                <a:cxn ang="0">
                  <a:pos x="887" y="1201"/>
                </a:cxn>
                <a:cxn ang="0">
                  <a:pos x="961" y="1157"/>
                </a:cxn>
                <a:cxn ang="0">
                  <a:pos x="1036" y="1075"/>
                </a:cxn>
                <a:cxn ang="0">
                  <a:pos x="1112" y="959"/>
                </a:cxn>
                <a:cxn ang="0">
                  <a:pos x="1140" y="971"/>
                </a:cxn>
                <a:cxn ang="0">
                  <a:pos x="1161" y="992"/>
                </a:cxn>
                <a:cxn ang="0">
                  <a:pos x="1136" y="1066"/>
                </a:cxn>
                <a:cxn ang="0">
                  <a:pos x="1094" y="1150"/>
                </a:cxn>
                <a:cxn ang="0">
                  <a:pos x="1049" y="1222"/>
                </a:cxn>
                <a:cxn ang="0">
                  <a:pos x="1008" y="1264"/>
                </a:cxn>
                <a:cxn ang="0">
                  <a:pos x="928" y="1287"/>
                </a:cxn>
                <a:cxn ang="0">
                  <a:pos x="821" y="1306"/>
                </a:cxn>
                <a:cxn ang="0">
                  <a:pos x="700" y="1315"/>
                </a:cxn>
                <a:cxn ang="0">
                  <a:pos x="507" y="1299"/>
                </a:cxn>
                <a:cxn ang="0">
                  <a:pos x="342" y="1248"/>
                </a:cxn>
                <a:cxn ang="0">
                  <a:pos x="209" y="1164"/>
                </a:cxn>
                <a:cxn ang="0">
                  <a:pos x="107" y="1052"/>
                </a:cxn>
                <a:cxn ang="0">
                  <a:pos x="39" y="910"/>
                </a:cxn>
                <a:cxn ang="0">
                  <a:pos x="5" y="742"/>
                </a:cxn>
                <a:cxn ang="0">
                  <a:pos x="5" y="577"/>
                </a:cxn>
                <a:cxn ang="0">
                  <a:pos x="32" y="435"/>
                </a:cxn>
                <a:cxn ang="0">
                  <a:pos x="95" y="303"/>
                </a:cxn>
                <a:cxn ang="0">
                  <a:pos x="188" y="186"/>
                </a:cxn>
                <a:cxn ang="0">
                  <a:pos x="319" y="93"/>
                </a:cxn>
                <a:cxn ang="0">
                  <a:pos x="461" y="35"/>
                </a:cxn>
                <a:cxn ang="0">
                  <a:pos x="633" y="5"/>
                </a:cxn>
              </a:cxnLst>
              <a:rect l="0" t="0" r="r" b="b"/>
              <a:pathLst>
                <a:path w="1161" h="1315">
                  <a:moveTo>
                    <a:pt x="731" y="0"/>
                  </a:moveTo>
                  <a:lnTo>
                    <a:pt x="828" y="5"/>
                  </a:lnTo>
                  <a:lnTo>
                    <a:pt x="917" y="12"/>
                  </a:lnTo>
                  <a:lnTo>
                    <a:pt x="996" y="23"/>
                  </a:lnTo>
                  <a:lnTo>
                    <a:pt x="1066" y="35"/>
                  </a:lnTo>
                  <a:lnTo>
                    <a:pt x="1126" y="42"/>
                  </a:lnTo>
                  <a:lnTo>
                    <a:pt x="1119" y="84"/>
                  </a:lnTo>
                  <a:lnTo>
                    <a:pt x="1112" y="133"/>
                  </a:lnTo>
                  <a:lnTo>
                    <a:pt x="1108" y="189"/>
                  </a:lnTo>
                  <a:lnTo>
                    <a:pt x="1101" y="247"/>
                  </a:lnTo>
                  <a:lnTo>
                    <a:pt x="1098" y="303"/>
                  </a:lnTo>
                  <a:lnTo>
                    <a:pt x="1096" y="352"/>
                  </a:lnTo>
                  <a:lnTo>
                    <a:pt x="1087" y="356"/>
                  </a:lnTo>
                  <a:lnTo>
                    <a:pt x="1070" y="361"/>
                  </a:lnTo>
                  <a:lnTo>
                    <a:pt x="1040" y="361"/>
                  </a:lnTo>
                  <a:lnTo>
                    <a:pt x="1033" y="356"/>
                  </a:lnTo>
                  <a:lnTo>
                    <a:pt x="1024" y="293"/>
                  </a:lnTo>
                  <a:lnTo>
                    <a:pt x="1012" y="244"/>
                  </a:lnTo>
                  <a:lnTo>
                    <a:pt x="1001" y="207"/>
                  </a:lnTo>
                  <a:lnTo>
                    <a:pt x="984" y="177"/>
                  </a:lnTo>
                  <a:lnTo>
                    <a:pt x="966" y="154"/>
                  </a:lnTo>
                  <a:lnTo>
                    <a:pt x="940" y="135"/>
                  </a:lnTo>
                  <a:lnTo>
                    <a:pt x="912" y="119"/>
                  </a:lnTo>
                  <a:lnTo>
                    <a:pt x="859" y="98"/>
                  </a:lnTo>
                  <a:lnTo>
                    <a:pt x="798" y="84"/>
                  </a:lnTo>
                  <a:lnTo>
                    <a:pt x="733" y="77"/>
                  </a:lnTo>
                  <a:lnTo>
                    <a:pt x="661" y="75"/>
                  </a:lnTo>
                  <a:lnTo>
                    <a:pt x="584" y="79"/>
                  </a:lnTo>
                  <a:lnTo>
                    <a:pt x="514" y="96"/>
                  </a:lnTo>
                  <a:lnTo>
                    <a:pt x="449" y="121"/>
                  </a:lnTo>
                  <a:lnTo>
                    <a:pt x="393" y="156"/>
                  </a:lnTo>
                  <a:lnTo>
                    <a:pt x="342" y="200"/>
                  </a:lnTo>
                  <a:lnTo>
                    <a:pt x="300" y="251"/>
                  </a:lnTo>
                  <a:lnTo>
                    <a:pt x="265" y="312"/>
                  </a:lnTo>
                  <a:lnTo>
                    <a:pt x="237" y="382"/>
                  </a:lnTo>
                  <a:lnTo>
                    <a:pt x="216" y="456"/>
                  </a:lnTo>
                  <a:lnTo>
                    <a:pt x="205" y="540"/>
                  </a:lnTo>
                  <a:lnTo>
                    <a:pt x="200" y="631"/>
                  </a:lnTo>
                  <a:lnTo>
                    <a:pt x="202" y="705"/>
                  </a:lnTo>
                  <a:lnTo>
                    <a:pt x="214" y="775"/>
                  </a:lnTo>
                  <a:lnTo>
                    <a:pt x="228" y="845"/>
                  </a:lnTo>
                  <a:lnTo>
                    <a:pt x="251" y="908"/>
                  </a:lnTo>
                  <a:lnTo>
                    <a:pt x="281" y="968"/>
                  </a:lnTo>
                  <a:lnTo>
                    <a:pt x="316" y="1024"/>
                  </a:lnTo>
                  <a:lnTo>
                    <a:pt x="358" y="1075"/>
                  </a:lnTo>
                  <a:lnTo>
                    <a:pt x="405" y="1117"/>
                  </a:lnTo>
                  <a:lnTo>
                    <a:pt x="458" y="1157"/>
                  </a:lnTo>
                  <a:lnTo>
                    <a:pt x="521" y="1185"/>
                  </a:lnTo>
                  <a:lnTo>
                    <a:pt x="586" y="1208"/>
                  </a:lnTo>
                  <a:lnTo>
                    <a:pt x="661" y="1222"/>
                  </a:lnTo>
                  <a:lnTo>
                    <a:pt x="740" y="1227"/>
                  </a:lnTo>
                  <a:lnTo>
                    <a:pt x="791" y="1224"/>
                  </a:lnTo>
                  <a:lnTo>
                    <a:pt x="840" y="1215"/>
                  </a:lnTo>
                  <a:lnTo>
                    <a:pt x="887" y="1201"/>
                  </a:lnTo>
                  <a:lnTo>
                    <a:pt x="928" y="1182"/>
                  </a:lnTo>
                  <a:lnTo>
                    <a:pt x="961" y="1157"/>
                  </a:lnTo>
                  <a:lnTo>
                    <a:pt x="998" y="1122"/>
                  </a:lnTo>
                  <a:lnTo>
                    <a:pt x="1036" y="1075"/>
                  </a:lnTo>
                  <a:lnTo>
                    <a:pt x="1075" y="1022"/>
                  </a:lnTo>
                  <a:lnTo>
                    <a:pt x="1112" y="959"/>
                  </a:lnTo>
                  <a:lnTo>
                    <a:pt x="1124" y="961"/>
                  </a:lnTo>
                  <a:lnTo>
                    <a:pt x="1140" y="971"/>
                  </a:lnTo>
                  <a:lnTo>
                    <a:pt x="1154" y="980"/>
                  </a:lnTo>
                  <a:lnTo>
                    <a:pt x="1161" y="992"/>
                  </a:lnTo>
                  <a:lnTo>
                    <a:pt x="1152" y="1026"/>
                  </a:lnTo>
                  <a:lnTo>
                    <a:pt x="1136" y="1066"/>
                  </a:lnTo>
                  <a:lnTo>
                    <a:pt x="1117" y="1108"/>
                  </a:lnTo>
                  <a:lnTo>
                    <a:pt x="1094" y="1150"/>
                  </a:lnTo>
                  <a:lnTo>
                    <a:pt x="1073" y="1187"/>
                  </a:lnTo>
                  <a:lnTo>
                    <a:pt x="1049" y="1222"/>
                  </a:lnTo>
                  <a:lnTo>
                    <a:pt x="1026" y="1248"/>
                  </a:lnTo>
                  <a:lnTo>
                    <a:pt x="1008" y="1264"/>
                  </a:lnTo>
                  <a:lnTo>
                    <a:pt x="973" y="1275"/>
                  </a:lnTo>
                  <a:lnTo>
                    <a:pt x="928" y="1287"/>
                  </a:lnTo>
                  <a:lnTo>
                    <a:pt x="877" y="1296"/>
                  </a:lnTo>
                  <a:lnTo>
                    <a:pt x="821" y="1306"/>
                  </a:lnTo>
                  <a:lnTo>
                    <a:pt x="761" y="1313"/>
                  </a:lnTo>
                  <a:lnTo>
                    <a:pt x="700" y="1315"/>
                  </a:lnTo>
                  <a:lnTo>
                    <a:pt x="600" y="1310"/>
                  </a:lnTo>
                  <a:lnTo>
                    <a:pt x="507" y="1299"/>
                  </a:lnTo>
                  <a:lnTo>
                    <a:pt x="421" y="1275"/>
                  </a:lnTo>
                  <a:lnTo>
                    <a:pt x="342" y="1248"/>
                  </a:lnTo>
                  <a:lnTo>
                    <a:pt x="272" y="1210"/>
                  </a:lnTo>
                  <a:lnTo>
                    <a:pt x="209" y="1164"/>
                  </a:lnTo>
                  <a:lnTo>
                    <a:pt x="153" y="1113"/>
                  </a:lnTo>
                  <a:lnTo>
                    <a:pt x="107" y="1052"/>
                  </a:lnTo>
                  <a:lnTo>
                    <a:pt x="70" y="985"/>
                  </a:lnTo>
                  <a:lnTo>
                    <a:pt x="39" y="910"/>
                  </a:lnTo>
                  <a:lnTo>
                    <a:pt x="18" y="831"/>
                  </a:lnTo>
                  <a:lnTo>
                    <a:pt x="5" y="742"/>
                  </a:lnTo>
                  <a:lnTo>
                    <a:pt x="0" y="649"/>
                  </a:lnTo>
                  <a:lnTo>
                    <a:pt x="5" y="577"/>
                  </a:lnTo>
                  <a:lnTo>
                    <a:pt x="14" y="505"/>
                  </a:lnTo>
                  <a:lnTo>
                    <a:pt x="32" y="435"/>
                  </a:lnTo>
                  <a:lnTo>
                    <a:pt x="60" y="365"/>
                  </a:lnTo>
                  <a:lnTo>
                    <a:pt x="95" y="303"/>
                  </a:lnTo>
                  <a:lnTo>
                    <a:pt x="137" y="242"/>
                  </a:lnTo>
                  <a:lnTo>
                    <a:pt x="188" y="186"/>
                  </a:lnTo>
                  <a:lnTo>
                    <a:pt x="249" y="137"/>
                  </a:lnTo>
                  <a:lnTo>
                    <a:pt x="319" y="93"/>
                  </a:lnTo>
                  <a:lnTo>
                    <a:pt x="386" y="61"/>
                  </a:lnTo>
                  <a:lnTo>
                    <a:pt x="461" y="35"/>
                  </a:lnTo>
                  <a:lnTo>
                    <a:pt x="542" y="16"/>
                  </a:lnTo>
                  <a:lnTo>
                    <a:pt x="633" y="5"/>
                  </a:lnTo>
                  <a:lnTo>
                    <a:pt x="731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323608" name="Freeform 24"/>
            <p:cNvSpPr>
              <a:spLocks/>
            </p:cNvSpPr>
            <p:nvPr userDrawn="1"/>
          </p:nvSpPr>
          <p:spPr bwMode="auto">
            <a:xfrm>
              <a:off x="2487" y="3627"/>
              <a:ext cx="253" cy="302"/>
            </a:xfrm>
            <a:custGeom>
              <a:avLst/>
              <a:gdLst/>
              <a:ahLst/>
              <a:cxnLst>
                <a:cxn ang="0">
                  <a:pos x="147" y="2"/>
                </a:cxn>
                <a:cxn ang="0">
                  <a:pos x="777" y="9"/>
                </a:cxn>
                <a:cxn ang="0">
                  <a:pos x="919" y="5"/>
                </a:cxn>
                <a:cxn ang="0">
                  <a:pos x="957" y="7"/>
                </a:cxn>
                <a:cxn ang="0">
                  <a:pos x="952" y="56"/>
                </a:cxn>
                <a:cxn ang="0">
                  <a:pos x="929" y="235"/>
                </a:cxn>
                <a:cxn ang="0">
                  <a:pos x="901" y="296"/>
                </a:cxn>
                <a:cxn ang="0">
                  <a:pos x="861" y="291"/>
                </a:cxn>
                <a:cxn ang="0">
                  <a:pos x="845" y="191"/>
                </a:cxn>
                <a:cxn ang="0">
                  <a:pos x="817" y="123"/>
                </a:cxn>
                <a:cxn ang="0">
                  <a:pos x="738" y="93"/>
                </a:cxn>
                <a:cxn ang="0">
                  <a:pos x="475" y="91"/>
                </a:cxn>
                <a:cxn ang="0">
                  <a:pos x="421" y="98"/>
                </a:cxn>
                <a:cxn ang="0">
                  <a:pos x="405" y="130"/>
                </a:cxn>
                <a:cxn ang="0">
                  <a:pos x="403" y="563"/>
                </a:cxn>
                <a:cxn ang="0">
                  <a:pos x="459" y="573"/>
                </a:cxn>
                <a:cxn ang="0">
                  <a:pos x="628" y="573"/>
                </a:cxn>
                <a:cxn ang="0">
                  <a:pos x="745" y="563"/>
                </a:cxn>
                <a:cxn ang="0">
                  <a:pos x="784" y="526"/>
                </a:cxn>
                <a:cxn ang="0">
                  <a:pos x="812" y="426"/>
                </a:cxn>
                <a:cxn ang="0">
                  <a:pos x="868" y="428"/>
                </a:cxn>
                <a:cxn ang="0">
                  <a:pos x="870" y="517"/>
                </a:cxn>
                <a:cxn ang="0">
                  <a:pos x="868" y="754"/>
                </a:cxn>
                <a:cxn ang="0">
                  <a:pos x="836" y="815"/>
                </a:cxn>
                <a:cxn ang="0">
                  <a:pos x="798" y="780"/>
                </a:cxn>
                <a:cxn ang="0">
                  <a:pos x="770" y="694"/>
                </a:cxn>
                <a:cxn ang="0">
                  <a:pos x="717" y="668"/>
                </a:cxn>
                <a:cxn ang="0">
                  <a:pos x="596" y="663"/>
                </a:cxn>
                <a:cxn ang="0">
                  <a:pos x="452" y="663"/>
                </a:cxn>
                <a:cxn ang="0">
                  <a:pos x="407" y="668"/>
                </a:cxn>
                <a:cxn ang="0">
                  <a:pos x="405" y="977"/>
                </a:cxn>
                <a:cxn ang="0">
                  <a:pos x="412" y="1110"/>
                </a:cxn>
                <a:cxn ang="0">
                  <a:pos x="454" y="1159"/>
                </a:cxn>
                <a:cxn ang="0">
                  <a:pos x="561" y="1168"/>
                </a:cxn>
                <a:cxn ang="0">
                  <a:pos x="791" y="1171"/>
                </a:cxn>
                <a:cxn ang="0">
                  <a:pos x="866" y="1143"/>
                </a:cxn>
                <a:cxn ang="0">
                  <a:pos x="924" y="1078"/>
                </a:cxn>
                <a:cxn ang="0">
                  <a:pos x="1003" y="929"/>
                </a:cxn>
                <a:cxn ang="0">
                  <a:pos x="1050" y="943"/>
                </a:cxn>
                <a:cxn ang="0">
                  <a:pos x="1045" y="1022"/>
                </a:cxn>
                <a:cxn ang="0">
                  <a:pos x="1005" y="1157"/>
                </a:cxn>
                <a:cxn ang="0">
                  <a:pos x="971" y="1238"/>
                </a:cxn>
                <a:cxn ang="0">
                  <a:pos x="926" y="1257"/>
                </a:cxn>
                <a:cxn ang="0">
                  <a:pos x="654" y="1257"/>
                </a:cxn>
                <a:cxn ang="0">
                  <a:pos x="230" y="1250"/>
                </a:cxn>
                <a:cxn ang="0">
                  <a:pos x="7" y="1257"/>
                </a:cxn>
                <a:cxn ang="0">
                  <a:pos x="2" y="1210"/>
                </a:cxn>
                <a:cxn ang="0">
                  <a:pos x="93" y="1189"/>
                </a:cxn>
                <a:cxn ang="0">
                  <a:pos x="184" y="1168"/>
                </a:cxn>
                <a:cxn ang="0">
                  <a:pos x="223" y="1105"/>
                </a:cxn>
                <a:cxn ang="0">
                  <a:pos x="230" y="1008"/>
                </a:cxn>
                <a:cxn ang="0">
                  <a:pos x="228" y="182"/>
                </a:cxn>
                <a:cxn ang="0">
                  <a:pos x="209" y="98"/>
                </a:cxn>
                <a:cxn ang="0">
                  <a:pos x="140" y="70"/>
                </a:cxn>
                <a:cxn ang="0">
                  <a:pos x="56" y="47"/>
                </a:cxn>
                <a:cxn ang="0">
                  <a:pos x="63" y="0"/>
                </a:cxn>
              </a:cxnLst>
              <a:rect l="0" t="0" r="r" b="b"/>
              <a:pathLst>
                <a:path w="1061" h="1259">
                  <a:moveTo>
                    <a:pt x="63" y="0"/>
                  </a:moveTo>
                  <a:lnTo>
                    <a:pt x="98" y="0"/>
                  </a:lnTo>
                  <a:lnTo>
                    <a:pt x="147" y="2"/>
                  </a:lnTo>
                  <a:lnTo>
                    <a:pt x="203" y="7"/>
                  </a:lnTo>
                  <a:lnTo>
                    <a:pt x="265" y="9"/>
                  </a:lnTo>
                  <a:lnTo>
                    <a:pt x="777" y="9"/>
                  </a:lnTo>
                  <a:lnTo>
                    <a:pt x="829" y="7"/>
                  </a:lnTo>
                  <a:lnTo>
                    <a:pt x="877" y="7"/>
                  </a:lnTo>
                  <a:lnTo>
                    <a:pt x="919" y="5"/>
                  </a:lnTo>
                  <a:lnTo>
                    <a:pt x="952" y="0"/>
                  </a:lnTo>
                  <a:lnTo>
                    <a:pt x="954" y="2"/>
                  </a:lnTo>
                  <a:lnTo>
                    <a:pt x="957" y="7"/>
                  </a:lnTo>
                  <a:lnTo>
                    <a:pt x="961" y="9"/>
                  </a:lnTo>
                  <a:lnTo>
                    <a:pt x="961" y="12"/>
                  </a:lnTo>
                  <a:lnTo>
                    <a:pt x="952" y="56"/>
                  </a:lnTo>
                  <a:lnTo>
                    <a:pt x="943" y="112"/>
                  </a:lnTo>
                  <a:lnTo>
                    <a:pt x="936" y="172"/>
                  </a:lnTo>
                  <a:lnTo>
                    <a:pt x="929" y="235"/>
                  </a:lnTo>
                  <a:lnTo>
                    <a:pt x="924" y="289"/>
                  </a:lnTo>
                  <a:lnTo>
                    <a:pt x="915" y="293"/>
                  </a:lnTo>
                  <a:lnTo>
                    <a:pt x="901" y="296"/>
                  </a:lnTo>
                  <a:lnTo>
                    <a:pt x="884" y="296"/>
                  </a:lnTo>
                  <a:lnTo>
                    <a:pt x="870" y="293"/>
                  </a:lnTo>
                  <a:lnTo>
                    <a:pt x="861" y="291"/>
                  </a:lnTo>
                  <a:lnTo>
                    <a:pt x="856" y="251"/>
                  </a:lnTo>
                  <a:lnTo>
                    <a:pt x="852" y="219"/>
                  </a:lnTo>
                  <a:lnTo>
                    <a:pt x="845" y="191"/>
                  </a:lnTo>
                  <a:lnTo>
                    <a:pt x="840" y="168"/>
                  </a:lnTo>
                  <a:lnTo>
                    <a:pt x="831" y="142"/>
                  </a:lnTo>
                  <a:lnTo>
                    <a:pt x="817" y="123"/>
                  </a:lnTo>
                  <a:lnTo>
                    <a:pt x="798" y="107"/>
                  </a:lnTo>
                  <a:lnTo>
                    <a:pt x="773" y="98"/>
                  </a:lnTo>
                  <a:lnTo>
                    <a:pt x="738" y="93"/>
                  </a:lnTo>
                  <a:lnTo>
                    <a:pt x="719" y="93"/>
                  </a:lnTo>
                  <a:lnTo>
                    <a:pt x="687" y="91"/>
                  </a:lnTo>
                  <a:lnTo>
                    <a:pt x="475" y="91"/>
                  </a:lnTo>
                  <a:lnTo>
                    <a:pt x="447" y="93"/>
                  </a:lnTo>
                  <a:lnTo>
                    <a:pt x="431" y="93"/>
                  </a:lnTo>
                  <a:lnTo>
                    <a:pt x="421" y="98"/>
                  </a:lnTo>
                  <a:lnTo>
                    <a:pt x="412" y="109"/>
                  </a:lnTo>
                  <a:lnTo>
                    <a:pt x="407" y="121"/>
                  </a:lnTo>
                  <a:lnTo>
                    <a:pt x="405" y="130"/>
                  </a:lnTo>
                  <a:lnTo>
                    <a:pt x="405" y="186"/>
                  </a:lnTo>
                  <a:lnTo>
                    <a:pt x="403" y="249"/>
                  </a:lnTo>
                  <a:lnTo>
                    <a:pt x="403" y="563"/>
                  </a:lnTo>
                  <a:lnTo>
                    <a:pt x="405" y="568"/>
                  </a:lnTo>
                  <a:lnTo>
                    <a:pt x="414" y="573"/>
                  </a:lnTo>
                  <a:lnTo>
                    <a:pt x="459" y="573"/>
                  </a:lnTo>
                  <a:lnTo>
                    <a:pt x="512" y="575"/>
                  </a:lnTo>
                  <a:lnTo>
                    <a:pt x="570" y="575"/>
                  </a:lnTo>
                  <a:lnTo>
                    <a:pt x="628" y="573"/>
                  </a:lnTo>
                  <a:lnTo>
                    <a:pt x="680" y="570"/>
                  </a:lnTo>
                  <a:lnTo>
                    <a:pt x="721" y="568"/>
                  </a:lnTo>
                  <a:lnTo>
                    <a:pt x="745" y="563"/>
                  </a:lnTo>
                  <a:lnTo>
                    <a:pt x="763" y="554"/>
                  </a:lnTo>
                  <a:lnTo>
                    <a:pt x="775" y="542"/>
                  </a:lnTo>
                  <a:lnTo>
                    <a:pt x="784" y="526"/>
                  </a:lnTo>
                  <a:lnTo>
                    <a:pt x="791" y="507"/>
                  </a:lnTo>
                  <a:lnTo>
                    <a:pt x="803" y="470"/>
                  </a:lnTo>
                  <a:lnTo>
                    <a:pt x="812" y="426"/>
                  </a:lnTo>
                  <a:lnTo>
                    <a:pt x="829" y="424"/>
                  </a:lnTo>
                  <a:lnTo>
                    <a:pt x="850" y="424"/>
                  </a:lnTo>
                  <a:lnTo>
                    <a:pt x="868" y="428"/>
                  </a:lnTo>
                  <a:lnTo>
                    <a:pt x="880" y="433"/>
                  </a:lnTo>
                  <a:lnTo>
                    <a:pt x="875" y="470"/>
                  </a:lnTo>
                  <a:lnTo>
                    <a:pt x="870" y="517"/>
                  </a:lnTo>
                  <a:lnTo>
                    <a:pt x="866" y="624"/>
                  </a:lnTo>
                  <a:lnTo>
                    <a:pt x="866" y="694"/>
                  </a:lnTo>
                  <a:lnTo>
                    <a:pt x="868" y="754"/>
                  </a:lnTo>
                  <a:lnTo>
                    <a:pt x="870" y="808"/>
                  </a:lnTo>
                  <a:lnTo>
                    <a:pt x="856" y="812"/>
                  </a:lnTo>
                  <a:lnTo>
                    <a:pt x="836" y="815"/>
                  </a:lnTo>
                  <a:lnTo>
                    <a:pt x="815" y="815"/>
                  </a:lnTo>
                  <a:lnTo>
                    <a:pt x="801" y="808"/>
                  </a:lnTo>
                  <a:lnTo>
                    <a:pt x="798" y="780"/>
                  </a:lnTo>
                  <a:lnTo>
                    <a:pt x="789" y="742"/>
                  </a:lnTo>
                  <a:lnTo>
                    <a:pt x="780" y="710"/>
                  </a:lnTo>
                  <a:lnTo>
                    <a:pt x="770" y="694"/>
                  </a:lnTo>
                  <a:lnTo>
                    <a:pt x="759" y="682"/>
                  </a:lnTo>
                  <a:lnTo>
                    <a:pt x="740" y="673"/>
                  </a:lnTo>
                  <a:lnTo>
                    <a:pt x="717" y="668"/>
                  </a:lnTo>
                  <a:lnTo>
                    <a:pt x="684" y="666"/>
                  </a:lnTo>
                  <a:lnTo>
                    <a:pt x="642" y="663"/>
                  </a:lnTo>
                  <a:lnTo>
                    <a:pt x="596" y="663"/>
                  </a:lnTo>
                  <a:lnTo>
                    <a:pt x="545" y="661"/>
                  </a:lnTo>
                  <a:lnTo>
                    <a:pt x="496" y="661"/>
                  </a:lnTo>
                  <a:lnTo>
                    <a:pt x="452" y="663"/>
                  </a:lnTo>
                  <a:lnTo>
                    <a:pt x="414" y="663"/>
                  </a:lnTo>
                  <a:lnTo>
                    <a:pt x="410" y="666"/>
                  </a:lnTo>
                  <a:lnTo>
                    <a:pt x="407" y="668"/>
                  </a:lnTo>
                  <a:lnTo>
                    <a:pt x="403" y="675"/>
                  </a:lnTo>
                  <a:lnTo>
                    <a:pt x="403" y="912"/>
                  </a:lnTo>
                  <a:lnTo>
                    <a:pt x="405" y="977"/>
                  </a:lnTo>
                  <a:lnTo>
                    <a:pt x="405" y="1036"/>
                  </a:lnTo>
                  <a:lnTo>
                    <a:pt x="407" y="1082"/>
                  </a:lnTo>
                  <a:lnTo>
                    <a:pt x="412" y="1110"/>
                  </a:lnTo>
                  <a:lnTo>
                    <a:pt x="421" y="1133"/>
                  </a:lnTo>
                  <a:lnTo>
                    <a:pt x="438" y="1150"/>
                  </a:lnTo>
                  <a:lnTo>
                    <a:pt x="454" y="1159"/>
                  </a:lnTo>
                  <a:lnTo>
                    <a:pt x="479" y="1164"/>
                  </a:lnTo>
                  <a:lnTo>
                    <a:pt x="517" y="1166"/>
                  </a:lnTo>
                  <a:lnTo>
                    <a:pt x="561" y="1168"/>
                  </a:lnTo>
                  <a:lnTo>
                    <a:pt x="663" y="1173"/>
                  </a:lnTo>
                  <a:lnTo>
                    <a:pt x="752" y="1173"/>
                  </a:lnTo>
                  <a:lnTo>
                    <a:pt x="791" y="1171"/>
                  </a:lnTo>
                  <a:lnTo>
                    <a:pt x="822" y="1164"/>
                  </a:lnTo>
                  <a:lnTo>
                    <a:pt x="847" y="1157"/>
                  </a:lnTo>
                  <a:lnTo>
                    <a:pt x="866" y="1143"/>
                  </a:lnTo>
                  <a:lnTo>
                    <a:pt x="884" y="1126"/>
                  </a:lnTo>
                  <a:lnTo>
                    <a:pt x="903" y="1105"/>
                  </a:lnTo>
                  <a:lnTo>
                    <a:pt x="924" y="1078"/>
                  </a:lnTo>
                  <a:lnTo>
                    <a:pt x="945" y="1045"/>
                  </a:lnTo>
                  <a:lnTo>
                    <a:pt x="987" y="966"/>
                  </a:lnTo>
                  <a:lnTo>
                    <a:pt x="1003" y="929"/>
                  </a:lnTo>
                  <a:lnTo>
                    <a:pt x="1015" y="929"/>
                  </a:lnTo>
                  <a:lnTo>
                    <a:pt x="1033" y="936"/>
                  </a:lnTo>
                  <a:lnTo>
                    <a:pt x="1050" y="943"/>
                  </a:lnTo>
                  <a:lnTo>
                    <a:pt x="1061" y="950"/>
                  </a:lnTo>
                  <a:lnTo>
                    <a:pt x="1054" y="982"/>
                  </a:lnTo>
                  <a:lnTo>
                    <a:pt x="1045" y="1022"/>
                  </a:lnTo>
                  <a:lnTo>
                    <a:pt x="1033" y="1066"/>
                  </a:lnTo>
                  <a:lnTo>
                    <a:pt x="1019" y="1112"/>
                  </a:lnTo>
                  <a:lnTo>
                    <a:pt x="1005" y="1157"/>
                  </a:lnTo>
                  <a:lnTo>
                    <a:pt x="991" y="1196"/>
                  </a:lnTo>
                  <a:lnTo>
                    <a:pt x="978" y="1226"/>
                  </a:lnTo>
                  <a:lnTo>
                    <a:pt x="971" y="1238"/>
                  </a:lnTo>
                  <a:lnTo>
                    <a:pt x="961" y="1245"/>
                  </a:lnTo>
                  <a:lnTo>
                    <a:pt x="947" y="1252"/>
                  </a:lnTo>
                  <a:lnTo>
                    <a:pt x="926" y="1257"/>
                  </a:lnTo>
                  <a:lnTo>
                    <a:pt x="896" y="1259"/>
                  </a:lnTo>
                  <a:lnTo>
                    <a:pt x="752" y="1259"/>
                  </a:lnTo>
                  <a:lnTo>
                    <a:pt x="654" y="1257"/>
                  </a:lnTo>
                  <a:lnTo>
                    <a:pt x="554" y="1252"/>
                  </a:lnTo>
                  <a:lnTo>
                    <a:pt x="445" y="1250"/>
                  </a:lnTo>
                  <a:lnTo>
                    <a:pt x="230" y="1250"/>
                  </a:lnTo>
                  <a:lnTo>
                    <a:pt x="147" y="1254"/>
                  </a:lnTo>
                  <a:lnTo>
                    <a:pt x="72" y="1257"/>
                  </a:lnTo>
                  <a:lnTo>
                    <a:pt x="7" y="1257"/>
                  </a:lnTo>
                  <a:lnTo>
                    <a:pt x="2" y="1245"/>
                  </a:lnTo>
                  <a:lnTo>
                    <a:pt x="0" y="1229"/>
                  </a:lnTo>
                  <a:lnTo>
                    <a:pt x="2" y="1210"/>
                  </a:lnTo>
                  <a:lnTo>
                    <a:pt x="7" y="1199"/>
                  </a:lnTo>
                  <a:lnTo>
                    <a:pt x="51" y="1194"/>
                  </a:lnTo>
                  <a:lnTo>
                    <a:pt x="93" y="1189"/>
                  </a:lnTo>
                  <a:lnTo>
                    <a:pt x="128" y="1185"/>
                  </a:lnTo>
                  <a:lnTo>
                    <a:pt x="158" y="1178"/>
                  </a:lnTo>
                  <a:lnTo>
                    <a:pt x="184" y="1168"/>
                  </a:lnTo>
                  <a:lnTo>
                    <a:pt x="203" y="1154"/>
                  </a:lnTo>
                  <a:lnTo>
                    <a:pt x="214" y="1133"/>
                  </a:lnTo>
                  <a:lnTo>
                    <a:pt x="223" y="1105"/>
                  </a:lnTo>
                  <a:lnTo>
                    <a:pt x="228" y="1068"/>
                  </a:lnTo>
                  <a:lnTo>
                    <a:pt x="228" y="1045"/>
                  </a:lnTo>
                  <a:lnTo>
                    <a:pt x="230" y="1008"/>
                  </a:lnTo>
                  <a:lnTo>
                    <a:pt x="230" y="244"/>
                  </a:lnTo>
                  <a:lnTo>
                    <a:pt x="228" y="205"/>
                  </a:lnTo>
                  <a:lnTo>
                    <a:pt x="228" y="182"/>
                  </a:lnTo>
                  <a:lnTo>
                    <a:pt x="226" y="144"/>
                  </a:lnTo>
                  <a:lnTo>
                    <a:pt x="219" y="116"/>
                  </a:lnTo>
                  <a:lnTo>
                    <a:pt x="209" y="98"/>
                  </a:lnTo>
                  <a:lnTo>
                    <a:pt x="193" y="86"/>
                  </a:lnTo>
                  <a:lnTo>
                    <a:pt x="168" y="77"/>
                  </a:lnTo>
                  <a:lnTo>
                    <a:pt x="140" y="70"/>
                  </a:lnTo>
                  <a:lnTo>
                    <a:pt x="102" y="63"/>
                  </a:lnTo>
                  <a:lnTo>
                    <a:pt x="61" y="58"/>
                  </a:lnTo>
                  <a:lnTo>
                    <a:pt x="56" y="47"/>
                  </a:lnTo>
                  <a:lnTo>
                    <a:pt x="54" y="30"/>
                  </a:lnTo>
                  <a:lnTo>
                    <a:pt x="58" y="12"/>
                  </a:lnTo>
                  <a:lnTo>
                    <a:pt x="63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323609" name="Freeform 25"/>
            <p:cNvSpPr>
              <a:spLocks/>
            </p:cNvSpPr>
            <p:nvPr userDrawn="1"/>
          </p:nvSpPr>
          <p:spPr bwMode="auto">
            <a:xfrm>
              <a:off x="2760" y="3627"/>
              <a:ext cx="256" cy="302"/>
            </a:xfrm>
            <a:custGeom>
              <a:avLst/>
              <a:gdLst/>
              <a:ahLst/>
              <a:cxnLst>
                <a:cxn ang="0">
                  <a:pos x="74" y="0"/>
                </a:cxn>
                <a:cxn ang="0">
                  <a:pos x="165" y="5"/>
                </a:cxn>
                <a:cxn ang="0">
                  <a:pos x="370" y="7"/>
                </a:cxn>
                <a:cxn ang="0">
                  <a:pos x="479" y="3"/>
                </a:cxn>
                <a:cxn ang="0">
                  <a:pos x="547" y="0"/>
                </a:cxn>
                <a:cxn ang="0">
                  <a:pos x="554" y="31"/>
                </a:cxn>
                <a:cxn ang="0">
                  <a:pos x="547" y="59"/>
                </a:cxn>
                <a:cxn ang="0">
                  <a:pos x="486" y="68"/>
                </a:cxn>
                <a:cxn ang="0">
                  <a:pos x="444" y="75"/>
                </a:cxn>
                <a:cxn ang="0">
                  <a:pos x="405" y="98"/>
                </a:cxn>
                <a:cxn ang="0">
                  <a:pos x="391" y="133"/>
                </a:cxn>
                <a:cxn ang="0">
                  <a:pos x="386" y="200"/>
                </a:cxn>
                <a:cxn ang="0">
                  <a:pos x="384" y="331"/>
                </a:cxn>
                <a:cxn ang="0">
                  <a:pos x="381" y="498"/>
                </a:cxn>
                <a:cxn ang="0">
                  <a:pos x="384" y="982"/>
                </a:cxn>
                <a:cxn ang="0">
                  <a:pos x="388" y="1096"/>
                </a:cxn>
                <a:cxn ang="0">
                  <a:pos x="405" y="1136"/>
                </a:cxn>
                <a:cxn ang="0">
                  <a:pos x="428" y="1155"/>
                </a:cxn>
                <a:cxn ang="0">
                  <a:pos x="489" y="1164"/>
                </a:cxn>
                <a:cxn ang="0">
                  <a:pos x="582" y="1169"/>
                </a:cxn>
                <a:cxn ang="0">
                  <a:pos x="763" y="1171"/>
                </a:cxn>
                <a:cxn ang="0">
                  <a:pos x="812" y="1159"/>
                </a:cxn>
                <a:cxn ang="0">
                  <a:pos x="861" y="1124"/>
                </a:cxn>
                <a:cxn ang="0">
                  <a:pos x="907" y="1062"/>
                </a:cxn>
                <a:cxn ang="0">
                  <a:pos x="956" y="973"/>
                </a:cxn>
                <a:cxn ang="0">
                  <a:pos x="1003" y="873"/>
                </a:cxn>
                <a:cxn ang="0">
                  <a:pos x="1035" y="878"/>
                </a:cxn>
                <a:cxn ang="0">
                  <a:pos x="1063" y="896"/>
                </a:cxn>
                <a:cxn ang="0">
                  <a:pos x="1045" y="973"/>
                </a:cxn>
                <a:cxn ang="0">
                  <a:pos x="1019" y="1071"/>
                </a:cxn>
                <a:cxn ang="0">
                  <a:pos x="987" y="1164"/>
                </a:cxn>
                <a:cxn ang="0">
                  <a:pos x="959" y="1231"/>
                </a:cxn>
                <a:cxn ang="0">
                  <a:pos x="935" y="1252"/>
                </a:cxn>
                <a:cxn ang="0">
                  <a:pos x="875" y="1259"/>
                </a:cxn>
                <a:cxn ang="0">
                  <a:pos x="775" y="1257"/>
                </a:cxn>
                <a:cxn ang="0">
                  <a:pos x="644" y="1255"/>
                </a:cxn>
                <a:cxn ang="0">
                  <a:pos x="507" y="1252"/>
                </a:cxn>
                <a:cxn ang="0">
                  <a:pos x="384" y="1250"/>
                </a:cxn>
                <a:cxn ang="0">
                  <a:pos x="251" y="1248"/>
                </a:cxn>
                <a:cxn ang="0">
                  <a:pos x="156" y="1250"/>
                </a:cxn>
                <a:cxn ang="0">
                  <a:pos x="65" y="1252"/>
                </a:cxn>
                <a:cxn ang="0">
                  <a:pos x="7" y="1255"/>
                </a:cxn>
                <a:cxn ang="0">
                  <a:pos x="2" y="1231"/>
                </a:cxn>
                <a:cxn ang="0">
                  <a:pos x="2" y="1204"/>
                </a:cxn>
                <a:cxn ang="0">
                  <a:pos x="49" y="1192"/>
                </a:cxn>
                <a:cxn ang="0">
                  <a:pos x="111" y="1185"/>
                </a:cxn>
                <a:cxn ang="0">
                  <a:pos x="170" y="1166"/>
                </a:cxn>
                <a:cxn ang="0">
                  <a:pos x="198" y="1127"/>
                </a:cxn>
                <a:cxn ang="0">
                  <a:pos x="205" y="1062"/>
                </a:cxn>
                <a:cxn ang="0">
                  <a:pos x="207" y="952"/>
                </a:cxn>
                <a:cxn ang="0">
                  <a:pos x="212" y="787"/>
                </a:cxn>
                <a:cxn ang="0">
                  <a:pos x="209" y="268"/>
                </a:cxn>
                <a:cxn ang="0">
                  <a:pos x="207" y="194"/>
                </a:cxn>
                <a:cxn ang="0">
                  <a:pos x="200" y="119"/>
                </a:cxn>
                <a:cxn ang="0">
                  <a:pos x="170" y="84"/>
                </a:cxn>
                <a:cxn ang="0">
                  <a:pos x="118" y="70"/>
                </a:cxn>
                <a:cxn ang="0">
                  <a:pos x="60" y="61"/>
                </a:cxn>
                <a:cxn ang="0">
                  <a:pos x="28" y="47"/>
                </a:cxn>
                <a:cxn ang="0">
                  <a:pos x="30" y="12"/>
                </a:cxn>
              </a:cxnLst>
              <a:rect l="0" t="0" r="r" b="b"/>
              <a:pathLst>
                <a:path w="1063" h="1259">
                  <a:moveTo>
                    <a:pt x="37" y="0"/>
                  </a:moveTo>
                  <a:lnTo>
                    <a:pt x="74" y="0"/>
                  </a:lnTo>
                  <a:lnTo>
                    <a:pt x="114" y="3"/>
                  </a:lnTo>
                  <a:lnTo>
                    <a:pt x="165" y="5"/>
                  </a:lnTo>
                  <a:lnTo>
                    <a:pt x="223" y="7"/>
                  </a:lnTo>
                  <a:lnTo>
                    <a:pt x="370" y="7"/>
                  </a:lnTo>
                  <a:lnTo>
                    <a:pt x="430" y="5"/>
                  </a:lnTo>
                  <a:lnTo>
                    <a:pt x="479" y="3"/>
                  </a:lnTo>
                  <a:lnTo>
                    <a:pt x="516" y="0"/>
                  </a:lnTo>
                  <a:lnTo>
                    <a:pt x="547" y="0"/>
                  </a:lnTo>
                  <a:lnTo>
                    <a:pt x="551" y="12"/>
                  </a:lnTo>
                  <a:lnTo>
                    <a:pt x="554" y="31"/>
                  </a:lnTo>
                  <a:lnTo>
                    <a:pt x="551" y="47"/>
                  </a:lnTo>
                  <a:lnTo>
                    <a:pt x="547" y="59"/>
                  </a:lnTo>
                  <a:lnTo>
                    <a:pt x="512" y="63"/>
                  </a:lnTo>
                  <a:lnTo>
                    <a:pt x="486" y="68"/>
                  </a:lnTo>
                  <a:lnTo>
                    <a:pt x="463" y="70"/>
                  </a:lnTo>
                  <a:lnTo>
                    <a:pt x="444" y="75"/>
                  </a:lnTo>
                  <a:lnTo>
                    <a:pt x="421" y="84"/>
                  </a:lnTo>
                  <a:lnTo>
                    <a:pt x="405" y="98"/>
                  </a:lnTo>
                  <a:lnTo>
                    <a:pt x="395" y="114"/>
                  </a:lnTo>
                  <a:lnTo>
                    <a:pt x="391" y="133"/>
                  </a:lnTo>
                  <a:lnTo>
                    <a:pt x="388" y="156"/>
                  </a:lnTo>
                  <a:lnTo>
                    <a:pt x="386" y="200"/>
                  </a:lnTo>
                  <a:lnTo>
                    <a:pt x="386" y="259"/>
                  </a:lnTo>
                  <a:lnTo>
                    <a:pt x="384" y="331"/>
                  </a:lnTo>
                  <a:lnTo>
                    <a:pt x="384" y="410"/>
                  </a:lnTo>
                  <a:lnTo>
                    <a:pt x="381" y="498"/>
                  </a:lnTo>
                  <a:lnTo>
                    <a:pt x="381" y="906"/>
                  </a:lnTo>
                  <a:lnTo>
                    <a:pt x="384" y="982"/>
                  </a:lnTo>
                  <a:lnTo>
                    <a:pt x="386" y="1048"/>
                  </a:lnTo>
                  <a:lnTo>
                    <a:pt x="388" y="1096"/>
                  </a:lnTo>
                  <a:lnTo>
                    <a:pt x="393" y="1120"/>
                  </a:lnTo>
                  <a:lnTo>
                    <a:pt x="405" y="1136"/>
                  </a:lnTo>
                  <a:lnTo>
                    <a:pt x="416" y="1148"/>
                  </a:lnTo>
                  <a:lnTo>
                    <a:pt x="428" y="1155"/>
                  </a:lnTo>
                  <a:lnTo>
                    <a:pt x="454" y="1159"/>
                  </a:lnTo>
                  <a:lnTo>
                    <a:pt x="489" y="1164"/>
                  </a:lnTo>
                  <a:lnTo>
                    <a:pt x="533" y="1166"/>
                  </a:lnTo>
                  <a:lnTo>
                    <a:pt x="582" y="1169"/>
                  </a:lnTo>
                  <a:lnTo>
                    <a:pt x="633" y="1171"/>
                  </a:lnTo>
                  <a:lnTo>
                    <a:pt x="763" y="1171"/>
                  </a:lnTo>
                  <a:lnTo>
                    <a:pt x="789" y="1169"/>
                  </a:lnTo>
                  <a:lnTo>
                    <a:pt x="812" y="1159"/>
                  </a:lnTo>
                  <a:lnTo>
                    <a:pt x="835" y="1148"/>
                  </a:lnTo>
                  <a:lnTo>
                    <a:pt x="861" y="1124"/>
                  </a:lnTo>
                  <a:lnTo>
                    <a:pt x="884" y="1094"/>
                  </a:lnTo>
                  <a:lnTo>
                    <a:pt x="907" y="1062"/>
                  </a:lnTo>
                  <a:lnTo>
                    <a:pt x="931" y="1020"/>
                  </a:lnTo>
                  <a:lnTo>
                    <a:pt x="956" y="973"/>
                  </a:lnTo>
                  <a:lnTo>
                    <a:pt x="980" y="924"/>
                  </a:lnTo>
                  <a:lnTo>
                    <a:pt x="1003" y="873"/>
                  </a:lnTo>
                  <a:lnTo>
                    <a:pt x="1017" y="873"/>
                  </a:lnTo>
                  <a:lnTo>
                    <a:pt x="1035" y="878"/>
                  </a:lnTo>
                  <a:lnTo>
                    <a:pt x="1052" y="887"/>
                  </a:lnTo>
                  <a:lnTo>
                    <a:pt x="1063" y="896"/>
                  </a:lnTo>
                  <a:lnTo>
                    <a:pt x="1056" y="931"/>
                  </a:lnTo>
                  <a:lnTo>
                    <a:pt x="1045" y="973"/>
                  </a:lnTo>
                  <a:lnTo>
                    <a:pt x="1033" y="1020"/>
                  </a:lnTo>
                  <a:lnTo>
                    <a:pt x="1019" y="1071"/>
                  </a:lnTo>
                  <a:lnTo>
                    <a:pt x="1003" y="1120"/>
                  </a:lnTo>
                  <a:lnTo>
                    <a:pt x="987" y="1164"/>
                  </a:lnTo>
                  <a:lnTo>
                    <a:pt x="973" y="1204"/>
                  </a:lnTo>
                  <a:lnTo>
                    <a:pt x="959" y="1231"/>
                  </a:lnTo>
                  <a:lnTo>
                    <a:pt x="949" y="1243"/>
                  </a:lnTo>
                  <a:lnTo>
                    <a:pt x="935" y="1252"/>
                  </a:lnTo>
                  <a:lnTo>
                    <a:pt x="910" y="1257"/>
                  </a:lnTo>
                  <a:lnTo>
                    <a:pt x="875" y="1259"/>
                  </a:lnTo>
                  <a:lnTo>
                    <a:pt x="831" y="1259"/>
                  </a:lnTo>
                  <a:lnTo>
                    <a:pt x="775" y="1257"/>
                  </a:lnTo>
                  <a:lnTo>
                    <a:pt x="712" y="1257"/>
                  </a:lnTo>
                  <a:lnTo>
                    <a:pt x="644" y="1255"/>
                  </a:lnTo>
                  <a:lnTo>
                    <a:pt x="575" y="1255"/>
                  </a:lnTo>
                  <a:lnTo>
                    <a:pt x="507" y="1252"/>
                  </a:lnTo>
                  <a:lnTo>
                    <a:pt x="442" y="1250"/>
                  </a:lnTo>
                  <a:lnTo>
                    <a:pt x="384" y="1250"/>
                  </a:lnTo>
                  <a:lnTo>
                    <a:pt x="333" y="1248"/>
                  </a:lnTo>
                  <a:lnTo>
                    <a:pt x="251" y="1248"/>
                  </a:lnTo>
                  <a:lnTo>
                    <a:pt x="205" y="1250"/>
                  </a:lnTo>
                  <a:lnTo>
                    <a:pt x="156" y="1250"/>
                  </a:lnTo>
                  <a:lnTo>
                    <a:pt x="107" y="1252"/>
                  </a:lnTo>
                  <a:lnTo>
                    <a:pt x="65" y="1252"/>
                  </a:lnTo>
                  <a:lnTo>
                    <a:pt x="30" y="1255"/>
                  </a:lnTo>
                  <a:lnTo>
                    <a:pt x="7" y="1255"/>
                  </a:lnTo>
                  <a:lnTo>
                    <a:pt x="2" y="1245"/>
                  </a:lnTo>
                  <a:lnTo>
                    <a:pt x="2" y="1231"/>
                  </a:lnTo>
                  <a:lnTo>
                    <a:pt x="0" y="1218"/>
                  </a:lnTo>
                  <a:lnTo>
                    <a:pt x="2" y="1204"/>
                  </a:lnTo>
                  <a:lnTo>
                    <a:pt x="7" y="1197"/>
                  </a:lnTo>
                  <a:lnTo>
                    <a:pt x="49" y="1192"/>
                  </a:lnTo>
                  <a:lnTo>
                    <a:pt x="81" y="1187"/>
                  </a:lnTo>
                  <a:lnTo>
                    <a:pt x="111" y="1185"/>
                  </a:lnTo>
                  <a:lnTo>
                    <a:pt x="139" y="1178"/>
                  </a:lnTo>
                  <a:lnTo>
                    <a:pt x="170" y="1166"/>
                  </a:lnTo>
                  <a:lnTo>
                    <a:pt x="188" y="1150"/>
                  </a:lnTo>
                  <a:lnTo>
                    <a:pt x="198" y="1127"/>
                  </a:lnTo>
                  <a:lnTo>
                    <a:pt x="202" y="1094"/>
                  </a:lnTo>
                  <a:lnTo>
                    <a:pt x="205" y="1062"/>
                  </a:lnTo>
                  <a:lnTo>
                    <a:pt x="207" y="1015"/>
                  </a:lnTo>
                  <a:lnTo>
                    <a:pt x="207" y="952"/>
                  </a:lnTo>
                  <a:lnTo>
                    <a:pt x="209" y="875"/>
                  </a:lnTo>
                  <a:lnTo>
                    <a:pt x="212" y="787"/>
                  </a:lnTo>
                  <a:lnTo>
                    <a:pt x="212" y="326"/>
                  </a:lnTo>
                  <a:lnTo>
                    <a:pt x="209" y="268"/>
                  </a:lnTo>
                  <a:lnTo>
                    <a:pt x="209" y="226"/>
                  </a:lnTo>
                  <a:lnTo>
                    <a:pt x="207" y="194"/>
                  </a:lnTo>
                  <a:lnTo>
                    <a:pt x="205" y="149"/>
                  </a:lnTo>
                  <a:lnTo>
                    <a:pt x="200" y="119"/>
                  </a:lnTo>
                  <a:lnTo>
                    <a:pt x="188" y="98"/>
                  </a:lnTo>
                  <a:lnTo>
                    <a:pt x="170" y="84"/>
                  </a:lnTo>
                  <a:lnTo>
                    <a:pt x="142" y="75"/>
                  </a:lnTo>
                  <a:lnTo>
                    <a:pt x="118" y="70"/>
                  </a:lnTo>
                  <a:lnTo>
                    <a:pt x="91" y="66"/>
                  </a:lnTo>
                  <a:lnTo>
                    <a:pt x="60" y="61"/>
                  </a:lnTo>
                  <a:lnTo>
                    <a:pt x="32" y="59"/>
                  </a:lnTo>
                  <a:lnTo>
                    <a:pt x="28" y="47"/>
                  </a:lnTo>
                  <a:lnTo>
                    <a:pt x="28" y="28"/>
                  </a:lnTo>
                  <a:lnTo>
                    <a:pt x="30" y="12"/>
                  </a:lnTo>
                  <a:lnTo>
                    <a:pt x="37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323610" name="Freeform 26"/>
            <p:cNvSpPr>
              <a:spLocks/>
            </p:cNvSpPr>
            <p:nvPr userDrawn="1"/>
          </p:nvSpPr>
          <p:spPr bwMode="auto">
            <a:xfrm>
              <a:off x="3027" y="3627"/>
              <a:ext cx="256" cy="302"/>
            </a:xfrm>
            <a:custGeom>
              <a:avLst/>
              <a:gdLst/>
              <a:ahLst/>
              <a:cxnLst>
                <a:cxn ang="0">
                  <a:pos x="74" y="0"/>
                </a:cxn>
                <a:cxn ang="0">
                  <a:pos x="165" y="5"/>
                </a:cxn>
                <a:cxn ang="0">
                  <a:pos x="370" y="7"/>
                </a:cxn>
                <a:cxn ang="0">
                  <a:pos x="479" y="3"/>
                </a:cxn>
                <a:cxn ang="0">
                  <a:pos x="544" y="0"/>
                </a:cxn>
                <a:cxn ang="0">
                  <a:pos x="553" y="31"/>
                </a:cxn>
                <a:cxn ang="0">
                  <a:pos x="544" y="59"/>
                </a:cxn>
                <a:cxn ang="0">
                  <a:pos x="470" y="70"/>
                </a:cxn>
                <a:cxn ang="0">
                  <a:pos x="418" y="84"/>
                </a:cxn>
                <a:cxn ang="0">
                  <a:pos x="393" y="114"/>
                </a:cxn>
                <a:cxn ang="0">
                  <a:pos x="388" y="156"/>
                </a:cxn>
                <a:cxn ang="0">
                  <a:pos x="386" y="259"/>
                </a:cxn>
                <a:cxn ang="0">
                  <a:pos x="384" y="410"/>
                </a:cxn>
                <a:cxn ang="0">
                  <a:pos x="381" y="906"/>
                </a:cxn>
                <a:cxn ang="0">
                  <a:pos x="386" y="1048"/>
                </a:cxn>
                <a:cxn ang="0">
                  <a:pos x="393" y="1120"/>
                </a:cxn>
                <a:cxn ang="0">
                  <a:pos x="416" y="1148"/>
                </a:cxn>
                <a:cxn ang="0">
                  <a:pos x="451" y="1159"/>
                </a:cxn>
                <a:cxn ang="0">
                  <a:pos x="533" y="1166"/>
                </a:cxn>
                <a:cxn ang="0">
                  <a:pos x="763" y="1171"/>
                </a:cxn>
                <a:cxn ang="0">
                  <a:pos x="823" y="1155"/>
                </a:cxn>
                <a:cxn ang="0">
                  <a:pos x="882" y="1094"/>
                </a:cxn>
                <a:cxn ang="0">
                  <a:pos x="931" y="1020"/>
                </a:cxn>
                <a:cxn ang="0">
                  <a:pos x="979" y="924"/>
                </a:cxn>
                <a:cxn ang="0">
                  <a:pos x="1017" y="873"/>
                </a:cxn>
                <a:cxn ang="0">
                  <a:pos x="1052" y="887"/>
                </a:cxn>
                <a:cxn ang="0">
                  <a:pos x="1054" y="931"/>
                </a:cxn>
                <a:cxn ang="0">
                  <a:pos x="1031" y="1020"/>
                </a:cxn>
                <a:cxn ang="0">
                  <a:pos x="1000" y="1120"/>
                </a:cxn>
                <a:cxn ang="0">
                  <a:pos x="970" y="1204"/>
                </a:cxn>
                <a:cxn ang="0">
                  <a:pos x="949" y="1243"/>
                </a:cxn>
                <a:cxn ang="0">
                  <a:pos x="910" y="1257"/>
                </a:cxn>
                <a:cxn ang="0">
                  <a:pos x="830" y="1259"/>
                </a:cxn>
                <a:cxn ang="0">
                  <a:pos x="712" y="1257"/>
                </a:cxn>
                <a:cxn ang="0">
                  <a:pos x="574" y="1255"/>
                </a:cxn>
                <a:cxn ang="0">
                  <a:pos x="442" y="1250"/>
                </a:cxn>
                <a:cxn ang="0">
                  <a:pos x="332" y="1248"/>
                </a:cxn>
                <a:cxn ang="0">
                  <a:pos x="202" y="1250"/>
                </a:cxn>
                <a:cxn ang="0">
                  <a:pos x="107" y="1252"/>
                </a:cxn>
                <a:cxn ang="0">
                  <a:pos x="30" y="1255"/>
                </a:cxn>
                <a:cxn ang="0">
                  <a:pos x="2" y="1245"/>
                </a:cxn>
                <a:cxn ang="0">
                  <a:pos x="0" y="1218"/>
                </a:cxn>
                <a:cxn ang="0">
                  <a:pos x="7" y="1197"/>
                </a:cxn>
                <a:cxn ang="0">
                  <a:pos x="81" y="1187"/>
                </a:cxn>
                <a:cxn ang="0">
                  <a:pos x="139" y="1178"/>
                </a:cxn>
                <a:cxn ang="0">
                  <a:pos x="186" y="1150"/>
                </a:cxn>
                <a:cxn ang="0">
                  <a:pos x="202" y="1094"/>
                </a:cxn>
                <a:cxn ang="0">
                  <a:pos x="204" y="1015"/>
                </a:cxn>
                <a:cxn ang="0">
                  <a:pos x="207" y="875"/>
                </a:cxn>
                <a:cxn ang="0">
                  <a:pos x="209" y="268"/>
                </a:cxn>
                <a:cxn ang="0">
                  <a:pos x="207" y="194"/>
                </a:cxn>
                <a:cxn ang="0">
                  <a:pos x="197" y="119"/>
                </a:cxn>
                <a:cxn ang="0">
                  <a:pos x="169" y="84"/>
                </a:cxn>
                <a:cxn ang="0">
                  <a:pos x="118" y="70"/>
                </a:cxn>
                <a:cxn ang="0">
                  <a:pos x="60" y="61"/>
                </a:cxn>
                <a:cxn ang="0">
                  <a:pos x="27" y="47"/>
                </a:cxn>
                <a:cxn ang="0">
                  <a:pos x="30" y="12"/>
                </a:cxn>
              </a:cxnLst>
              <a:rect l="0" t="0" r="r" b="b"/>
              <a:pathLst>
                <a:path w="1061" h="1259">
                  <a:moveTo>
                    <a:pt x="37" y="0"/>
                  </a:moveTo>
                  <a:lnTo>
                    <a:pt x="74" y="0"/>
                  </a:lnTo>
                  <a:lnTo>
                    <a:pt x="114" y="3"/>
                  </a:lnTo>
                  <a:lnTo>
                    <a:pt x="165" y="5"/>
                  </a:lnTo>
                  <a:lnTo>
                    <a:pt x="223" y="7"/>
                  </a:lnTo>
                  <a:lnTo>
                    <a:pt x="370" y="7"/>
                  </a:lnTo>
                  <a:lnTo>
                    <a:pt x="430" y="5"/>
                  </a:lnTo>
                  <a:lnTo>
                    <a:pt x="479" y="3"/>
                  </a:lnTo>
                  <a:lnTo>
                    <a:pt x="516" y="0"/>
                  </a:lnTo>
                  <a:lnTo>
                    <a:pt x="544" y="0"/>
                  </a:lnTo>
                  <a:lnTo>
                    <a:pt x="551" y="12"/>
                  </a:lnTo>
                  <a:lnTo>
                    <a:pt x="553" y="31"/>
                  </a:lnTo>
                  <a:lnTo>
                    <a:pt x="551" y="47"/>
                  </a:lnTo>
                  <a:lnTo>
                    <a:pt x="544" y="59"/>
                  </a:lnTo>
                  <a:lnTo>
                    <a:pt x="502" y="63"/>
                  </a:lnTo>
                  <a:lnTo>
                    <a:pt x="470" y="70"/>
                  </a:lnTo>
                  <a:lnTo>
                    <a:pt x="442" y="75"/>
                  </a:lnTo>
                  <a:lnTo>
                    <a:pt x="418" y="84"/>
                  </a:lnTo>
                  <a:lnTo>
                    <a:pt x="402" y="98"/>
                  </a:lnTo>
                  <a:lnTo>
                    <a:pt x="393" y="114"/>
                  </a:lnTo>
                  <a:lnTo>
                    <a:pt x="391" y="133"/>
                  </a:lnTo>
                  <a:lnTo>
                    <a:pt x="388" y="156"/>
                  </a:lnTo>
                  <a:lnTo>
                    <a:pt x="386" y="200"/>
                  </a:lnTo>
                  <a:lnTo>
                    <a:pt x="386" y="259"/>
                  </a:lnTo>
                  <a:lnTo>
                    <a:pt x="384" y="331"/>
                  </a:lnTo>
                  <a:lnTo>
                    <a:pt x="384" y="410"/>
                  </a:lnTo>
                  <a:lnTo>
                    <a:pt x="381" y="498"/>
                  </a:lnTo>
                  <a:lnTo>
                    <a:pt x="381" y="906"/>
                  </a:lnTo>
                  <a:lnTo>
                    <a:pt x="384" y="982"/>
                  </a:lnTo>
                  <a:lnTo>
                    <a:pt x="386" y="1048"/>
                  </a:lnTo>
                  <a:lnTo>
                    <a:pt x="388" y="1096"/>
                  </a:lnTo>
                  <a:lnTo>
                    <a:pt x="393" y="1120"/>
                  </a:lnTo>
                  <a:lnTo>
                    <a:pt x="405" y="1136"/>
                  </a:lnTo>
                  <a:lnTo>
                    <a:pt x="416" y="1148"/>
                  </a:lnTo>
                  <a:lnTo>
                    <a:pt x="425" y="1155"/>
                  </a:lnTo>
                  <a:lnTo>
                    <a:pt x="451" y="1159"/>
                  </a:lnTo>
                  <a:lnTo>
                    <a:pt x="488" y="1164"/>
                  </a:lnTo>
                  <a:lnTo>
                    <a:pt x="533" y="1166"/>
                  </a:lnTo>
                  <a:lnTo>
                    <a:pt x="630" y="1171"/>
                  </a:lnTo>
                  <a:lnTo>
                    <a:pt x="763" y="1171"/>
                  </a:lnTo>
                  <a:lnTo>
                    <a:pt x="793" y="1166"/>
                  </a:lnTo>
                  <a:lnTo>
                    <a:pt x="823" y="1155"/>
                  </a:lnTo>
                  <a:lnTo>
                    <a:pt x="851" y="1131"/>
                  </a:lnTo>
                  <a:lnTo>
                    <a:pt x="882" y="1094"/>
                  </a:lnTo>
                  <a:lnTo>
                    <a:pt x="905" y="1062"/>
                  </a:lnTo>
                  <a:lnTo>
                    <a:pt x="931" y="1020"/>
                  </a:lnTo>
                  <a:lnTo>
                    <a:pt x="956" y="973"/>
                  </a:lnTo>
                  <a:lnTo>
                    <a:pt x="979" y="924"/>
                  </a:lnTo>
                  <a:lnTo>
                    <a:pt x="1000" y="873"/>
                  </a:lnTo>
                  <a:lnTo>
                    <a:pt x="1017" y="873"/>
                  </a:lnTo>
                  <a:lnTo>
                    <a:pt x="1035" y="878"/>
                  </a:lnTo>
                  <a:lnTo>
                    <a:pt x="1052" y="887"/>
                  </a:lnTo>
                  <a:lnTo>
                    <a:pt x="1061" y="896"/>
                  </a:lnTo>
                  <a:lnTo>
                    <a:pt x="1054" y="931"/>
                  </a:lnTo>
                  <a:lnTo>
                    <a:pt x="1045" y="973"/>
                  </a:lnTo>
                  <a:lnTo>
                    <a:pt x="1031" y="1020"/>
                  </a:lnTo>
                  <a:lnTo>
                    <a:pt x="1017" y="1071"/>
                  </a:lnTo>
                  <a:lnTo>
                    <a:pt x="1000" y="1120"/>
                  </a:lnTo>
                  <a:lnTo>
                    <a:pt x="986" y="1164"/>
                  </a:lnTo>
                  <a:lnTo>
                    <a:pt x="970" y="1204"/>
                  </a:lnTo>
                  <a:lnTo>
                    <a:pt x="956" y="1231"/>
                  </a:lnTo>
                  <a:lnTo>
                    <a:pt x="949" y="1243"/>
                  </a:lnTo>
                  <a:lnTo>
                    <a:pt x="933" y="1252"/>
                  </a:lnTo>
                  <a:lnTo>
                    <a:pt x="910" y="1257"/>
                  </a:lnTo>
                  <a:lnTo>
                    <a:pt x="875" y="1259"/>
                  </a:lnTo>
                  <a:lnTo>
                    <a:pt x="830" y="1259"/>
                  </a:lnTo>
                  <a:lnTo>
                    <a:pt x="775" y="1257"/>
                  </a:lnTo>
                  <a:lnTo>
                    <a:pt x="712" y="1257"/>
                  </a:lnTo>
                  <a:lnTo>
                    <a:pt x="644" y="1255"/>
                  </a:lnTo>
                  <a:lnTo>
                    <a:pt x="574" y="1255"/>
                  </a:lnTo>
                  <a:lnTo>
                    <a:pt x="507" y="1252"/>
                  </a:lnTo>
                  <a:lnTo>
                    <a:pt x="442" y="1250"/>
                  </a:lnTo>
                  <a:lnTo>
                    <a:pt x="381" y="1250"/>
                  </a:lnTo>
                  <a:lnTo>
                    <a:pt x="332" y="1248"/>
                  </a:lnTo>
                  <a:lnTo>
                    <a:pt x="251" y="1248"/>
                  </a:lnTo>
                  <a:lnTo>
                    <a:pt x="202" y="1250"/>
                  </a:lnTo>
                  <a:lnTo>
                    <a:pt x="153" y="1250"/>
                  </a:lnTo>
                  <a:lnTo>
                    <a:pt x="107" y="1252"/>
                  </a:lnTo>
                  <a:lnTo>
                    <a:pt x="65" y="1252"/>
                  </a:lnTo>
                  <a:lnTo>
                    <a:pt x="30" y="1255"/>
                  </a:lnTo>
                  <a:lnTo>
                    <a:pt x="7" y="1255"/>
                  </a:lnTo>
                  <a:lnTo>
                    <a:pt x="2" y="1245"/>
                  </a:lnTo>
                  <a:lnTo>
                    <a:pt x="0" y="1231"/>
                  </a:lnTo>
                  <a:lnTo>
                    <a:pt x="0" y="1218"/>
                  </a:lnTo>
                  <a:lnTo>
                    <a:pt x="2" y="1204"/>
                  </a:lnTo>
                  <a:lnTo>
                    <a:pt x="7" y="1197"/>
                  </a:lnTo>
                  <a:lnTo>
                    <a:pt x="48" y="1192"/>
                  </a:lnTo>
                  <a:lnTo>
                    <a:pt x="81" y="1187"/>
                  </a:lnTo>
                  <a:lnTo>
                    <a:pt x="111" y="1185"/>
                  </a:lnTo>
                  <a:lnTo>
                    <a:pt x="139" y="1178"/>
                  </a:lnTo>
                  <a:lnTo>
                    <a:pt x="167" y="1166"/>
                  </a:lnTo>
                  <a:lnTo>
                    <a:pt x="186" y="1150"/>
                  </a:lnTo>
                  <a:lnTo>
                    <a:pt x="197" y="1127"/>
                  </a:lnTo>
                  <a:lnTo>
                    <a:pt x="202" y="1094"/>
                  </a:lnTo>
                  <a:lnTo>
                    <a:pt x="204" y="1062"/>
                  </a:lnTo>
                  <a:lnTo>
                    <a:pt x="204" y="1015"/>
                  </a:lnTo>
                  <a:lnTo>
                    <a:pt x="207" y="952"/>
                  </a:lnTo>
                  <a:lnTo>
                    <a:pt x="207" y="875"/>
                  </a:lnTo>
                  <a:lnTo>
                    <a:pt x="209" y="787"/>
                  </a:lnTo>
                  <a:lnTo>
                    <a:pt x="209" y="268"/>
                  </a:lnTo>
                  <a:lnTo>
                    <a:pt x="207" y="226"/>
                  </a:lnTo>
                  <a:lnTo>
                    <a:pt x="207" y="194"/>
                  </a:lnTo>
                  <a:lnTo>
                    <a:pt x="204" y="149"/>
                  </a:lnTo>
                  <a:lnTo>
                    <a:pt x="197" y="119"/>
                  </a:lnTo>
                  <a:lnTo>
                    <a:pt x="188" y="98"/>
                  </a:lnTo>
                  <a:lnTo>
                    <a:pt x="169" y="84"/>
                  </a:lnTo>
                  <a:lnTo>
                    <a:pt x="142" y="75"/>
                  </a:lnTo>
                  <a:lnTo>
                    <a:pt x="118" y="70"/>
                  </a:lnTo>
                  <a:lnTo>
                    <a:pt x="90" y="66"/>
                  </a:lnTo>
                  <a:lnTo>
                    <a:pt x="60" y="61"/>
                  </a:lnTo>
                  <a:lnTo>
                    <a:pt x="30" y="59"/>
                  </a:lnTo>
                  <a:lnTo>
                    <a:pt x="27" y="47"/>
                  </a:lnTo>
                  <a:lnTo>
                    <a:pt x="27" y="28"/>
                  </a:lnTo>
                  <a:lnTo>
                    <a:pt x="30" y="12"/>
                  </a:lnTo>
                  <a:lnTo>
                    <a:pt x="37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323611" name="Freeform 27"/>
            <p:cNvSpPr>
              <a:spLocks noEditPoints="1"/>
            </p:cNvSpPr>
            <p:nvPr userDrawn="1"/>
          </p:nvSpPr>
          <p:spPr bwMode="auto">
            <a:xfrm>
              <a:off x="3299" y="3620"/>
              <a:ext cx="310" cy="316"/>
            </a:xfrm>
            <a:custGeom>
              <a:avLst/>
              <a:gdLst/>
              <a:ahLst/>
              <a:cxnLst>
                <a:cxn ang="0">
                  <a:pos x="528" y="86"/>
                </a:cxn>
                <a:cxn ang="0">
                  <a:pos x="414" y="126"/>
                </a:cxn>
                <a:cxn ang="0">
                  <a:pos x="318" y="207"/>
                </a:cxn>
                <a:cxn ang="0">
                  <a:pos x="251" y="319"/>
                </a:cxn>
                <a:cxn ang="0">
                  <a:pos x="211" y="452"/>
                </a:cxn>
                <a:cxn ang="0">
                  <a:pos x="197" y="601"/>
                </a:cxn>
                <a:cxn ang="0">
                  <a:pos x="209" y="742"/>
                </a:cxn>
                <a:cxn ang="0">
                  <a:pos x="246" y="882"/>
                </a:cxn>
                <a:cxn ang="0">
                  <a:pos x="309" y="1008"/>
                </a:cxn>
                <a:cxn ang="0">
                  <a:pos x="398" y="1115"/>
                </a:cxn>
                <a:cxn ang="0">
                  <a:pos x="509" y="1187"/>
                </a:cxn>
                <a:cxn ang="0">
                  <a:pos x="635" y="1222"/>
                </a:cxn>
                <a:cxn ang="0">
                  <a:pos x="768" y="1222"/>
                </a:cxn>
                <a:cxn ang="0">
                  <a:pos x="879" y="1185"/>
                </a:cxn>
                <a:cxn ang="0">
                  <a:pos x="972" y="1108"/>
                </a:cxn>
                <a:cxn ang="0">
                  <a:pos x="1042" y="992"/>
                </a:cxn>
                <a:cxn ang="0">
                  <a:pos x="1080" y="854"/>
                </a:cxn>
                <a:cxn ang="0">
                  <a:pos x="1091" y="701"/>
                </a:cxn>
                <a:cxn ang="0">
                  <a:pos x="1077" y="540"/>
                </a:cxn>
                <a:cxn ang="0">
                  <a:pos x="1035" y="391"/>
                </a:cxn>
                <a:cxn ang="0">
                  <a:pos x="963" y="263"/>
                </a:cxn>
                <a:cxn ang="0">
                  <a:pos x="861" y="163"/>
                </a:cxn>
                <a:cxn ang="0">
                  <a:pos x="740" y="102"/>
                </a:cxn>
                <a:cxn ang="0">
                  <a:pos x="595" y="82"/>
                </a:cxn>
                <a:cxn ang="0">
                  <a:pos x="754" y="5"/>
                </a:cxn>
                <a:cxn ang="0">
                  <a:pos x="917" y="44"/>
                </a:cxn>
                <a:cxn ang="0">
                  <a:pos x="1049" y="119"/>
                </a:cxn>
                <a:cxn ang="0">
                  <a:pos x="1152" y="219"/>
                </a:cxn>
                <a:cxn ang="0">
                  <a:pos x="1226" y="342"/>
                </a:cxn>
                <a:cxn ang="0">
                  <a:pos x="1270" y="482"/>
                </a:cxn>
                <a:cxn ang="0">
                  <a:pos x="1284" y="631"/>
                </a:cxn>
                <a:cxn ang="0">
                  <a:pos x="1270" y="794"/>
                </a:cxn>
                <a:cxn ang="0">
                  <a:pos x="1228" y="929"/>
                </a:cxn>
                <a:cxn ang="0">
                  <a:pos x="1161" y="1050"/>
                </a:cxn>
                <a:cxn ang="0">
                  <a:pos x="1054" y="1164"/>
                </a:cxn>
                <a:cxn ang="0">
                  <a:pos x="924" y="1248"/>
                </a:cxn>
                <a:cxn ang="0">
                  <a:pos x="782" y="1299"/>
                </a:cxn>
                <a:cxn ang="0">
                  <a:pos x="630" y="1315"/>
                </a:cxn>
                <a:cxn ang="0">
                  <a:pos x="449" y="1292"/>
                </a:cxn>
                <a:cxn ang="0">
                  <a:pos x="295" y="1229"/>
                </a:cxn>
                <a:cxn ang="0">
                  <a:pos x="174" y="1131"/>
                </a:cxn>
                <a:cxn ang="0">
                  <a:pos x="74" y="987"/>
                </a:cxn>
                <a:cxn ang="0">
                  <a:pos x="18" y="824"/>
                </a:cxn>
                <a:cxn ang="0">
                  <a:pos x="0" y="647"/>
                </a:cxn>
                <a:cxn ang="0">
                  <a:pos x="21" y="477"/>
                </a:cxn>
                <a:cxn ang="0">
                  <a:pos x="81" y="326"/>
                </a:cxn>
                <a:cxn ang="0">
                  <a:pos x="172" y="203"/>
                </a:cxn>
                <a:cxn ang="0">
                  <a:pos x="291" y="109"/>
                </a:cxn>
                <a:cxn ang="0">
                  <a:pos x="430" y="42"/>
                </a:cxn>
                <a:cxn ang="0">
                  <a:pos x="584" y="5"/>
                </a:cxn>
              </a:cxnLst>
              <a:rect l="0" t="0" r="r" b="b"/>
              <a:pathLst>
                <a:path w="1284" h="1315">
                  <a:moveTo>
                    <a:pt x="595" y="82"/>
                  </a:moveTo>
                  <a:lnTo>
                    <a:pt x="528" y="86"/>
                  </a:lnTo>
                  <a:lnTo>
                    <a:pt x="467" y="102"/>
                  </a:lnTo>
                  <a:lnTo>
                    <a:pt x="414" y="126"/>
                  </a:lnTo>
                  <a:lnTo>
                    <a:pt x="363" y="163"/>
                  </a:lnTo>
                  <a:lnTo>
                    <a:pt x="318" y="207"/>
                  </a:lnTo>
                  <a:lnTo>
                    <a:pt x="281" y="258"/>
                  </a:lnTo>
                  <a:lnTo>
                    <a:pt x="251" y="319"/>
                  </a:lnTo>
                  <a:lnTo>
                    <a:pt x="228" y="382"/>
                  </a:lnTo>
                  <a:lnTo>
                    <a:pt x="211" y="452"/>
                  </a:lnTo>
                  <a:lnTo>
                    <a:pt x="200" y="524"/>
                  </a:lnTo>
                  <a:lnTo>
                    <a:pt x="197" y="601"/>
                  </a:lnTo>
                  <a:lnTo>
                    <a:pt x="200" y="673"/>
                  </a:lnTo>
                  <a:lnTo>
                    <a:pt x="209" y="742"/>
                  </a:lnTo>
                  <a:lnTo>
                    <a:pt x="225" y="815"/>
                  </a:lnTo>
                  <a:lnTo>
                    <a:pt x="246" y="882"/>
                  </a:lnTo>
                  <a:lnTo>
                    <a:pt x="274" y="947"/>
                  </a:lnTo>
                  <a:lnTo>
                    <a:pt x="309" y="1008"/>
                  </a:lnTo>
                  <a:lnTo>
                    <a:pt x="349" y="1066"/>
                  </a:lnTo>
                  <a:lnTo>
                    <a:pt x="398" y="1115"/>
                  </a:lnTo>
                  <a:lnTo>
                    <a:pt x="453" y="1157"/>
                  </a:lnTo>
                  <a:lnTo>
                    <a:pt x="509" y="1187"/>
                  </a:lnTo>
                  <a:lnTo>
                    <a:pt x="570" y="1208"/>
                  </a:lnTo>
                  <a:lnTo>
                    <a:pt x="635" y="1222"/>
                  </a:lnTo>
                  <a:lnTo>
                    <a:pt x="707" y="1227"/>
                  </a:lnTo>
                  <a:lnTo>
                    <a:pt x="768" y="1222"/>
                  </a:lnTo>
                  <a:lnTo>
                    <a:pt x="826" y="1208"/>
                  </a:lnTo>
                  <a:lnTo>
                    <a:pt x="879" y="1185"/>
                  </a:lnTo>
                  <a:lnTo>
                    <a:pt x="924" y="1154"/>
                  </a:lnTo>
                  <a:lnTo>
                    <a:pt x="972" y="1108"/>
                  </a:lnTo>
                  <a:lnTo>
                    <a:pt x="1010" y="1054"/>
                  </a:lnTo>
                  <a:lnTo>
                    <a:pt x="1042" y="992"/>
                  </a:lnTo>
                  <a:lnTo>
                    <a:pt x="1063" y="926"/>
                  </a:lnTo>
                  <a:lnTo>
                    <a:pt x="1080" y="854"/>
                  </a:lnTo>
                  <a:lnTo>
                    <a:pt x="1089" y="780"/>
                  </a:lnTo>
                  <a:lnTo>
                    <a:pt x="1091" y="701"/>
                  </a:lnTo>
                  <a:lnTo>
                    <a:pt x="1089" y="619"/>
                  </a:lnTo>
                  <a:lnTo>
                    <a:pt x="1077" y="540"/>
                  </a:lnTo>
                  <a:lnTo>
                    <a:pt x="1061" y="463"/>
                  </a:lnTo>
                  <a:lnTo>
                    <a:pt x="1035" y="391"/>
                  </a:lnTo>
                  <a:lnTo>
                    <a:pt x="1003" y="324"/>
                  </a:lnTo>
                  <a:lnTo>
                    <a:pt x="963" y="263"/>
                  </a:lnTo>
                  <a:lnTo>
                    <a:pt x="917" y="210"/>
                  </a:lnTo>
                  <a:lnTo>
                    <a:pt x="861" y="163"/>
                  </a:lnTo>
                  <a:lnTo>
                    <a:pt x="803" y="128"/>
                  </a:lnTo>
                  <a:lnTo>
                    <a:pt x="740" y="102"/>
                  </a:lnTo>
                  <a:lnTo>
                    <a:pt x="670" y="86"/>
                  </a:lnTo>
                  <a:lnTo>
                    <a:pt x="595" y="82"/>
                  </a:lnTo>
                  <a:close/>
                  <a:moveTo>
                    <a:pt x="663" y="0"/>
                  </a:moveTo>
                  <a:lnTo>
                    <a:pt x="754" y="5"/>
                  </a:lnTo>
                  <a:lnTo>
                    <a:pt x="840" y="21"/>
                  </a:lnTo>
                  <a:lnTo>
                    <a:pt x="917" y="44"/>
                  </a:lnTo>
                  <a:lnTo>
                    <a:pt x="986" y="77"/>
                  </a:lnTo>
                  <a:lnTo>
                    <a:pt x="1049" y="119"/>
                  </a:lnTo>
                  <a:lnTo>
                    <a:pt x="1105" y="165"/>
                  </a:lnTo>
                  <a:lnTo>
                    <a:pt x="1152" y="219"/>
                  </a:lnTo>
                  <a:lnTo>
                    <a:pt x="1194" y="279"/>
                  </a:lnTo>
                  <a:lnTo>
                    <a:pt x="1226" y="342"/>
                  </a:lnTo>
                  <a:lnTo>
                    <a:pt x="1252" y="412"/>
                  </a:lnTo>
                  <a:lnTo>
                    <a:pt x="1270" y="482"/>
                  </a:lnTo>
                  <a:lnTo>
                    <a:pt x="1280" y="556"/>
                  </a:lnTo>
                  <a:lnTo>
                    <a:pt x="1284" y="631"/>
                  </a:lnTo>
                  <a:lnTo>
                    <a:pt x="1282" y="715"/>
                  </a:lnTo>
                  <a:lnTo>
                    <a:pt x="1270" y="794"/>
                  </a:lnTo>
                  <a:lnTo>
                    <a:pt x="1254" y="864"/>
                  </a:lnTo>
                  <a:lnTo>
                    <a:pt x="1228" y="929"/>
                  </a:lnTo>
                  <a:lnTo>
                    <a:pt x="1198" y="992"/>
                  </a:lnTo>
                  <a:lnTo>
                    <a:pt x="1161" y="1050"/>
                  </a:lnTo>
                  <a:lnTo>
                    <a:pt x="1110" y="1110"/>
                  </a:lnTo>
                  <a:lnTo>
                    <a:pt x="1054" y="1164"/>
                  </a:lnTo>
                  <a:lnTo>
                    <a:pt x="991" y="1210"/>
                  </a:lnTo>
                  <a:lnTo>
                    <a:pt x="924" y="1248"/>
                  </a:lnTo>
                  <a:lnTo>
                    <a:pt x="854" y="1278"/>
                  </a:lnTo>
                  <a:lnTo>
                    <a:pt x="782" y="1299"/>
                  </a:lnTo>
                  <a:lnTo>
                    <a:pt x="707" y="1310"/>
                  </a:lnTo>
                  <a:lnTo>
                    <a:pt x="630" y="1315"/>
                  </a:lnTo>
                  <a:lnTo>
                    <a:pt x="537" y="1310"/>
                  </a:lnTo>
                  <a:lnTo>
                    <a:pt x="449" y="1292"/>
                  </a:lnTo>
                  <a:lnTo>
                    <a:pt x="370" y="1266"/>
                  </a:lnTo>
                  <a:lnTo>
                    <a:pt x="295" y="1229"/>
                  </a:lnTo>
                  <a:lnTo>
                    <a:pt x="230" y="1185"/>
                  </a:lnTo>
                  <a:lnTo>
                    <a:pt x="174" y="1131"/>
                  </a:lnTo>
                  <a:lnTo>
                    <a:pt x="118" y="1061"/>
                  </a:lnTo>
                  <a:lnTo>
                    <a:pt x="74" y="987"/>
                  </a:lnTo>
                  <a:lnTo>
                    <a:pt x="42" y="908"/>
                  </a:lnTo>
                  <a:lnTo>
                    <a:pt x="18" y="824"/>
                  </a:lnTo>
                  <a:lnTo>
                    <a:pt x="4" y="738"/>
                  </a:lnTo>
                  <a:lnTo>
                    <a:pt x="0" y="647"/>
                  </a:lnTo>
                  <a:lnTo>
                    <a:pt x="4" y="561"/>
                  </a:lnTo>
                  <a:lnTo>
                    <a:pt x="21" y="477"/>
                  </a:lnTo>
                  <a:lnTo>
                    <a:pt x="46" y="398"/>
                  </a:lnTo>
                  <a:lnTo>
                    <a:pt x="81" y="326"/>
                  </a:lnTo>
                  <a:lnTo>
                    <a:pt x="125" y="256"/>
                  </a:lnTo>
                  <a:lnTo>
                    <a:pt x="172" y="203"/>
                  </a:lnTo>
                  <a:lnTo>
                    <a:pt x="228" y="151"/>
                  </a:lnTo>
                  <a:lnTo>
                    <a:pt x="291" y="109"/>
                  </a:lnTo>
                  <a:lnTo>
                    <a:pt x="358" y="72"/>
                  </a:lnTo>
                  <a:lnTo>
                    <a:pt x="430" y="42"/>
                  </a:lnTo>
                  <a:lnTo>
                    <a:pt x="507" y="19"/>
                  </a:lnTo>
                  <a:lnTo>
                    <a:pt x="584" y="5"/>
                  </a:lnTo>
                  <a:lnTo>
                    <a:pt x="663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323612" name="Freeform 28"/>
            <p:cNvSpPr>
              <a:spLocks/>
            </p:cNvSpPr>
            <p:nvPr userDrawn="1"/>
          </p:nvSpPr>
          <p:spPr bwMode="auto">
            <a:xfrm>
              <a:off x="2180" y="2093"/>
              <a:ext cx="1417" cy="1417"/>
            </a:xfrm>
            <a:custGeom>
              <a:avLst/>
              <a:gdLst/>
              <a:ahLst/>
              <a:cxnLst>
                <a:cxn ang="0">
                  <a:pos x="228" y="0"/>
                </a:cxn>
                <a:cxn ang="0">
                  <a:pos x="5665" y="0"/>
                </a:cxn>
                <a:cxn ang="0">
                  <a:pos x="5716" y="7"/>
                </a:cxn>
                <a:cxn ang="0">
                  <a:pos x="5765" y="23"/>
                </a:cxn>
                <a:cxn ang="0">
                  <a:pos x="5807" y="51"/>
                </a:cxn>
                <a:cxn ang="0">
                  <a:pos x="5842" y="86"/>
                </a:cxn>
                <a:cxn ang="0">
                  <a:pos x="5870" y="128"/>
                </a:cxn>
                <a:cxn ang="0">
                  <a:pos x="5886" y="177"/>
                </a:cxn>
                <a:cxn ang="0">
                  <a:pos x="5893" y="228"/>
                </a:cxn>
                <a:cxn ang="0">
                  <a:pos x="5893" y="5662"/>
                </a:cxn>
                <a:cxn ang="0">
                  <a:pos x="5886" y="5716"/>
                </a:cxn>
                <a:cxn ang="0">
                  <a:pos x="5870" y="5765"/>
                </a:cxn>
                <a:cxn ang="0">
                  <a:pos x="5842" y="5807"/>
                </a:cxn>
                <a:cxn ang="0">
                  <a:pos x="5807" y="5841"/>
                </a:cxn>
                <a:cxn ang="0">
                  <a:pos x="5765" y="5869"/>
                </a:cxn>
                <a:cxn ang="0">
                  <a:pos x="5716" y="5886"/>
                </a:cxn>
                <a:cxn ang="0">
                  <a:pos x="5665" y="5893"/>
                </a:cxn>
                <a:cxn ang="0">
                  <a:pos x="228" y="5893"/>
                </a:cxn>
                <a:cxn ang="0">
                  <a:pos x="177" y="5886"/>
                </a:cxn>
                <a:cxn ang="0">
                  <a:pos x="128" y="5869"/>
                </a:cxn>
                <a:cxn ang="0">
                  <a:pos x="86" y="5841"/>
                </a:cxn>
                <a:cxn ang="0">
                  <a:pos x="52" y="5807"/>
                </a:cxn>
                <a:cxn ang="0">
                  <a:pos x="24" y="5765"/>
                </a:cxn>
                <a:cxn ang="0">
                  <a:pos x="7" y="5716"/>
                </a:cxn>
                <a:cxn ang="0">
                  <a:pos x="0" y="5662"/>
                </a:cxn>
                <a:cxn ang="0">
                  <a:pos x="0" y="228"/>
                </a:cxn>
                <a:cxn ang="0">
                  <a:pos x="7" y="177"/>
                </a:cxn>
                <a:cxn ang="0">
                  <a:pos x="24" y="128"/>
                </a:cxn>
                <a:cxn ang="0">
                  <a:pos x="52" y="86"/>
                </a:cxn>
                <a:cxn ang="0">
                  <a:pos x="86" y="51"/>
                </a:cxn>
                <a:cxn ang="0">
                  <a:pos x="128" y="23"/>
                </a:cxn>
                <a:cxn ang="0">
                  <a:pos x="177" y="7"/>
                </a:cxn>
                <a:cxn ang="0">
                  <a:pos x="228" y="0"/>
                </a:cxn>
              </a:cxnLst>
              <a:rect l="0" t="0" r="r" b="b"/>
              <a:pathLst>
                <a:path w="5893" h="5893">
                  <a:moveTo>
                    <a:pt x="228" y="0"/>
                  </a:moveTo>
                  <a:lnTo>
                    <a:pt x="5665" y="0"/>
                  </a:lnTo>
                  <a:lnTo>
                    <a:pt x="5716" y="7"/>
                  </a:lnTo>
                  <a:lnTo>
                    <a:pt x="5765" y="23"/>
                  </a:lnTo>
                  <a:lnTo>
                    <a:pt x="5807" y="51"/>
                  </a:lnTo>
                  <a:lnTo>
                    <a:pt x="5842" y="86"/>
                  </a:lnTo>
                  <a:lnTo>
                    <a:pt x="5870" y="128"/>
                  </a:lnTo>
                  <a:lnTo>
                    <a:pt x="5886" y="177"/>
                  </a:lnTo>
                  <a:lnTo>
                    <a:pt x="5893" y="228"/>
                  </a:lnTo>
                  <a:lnTo>
                    <a:pt x="5893" y="5662"/>
                  </a:lnTo>
                  <a:lnTo>
                    <a:pt x="5886" y="5716"/>
                  </a:lnTo>
                  <a:lnTo>
                    <a:pt x="5870" y="5765"/>
                  </a:lnTo>
                  <a:lnTo>
                    <a:pt x="5842" y="5807"/>
                  </a:lnTo>
                  <a:lnTo>
                    <a:pt x="5807" y="5841"/>
                  </a:lnTo>
                  <a:lnTo>
                    <a:pt x="5765" y="5869"/>
                  </a:lnTo>
                  <a:lnTo>
                    <a:pt x="5716" y="5886"/>
                  </a:lnTo>
                  <a:lnTo>
                    <a:pt x="5665" y="5893"/>
                  </a:lnTo>
                  <a:lnTo>
                    <a:pt x="228" y="5893"/>
                  </a:lnTo>
                  <a:lnTo>
                    <a:pt x="177" y="5886"/>
                  </a:lnTo>
                  <a:lnTo>
                    <a:pt x="128" y="5869"/>
                  </a:lnTo>
                  <a:lnTo>
                    <a:pt x="86" y="5841"/>
                  </a:lnTo>
                  <a:lnTo>
                    <a:pt x="52" y="5807"/>
                  </a:lnTo>
                  <a:lnTo>
                    <a:pt x="24" y="5765"/>
                  </a:lnTo>
                  <a:lnTo>
                    <a:pt x="7" y="5716"/>
                  </a:lnTo>
                  <a:lnTo>
                    <a:pt x="0" y="5662"/>
                  </a:lnTo>
                  <a:lnTo>
                    <a:pt x="0" y="228"/>
                  </a:lnTo>
                  <a:lnTo>
                    <a:pt x="7" y="177"/>
                  </a:lnTo>
                  <a:lnTo>
                    <a:pt x="24" y="128"/>
                  </a:lnTo>
                  <a:lnTo>
                    <a:pt x="52" y="86"/>
                  </a:lnTo>
                  <a:lnTo>
                    <a:pt x="86" y="51"/>
                  </a:lnTo>
                  <a:lnTo>
                    <a:pt x="128" y="23"/>
                  </a:lnTo>
                  <a:lnTo>
                    <a:pt x="177" y="7"/>
                  </a:lnTo>
                  <a:lnTo>
                    <a:pt x="228" y="0"/>
                  </a:lnTo>
                  <a:close/>
                </a:path>
              </a:pathLst>
            </a:custGeom>
            <a:solidFill>
              <a:srgbClr val="FFFFFF"/>
            </a:solidFill>
            <a:ln w="0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323613" name="Freeform 29"/>
            <p:cNvSpPr>
              <a:spLocks noEditPoints="1"/>
            </p:cNvSpPr>
            <p:nvPr userDrawn="1"/>
          </p:nvSpPr>
          <p:spPr bwMode="auto">
            <a:xfrm>
              <a:off x="2173" y="2091"/>
              <a:ext cx="1422" cy="1421"/>
            </a:xfrm>
            <a:custGeom>
              <a:avLst/>
              <a:gdLst/>
              <a:ahLst/>
              <a:cxnLst>
                <a:cxn ang="0">
                  <a:pos x="191" y="23"/>
                </a:cxn>
                <a:cxn ang="0">
                  <a:pos x="116" y="56"/>
                </a:cxn>
                <a:cxn ang="0">
                  <a:pos x="56" y="116"/>
                </a:cxn>
                <a:cxn ang="0">
                  <a:pos x="23" y="190"/>
                </a:cxn>
                <a:cxn ang="0">
                  <a:pos x="19" y="5671"/>
                </a:cxn>
                <a:cxn ang="0">
                  <a:pos x="35" y="5755"/>
                </a:cxn>
                <a:cxn ang="0">
                  <a:pos x="84" y="5827"/>
                </a:cxn>
                <a:cxn ang="0">
                  <a:pos x="156" y="5876"/>
                </a:cxn>
                <a:cxn ang="0">
                  <a:pos x="214" y="5892"/>
                </a:cxn>
                <a:cxn ang="0">
                  <a:pos x="5721" y="5888"/>
                </a:cxn>
                <a:cxn ang="0">
                  <a:pos x="5795" y="5855"/>
                </a:cxn>
                <a:cxn ang="0">
                  <a:pos x="5856" y="5795"/>
                </a:cxn>
                <a:cxn ang="0">
                  <a:pos x="5888" y="5718"/>
                </a:cxn>
                <a:cxn ang="0">
                  <a:pos x="5893" y="214"/>
                </a:cxn>
                <a:cxn ang="0">
                  <a:pos x="5877" y="156"/>
                </a:cxn>
                <a:cxn ang="0">
                  <a:pos x="5828" y="83"/>
                </a:cxn>
                <a:cxn ang="0">
                  <a:pos x="5756" y="35"/>
                </a:cxn>
                <a:cxn ang="0">
                  <a:pos x="5674" y="18"/>
                </a:cxn>
                <a:cxn ang="0">
                  <a:pos x="237" y="0"/>
                </a:cxn>
                <a:cxn ang="0">
                  <a:pos x="5721" y="4"/>
                </a:cxn>
                <a:cxn ang="0">
                  <a:pos x="5809" y="42"/>
                </a:cxn>
                <a:cxn ang="0">
                  <a:pos x="5870" y="102"/>
                </a:cxn>
                <a:cxn ang="0">
                  <a:pos x="5907" y="190"/>
                </a:cxn>
                <a:cxn ang="0">
                  <a:pos x="5911" y="5694"/>
                </a:cxn>
                <a:cxn ang="0">
                  <a:pos x="5893" y="5762"/>
                </a:cxn>
                <a:cxn ang="0">
                  <a:pos x="5870" y="5809"/>
                </a:cxn>
                <a:cxn ang="0">
                  <a:pos x="5809" y="5869"/>
                </a:cxn>
                <a:cxn ang="0">
                  <a:pos x="5721" y="5906"/>
                </a:cxn>
                <a:cxn ang="0">
                  <a:pos x="214" y="5911"/>
                </a:cxn>
                <a:cxn ang="0">
                  <a:pos x="142" y="5890"/>
                </a:cxn>
                <a:cxn ang="0">
                  <a:pos x="70" y="5841"/>
                </a:cxn>
                <a:cxn ang="0">
                  <a:pos x="21" y="5769"/>
                </a:cxn>
                <a:cxn ang="0">
                  <a:pos x="5" y="5718"/>
                </a:cxn>
                <a:cxn ang="0">
                  <a:pos x="0" y="237"/>
                </a:cxn>
                <a:cxn ang="0">
                  <a:pos x="21" y="142"/>
                </a:cxn>
                <a:cxn ang="0">
                  <a:pos x="70" y="69"/>
                </a:cxn>
                <a:cxn ang="0">
                  <a:pos x="142" y="21"/>
                </a:cxn>
                <a:cxn ang="0">
                  <a:pos x="237" y="0"/>
                </a:cxn>
              </a:cxnLst>
              <a:rect l="0" t="0" r="r" b="b"/>
              <a:pathLst>
                <a:path w="5911" h="5911">
                  <a:moveTo>
                    <a:pt x="237" y="18"/>
                  </a:moveTo>
                  <a:lnTo>
                    <a:pt x="191" y="23"/>
                  </a:lnTo>
                  <a:lnTo>
                    <a:pt x="156" y="35"/>
                  </a:lnTo>
                  <a:lnTo>
                    <a:pt x="116" y="56"/>
                  </a:lnTo>
                  <a:lnTo>
                    <a:pt x="84" y="83"/>
                  </a:lnTo>
                  <a:lnTo>
                    <a:pt x="56" y="116"/>
                  </a:lnTo>
                  <a:lnTo>
                    <a:pt x="35" y="156"/>
                  </a:lnTo>
                  <a:lnTo>
                    <a:pt x="23" y="190"/>
                  </a:lnTo>
                  <a:lnTo>
                    <a:pt x="19" y="237"/>
                  </a:lnTo>
                  <a:lnTo>
                    <a:pt x="19" y="5671"/>
                  </a:lnTo>
                  <a:lnTo>
                    <a:pt x="23" y="5718"/>
                  </a:lnTo>
                  <a:lnTo>
                    <a:pt x="35" y="5755"/>
                  </a:lnTo>
                  <a:lnTo>
                    <a:pt x="56" y="5795"/>
                  </a:lnTo>
                  <a:lnTo>
                    <a:pt x="84" y="5827"/>
                  </a:lnTo>
                  <a:lnTo>
                    <a:pt x="116" y="5855"/>
                  </a:lnTo>
                  <a:lnTo>
                    <a:pt x="156" y="5876"/>
                  </a:lnTo>
                  <a:lnTo>
                    <a:pt x="191" y="5888"/>
                  </a:lnTo>
                  <a:lnTo>
                    <a:pt x="214" y="5892"/>
                  </a:lnTo>
                  <a:lnTo>
                    <a:pt x="5697" y="5892"/>
                  </a:lnTo>
                  <a:lnTo>
                    <a:pt x="5721" y="5888"/>
                  </a:lnTo>
                  <a:lnTo>
                    <a:pt x="5756" y="5876"/>
                  </a:lnTo>
                  <a:lnTo>
                    <a:pt x="5795" y="5855"/>
                  </a:lnTo>
                  <a:lnTo>
                    <a:pt x="5828" y="5827"/>
                  </a:lnTo>
                  <a:lnTo>
                    <a:pt x="5856" y="5795"/>
                  </a:lnTo>
                  <a:lnTo>
                    <a:pt x="5877" y="5755"/>
                  </a:lnTo>
                  <a:lnTo>
                    <a:pt x="5888" y="5718"/>
                  </a:lnTo>
                  <a:lnTo>
                    <a:pt x="5893" y="5694"/>
                  </a:lnTo>
                  <a:lnTo>
                    <a:pt x="5893" y="214"/>
                  </a:lnTo>
                  <a:lnTo>
                    <a:pt x="5888" y="190"/>
                  </a:lnTo>
                  <a:lnTo>
                    <a:pt x="5877" y="156"/>
                  </a:lnTo>
                  <a:lnTo>
                    <a:pt x="5856" y="116"/>
                  </a:lnTo>
                  <a:lnTo>
                    <a:pt x="5828" y="83"/>
                  </a:lnTo>
                  <a:lnTo>
                    <a:pt x="5795" y="56"/>
                  </a:lnTo>
                  <a:lnTo>
                    <a:pt x="5756" y="35"/>
                  </a:lnTo>
                  <a:lnTo>
                    <a:pt x="5721" y="23"/>
                  </a:lnTo>
                  <a:lnTo>
                    <a:pt x="5674" y="18"/>
                  </a:lnTo>
                  <a:lnTo>
                    <a:pt x="237" y="18"/>
                  </a:lnTo>
                  <a:close/>
                  <a:moveTo>
                    <a:pt x="237" y="0"/>
                  </a:moveTo>
                  <a:lnTo>
                    <a:pt x="5674" y="0"/>
                  </a:lnTo>
                  <a:lnTo>
                    <a:pt x="5721" y="4"/>
                  </a:lnTo>
                  <a:lnTo>
                    <a:pt x="5769" y="21"/>
                  </a:lnTo>
                  <a:lnTo>
                    <a:pt x="5809" y="42"/>
                  </a:lnTo>
                  <a:lnTo>
                    <a:pt x="5842" y="69"/>
                  </a:lnTo>
                  <a:lnTo>
                    <a:pt x="5870" y="102"/>
                  </a:lnTo>
                  <a:lnTo>
                    <a:pt x="5891" y="142"/>
                  </a:lnTo>
                  <a:lnTo>
                    <a:pt x="5907" y="190"/>
                  </a:lnTo>
                  <a:lnTo>
                    <a:pt x="5911" y="214"/>
                  </a:lnTo>
                  <a:lnTo>
                    <a:pt x="5911" y="5694"/>
                  </a:lnTo>
                  <a:lnTo>
                    <a:pt x="5907" y="5718"/>
                  </a:lnTo>
                  <a:lnTo>
                    <a:pt x="5893" y="5762"/>
                  </a:lnTo>
                  <a:lnTo>
                    <a:pt x="5891" y="5769"/>
                  </a:lnTo>
                  <a:lnTo>
                    <a:pt x="5870" y="5809"/>
                  </a:lnTo>
                  <a:lnTo>
                    <a:pt x="5842" y="5841"/>
                  </a:lnTo>
                  <a:lnTo>
                    <a:pt x="5809" y="5869"/>
                  </a:lnTo>
                  <a:lnTo>
                    <a:pt x="5769" y="5890"/>
                  </a:lnTo>
                  <a:lnTo>
                    <a:pt x="5721" y="5906"/>
                  </a:lnTo>
                  <a:lnTo>
                    <a:pt x="5697" y="5911"/>
                  </a:lnTo>
                  <a:lnTo>
                    <a:pt x="214" y="5911"/>
                  </a:lnTo>
                  <a:lnTo>
                    <a:pt x="191" y="5906"/>
                  </a:lnTo>
                  <a:lnTo>
                    <a:pt x="142" y="5890"/>
                  </a:lnTo>
                  <a:lnTo>
                    <a:pt x="102" y="5869"/>
                  </a:lnTo>
                  <a:lnTo>
                    <a:pt x="70" y="5841"/>
                  </a:lnTo>
                  <a:lnTo>
                    <a:pt x="42" y="5809"/>
                  </a:lnTo>
                  <a:lnTo>
                    <a:pt x="21" y="5769"/>
                  </a:lnTo>
                  <a:lnTo>
                    <a:pt x="19" y="5762"/>
                  </a:lnTo>
                  <a:lnTo>
                    <a:pt x="5" y="5718"/>
                  </a:lnTo>
                  <a:lnTo>
                    <a:pt x="0" y="5671"/>
                  </a:lnTo>
                  <a:lnTo>
                    <a:pt x="0" y="237"/>
                  </a:lnTo>
                  <a:lnTo>
                    <a:pt x="5" y="190"/>
                  </a:lnTo>
                  <a:lnTo>
                    <a:pt x="21" y="142"/>
                  </a:lnTo>
                  <a:lnTo>
                    <a:pt x="42" y="102"/>
                  </a:lnTo>
                  <a:lnTo>
                    <a:pt x="70" y="69"/>
                  </a:lnTo>
                  <a:lnTo>
                    <a:pt x="102" y="42"/>
                  </a:lnTo>
                  <a:lnTo>
                    <a:pt x="142" y="21"/>
                  </a:lnTo>
                  <a:lnTo>
                    <a:pt x="191" y="4"/>
                  </a:lnTo>
                  <a:lnTo>
                    <a:pt x="237" y="0"/>
                  </a:lnTo>
                  <a:close/>
                </a:path>
              </a:pathLst>
            </a:custGeom>
            <a:solidFill>
              <a:srgbClr val="FFFFFF"/>
            </a:solidFill>
            <a:ln w="0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323614" name="Freeform 30"/>
            <p:cNvSpPr>
              <a:spLocks/>
            </p:cNvSpPr>
            <p:nvPr userDrawn="1"/>
          </p:nvSpPr>
          <p:spPr bwMode="auto">
            <a:xfrm>
              <a:off x="2189" y="2105"/>
              <a:ext cx="798" cy="1393"/>
            </a:xfrm>
            <a:custGeom>
              <a:avLst/>
              <a:gdLst/>
              <a:ahLst/>
              <a:cxnLst>
                <a:cxn ang="0">
                  <a:pos x="3256" y="51"/>
                </a:cxn>
                <a:cxn ang="0">
                  <a:pos x="3063" y="245"/>
                </a:cxn>
                <a:cxn ang="0">
                  <a:pos x="2902" y="512"/>
                </a:cxn>
                <a:cxn ang="0">
                  <a:pos x="2777" y="868"/>
                </a:cxn>
                <a:cxn ang="0">
                  <a:pos x="2688" y="1322"/>
                </a:cxn>
                <a:cxn ang="0">
                  <a:pos x="2651" y="1692"/>
                </a:cxn>
                <a:cxn ang="0">
                  <a:pos x="2632" y="2148"/>
                </a:cxn>
                <a:cxn ang="0">
                  <a:pos x="2595" y="2390"/>
                </a:cxn>
                <a:cxn ang="0">
                  <a:pos x="2532" y="2653"/>
                </a:cxn>
                <a:cxn ang="0">
                  <a:pos x="2488" y="2818"/>
                </a:cxn>
                <a:cxn ang="0">
                  <a:pos x="2558" y="2905"/>
                </a:cxn>
                <a:cxn ang="0">
                  <a:pos x="2663" y="3147"/>
                </a:cxn>
                <a:cxn ang="0">
                  <a:pos x="2712" y="3421"/>
                </a:cxn>
                <a:cxn ang="0">
                  <a:pos x="2728" y="3945"/>
                </a:cxn>
                <a:cxn ang="0">
                  <a:pos x="2730" y="4343"/>
                </a:cxn>
                <a:cxn ang="0">
                  <a:pos x="2716" y="4713"/>
                </a:cxn>
                <a:cxn ang="0">
                  <a:pos x="2677" y="5046"/>
                </a:cxn>
                <a:cxn ang="0">
                  <a:pos x="2600" y="5325"/>
                </a:cxn>
                <a:cxn ang="0">
                  <a:pos x="2479" y="5539"/>
                </a:cxn>
                <a:cxn ang="0">
                  <a:pos x="2304" y="5674"/>
                </a:cxn>
                <a:cxn ang="0">
                  <a:pos x="2111" y="5742"/>
                </a:cxn>
                <a:cxn ang="0">
                  <a:pos x="1978" y="5749"/>
                </a:cxn>
                <a:cxn ang="0">
                  <a:pos x="1897" y="5716"/>
                </a:cxn>
                <a:cxn ang="0">
                  <a:pos x="1853" y="5662"/>
                </a:cxn>
                <a:cxn ang="0">
                  <a:pos x="1834" y="5609"/>
                </a:cxn>
                <a:cxn ang="0">
                  <a:pos x="1843" y="5562"/>
                </a:cxn>
                <a:cxn ang="0">
                  <a:pos x="1897" y="5506"/>
                </a:cxn>
                <a:cxn ang="0">
                  <a:pos x="1960" y="5418"/>
                </a:cxn>
                <a:cxn ang="0">
                  <a:pos x="2004" y="5271"/>
                </a:cxn>
                <a:cxn ang="0">
                  <a:pos x="1969" y="5153"/>
                </a:cxn>
                <a:cxn ang="0">
                  <a:pos x="1836" y="5046"/>
                </a:cxn>
                <a:cxn ang="0">
                  <a:pos x="1667" y="4999"/>
                </a:cxn>
                <a:cxn ang="0">
                  <a:pos x="1541" y="5039"/>
                </a:cxn>
                <a:cxn ang="0">
                  <a:pos x="1457" y="5136"/>
                </a:cxn>
                <a:cxn ang="0">
                  <a:pos x="1408" y="5269"/>
                </a:cxn>
                <a:cxn ang="0">
                  <a:pos x="1397" y="5409"/>
                </a:cxn>
                <a:cxn ang="0">
                  <a:pos x="1415" y="5530"/>
                </a:cxn>
                <a:cxn ang="0">
                  <a:pos x="1511" y="5683"/>
                </a:cxn>
                <a:cxn ang="0">
                  <a:pos x="177" y="5788"/>
                </a:cxn>
                <a:cxn ang="0">
                  <a:pos x="51" y="5737"/>
                </a:cxn>
                <a:cxn ang="0">
                  <a:pos x="0" y="5611"/>
                </a:cxn>
                <a:cxn ang="0">
                  <a:pos x="23" y="89"/>
                </a:cxn>
                <a:cxn ang="0">
                  <a:pos x="131" y="7"/>
                </a:cxn>
              </a:cxnLst>
              <a:rect l="0" t="0" r="r" b="b"/>
              <a:pathLst>
                <a:path w="3326" h="5788">
                  <a:moveTo>
                    <a:pt x="177" y="0"/>
                  </a:moveTo>
                  <a:lnTo>
                    <a:pt x="3326" y="0"/>
                  </a:lnTo>
                  <a:lnTo>
                    <a:pt x="3256" y="51"/>
                  </a:lnTo>
                  <a:lnTo>
                    <a:pt x="3189" y="107"/>
                  </a:lnTo>
                  <a:lnTo>
                    <a:pt x="3124" y="172"/>
                  </a:lnTo>
                  <a:lnTo>
                    <a:pt x="3063" y="245"/>
                  </a:lnTo>
                  <a:lnTo>
                    <a:pt x="3007" y="326"/>
                  </a:lnTo>
                  <a:lnTo>
                    <a:pt x="2954" y="414"/>
                  </a:lnTo>
                  <a:lnTo>
                    <a:pt x="2902" y="512"/>
                  </a:lnTo>
                  <a:lnTo>
                    <a:pt x="2856" y="622"/>
                  </a:lnTo>
                  <a:lnTo>
                    <a:pt x="2814" y="740"/>
                  </a:lnTo>
                  <a:lnTo>
                    <a:pt x="2777" y="868"/>
                  </a:lnTo>
                  <a:lnTo>
                    <a:pt x="2742" y="1008"/>
                  </a:lnTo>
                  <a:lnTo>
                    <a:pt x="2714" y="1159"/>
                  </a:lnTo>
                  <a:lnTo>
                    <a:pt x="2688" y="1322"/>
                  </a:lnTo>
                  <a:lnTo>
                    <a:pt x="2667" y="1497"/>
                  </a:lnTo>
                  <a:lnTo>
                    <a:pt x="2651" y="1685"/>
                  </a:lnTo>
                  <a:lnTo>
                    <a:pt x="2651" y="1692"/>
                  </a:lnTo>
                  <a:lnTo>
                    <a:pt x="2642" y="1836"/>
                  </a:lnTo>
                  <a:lnTo>
                    <a:pt x="2635" y="1990"/>
                  </a:lnTo>
                  <a:lnTo>
                    <a:pt x="2632" y="2148"/>
                  </a:lnTo>
                  <a:lnTo>
                    <a:pt x="2623" y="2223"/>
                  </a:lnTo>
                  <a:lnTo>
                    <a:pt x="2611" y="2304"/>
                  </a:lnTo>
                  <a:lnTo>
                    <a:pt x="2595" y="2390"/>
                  </a:lnTo>
                  <a:lnTo>
                    <a:pt x="2579" y="2481"/>
                  </a:lnTo>
                  <a:lnTo>
                    <a:pt x="2558" y="2569"/>
                  </a:lnTo>
                  <a:lnTo>
                    <a:pt x="2532" y="2653"/>
                  </a:lnTo>
                  <a:lnTo>
                    <a:pt x="2504" y="2732"/>
                  </a:lnTo>
                  <a:lnTo>
                    <a:pt x="2472" y="2802"/>
                  </a:lnTo>
                  <a:lnTo>
                    <a:pt x="2488" y="2818"/>
                  </a:lnTo>
                  <a:lnTo>
                    <a:pt x="2507" y="2839"/>
                  </a:lnTo>
                  <a:lnTo>
                    <a:pt x="2530" y="2867"/>
                  </a:lnTo>
                  <a:lnTo>
                    <a:pt x="2558" y="2905"/>
                  </a:lnTo>
                  <a:lnTo>
                    <a:pt x="2600" y="2986"/>
                  </a:lnTo>
                  <a:lnTo>
                    <a:pt x="2635" y="3065"/>
                  </a:lnTo>
                  <a:lnTo>
                    <a:pt x="2663" y="3147"/>
                  </a:lnTo>
                  <a:lnTo>
                    <a:pt x="2684" y="3233"/>
                  </a:lnTo>
                  <a:lnTo>
                    <a:pt x="2700" y="3324"/>
                  </a:lnTo>
                  <a:lnTo>
                    <a:pt x="2712" y="3421"/>
                  </a:lnTo>
                  <a:lnTo>
                    <a:pt x="2726" y="3810"/>
                  </a:lnTo>
                  <a:lnTo>
                    <a:pt x="2726" y="3808"/>
                  </a:lnTo>
                  <a:lnTo>
                    <a:pt x="2728" y="3945"/>
                  </a:lnTo>
                  <a:lnTo>
                    <a:pt x="2730" y="4080"/>
                  </a:lnTo>
                  <a:lnTo>
                    <a:pt x="2733" y="4213"/>
                  </a:lnTo>
                  <a:lnTo>
                    <a:pt x="2730" y="4343"/>
                  </a:lnTo>
                  <a:lnTo>
                    <a:pt x="2728" y="4469"/>
                  </a:lnTo>
                  <a:lnTo>
                    <a:pt x="2723" y="4594"/>
                  </a:lnTo>
                  <a:lnTo>
                    <a:pt x="2716" y="4713"/>
                  </a:lnTo>
                  <a:lnTo>
                    <a:pt x="2707" y="4829"/>
                  </a:lnTo>
                  <a:lnTo>
                    <a:pt x="2693" y="4939"/>
                  </a:lnTo>
                  <a:lnTo>
                    <a:pt x="2677" y="5046"/>
                  </a:lnTo>
                  <a:lnTo>
                    <a:pt x="2656" y="5143"/>
                  </a:lnTo>
                  <a:lnTo>
                    <a:pt x="2630" y="5239"/>
                  </a:lnTo>
                  <a:lnTo>
                    <a:pt x="2600" y="5325"/>
                  </a:lnTo>
                  <a:lnTo>
                    <a:pt x="2565" y="5404"/>
                  </a:lnTo>
                  <a:lnTo>
                    <a:pt x="2525" y="5474"/>
                  </a:lnTo>
                  <a:lnTo>
                    <a:pt x="2479" y="5539"/>
                  </a:lnTo>
                  <a:lnTo>
                    <a:pt x="2428" y="5593"/>
                  </a:lnTo>
                  <a:lnTo>
                    <a:pt x="2369" y="5639"/>
                  </a:lnTo>
                  <a:lnTo>
                    <a:pt x="2304" y="5674"/>
                  </a:lnTo>
                  <a:lnTo>
                    <a:pt x="2232" y="5704"/>
                  </a:lnTo>
                  <a:lnTo>
                    <a:pt x="2167" y="5728"/>
                  </a:lnTo>
                  <a:lnTo>
                    <a:pt x="2111" y="5742"/>
                  </a:lnTo>
                  <a:lnTo>
                    <a:pt x="2060" y="5749"/>
                  </a:lnTo>
                  <a:lnTo>
                    <a:pt x="2016" y="5751"/>
                  </a:lnTo>
                  <a:lnTo>
                    <a:pt x="1978" y="5749"/>
                  </a:lnTo>
                  <a:lnTo>
                    <a:pt x="1946" y="5742"/>
                  </a:lnTo>
                  <a:lnTo>
                    <a:pt x="1918" y="5730"/>
                  </a:lnTo>
                  <a:lnTo>
                    <a:pt x="1897" y="5716"/>
                  </a:lnTo>
                  <a:lnTo>
                    <a:pt x="1878" y="5697"/>
                  </a:lnTo>
                  <a:lnTo>
                    <a:pt x="1864" y="5681"/>
                  </a:lnTo>
                  <a:lnTo>
                    <a:pt x="1853" y="5662"/>
                  </a:lnTo>
                  <a:lnTo>
                    <a:pt x="1843" y="5644"/>
                  </a:lnTo>
                  <a:lnTo>
                    <a:pt x="1839" y="5625"/>
                  </a:lnTo>
                  <a:lnTo>
                    <a:pt x="1834" y="5609"/>
                  </a:lnTo>
                  <a:lnTo>
                    <a:pt x="1832" y="5595"/>
                  </a:lnTo>
                  <a:lnTo>
                    <a:pt x="1832" y="5574"/>
                  </a:lnTo>
                  <a:lnTo>
                    <a:pt x="1843" y="5562"/>
                  </a:lnTo>
                  <a:lnTo>
                    <a:pt x="1860" y="5548"/>
                  </a:lnTo>
                  <a:lnTo>
                    <a:pt x="1876" y="5530"/>
                  </a:lnTo>
                  <a:lnTo>
                    <a:pt x="1897" y="5506"/>
                  </a:lnTo>
                  <a:lnTo>
                    <a:pt x="1918" y="5481"/>
                  </a:lnTo>
                  <a:lnTo>
                    <a:pt x="1939" y="5451"/>
                  </a:lnTo>
                  <a:lnTo>
                    <a:pt x="1960" y="5418"/>
                  </a:lnTo>
                  <a:lnTo>
                    <a:pt x="1992" y="5348"/>
                  </a:lnTo>
                  <a:lnTo>
                    <a:pt x="2002" y="5309"/>
                  </a:lnTo>
                  <a:lnTo>
                    <a:pt x="2004" y="5271"/>
                  </a:lnTo>
                  <a:lnTo>
                    <a:pt x="2002" y="5232"/>
                  </a:lnTo>
                  <a:lnTo>
                    <a:pt x="1990" y="5192"/>
                  </a:lnTo>
                  <a:lnTo>
                    <a:pt x="1969" y="5153"/>
                  </a:lnTo>
                  <a:lnTo>
                    <a:pt x="1937" y="5116"/>
                  </a:lnTo>
                  <a:lnTo>
                    <a:pt x="1892" y="5081"/>
                  </a:lnTo>
                  <a:lnTo>
                    <a:pt x="1836" y="5046"/>
                  </a:lnTo>
                  <a:lnTo>
                    <a:pt x="1776" y="5020"/>
                  </a:lnTo>
                  <a:lnTo>
                    <a:pt x="1718" y="5004"/>
                  </a:lnTo>
                  <a:lnTo>
                    <a:pt x="1667" y="4999"/>
                  </a:lnTo>
                  <a:lnTo>
                    <a:pt x="1620" y="5004"/>
                  </a:lnTo>
                  <a:lnTo>
                    <a:pt x="1578" y="5018"/>
                  </a:lnTo>
                  <a:lnTo>
                    <a:pt x="1541" y="5039"/>
                  </a:lnTo>
                  <a:lnTo>
                    <a:pt x="1508" y="5067"/>
                  </a:lnTo>
                  <a:lnTo>
                    <a:pt x="1480" y="5099"/>
                  </a:lnTo>
                  <a:lnTo>
                    <a:pt x="1457" y="5136"/>
                  </a:lnTo>
                  <a:lnTo>
                    <a:pt x="1436" y="5178"/>
                  </a:lnTo>
                  <a:lnTo>
                    <a:pt x="1420" y="5223"/>
                  </a:lnTo>
                  <a:lnTo>
                    <a:pt x="1408" y="5269"/>
                  </a:lnTo>
                  <a:lnTo>
                    <a:pt x="1401" y="5316"/>
                  </a:lnTo>
                  <a:lnTo>
                    <a:pt x="1397" y="5362"/>
                  </a:lnTo>
                  <a:lnTo>
                    <a:pt x="1397" y="5409"/>
                  </a:lnTo>
                  <a:lnTo>
                    <a:pt x="1399" y="5453"/>
                  </a:lnTo>
                  <a:lnTo>
                    <a:pt x="1406" y="5493"/>
                  </a:lnTo>
                  <a:lnTo>
                    <a:pt x="1415" y="5530"/>
                  </a:lnTo>
                  <a:lnTo>
                    <a:pt x="1436" y="5579"/>
                  </a:lnTo>
                  <a:lnTo>
                    <a:pt x="1469" y="5630"/>
                  </a:lnTo>
                  <a:lnTo>
                    <a:pt x="1511" y="5683"/>
                  </a:lnTo>
                  <a:lnTo>
                    <a:pt x="1564" y="5737"/>
                  </a:lnTo>
                  <a:lnTo>
                    <a:pt x="1625" y="5788"/>
                  </a:lnTo>
                  <a:lnTo>
                    <a:pt x="177" y="5788"/>
                  </a:lnTo>
                  <a:lnTo>
                    <a:pt x="131" y="5781"/>
                  </a:lnTo>
                  <a:lnTo>
                    <a:pt x="89" y="5765"/>
                  </a:lnTo>
                  <a:lnTo>
                    <a:pt x="51" y="5737"/>
                  </a:lnTo>
                  <a:lnTo>
                    <a:pt x="23" y="5700"/>
                  </a:lnTo>
                  <a:lnTo>
                    <a:pt x="7" y="5658"/>
                  </a:lnTo>
                  <a:lnTo>
                    <a:pt x="0" y="5611"/>
                  </a:lnTo>
                  <a:lnTo>
                    <a:pt x="0" y="177"/>
                  </a:lnTo>
                  <a:lnTo>
                    <a:pt x="7" y="130"/>
                  </a:lnTo>
                  <a:lnTo>
                    <a:pt x="23" y="89"/>
                  </a:lnTo>
                  <a:lnTo>
                    <a:pt x="51" y="51"/>
                  </a:lnTo>
                  <a:lnTo>
                    <a:pt x="89" y="23"/>
                  </a:lnTo>
                  <a:lnTo>
                    <a:pt x="131" y="7"/>
                  </a:lnTo>
                  <a:lnTo>
                    <a:pt x="177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323615" name="Freeform 31"/>
            <p:cNvSpPr>
              <a:spLocks/>
            </p:cNvSpPr>
            <p:nvPr userDrawn="1"/>
          </p:nvSpPr>
          <p:spPr bwMode="auto">
            <a:xfrm>
              <a:off x="2797" y="2105"/>
              <a:ext cx="784" cy="1393"/>
            </a:xfrm>
            <a:custGeom>
              <a:avLst/>
              <a:gdLst/>
              <a:ahLst/>
              <a:cxnLst>
                <a:cxn ang="0">
                  <a:pos x="3130" y="7"/>
                </a:cxn>
                <a:cxn ang="0">
                  <a:pos x="3237" y="89"/>
                </a:cxn>
                <a:cxn ang="0">
                  <a:pos x="3260" y="5611"/>
                </a:cxn>
                <a:cxn ang="0">
                  <a:pos x="3209" y="5737"/>
                </a:cxn>
                <a:cxn ang="0">
                  <a:pos x="3083" y="5788"/>
                </a:cxn>
                <a:cxn ang="0">
                  <a:pos x="137" y="5681"/>
                </a:cxn>
                <a:cxn ang="0">
                  <a:pos x="321" y="5465"/>
                </a:cxn>
                <a:cxn ang="0">
                  <a:pos x="470" y="5169"/>
                </a:cxn>
                <a:cxn ang="0">
                  <a:pos x="586" y="4780"/>
                </a:cxn>
                <a:cxn ang="0">
                  <a:pos x="661" y="4292"/>
                </a:cxn>
                <a:cxn ang="0">
                  <a:pos x="686" y="3954"/>
                </a:cxn>
                <a:cxn ang="0">
                  <a:pos x="707" y="3547"/>
                </a:cxn>
                <a:cxn ang="0">
                  <a:pos x="777" y="3261"/>
                </a:cxn>
                <a:cxn ang="0">
                  <a:pos x="840" y="3068"/>
                </a:cxn>
                <a:cxn ang="0">
                  <a:pos x="770" y="2979"/>
                </a:cxn>
                <a:cxn ang="0">
                  <a:pos x="677" y="2735"/>
                </a:cxn>
                <a:cxn ang="0">
                  <a:pos x="623" y="2460"/>
                </a:cxn>
                <a:cxn ang="0">
                  <a:pos x="598" y="1843"/>
                </a:cxn>
                <a:cxn ang="0">
                  <a:pos x="596" y="1445"/>
                </a:cxn>
                <a:cxn ang="0">
                  <a:pos x="609" y="1075"/>
                </a:cxn>
                <a:cxn ang="0">
                  <a:pos x="651" y="745"/>
                </a:cxn>
                <a:cxn ang="0">
                  <a:pos x="726" y="466"/>
                </a:cxn>
                <a:cxn ang="0">
                  <a:pos x="847" y="252"/>
                </a:cxn>
                <a:cxn ang="0">
                  <a:pos x="1021" y="114"/>
                </a:cxn>
                <a:cxn ang="0">
                  <a:pos x="1217" y="47"/>
                </a:cxn>
                <a:cxn ang="0">
                  <a:pos x="1350" y="40"/>
                </a:cxn>
                <a:cxn ang="0">
                  <a:pos x="1431" y="72"/>
                </a:cxn>
                <a:cxn ang="0">
                  <a:pos x="1475" y="126"/>
                </a:cxn>
                <a:cxn ang="0">
                  <a:pos x="1494" y="179"/>
                </a:cxn>
                <a:cxn ang="0">
                  <a:pos x="1485" y="226"/>
                </a:cxn>
                <a:cxn ang="0">
                  <a:pos x="1431" y="282"/>
                </a:cxn>
                <a:cxn ang="0">
                  <a:pos x="1368" y="370"/>
                </a:cxn>
                <a:cxn ang="0">
                  <a:pos x="1324" y="517"/>
                </a:cxn>
                <a:cxn ang="0">
                  <a:pos x="1359" y="636"/>
                </a:cxn>
                <a:cxn ang="0">
                  <a:pos x="1492" y="743"/>
                </a:cxn>
                <a:cxn ang="0">
                  <a:pos x="1659" y="789"/>
                </a:cxn>
                <a:cxn ang="0">
                  <a:pos x="1785" y="752"/>
                </a:cxn>
                <a:cxn ang="0">
                  <a:pos x="1871" y="654"/>
                </a:cxn>
                <a:cxn ang="0">
                  <a:pos x="1917" y="521"/>
                </a:cxn>
                <a:cxn ang="0">
                  <a:pos x="1931" y="382"/>
                </a:cxn>
                <a:cxn ang="0">
                  <a:pos x="1913" y="261"/>
                </a:cxn>
                <a:cxn ang="0">
                  <a:pos x="1817" y="105"/>
                </a:cxn>
              </a:cxnLst>
              <a:rect l="0" t="0" r="r" b="b"/>
              <a:pathLst>
                <a:path w="3260" h="5788">
                  <a:moveTo>
                    <a:pt x="1701" y="0"/>
                  </a:moveTo>
                  <a:lnTo>
                    <a:pt x="3083" y="0"/>
                  </a:lnTo>
                  <a:lnTo>
                    <a:pt x="3130" y="7"/>
                  </a:lnTo>
                  <a:lnTo>
                    <a:pt x="3172" y="23"/>
                  </a:lnTo>
                  <a:lnTo>
                    <a:pt x="3209" y="51"/>
                  </a:lnTo>
                  <a:lnTo>
                    <a:pt x="3237" y="89"/>
                  </a:lnTo>
                  <a:lnTo>
                    <a:pt x="3253" y="130"/>
                  </a:lnTo>
                  <a:lnTo>
                    <a:pt x="3260" y="177"/>
                  </a:lnTo>
                  <a:lnTo>
                    <a:pt x="3260" y="5611"/>
                  </a:lnTo>
                  <a:lnTo>
                    <a:pt x="3253" y="5658"/>
                  </a:lnTo>
                  <a:lnTo>
                    <a:pt x="3237" y="5700"/>
                  </a:lnTo>
                  <a:lnTo>
                    <a:pt x="3209" y="5737"/>
                  </a:lnTo>
                  <a:lnTo>
                    <a:pt x="3172" y="5765"/>
                  </a:lnTo>
                  <a:lnTo>
                    <a:pt x="3130" y="5781"/>
                  </a:lnTo>
                  <a:lnTo>
                    <a:pt x="3083" y="5788"/>
                  </a:lnTo>
                  <a:lnTo>
                    <a:pt x="0" y="5788"/>
                  </a:lnTo>
                  <a:lnTo>
                    <a:pt x="70" y="5737"/>
                  </a:lnTo>
                  <a:lnTo>
                    <a:pt x="137" y="5681"/>
                  </a:lnTo>
                  <a:lnTo>
                    <a:pt x="202" y="5616"/>
                  </a:lnTo>
                  <a:lnTo>
                    <a:pt x="263" y="5544"/>
                  </a:lnTo>
                  <a:lnTo>
                    <a:pt x="321" y="5465"/>
                  </a:lnTo>
                  <a:lnTo>
                    <a:pt x="374" y="5374"/>
                  </a:lnTo>
                  <a:lnTo>
                    <a:pt x="426" y="5276"/>
                  </a:lnTo>
                  <a:lnTo>
                    <a:pt x="470" y="5169"/>
                  </a:lnTo>
                  <a:lnTo>
                    <a:pt x="514" y="5050"/>
                  </a:lnTo>
                  <a:lnTo>
                    <a:pt x="551" y="4920"/>
                  </a:lnTo>
                  <a:lnTo>
                    <a:pt x="586" y="4780"/>
                  </a:lnTo>
                  <a:lnTo>
                    <a:pt x="614" y="4629"/>
                  </a:lnTo>
                  <a:lnTo>
                    <a:pt x="640" y="4466"/>
                  </a:lnTo>
                  <a:lnTo>
                    <a:pt x="661" y="4292"/>
                  </a:lnTo>
                  <a:lnTo>
                    <a:pt x="677" y="4103"/>
                  </a:lnTo>
                  <a:lnTo>
                    <a:pt x="677" y="4098"/>
                  </a:lnTo>
                  <a:lnTo>
                    <a:pt x="686" y="3954"/>
                  </a:lnTo>
                  <a:lnTo>
                    <a:pt x="691" y="3801"/>
                  </a:lnTo>
                  <a:lnTo>
                    <a:pt x="696" y="3640"/>
                  </a:lnTo>
                  <a:lnTo>
                    <a:pt x="707" y="3547"/>
                  </a:lnTo>
                  <a:lnTo>
                    <a:pt x="726" y="3452"/>
                  </a:lnTo>
                  <a:lnTo>
                    <a:pt x="749" y="3356"/>
                  </a:lnTo>
                  <a:lnTo>
                    <a:pt x="777" y="3261"/>
                  </a:lnTo>
                  <a:lnTo>
                    <a:pt x="814" y="3170"/>
                  </a:lnTo>
                  <a:lnTo>
                    <a:pt x="856" y="3084"/>
                  </a:lnTo>
                  <a:lnTo>
                    <a:pt x="840" y="3068"/>
                  </a:lnTo>
                  <a:lnTo>
                    <a:pt x="821" y="3044"/>
                  </a:lnTo>
                  <a:lnTo>
                    <a:pt x="798" y="3016"/>
                  </a:lnTo>
                  <a:lnTo>
                    <a:pt x="770" y="2979"/>
                  </a:lnTo>
                  <a:lnTo>
                    <a:pt x="733" y="2905"/>
                  </a:lnTo>
                  <a:lnTo>
                    <a:pt x="703" y="2823"/>
                  </a:lnTo>
                  <a:lnTo>
                    <a:pt x="677" y="2735"/>
                  </a:lnTo>
                  <a:lnTo>
                    <a:pt x="656" y="2644"/>
                  </a:lnTo>
                  <a:lnTo>
                    <a:pt x="637" y="2551"/>
                  </a:lnTo>
                  <a:lnTo>
                    <a:pt x="623" y="2460"/>
                  </a:lnTo>
                  <a:lnTo>
                    <a:pt x="614" y="2369"/>
                  </a:lnTo>
                  <a:lnTo>
                    <a:pt x="600" y="1981"/>
                  </a:lnTo>
                  <a:lnTo>
                    <a:pt x="598" y="1843"/>
                  </a:lnTo>
                  <a:lnTo>
                    <a:pt x="596" y="1708"/>
                  </a:lnTo>
                  <a:lnTo>
                    <a:pt x="593" y="1576"/>
                  </a:lnTo>
                  <a:lnTo>
                    <a:pt x="596" y="1445"/>
                  </a:lnTo>
                  <a:lnTo>
                    <a:pt x="598" y="1320"/>
                  </a:lnTo>
                  <a:lnTo>
                    <a:pt x="602" y="1196"/>
                  </a:lnTo>
                  <a:lnTo>
                    <a:pt x="609" y="1075"/>
                  </a:lnTo>
                  <a:lnTo>
                    <a:pt x="619" y="959"/>
                  </a:lnTo>
                  <a:lnTo>
                    <a:pt x="633" y="850"/>
                  </a:lnTo>
                  <a:lnTo>
                    <a:pt x="651" y="745"/>
                  </a:lnTo>
                  <a:lnTo>
                    <a:pt x="672" y="645"/>
                  </a:lnTo>
                  <a:lnTo>
                    <a:pt x="698" y="552"/>
                  </a:lnTo>
                  <a:lnTo>
                    <a:pt x="726" y="466"/>
                  </a:lnTo>
                  <a:lnTo>
                    <a:pt x="761" y="386"/>
                  </a:lnTo>
                  <a:lnTo>
                    <a:pt x="803" y="314"/>
                  </a:lnTo>
                  <a:lnTo>
                    <a:pt x="847" y="252"/>
                  </a:lnTo>
                  <a:lnTo>
                    <a:pt x="898" y="196"/>
                  </a:lnTo>
                  <a:lnTo>
                    <a:pt x="956" y="151"/>
                  </a:lnTo>
                  <a:lnTo>
                    <a:pt x="1021" y="114"/>
                  </a:lnTo>
                  <a:lnTo>
                    <a:pt x="1094" y="84"/>
                  </a:lnTo>
                  <a:lnTo>
                    <a:pt x="1159" y="61"/>
                  </a:lnTo>
                  <a:lnTo>
                    <a:pt x="1217" y="47"/>
                  </a:lnTo>
                  <a:lnTo>
                    <a:pt x="1268" y="40"/>
                  </a:lnTo>
                  <a:lnTo>
                    <a:pt x="1312" y="37"/>
                  </a:lnTo>
                  <a:lnTo>
                    <a:pt x="1350" y="40"/>
                  </a:lnTo>
                  <a:lnTo>
                    <a:pt x="1382" y="47"/>
                  </a:lnTo>
                  <a:lnTo>
                    <a:pt x="1410" y="58"/>
                  </a:lnTo>
                  <a:lnTo>
                    <a:pt x="1431" y="72"/>
                  </a:lnTo>
                  <a:lnTo>
                    <a:pt x="1450" y="91"/>
                  </a:lnTo>
                  <a:lnTo>
                    <a:pt x="1464" y="107"/>
                  </a:lnTo>
                  <a:lnTo>
                    <a:pt x="1475" y="126"/>
                  </a:lnTo>
                  <a:lnTo>
                    <a:pt x="1485" y="144"/>
                  </a:lnTo>
                  <a:lnTo>
                    <a:pt x="1489" y="163"/>
                  </a:lnTo>
                  <a:lnTo>
                    <a:pt x="1494" y="179"/>
                  </a:lnTo>
                  <a:lnTo>
                    <a:pt x="1496" y="193"/>
                  </a:lnTo>
                  <a:lnTo>
                    <a:pt x="1496" y="214"/>
                  </a:lnTo>
                  <a:lnTo>
                    <a:pt x="1485" y="226"/>
                  </a:lnTo>
                  <a:lnTo>
                    <a:pt x="1468" y="240"/>
                  </a:lnTo>
                  <a:lnTo>
                    <a:pt x="1452" y="258"/>
                  </a:lnTo>
                  <a:lnTo>
                    <a:pt x="1431" y="282"/>
                  </a:lnTo>
                  <a:lnTo>
                    <a:pt x="1410" y="307"/>
                  </a:lnTo>
                  <a:lnTo>
                    <a:pt x="1389" y="338"/>
                  </a:lnTo>
                  <a:lnTo>
                    <a:pt x="1368" y="370"/>
                  </a:lnTo>
                  <a:lnTo>
                    <a:pt x="1336" y="440"/>
                  </a:lnTo>
                  <a:lnTo>
                    <a:pt x="1326" y="480"/>
                  </a:lnTo>
                  <a:lnTo>
                    <a:pt x="1324" y="517"/>
                  </a:lnTo>
                  <a:lnTo>
                    <a:pt x="1326" y="556"/>
                  </a:lnTo>
                  <a:lnTo>
                    <a:pt x="1338" y="596"/>
                  </a:lnTo>
                  <a:lnTo>
                    <a:pt x="1359" y="636"/>
                  </a:lnTo>
                  <a:lnTo>
                    <a:pt x="1391" y="673"/>
                  </a:lnTo>
                  <a:lnTo>
                    <a:pt x="1436" y="708"/>
                  </a:lnTo>
                  <a:lnTo>
                    <a:pt x="1492" y="743"/>
                  </a:lnTo>
                  <a:lnTo>
                    <a:pt x="1552" y="770"/>
                  </a:lnTo>
                  <a:lnTo>
                    <a:pt x="1608" y="784"/>
                  </a:lnTo>
                  <a:lnTo>
                    <a:pt x="1659" y="789"/>
                  </a:lnTo>
                  <a:lnTo>
                    <a:pt x="1706" y="784"/>
                  </a:lnTo>
                  <a:lnTo>
                    <a:pt x="1748" y="773"/>
                  </a:lnTo>
                  <a:lnTo>
                    <a:pt x="1785" y="752"/>
                  </a:lnTo>
                  <a:lnTo>
                    <a:pt x="1817" y="724"/>
                  </a:lnTo>
                  <a:lnTo>
                    <a:pt x="1848" y="691"/>
                  </a:lnTo>
                  <a:lnTo>
                    <a:pt x="1871" y="654"/>
                  </a:lnTo>
                  <a:lnTo>
                    <a:pt x="1890" y="612"/>
                  </a:lnTo>
                  <a:lnTo>
                    <a:pt x="1906" y="568"/>
                  </a:lnTo>
                  <a:lnTo>
                    <a:pt x="1917" y="521"/>
                  </a:lnTo>
                  <a:lnTo>
                    <a:pt x="1927" y="475"/>
                  </a:lnTo>
                  <a:lnTo>
                    <a:pt x="1931" y="428"/>
                  </a:lnTo>
                  <a:lnTo>
                    <a:pt x="1931" y="382"/>
                  </a:lnTo>
                  <a:lnTo>
                    <a:pt x="1929" y="338"/>
                  </a:lnTo>
                  <a:lnTo>
                    <a:pt x="1922" y="298"/>
                  </a:lnTo>
                  <a:lnTo>
                    <a:pt x="1913" y="261"/>
                  </a:lnTo>
                  <a:lnTo>
                    <a:pt x="1892" y="212"/>
                  </a:lnTo>
                  <a:lnTo>
                    <a:pt x="1859" y="158"/>
                  </a:lnTo>
                  <a:lnTo>
                    <a:pt x="1817" y="105"/>
                  </a:lnTo>
                  <a:lnTo>
                    <a:pt x="1764" y="51"/>
                  </a:lnTo>
                  <a:lnTo>
                    <a:pt x="1701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323616" name="Freeform 32"/>
            <p:cNvSpPr>
              <a:spLocks/>
            </p:cNvSpPr>
            <p:nvPr userDrawn="1"/>
          </p:nvSpPr>
          <p:spPr bwMode="auto">
            <a:xfrm>
              <a:off x="2525" y="2105"/>
              <a:ext cx="734" cy="1393"/>
            </a:xfrm>
            <a:custGeom>
              <a:avLst/>
              <a:gdLst/>
              <a:ahLst/>
              <a:cxnLst>
                <a:cxn ang="0">
                  <a:pos x="2948" y="105"/>
                </a:cxn>
                <a:cxn ang="0">
                  <a:pos x="3053" y="298"/>
                </a:cxn>
                <a:cxn ang="0">
                  <a:pos x="3058" y="475"/>
                </a:cxn>
                <a:cxn ang="0">
                  <a:pos x="3002" y="654"/>
                </a:cxn>
                <a:cxn ang="0">
                  <a:pos x="2879" y="773"/>
                </a:cxn>
                <a:cxn ang="0">
                  <a:pos x="2683" y="770"/>
                </a:cxn>
                <a:cxn ang="0">
                  <a:pos x="2490" y="636"/>
                </a:cxn>
                <a:cxn ang="0">
                  <a:pos x="2457" y="480"/>
                </a:cxn>
                <a:cxn ang="0">
                  <a:pos x="2541" y="307"/>
                </a:cxn>
                <a:cxn ang="0">
                  <a:pos x="2616" y="226"/>
                </a:cxn>
                <a:cxn ang="0">
                  <a:pos x="2620" y="163"/>
                </a:cxn>
                <a:cxn ang="0">
                  <a:pos x="2581" y="91"/>
                </a:cxn>
                <a:cxn ang="0">
                  <a:pos x="2481" y="40"/>
                </a:cxn>
                <a:cxn ang="0">
                  <a:pos x="2290" y="61"/>
                </a:cxn>
                <a:cxn ang="0">
                  <a:pos x="2029" y="196"/>
                </a:cxn>
                <a:cxn ang="0">
                  <a:pos x="1857" y="466"/>
                </a:cxn>
                <a:cxn ang="0">
                  <a:pos x="1764" y="850"/>
                </a:cxn>
                <a:cxn ang="0">
                  <a:pos x="1729" y="1320"/>
                </a:cxn>
                <a:cxn ang="0">
                  <a:pos x="1729" y="1843"/>
                </a:cxn>
                <a:cxn ang="0">
                  <a:pos x="1768" y="2551"/>
                </a:cxn>
                <a:cxn ang="0">
                  <a:pos x="1864" y="2905"/>
                </a:cxn>
                <a:cxn ang="0">
                  <a:pos x="1971" y="3068"/>
                </a:cxn>
                <a:cxn ang="0">
                  <a:pos x="1880" y="3356"/>
                </a:cxn>
                <a:cxn ang="0">
                  <a:pos x="1822" y="3801"/>
                </a:cxn>
                <a:cxn ang="0">
                  <a:pos x="1792" y="4292"/>
                </a:cxn>
                <a:cxn ang="0">
                  <a:pos x="1682" y="4920"/>
                </a:cxn>
                <a:cxn ang="0">
                  <a:pos x="1505" y="5374"/>
                </a:cxn>
                <a:cxn ang="0">
                  <a:pos x="1268" y="5681"/>
                </a:cxn>
                <a:cxn ang="0">
                  <a:pos x="167" y="5737"/>
                </a:cxn>
                <a:cxn ang="0">
                  <a:pos x="18" y="5530"/>
                </a:cxn>
                <a:cxn ang="0">
                  <a:pos x="0" y="5362"/>
                </a:cxn>
                <a:cxn ang="0">
                  <a:pos x="39" y="5178"/>
                </a:cxn>
                <a:cxn ang="0">
                  <a:pos x="144" y="5039"/>
                </a:cxn>
                <a:cxn ang="0">
                  <a:pos x="321" y="5004"/>
                </a:cxn>
                <a:cxn ang="0">
                  <a:pos x="540" y="5116"/>
                </a:cxn>
                <a:cxn ang="0">
                  <a:pos x="607" y="5271"/>
                </a:cxn>
                <a:cxn ang="0">
                  <a:pos x="542" y="5451"/>
                </a:cxn>
                <a:cxn ang="0">
                  <a:pos x="463" y="5548"/>
                </a:cxn>
                <a:cxn ang="0">
                  <a:pos x="437" y="5609"/>
                </a:cxn>
                <a:cxn ang="0">
                  <a:pos x="467" y="5681"/>
                </a:cxn>
                <a:cxn ang="0">
                  <a:pos x="549" y="5742"/>
                </a:cxn>
                <a:cxn ang="0">
                  <a:pos x="714" y="5742"/>
                </a:cxn>
                <a:cxn ang="0">
                  <a:pos x="972" y="5639"/>
                </a:cxn>
                <a:cxn ang="0">
                  <a:pos x="1168" y="5404"/>
                </a:cxn>
                <a:cxn ang="0">
                  <a:pos x="1280" y="5046"/>
                </a:cxn>
                <a:cxn ang="0">
                  <a:pos x="1326" y="4594"/>
                </a:cxn>
                <a:cxn ang="0">
                  <a:pos x="1333" y="4080"/>
                </a:cxn>
                <a:cxn ang="0">
                  <a:pos x="1315" y="3421"/>
                </a:cxn>
                <a:cxn ang="0">
                  <a:pos x="1238" y="3065"/>
                </a:cxn>
                <a:cxn ang="0">
                  <a:pos x="1110" y="2839"/>
                </a:cxn>
                <a:cxn ang="0">
                  <a:pos x="1135" y="2653"/>
                </a:cxn>
                <a:cxn ang="0">
                  <a:pos x="1214" y="2304"/>
                </a:cxn>
                <a:cxn ang="0">
                  <a:pos x="1245" y="1836"/>
                </a:cxn>
                <a:cxn ang="0">
                  <a:pos x="1291" y="1322"/>
                </a:cxn>
                <a:cxn ang="0">
                  <a:pos x="1417" y="740"/>
                </a:cxn>
                <a:cxn ang="0">
                  <a:pos x="1610" y="326"/>
                </a:cxn>
                <a:cxn ang="0">
                  <a:pos x="1859" y="51"/>
                </a:cxn>
              </a:cxnLst>
              <a:rect l="0" t="0" r="r" b="b"/>
              <a:pathLst>
                <a:path w="3062" h="5788">
                  <a:moveTo>
                    <a:pt x="1929" y="0"/>
                  </a:moveTo>
                  <a:lnTo>
                    <a:pt x="2832" y="0"/>
                  </a:lnTo>
                  <a:lnTo>
                    <a:pt x="2895" y="51"/>
                  </a:lnTo>
                  <a:lnTo>
                    <a:pt x="2948" y="105"/>
                  </a:lnTo>
                  <a:lnTo>
                    <a:pt x="2990" y="158"/>
                  </a:lnTo>
                  <a:lnTo>
                    <a:pt x="3023" y="212"/>
                  </a:lnTo>
                  <a:lnTo>
                    <a:pt x="3044" y="261"/>
                  </a:lnTo>
                  <a:lnTo>
                    <a:pt x="3053" y="298"/>
                  </a:lnTo>
                  <a:lnTo>
                    <a:pt x="3060" y="338"/>
                  </a:lnTo>
                  <a:lnTo>
                    <a:pt x="3062" y="382"/>
                  </a:lnTo>
                  <a:lnTo>
                    <a:pt x="3062" y="428"/>
                  </a:lnTo>
                  <a:lnTo>
                    <a:pt x="3058" y="475"/>
                  </a:lnTo>
                  <a:lnTo>
                    <a:pt x="3048" y="521"/>
                  </a:lnTo>
                  <a:lnTo>
                    <a:pt x="3037" y="568"/>
                  </a:lnTo>
                  <a:lnTo>
                    <a:pt x="3021" y="612"/>
                  </a:lnTo>
                  <a:lnTo>
                    <a:pt x="3002" y="654"/>
                  </a:lnTo>
                  <a:lnTo>
                    <a:pt x="2979" y="691"/>
                  </a:lnTo>
                  <a:lnTo>
                    <a:pt x="2948" y="724"/>
                  </a:lnTo>
                  <a:lnTo>
                    <a:pt x="2916" y="752"/>
                  </a:lnTo>
                  <a:lnTo>
                    <a:pt x="2879" y="773"/>
                  </a:lnTo>
                  <a:lnTo>
                    <a:pt x="2837" y="784"/>
                  </a:lnTo>
                  <a:lnTo>
                    <a:pt x="2790" y="789"/>
                  </a:lnTo>
                  <a:lnTo>
                    <a:pt x="2739" y="784"/>
                  </a:lnTo>
                  <a:lnTo>
                    <a:pt x="2683" y="770"/>
                  </a:lnTo>
                  <a:lnTo>
                    <a:pt x="2623" y="743"/>
                  </a:lnTo>
                  <a:lnTo>
                    <a:pt x="2567" y="708"/>
                  </a:lnTo>
                  <a:lnTo>
                    <a:pt x="2522" y="673"/>
                  </a:lnTo>
                  <a:lnTo>
                    <a:pt x="2490" y="636"/>
                  </a:lnTo>
                  <a:lnTo>
                    <a:pt x="2469" y="596"/>
                  </a:lnTo>
                  <a:lnTo>
                    <a:pt x="2457" y="556"/>
                  </a:lnTo>
                  <a:lnTo>
                    <a:pt x="2455" y="517"/>
                  </a:lnTo>
                  <a:lnTo>
                    <a:pt x="2457" y="480"/>
                  </a:lnTo>
                  <a:lnTo>
                    <a:pt x="2467" y="440"/>
                  </a:lnTo>
                  <a:lnTo>
                    <a:pt x="2499" y="370"/>
                  </a:lnTo>
                  <a:lnTo>
                    <a:pt x="2520" y="338"/>
                  </a:lnTo>
                  <a:lnTo>
                    <a:pt x="2541" y="307"/>
                  </a:lnTo>
                  <a:lnTo>
                    <a:pt x="2562" y="282"/>
                  </a:lnTo>
                  <a:lnTo>
                    <a:pt x="2583" y="258"/>
                  </a:lnTo>
                  <a:lnTo>
                    <a:pt x="2599" y="240"/>
                  </a:lnTo>
                  <a:lnTo>
                    <a:pt x="2616" y="226"/>
                  </a:lnTo>
                  <a:lnTo>
                    <a:pt x="2627" y="214"/>
                  </a:lnTo>
                  <a:lnTo>
                    <a:pt x="2627" y="193"/>
                  </a:lnTo>
                  <a:lnTo>
                    <a:pt x="2625" y="179"/>
                  </a:lnTo>
                  <a:lnTo>
                    <a:pt x="2620" y="163"/>
                  </a:lnTo>
                  <a:lnTo>
                    <a:pt x="2616" y="144"/>
                  </a:lnTo>
                  <a:lnTo>
                    <a:pt x="2606" y="126"/>
                  </a:lnTo>
                  <a:lnTo>
                    <a:pt x="2595" y="107"/>
                  </a:lnTo>
                  <a:lnTo>
                    <a:pt x="2581" y="91"/>
                  </a:lnTo>
                  <a:lnTo>
                    <a:pt x="2562" y="72"/>
                  </a:lnTo>
                  <a:lnTo>
                    <a:pt x="2541" y="58"/>
                  </a:lnTo>
                  <a:lnTo>
                    <a:pt x="2513" y="47"/>
                  </a:lnTo>
                  <a:lnTo>
                    <a:pt x="2481" y="40"/>
                  </a:lnTo>
                  <a:lnTo>
                    <a:pt x="2443" y="37"/>
                  </a:lnTo>
                  <a:lnTo>
                    <a:pt x="2399" y="40"/>
                  </a:lnTo>
                  <a:lnTo>
                    <a:pt x="2348" y="47"/>
                  </a:lnTo>
                  <a:lnTo>
                    <a:pt x="2290" y="61"/>
                  </a:lnTo>
                  <a:lnTo>
                    <a:pt x="2225" y="84"/>
                  </a:lnTo>
                  <a:lnTo>
                    <a:pt x="2152" y="114"/>
                  </a:lnTo>
                  <a:lnTo>
                    <a:pt x="2087" y="151"/>
                  </a:lnTo>
                  <a:lnTo>
                    <a:pt x="2029" y="196"/>
                  </a:lnTo>
                  <a:lnTo>
                    <a:pt x="1978" y="252"/>
                  </a:lnTo>
                  <a:lnTo>
                    <a:pt x="1934" y="314"/>
                  </a:lnTo>
                  <a:lnTo>
                    <a:pt x="1892" y="386"/>
                  </a:lnTo>
                  <a:lnTo>
                    <a:pt x="1857" y="466"/>
                  </a:lnTo>
                  <a:lnTo>
                    <a:pt x="1829" y="552"/>
                  </a:lnTo>
                  <a:lnTo>
                    <a:pt x="1803" y="645"/>
                  </a:lnTo>
                  <a:lnTo>
                    <a:pt x="1782" y="745"/>
                  </a:lnTo>
                  <a:lnTo>
                    <a:pt x="1764" y="850"/>
                  </a:lnTo>
                  <a:lnTo>
                    <a:pt x="1750" y="959"/>
                  </a:lnTo>
                  <a:lnTo>
                    <a:pt x="1740" y="1075"/>
                  </a:lnTo>
                  <a:lnTo>
                    <a:pt x="1733" y="1196"/>
                  </a:lnTo>
                  <a:lnTo>
                    <a:pt x="1729" y="1320"/>
                  </a:lnTo>
                  <a:lnTo>
                    <a:pt x="1727" y="1445"/>
                  </a:lnTo>
                  <a:lnTo>
                    <a:pt x="1724" y="1576"/>
                  </a:lnTo>
                  <a:lnTo>
                    <a:pt x="1727" y="1708"/>
                  </a:lnTo>
                  <a:lnTo>
                    <a:pt x="1729" y="1843"/>
                  </a:lnTo>
                  <a:lnTo>
                    <a:pt x="1731" y="1981"/>
                  </a:lnTo>
                  <a:lnTo>
                    <a:pt x="1745" y="2369"/>
                  </a:lnTo>
                  <a:lnTo>
                    <a:pt x="1754" y="2460"/>
                  </a:lnTo>
                  <a:lnTo>
                    <a:pt x="1768" y="2551"/>
                  </a:lnTo>
                  <a:lnTo>
                    <a:pt x="1787" y="2644"/>
                  </a:lnTo>
                  <a:lnTo>
                    <a:pt x="1808" y="2735"/>
                  </a:lnTo>
                  <a:lnTo>
                    <a:pt x="1834" y="2823"/>
                  </a:lnTo>
                  <a:lnTo>
                    <a:pt x="1864" y="2905"/>
                  </a:lnTo>
                  <a:lnTo>
                    <a:pt x="1901" y="2979"/>
                  </a:lnTo>
                  <a:lnTo>
                    <a:pt x="1929" y="3016"/>
                  </a:lnTo>
                  <a:lnTo>
                    <a:pt x="1952" y="3044"/>
                  </a:lnTo>
                  <a:lnTo>
                    <a:pt x="1971" y="3068"/>
                  </a:lnTo>
                  <a:lnTo>
                    <a:pt x="1987" y="3084"/>
                  </a:lnTo>
                  <a:lnTo>
                    <a:pt x="1945" y="3170"/>
                  </a:lnTo>
                  <a:lnTo>
                    <a:pt x="1908" y="3261"/>
                  </a:lnTo>
                  <a:lnTo>
                    <a:pt x="1880" y="3356"/>
                  </a:lnTo>
                  <a:lnTo>
                    <a:pt x="1857" y="3452"/>
                  </a:lnTo>
                  <a:lnTo>
                    <a:pt x="1838" y="3547"/>
                  </a:lnTo>
                  <a:lnTo>
                    <a:pt x="1827" y="3640"/>
                  </a:lnTo>
                  <a:lnTo>
                    <a:pt x="1822" y="3801"/>
                  </a:lnTo>
                  <a:lnTo>
                    <a:pt x="1817" y="3954"/>
                  </a:lnTo>
                  <a:lnTo>
                    <a:pt x="1808" y="4098"/>
                  </a:lnTo>
                  <a:lnTo>
                    <a:pt x="1808" y="4103"/>
                  </a:lnTo>
                  <a:lnTo>
                    <a:pt x="1792" y="4292"/>
                  </a:lnTo>
                  <a:lnTo>
                    <a:pt x="1771" y="4466"/>
                  </a:lnTo>
                  <a:lnTo>
                    <a:pt x="1745" y="4629"/>
                  </a:lnTo>
                  <a:lnTo>
                    <a:pt x="1717" y="4780"/>
                  </a:lnTo>
                  <a:lnTo>
                    <a:pt x="1682" y="4920"/>
                  </a:lnTo>
                  <a:lnTo>
                    <a:pt x="1645" y="5050"/>
                  </a:lnTo>
                  <a:lnTo>
                    <a:pt x="1601" y="5169"/>
                  </a:lnTo>
                  <a:lnTo>
                    <a:pt x="1557" y="5276"/>
                  </a:lnTo>
                  <a:lnTo>
                    <a:pt x="1505" y="5374"/>
                  </a:lnTo>
                  <a:lnTo>
                    <a:pt x="1452" y="5465"/>
                  </a:lnTo>
                  <a:lnTo>
                    <a:pt x="1394" y="5544"/>
                  </a:lnTo>
                  <a:lnTo>
                    <a:pt x="1333" y="5616"/>
                  </a:lnTo>
                  <a:lnTo>
                    <a:pt x="1268" y="5681"/>
                  </a:lnTo>
                  <a:lnTo>
                    <a:pt x="1201" y="5737"/>
                  </a:lnTo>
                  <a:lnTo>
                    <a:pt x="1131" y="5788"/>
                  </a:lnTo>
                  <a:lnTo>
                    <a:pt x="228" y="5788"/>
                  </a:lnTo>
                  <a:lnTo>
                    <a:pt x="167" y="5737"/>
                  </a:lnTo>
                  <a:lnTo>
                    <a:pt x="114" y="5683"/>
                  </a:lnTo>
                  <a:lnTo>
                    <a:pt x="72" y="5630"/>
                  </a:lnTo>
                  <a:lnTo>
                    <a:pt x="39" y="5579"/>
                  </a:lnTo>
                  <a:lnTo>
                    <a:pt x="18" y="5530"/>
                  </a:lnTo>
                  <a:lnTo>
                    <a:pt x="9" y="5493"/>
                  </a:lnTo>
                  <a:lnTo>
                    <a:pt x="2" y="5453"/>
                  </a:lnTo>
                  <a:lnTo>
                    <a:pt x="0" y="5409"/>
                  </a:lnTo>
                  <a:lnTo>
                    <a:pt x="0" y="5362"/>
                  </a:lnTo>
                  <a:lnTo>
                    <a:pt x="4" y="5316"/>
                  </a:lnTo>
                  <a:lnTo>
                    <a:pt x="11" y="5269"/>
                  </a:lnTo>
                  <a:lnTo>
                    <a:pt x="23" y="5223"/>
                  </a:lnTo>
                  <a:lnTo>
                    <a:pt x="39" y="5178"/>
                  </a:lnTo>
                  <a:lnTo>
                    <a:pt x="60" y="5136"/>
                  </a:lnTo>
                  <a:lnTo>
                    <a:pt x="83" y="5099"/>
                  </a:lnTo>
                  <a:lnTo>
                    <a:pt x="111" y="5067"/>
                  </a:lnTo>
                  <a:lnTo>
                    <a:pt x="144" y="5039"/>
                  </a:lnTo>
                  <a:lnTo>
                    <a:pt x="181" y="5018"/>
                  </a:lnTo>
                  <a:lnTo>
                    <a:pt x="223" y="5004"/>
                  </a:lnTo>
                  <a:lnTo>
                    <a:pt x="270" y="4999"/>
                  </a:lnTo>
                  <a:lnTo>
                    <a:pt x="321" y="5004"/>
                  </a:lnTo>
                  <a:lnTo>
                    <a:pt x="379" y="5020"/>
                  </a:lnTo>
                  <a:lnTo>
                    <a:pt x="439" y="5046"/>
                  </a:lnTo>
                  <a:lnTo>
                    <a:pt x="495" y="5081"/>
                  </a:lnTo>
                  <a:lnTo>
                    <a:pt x="540" y="5116"/>
                  </a:lnTo>
                  <a:lnTo>
                    <a:pt x="572" y="5153"/>
                  </a:lnTo>
                  <a:lnTo>
                    <a:pt x="593" y="5192"/>
                  </a:lnTo>
                  <a:lnTo>
                    <a:pt x="605" y="5232"/>
                  </a:lnTo>
                  <a:lnTo>
                    <a:pt x="607" y="5271"/>
                  </a:lnTo>
                  <a:lnTo>
                    <a:pt x="605" y="5309"/>
                  </a:lnTo>
                  <a:lnTo>
                    <a:pt x="595" y="5348"/>
                  </a:lnTo>
                  <a:lnTo>
                    <a:pt x="563" y="5418"/>
                  </a:lnTo>
                  <a:lnTo>
                    <a:pt x="542" y="5451"/>
                  </a:lnTo>
                  <a:lnTo>
                    <a:pt x="521" y="5481"/>
                  </a:lnTo>
                  <a:lnTo>
                    <a:pt x="500" y="5506"/>
                  </a:lnTo>
                  <a:lnTo>
                    <a:pt x="479" y="5530"/>
                  </a:lnTo>
                  <a:lnTo>
                    <a:pt x="463" y="5548"/>
                  </a:lnTo>
                  <a:lnTo>
                    <a:pt x="446" y="5562"/>
                  </a:lnTo>
                  <a:lnTo>
                    <a:pt x="435" y="5574"/>
                  </a:lnTo>
                  <a:lnTo>
                    <a:pt x="435" y="5595"/>
                  </a:lnTo>
                  <a:lnTo>
                    <a:pt x="437" y="5609"/>
                  </a:lnTo>
                  <a:lnTo>
                    <a:pt x="442" y="5625"/>
                  </a:lnTo>
                  <a:lnTo>
                    <a:pt x="446" y="5644"/>
                  </a:lnTo>
                  <a:lnTo>
                    <a:pt x="456" y="5662"/>
                  </a:lnTo>
                  <a:lnTo>
                    <a:pt x="467" y="5681"/>
                  </a:lnTo>
                  <a:lnTo>
                    <a:pt x="481" y="5697"/>
                  </a:lnTo>
                  <a:lnTo>
                    <a:pt x="500" y="5716"/>
                  </a:lnTo>
                  <a:lnTo>
                    <a:pt x="521" y="5730"/>
                  </a:lnTo>
                  <a:lnTo>
                    <a:pt x="549" y="5742"/>
                  </a:lnTo>
                  <a:lnTo>
                    <a:pt x="581" y="5749"/>
                  </a:lnTo>
                  <a:lnTo>
                    <a:pt x="619" y="5751"/>
                  </a:lnTo>
                  <a:lnTo>
                    <a:pt x="663" y="5749"/>
                  </a:lnTo>
                  <a:lnTo>
                    <a:pt x="714" y="5742"/>
                  </a:lnTo>
                  <a:lnTo>
                    <a:pt x="770" y="5728"/>
                  </a:lnTo>
                  <a:lnTo>
                    <a:pt x="835" y="5704"/>
                  </a:lnTo>
                  <a:lnTo>
                    <a:pt x="907" y="5674"/>
                  </a:lnTo>
                  <a:lnTo>
                    <a:pt x="972" y="5639"/>
                  </a:lnTo>
                  <a:lnTo>
                    <a:pt x="1031" y="5593"/>
                  </a:lnTo>
                  <a:lnTo>
                    <a:pt x="1082" y="5539"/>
                  </a:lnTo>
                  <a:lnTo>
                    <a:pt x="1128" y="5474"/>
                  </a:lnTo>
                  <a:lnTo>
                    <a:pt x="1168" y="5404"/>
                  </a:lnTo>
                  <a:lnTo>
                    <a:pt x="1203" y="5325"/>
                  </a:lnTo>
                  <a:lnTo>
                    <a:pt x="1233" y="5239"/>
                  </a:lnTo>
                  <a:lnTo>
                    <a:pt x="1259" y="5143"/>
                  </a:lnTo>
                  <a:lnTo>
                    <a:pt x="1280" y="5046"/>
                  </a:lnTo>
                  <a:lnTo>
                    <a:pt x="1296" y="4939"/>
                  </a:lnTo>
                  <a:lnTo>
                    <a:pt x="1310" y="4829"/>
                  </a:lnTo>
                  <a:lnTo>
                    <a:pt x="1319" y="4713"/>
                  </a:lnTo>
                  <a:lnTo>
                    <a:pt x="1326" y="4594"/>
                  </a:lnTo>
                  <a:lnTo>
                    <a:pt x="1331" y="4469"/>
                  </a:lnTo>
                  <a:lnTo>
                    <a:pt x="1333" y="4343"/>
                  </a:lnTo>
                  <a:lnTo>
                    <a:pt x="1336" y="4213"/>
                  </a:lnTo>
                  <a:lnTo>
                    <a:pt x="1333" y="4080"/>
                  </a:lnTo>
                  <a:lnTo>
                    <a:pt x="1331" y="3945"/>
                  </a:lnTo>
                  <a:lnTo>
                    <a:pt x="1329" y="3808"/>
                  </a:lnTo>
                  <a:lnTo>
                    <a:pt x="1329" y="3810"/>
                  </a:lnTo>
                  <a:lnTo>
                    <a:pt x="1315" y="3421"/>
                  </a:lnTo>
                  <a:lnTo>
                    <a:pt x="1303" y="3324"/>
                  </a:lnTo>
                  <a:lnTo>
                    <a:pt x="1287" y="3233"/>
                  </a:lnTo>
                  <a:lnTo>
                    <a:pt x="1266" y="3147"/>
                  </a:lnTo>
                  <a:lnTo>
                    <a:pt x="1238" y="3065"/>
                  </a:lnTo>
                  <a:lnTo>
                    <a:pt x="1203" y="2986"/>
                  </a:lnTo>
                  <a:lnTo>
                    <a:pt x="1161" y="2905"/>
                  </a:lnTo>
                  <a:lnTo>
                    <a:pt x="1133" y="2867"/>
                  </a:lnTo>
                  <a:lnTo>
                    <a:pt x="1110" y="2839"/>
                  </a:lnTo>
                  <a:lnTo>
                    <a:pt x="1091" y="2818"/>
                  </a:lnTo>
                  <a:lnTo>
                    <a:pt x="1075" y="2802"/>
                  </a:lnTo>
                  <a:lnTo>
                    <a:pt x="1107" y="2732"/>
                  </a:lnTo>
                  <a:lnTo>
                    <a:pt x="1135" y="2653"/>
                  </a:lnTo>
                  <a:lnTo>
                    <a:pt x="1161" y="2569"/>
                  </a:lnTo>
                  <a:lnTo>
                    <a:pt x="1182" y="2481"/>
                  </a:lnTo>
                  <a:lnTo>
                    <a:pt x="1198" y="2390"/>
                  </a:lnTo>
                  <a:lnTo>
                    <a:pt x="1214" y="2304"/>
                  </a:lnTo>
                  <a:lnTo>
                    <a:pt x="1226" y="2223"/>
                  </a:lnTo>
                  <a:lnTo>
                    <a:pt x="1235" y="2148"/>
                  </a:lnTo>
                  <a:lnTo>
                    <a:pt x="1238" y="1990"/>
                  </a:lnTo>
                  <a:lnTo>
                    <a:pt x="1245" y="1836"/>
                  </a:lnTo>
                  <a:lnTo>
                    <a:pt x="1254" y="1692"/>
                  </a:lnTo>
                  <a:lnTo>
                    <a:pt x="1254" y="1685"/>
                  </a:lnTo>
                  <a:lnTo>
                    <a:pt x="1270" y="1497"/>
                  </a:lnTo>
                  <a:lnTo>
                    <a:pt x="1291" y="1322"/>
                  </a:lnTo>
                  <a:lnTo>
                    <a:pt x="1317" y="1159"/>
                  </a:lnTo>
                  <a:lnTo>
                    <a:pt x="1345" y="1008"/>
                  </a:lnTo>
                  <a:lnTo>
                    <a:pt x="1380" y="868"/>
                  </a:lnTo>
                  <a:lnTo>
                    <a:pt x="1417" y="740"/>
                  </a:lnTo>
                  <a:lnTo>
                    <a:pt x="1459" y="622"/>
                  </a:lnTo>
                  <a:lnTo>
                    <a:pt x="1505" y="512"/>
                  </a:lnTo>
                  <a:lnTo>
                    <a:pt x="1557" y="414"/>
                  </a:lnTo>
                  <a:lnTo>
                    <a:pt x="1610" y="326"/>
                  </a:lnTo>
                  <a:lnTo>
                    <a:pt x="1666" y="245"/>
                  </a:lnTo>
                  <a:lnTo>
                    <a:pt x="1727" y="172"/>
                  </a:lnTo>
                  <a:lnTo>
                    <a:pt x="1792" y="107"/>
                  </a:lnTo>
                  <a:lnTo>
                    <a:pt x="1859" y="51"/>
                  </a:lnTo>
                  <a:lnTo>
                    <a:pt x="1929" y="0"/>
                  </a:lnTo>
                  <a:close/>
                </a:path>
              </a:pathLst>
            </a:custGeom>
            <a:solidFill>
              <a:srgbClr val="FFFFFF"/>
            </a:solidFill>
            <a:ln w="0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</p:grpSp>
      <p:sp>
        <p:nvSpPr>
          <p:cNvPr id="74762" name="Rectangle 30"/>
          <p:cNvSpPr>
            <a:spLocks noGrp="1" noChangeArrowheads="1"/>
          </p:cNvSpPr>
          <p:nvPr>
            <p:ph type="title"/>
          </p:nvPr>
        </p:nvSpPr>
        <p:spPr bwMode="auto">
          <a:xfrm>
            <a:off x="493294" y="6160168"/>
            <a:ext cx="9071812" cy="98792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101858" tIns="50929" rIns="101858" bIns="50929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edit Master title style</a:t>
            </a:r>
          </a:p>
        </p:txBody>
      </p:sp>
      <p:sp>
        <p:nvSpPr>
          <p:cNvPr id="46" name="Rectangle 20"/>
          <p:cNvSpPr>
            <a:spLocks noChangeArrowheads="1"/>
          </p:cNvSpPr>
          <p:nvPr userDrawn="1"/>
        </p:nvSpPr>
        <p:spPr bwMode="auto">
          <a:xfrm>
            <a:off x="228600" y="231774"/>
            <a:ext cx="9601200" cy="7315200"/>
          </a:xfrm>
          <a:prstGeom prst="rect">
            <a:avLst/>
          </a:prstGeom>
          <a:noFill/>
          <a:ln w="19050" cmpd="sng">
            <a:solidFill>
              <a:srgbClr val="EFEBE4"/>
            </a:solidFill>
            <a:miter lim="800000"/>
            <a:headEnd/>
            <a:tailEnd/>
          </a:ln>
        </p:spPr>
        <p:txBody>
          <a:bodyPr wrap="none" lIns="101847" tIns="50923" rIns="101847" bIns="50923" anchor="ctr"/>
          <a:lstStyle/>
          <a:p>
            <a:pPr>
              <a:defRPr/>
            </a:pPr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timing>
    <p:tnLst>
      <p:par>
        <p:cTn id="1" dur="indefinite" restart="never" nodeType="tmRoot"/>
      </p:par>
    </p:tnLst>
  </p:timing>
  <p:txStyles>
    <p:titleStyle>
      <a:lvl1pPr algn="ctr" rtl="0" eaLnBrk="0" fontAlgn="base" hangingPunct="0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Calibri" pitchFamily="34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Calibri" pitchFamily="34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Calibri" pitchFamily="34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Calibri" pitchFamily="34" charset="0"/>
        </a:defRPr>
      </a:lvl5pPr>
      <a:lvl6pPr marL="509292" algn="ctr" rtl="0" fontAlgn="base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Calibri" pitchFamily="34" charset="0"/>
        </a:defRPr>
      </a:lvl6pPr>
      <a:lvl7pPr marL="1018586" algn="ctr" rtl="0" fontAlgn="base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Calibri" pitchFamily="34" charset="0"/>
        </a:defRPr>
      </a:lvl7pPr>
      <a:lvl8pPr marL="1527879" algn="ctr" rtl="0" fontAlgn="base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Calibri" pitchFamily="34" charset="0"/>
        </a:defRPr>
      </a:lvl8pPr>
      <a:lvl9pPr marL="2037173" algn="ctr" rtl="0" fontAlgn="base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Calibri" pitchFamily="34" charset="0"/>
        </a:defRPr>
      </a:lvl9pPr>
    </p:titleStyle>
    <p:bodyStyle>
      <a:lvl1pPr marL="380202" indent="-380202" algn="l" rtl="0" eaLnBrk="0" fontAlgn="base" hangingPunct="0">
        <a:spcBef>
          <a:spcPct val="20000"/>
        </a:spcBef>
        <a:spcAft>
          <a:spcPct val="0"/>
        </a:spcAft>
        <a:buChar char="•"/>
        <a:defRPr sz="3600">
          <a:solidFill>
            <a:schemeClr val="tx1"/>
          </a:solidFill>
          <a:latin typeface="+mn-lt"/>
          <a:ea typeface="+mn-ea"/>
          <a:cs typeface="+mn-cs"/>
        </a:defRPr>
      </a:lvl1pPr>
      <a:lvl2pPr marL="825834" indent="-316540" algn="l" rtl="0" eaLnBrk="0" fontAlgn="base" hangingPunct="0">
        <a:spcBef>
          <a:spcPct val="20000"/>
        </a:spcBef>
        <a:spcAft>
          <a:spcPct val="0"/>
        </a:spcAft>
        <a:buChar char="–"/>
        <a:defRPr sz="3100">
          <a:solidFill>
            <a:schemeClr val="tx1"/>
          </a:solidFill>
          <a:latin typeface="+mn-lt"/>
        </a:defRPr>
      </a:lvl2pPr>
      <a:lvl3pPr marL="1271465" indent="-252880" algn="l" rtl="0" eaLnBrk="0" fontAlgn="base" hangingPunct="0">
        <a:spcBef>
          <a:spcPct val="20000"/>
        </a:spcBef>
        <a:spcAft>
          <a:spcPct val="0"/>
        </a:spcAft>
        <a:buChar char="•"/>
        <a:defRPr sz="2700">
          <a:solidFill>
            <a:schemeClr val="tx1"/>
          </a:solidFill>
          <a:latin typeface="+mn-lt"/>
        </a:defRPr>
      </a:lvl3pPr>
      <a:lvl4pPr marL="1780758" indent="-252880" algn="l" rtl="0" eaLnBrk="0" fontAlgn="base" hangingPunct="0">
        <a:spcBef>
          <a:spcPct val="20000"/>
        </a:spcBef>
        <a:spcAft>
          <a:spcPct val="0"/>
        </a:spcAft>
        <a:buChar char="–"/>
        <a:defRPr sz="2200">
          <a:solidFill>
            <a:schemeClr val="tx1"/>
          </a:solidFill>
          <a:latin typeface="+mn-lt"/>
        </a:defRPr>
      </a:lvl4pPr>
      <a:lvl5pPr marL="2290051" indent="-252880" algn="l" rtl="0" eaLnBrk="0" fontAlgn="base" hangingPunct="0">
        <a:spcBef>
          <a:spcPct val="20000"/>
        </a:spcBef>
        <a:spcAft>
          <a:spcPct val="0"/>
        </a:spcAft>
        <a:buChar char="»"/>
        <a:defRPr sz="2200">
          <a:solidFill>
            <a:schemeClr val="tx1"/>
          </a:solidFill>
          <a:latin typeface="+mn-lt"/>
        </a:defRPr>
      </a:lvl5pPr>
      <a:lvl6pPr marL="2799345" indent="-252880" algn="l" rtl="0" fontAlgn="base">
        <a:spcBef>
          <a:spcPct val="20000"/>
        </a:spcBef>
        <a:spcAft>
          <a:spcPct val="0"/>
        </a:spcAft>
        <a:buChar char="»"/>
        <a:defRPr sz="2200">
          <a:solidFill>
            <a:schemeClr val="tx1"/>
          </a:solidFill>
          <a:latin typeface="+mn-lt"/>
        </a:defRPr>
      </a:lvl6pPr>
      <a:lvl7pPr marL="3308637" indent="-252880" algn="l" rtl="0" fontAlgn="base">
        <a:spcBef>
          <a:spcPct val="20000"/>
        </a:spcBef>
        <a:spcAft>
          <a:spcPct val="0"/>
        </a:spcAft>
        <a:buChar char="»"/>
        <a:defRPr sz="2200">
          <a:solidFill>
            <a:schemeClr val="tx1"/>
          </a:solidFill>
          <a:latin typeface="+mn-lt"/>
        </a:defRPr>
      </a:lvl7pPr>
      <a:lvl8pPr marL="3817931" indent="-252880" algn="l" rtl="0" fontAlgn="base">
        <a:spcBef>
          <a:spcPct val="20000"/>
        </a:spcBef>
        <a:spcAft>
          <a:spcPct val="0"/>
        </a:spcAft>
        <a:buChar char="»"/>
        <a:defRPr sz="2200">
          <a:solidFill>
            <a:schemeClr val="tx1"/>
          </a:solidFill>
          <a:latin typeface="+mn-lt"/>
        </a:defRPr>
      </a:lvl8pPr>
      <a:lvl9pPr marL="4327224" indent="-252880" algn="l" rtl="0" fontAlgn="base">
        <a:spcBef>
          <a:spcPct val="20000"/>
        </a:spcBef>
        <a:spcAft>
          <a:spcPct val="0"/>
        </a:spcAft>
        <a:buChar char="»"/>
        <a:defRPr sz="22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509292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018586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527879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37173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46466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3055758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565052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4074344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9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1809115" y="1313395"/>
            <a:ext cx="8071168" cy="514921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101847" tIns="50923" rIns="101847" bIns="50923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68703" name="Line 31"/>
          <p:cNvSpPr>
            <a:spLocks noChangeShapeType="1"/>
          </p:cNvSpPr>
          <p:nvPr/>
        </p:nvSpPr>
        <p:spPr bwMode="auto">
          <a:xfrm>
            <a:off x="1789907" y="1394357"/>
            <a:ext cx="0" cy="5849725"/>
          </a:xfrm>
          <a:prstGeom prst="line">
            <a:avLst/>
          </a:prstGeom>
          <a:noFill/>
          <a:ln w="3175">
            <a:solidFill>
              <a:schemeClr val="accent1"/>
            </a:solidFill>
            <a:round/>
            <a:headEnd/>
            <a:tailEnd/>
          </a:ln>
          <a:effectLst/>
        </p:spPr>
        <p:txBody>
          <a:bodyPr lIns="101858" tIns="50929" rIns="101858" bIns="50929"/>
          <a:lstStyle/>
          <a:p>
            <a:pPr>
              <a:defRPr/>
            </a:pPr>
            <a:endParaRPr lang="en-US" dirty="0">
              <a:solidFill>
                <a:srgbClr val="000000"/>
              </a:solidFill>
            </a:endParaRPr>
          </a:p>
        </p:txBody>
      </p:sp>
      <p:sp>
        <p:nvSpPr>
          <p:cNvPr id="45" name="Line 54"/>
          <p:cNvSpPr>
            <a:spLocks noChangeShapeType="1"/>
          </p:cNvSpPr>
          <p:nvPr userDrawn="1"/>
        </p:nvSpPr>
        <p:spPr bwMode="auto">
          <a:xfrm>
            <a:off x="43657" y="1126278"/>
            <a:ext cx="9971088" cy="0"/>
          </a:xfrm>
          <a:prstGeom prst="line">
            <a:avLst/>
          </a:prstGeom>
          <a:noFill/>
          <a:ln w="3175">
            <a:solidFill>
              <a:schemeClr val="bg1"/>
            </a:solidFill>
            <a:round/>
            <a:headEnd/>
            <a:tailEnd/>
          </a:ln>
          <a:effectLst/>
        </p:spPr>
        <p:txBody>
          <a:bodyPr lIns="101847" tIns="50923" rIns="101847" bIns="50923"/>
          <a:lstStyle/>
          <a:p>
            <a:pPr>
              <a:defRPr/>
            </a:pPr>
            <a:endParaRPr lang="en-US" dirty="0">
              <a:solidFill>
                <a:srgbClr val="000000"/>
              </a:solidFill>
            </a:endParaRPr>
          </a:p>
        </p:txBody>
      </p:sp>
      <p:sp>
        <p:nvSpPr>
          <p:cNvPr id="21" name="Rectangle 51"/>
          <p:cNvSpPr>
            <a:spLocks noChangeArrowheads="1"/>
          </p:cNvSpPr>
          <p:nvPr userDrawn="1"/>
        </p:nvSpPr>
        <p:spPr bwMode="auto">
          <a:xfrm>
            <a:off x="228600" y="230122"/>
            <a:ext cx="9601200" cy="649224"/>
          </a:xfrm>
          <a:prstGeom prst="rect">
            <a:avLst/>
          </a:prstGeom>
          <a:solidFill>
            <a:srgbClr val="2E398A"/>
          </a:solidFill>
          <a:ln w="9525">
            <a:noFill/>
            <a:miter lim="800000"/>
            <a:headEnd/>
            <a:tailEnd/>
          </a:ln>
          <a:effectLst/>
        </p:spPr>
        <p:txBody>
          <a:bodyPr wrap="none" lIns="101847" tIns="50923" rIns="101847" bIns="50923" anchor="ctr"/>
          <a:lstStyle/>
          <a:p>
            <a:pPr>
              <a:defRPr/>
            </a:pPr>
            <a:endParaRPr lang="en-US" dirty="0"/>
          </a:p>
        </p:txBody>
      </p:sp>
      <p:sp>
        <p:nvSpPr>
          <p:cNvPr id="22" name="Line 54"/>
          <p:cNvSpPr>
            <a:spLocks noChangeShapeType="1"/>
          </p:cNvSpPr>
          <p:nvPr userDrawn="1"/>
        </p:nvSpPr>
        <p:spPr bwMode="auto">
          <a:xfrm>
            <a:off x="43657" y="1126278"/>
            <a:ext cx="9971088" cy="0"/>
          </a:xfrm>
          <a:prstGeom prst="line">
            <a:avLst/>
          </a:prstGeom>
          <a:noFill/>
          <a:ln w="3175">
            <a:solidFill>
              <a:schemeClr val="bg1"/>
            </a:solidFill>
            <a:round/>
            <a:headEnd/>
            <a:tailEnd/>
          </a:ln>
          <a:effectLst/>
        </p:spPr>
        <p:txBody>
          <a:bodyPr lIns="101847" tIns="50923" rIns="101847" bIns="50923"/>
          <a:lstStyle/>
          <a:p>
            <a:pPr>
              <a:defRPr/>
            </a:pPr>
            <a:endParaRPr lang="en-US" dirty="0"/>
          </a:p>
        </p:txBody>
      </p:sp>
      <p:sp>
        <p:nvSpPr>
          <p:cNvPr id="23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2518975" y="220861"/>
            <a:ext cx="7280116" cy="64410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101847" tIns="50923" rIns="101847" bIns="50923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dirty="0" smtClean="0"/>
              <a:t>Click to edit Master title style</a:t>
            </a:r>
          </a:p>
        </p:txBody>
      </p:sp>
      <p:pic>
        <p:nvPicPr>
          <p:cNvPr id="49" name="Picture 20" descr="Cello_LOGO_Horizontal_Short.png"/>
          <p:cNvPicPr>
            <a:picLocks noChangeAspect="1"/>
          </p:cNvPicPr>
          <p:nvPr userDrawn="1"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320821" y="322236"/>
            <a:ext cx="2416810" cy="45159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4" name="Rectangle 200"/>
          <p:cNvSpPr>
            <a:spLocks noChangeArrowheads="1"/>
          </p:cNvSpPr>
          <p:nvPr userDrawn="1"/>
        </p:nvSpPr>
        <p:spPr bwMode="auto">
          <a:xfrm>
            <a:off x="228602" y="7333576"/>
            <a:ext cx="827723" cy="213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lIns="0" tIns="0" rIns="0" bIns="0" anchor="b"/>
          <a:lstStyle/>
          <a:p>
            <a:pPr algn="l">
              <a:defRPr/>
            </a:pPr>
            <a:r>
              <a:rPr lang="en-US" sz="900" b="1" dirty="0">
                <a:solidFill>
                  <a:schemeClr val="tx2"/>
                </a:solidFill>
                <a:latin typeface="Calibri" pitchFamily="34" charset="0"/>
              </a:rPr>
              <a:t>PAGE </a:t>
            </a:r>
            <a:fld id="{54B17DE0-6D87-48AB-BBA0-9128AA86CC3B}" type="slidenum">
              <a:rPr lang="en-US" sz="900" b="1">
                <a:solidFill>
                  <a:schemeClr val="tx2"/>
                </a:solidFill>
                <a:latin typeface="Calibri" pitchFamily="34" charset="0"/>
              </a:rPr>
              <a:pPr algn="l">
                <a:defRPr/>
              </a:pPr>
              <a:t>‹#›</a:t>
            </a:fld>
            <a:endParaRPr lang="en-US" sz="900" b="1" dirty="0">
              <a:solidFill>
                <a:schemeClr val="tx2"/>
              </a:solidFill>
              <a:latin typeface="Calibri" pitchFamily="34" charset="0"/>
            </a:endParaRPr>
          </a:p>
        </p:txBody>
      </p:sp>
      <p:cxnSp>
        <p:nvCxnSpPr>
          <p:cNvPr id="34" name="Straight Connector 33"/>
          <p:cNvCxnSpPr/>
          <p:nvPr userDrawn="1"/>
        </p:nvCxnSpPr>
        <p:spPr>
          <a:xfrm>
            <a:off x="228600" y="7240271"/>
            <a:ext cx="9601200" cy="0"/>
          </a:xfrm>
          <a:prstGeom prst="line">
            <a:avLst/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51" r:id="rId1"/>
  </p:sldLayoutIdLst>
  <p:timing>
    <p:tnLst>
      <p:par>
        <p:cTn id="1" dur="indefinite" restart="never" nodeType="tmRoot"/>
      </p:par>
    </p:tnLst>
  </p:timing>
  <p:txStyles>
    <p:titleStyle>
      <a:lvl1pPr algn="r" rtl="0" eaLnBrk="0" fontAlgn="base" hangingPunct="0">
        <a:spcBef>
          <a:spcPct val="0"/>
        </a:spcBef>
        <a:spcAft>
          <a:spcPct val="0"/>
        </a:spcAft>
        <a:defRPr sz="1400" b="1">
          <a:solidFill>
            <a:schemeClr val="bg1"/>
          </a:solidFill>
          <a:latin typeface="+mj-lt"/>
          <a:ea typeface="+mj-ea"/>
          <a:cs typeface="+mj-cs"/>
        </a:defRPr>
      </a:lvl1pPr>
      <a:lvl2pPr algn="r" rtl="0" eaLnBrk="0" fontAlgn="base" hangingPunct="0">
        <a:spcBef>
          <a:spcPct val="0"/>
        </a:spcBef>
        <a:spcAft>
          <a:spcPct val="0"/>
        </a:spcAft>
        <a:defRPr sz="1400" b="1">
          <a:solidFill>
            <a:schemeClr val="bg1"/>
          </a:solidFill>
          <a:latin typeface="Calibri" pitchFamily="34" charset="0"/>
        </a:defRPr>
      </a:lvl2pPr>
      <a:lvl3pPr algn="r" rtl="0" eaLnBrk="0" fontAlgn="base" hangingPunct="0">
        <a:spcBef>
          <a:spcPct val="0"/>
        </a:spcBef>
        <a:spcAft>
          <a:spcPct val="0"/>
        </a:spcAft>
        <a:defRPr sz="1400" b="1">
          <a:solidFill>
            <a:schemeClr val="bg1"/>
          </a:solidFill>
          <a:latin typeface="Calibri" pitchFamily="34" charset="0"/>
        </a:defRPr>
      </a:lvl3pPr>
      <a:lvl4pPr algn="r" rtl="0" eaLnBrk="0" fontAlgn="base" hangingPunct="0">
        <a:spcBef>
          <a:spcPct val="0"/>
        </a:spcBef>
        <a:spcAft>
          <a:spcPct val="0"/>
        </a:spcAft>
        <a:defRPr sz="1400" b="1">
          <a:solidFill>
            <a:schemeClr val="bg1"/>
          </a:solidFill>
          <a:latin typeface="Calibri" pitchFamily="34" charset="0"/>
        </a:defRPr>
      </a:lvl4pPr>
      <a:lvl5pPr algn="r" rtl="0" eaLnBrk="0" fontAlgn="base" hangingPunct="0">
        <a:spcBef>
          <a:spcPct val="0"/>
        </a:spcBef>
        <a:spcAft>
          <a:spcPct val="0"/>
        </a:spcAft>
        <a:defRPr sz="1400" b="1">
          <a:solidFill>
            <a:schemeClr val="bg1"/>
          </a:solidFill>
          <a:latin typeface="Calibri" pitchFamily="34" charset="0"/>
        </a:defRPr>
      </a:lvl5pPr>
      <a:lvl6pPr marL="509292" algn="r" rtl="0" fontAlgn="base">
        <a:spcBef>
          <a:spcPct val="0"/>
        </a:spcBef>
        <a:spcAft>
          <a:spcPct val="0"/>
        </a:spcAft>
        <a:defRPr sz="1900">
          <a:solidFill>
            <a:schemeClr val="bg1"/>
          </a:solidFill>
          <a:latin typeface="Calibri" pitchFamily="34" charset="0"/>
        </a:defRPr>
      </a:lvl6pPr>
      <a:lvl7pPr marL="1018586" algn="r" rtl="0" fontAlgn="base">
        <a:spcBef>
          <a:spcPct val="0"/>
        </a:spcBef>
        <a:spcAft>
          <a:spcPct val="0"/>
        </a:spcAft>
        <a:defRPr sz="1900">
          <a:solidFill>
            <a:schemeClr val="bg1"/>
          </a:solidFill>
          <a:latin typeface="Calibri" pitchFamily="34" charset="0"/>
        </a:defRPr>
      </a:lvl7pPr>
      <a:lvl8pPr marL="1527879" algn="r" rtl="0" fontAlgn="base">
        <a:spcBef>
          <a:spcPct val="0"/>
        </a:spcBef>
        <a:spcAft>
          <a:spcPct val="0"/>
        </a:spcAft>
        <a:defRPr sz="1900">
          <a:solidFill>
            <a:schemeClr val="bg1"/>
          </a:solidFill>
          <a:latin typeface="Calibri" pitchFamily="34" charset="0"/>
        </a:defRPr>
      </a:lvl8pPr>
      <a:lvl9pPr marL="2037173" algn="r" rtl="0" fontAlgn="base">
        <a:spcBef>
          <a:spcPct val="0"/>
        </a:spcBef>
        <a:spcAft>
          <a:spcPct val="0"/>
        </a:spcAft>
        <a:defRPr sz="1900">
          <a:solidFill>
            <a:schemeClr val="bg1"/>
          </a:solidFill>
          <a:latin typeface="Calibri" pitchFamily="34" charset="0"/>
        </a:defRPr>
      </a:lvl9pPr>
    </p:titleStyle>
    <p:bodyStyle>
      <a:lvl1pPr algn="just" rtl="0" eaLnBrk="0" fontAlgn="base" hangingPunct="0">
        <a:spcBef>
          <a:spcPct val="47000"/>
        </a:spcBef>
        <a:spcAft>
          <a:spcPct val="0"/>
        </a:spcAft>
        <a:buClr>
          <a:schemeClr val="tx2"/>
        </a:buClr>
        <a:defRPr sz="1200">
          <a:solidFill>
            <a:schemeClr val="tx1"/>
          </a:solidFill>
          <a:latin typeface="+mn-lt"/>
          <a:ea typeface="+mn-ea"/>
          <a:cs typeface="+mn-cs"/>
        </a:defRPr>
      </a:lvl1pPr>
      <a:lvl2pPr marL="1769" algn="l" rtl="0" eaLnBrk="0" fontAlgn="base" hangingPunct="0">
        <a:spcBef>
          <a:spcPct val="47000"/>
        </a:spcBef>
        <a:spcAft>
          <a:spcPct val="0"/>
        </a:spcAft>
        <a:buClr>
          <a:schemeClr val="tx2"/>
        </a:buClr>
        <a:buFont typeface="Times" pitchFamily="18" charset="0"/>
        <a:defRPr sz="1200">
          <a:solidFill>
            <a:schemeClr val="tx1"/>
          </a:solidFill>
          <a:latin typeface="+mn-lt"/>
        </a:defRPr>
      </a:lvl2pPr>
      <a:lvl3pPr marL="3538" algn="l" rtl="0" eaLnBrk="0" fontAlgn="base" hangingPunct="0">
        <a:spcBef>
          <a:spcPct val="20000"/>
        </a:spcBef>
        <a:spcAft>
          <a:spcPct val="0"/>
        </a:spcAft>
        <a:buClr>
          <a:schemeClr val="tx2"/>
        </a:buClr>
        <a:buFont typeface="Times" pitchFamily="18" charset="0"/>
        <a:defRPr sz="1200">
          <a:solidFill>
            <a:schemeClr val="tx1"/>
          </a:solidFill>
          <a:latin typeface="+mn-lt"/>
        </a:defRPr>
      </a:lvl3pPr>
      <a:lvl4pPr marL="1780758" indent="-252880" algn="l" rtl="0" eaLnBrk="0" fontAlgn="base" hangingPunct="0">
        <a:spcBef>
          <a:spcPct val="20000"/>
        </a:spcBef>
        <a:spcAft>
          <a:spcPct val="0"/>
        </a:spcAft>
        <a:buChar char="–"/>
        <a:defRPr sz="1600">
          <a:solidFill>
            <a:schemeClr val="tx1"/>
          </a:solidFill>
          <a:latin typeface="Arial" charset="0"/>
        </a:defRPr>
      </a:lvl4pPr>
      <a:lvl5pPr marL="2290051" indent="-252880" algn="l" rtl="0" eaLnBrk="0" fontAlgn="base" hangingPunct="0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Arial" charset="0"/>
        </a:defRPr>
      </a:lvl5pPr>
      <a:lvl6pPr marL="2799345" indent="-252880" algn="l" rtl="0" fontAlgn="base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Arial" charset="0"/>
        </a:defRPr>
      </a:lvl6pPr>
      <a:lvl7pPr marL="3308637" indent="-252880" algn="l" rtl="0" fontAlgn="base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Arial" charset="0"/>
        </a:defRPr>
      </a:lvl7pPr>
      <a:lvl8pPr marL="3817931" indent="-252880" algn="l" rtl="0" fontAlgn="base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Arial" charset="0"/>
        </a:defRPr>
      </a:lvl8pPr>
      <a:lvl9pPr marL="4327224" indent="-252880" algn="l" rtl="0" fontAlgn="base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Arial" charset="0"/>
        </a:defRPr>
      </a:lvl9pPr>
    </p:bodyStyle>
    <p:otherStyle>
      <a:defPPr>
        <a:defRPr lang="en-US"/>
      </a:defPPr>
      <a:lvl1pPr marL="0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509292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018586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527879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37173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46466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3055758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565052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4074344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0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" name="Picture 33" descr="Cello_CoverDesigns_FINAL_2-02"/>
          <p:cNvPicPr>
            <a:picLocks noChangeAspect="1" noChangeArrowheads="1"/>
          </p:cNvPicPr>
          <p:nvPr userDrawn="1"/>
        </p:nvPicPr>
        <p:blipFill>
          <a:blip r:embed="rId3" cstate="print"/>
          <a:srcRect b="13019"/>
          <a:stretch>
            <a:fillRect/>
          </a:stretch>
        </p:blipFill>
        <p:spPr bwMode="auto">
          <a:xfrm>
            <a:off x="228600" y="788038"/>
            <a:ext cx="9601200" cy="385374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9" name="Rectangle 48"/>
          <p:cNvSpPr>
            <a:spLocks noChangeArrowheads="1"/>
          </p:cNvSpPr>
          <p:nvPr userDrawn="1"/>
        </p:nvSpPr>
        <p:spPr bwMode="auto">
          <a:xfrm>
            <a:off x="228600" y="7136284"/>
            <a:ext cx="9601200" cy="401215"/>
          </a:xfrm>
          <a:prstGeom prst="rect">
            <a:avLst/>
          </a:prstGeom>
          <a:gradFill rotWithShape="1">
            <a:gsLst>
              <a:gs pos="0">
                <a:schemeClr val="accent1"/>
              </a:gs>
              <a:gs pos="100000">
                <a:schemeClr val="tx2"/>
              </a:gs>
            </a:gsLst>
            <a:lin ang="0" scaled="1"/>
          </a:gradFill>
          <a:ln w="9525">
            <a:noFill/>
            <a:miter lim="800000"/>
            <a:headEnd/>
            <a:tailEnd/>
          </a:ln>
          <a:effectLst/>
        </p:spPr>
        <p:txBody>
          <a:bodyPr wrap="none" lIns="101858" tIns="50929" rIns="101858" bIns="50929" anchor="ctr"/>
          <a:lstStyle/>
          <a:p>
            <a:endParaRPr lang="en-US" dirty="0"/>
          </a:p>
        </p:txBody>
      </p:sp>
      <p:sp>
        <p:nvSpPr>
          <p:cNvPr id="30" name="Rectangle 50"/>
          <p:cNvSpPr>
            <a:spLocks noChangeArrowheads="1"/>
          </p:cNvSpPr>
          <p:nvPr userDrawn="1"/>
        </p:nvSpPr>
        <p:spPr bwMode="auto">
          <a:xfrm flipV="1">
            <a:off x="228600" y="4967500"/>
            <a:ext cx="9601200" cy="401214"/>
          </a:xfrm>
          <a:prstGeom prst="rect">
            <a:avLst/>
          </a:prstGeom>
          <a:gradFill rotWithShape="1">
            <a:gsLst>
              <a:gs pos="0">
                <a:schemeClr val="accent1"/>
              </a:gs>
              <a:gs pos="100000">
                <a:schemeClr val="tx2"/>
              </a:gs>
            </a:gsLst>
            <a:lin ang="0" scaled="1"/>
          </a:gradFill>
          <a:ln w="9525">
            <a:noFill/>
            <a:miter lim="800000"/>
            <a:headEnd/>
            <a:tailEnd/>
          </a:ln>
          <a:effectLst/>
        </p:spPr>
        <p:txBody>
          <a:bodyPr wrap="none" lIns="91418" tIns="45710" rIns="91418" bIns="45710" anchor="ctr"/>
          <a:lstStyle/>
          <a:p>
            <a:endParaRPr lang="en-US" dirty="0"/>
          </a:p>
        </p:txBody>
      </p:sp>
      <p:grpSp>
        <p:nvGrpSpPr>
          <p:cNvPr id="31" name="Group 33"/>
          <p:cNvGrpSpPr>
            <a:grpSpLocks/>
          </p:cNvGrpSpPr>
          <p:nvPr userDrawn="1"/>
        </p:nvGrpSpPr>
        <p:grpSpPr bwMode="auto">
          <a:xfrm>
            <a:off x="1011082" y="3986954"/>
            <a:ext cx="2175828" cy="2880466"/>
            <a:chOff x="2173" y="2091"/>
            <a:chExt cx="1436" cy="1845"/>
          </a:xfrm>
        </p:grpSpPr>
        <p:sp>
          <p:nvSpPr>
            <p:cNvPr id="32" name="Freeform 23"/>
            <p:cNvSpPr>
              <a:spLocks/>
            </p:cNvSpPr>
            <p:nvPr userDrawn="1"/>
          </p:nvSpPr>
          <p:spPr bwMode="auto">
            <a:xfrm>
              <a:off x="2191" y="3620"/>
              <a:ext cx="280" cy="316"/>
            </a:xfrm>
            <a:custGeom>
              <a:avLst/>
              <a:gdLst/>
              <a:ahLst/>
              <a:cxnLst>
                <a:cxn ang="0">
                  <a:pos x="828" y="5"/>
                </a:cxn>
                <a:cxn ang="0">
                  <a:pos x="996" y="23"/>
                </a:cxn>
                <a:cxn ang="0">
                  <a:pos x="1126" y="42"/>
                </a:cxn>
                <a:cxn ang="0">
                  <a:pos x="1112" y="133"/>
                </a:cxn>
                <a:cxn ang="0">
                  <a:pos x="1101" y="247"/>
                </a:cxn>
                <a:cxn ang="0">
                  <a:pos x="1096" y="352"/>
                </a:cxn>
                <a:cxn ang="0">
                  <a:pos x="1070" y="361"/>
                </a:cxn>
                <a:cxn ang="0">
                  <a:pos x="1033" y="356"/>
                </a:cxn>
                <a:cxn ang="0">
                  <a:pos x="1012" y="244"/>
                </a:cxn>
                <a:cxn ang="0">
                  <a:pos x="984" y="177"/>
                </a:cxn>
                <a:cxn ang="0">
                  <a:pos x="940" y="135"/>
                </a:cxn>
                <a:cxn ang="0">
                  <a:pos x="859" y="98"/>
                </a:cxn>
                <a:cxn ang="0">
                  <a:pos x="733" y="77"/>
                </a:cxn>
                <a:cxn ang="0">
                  <a:pos x="584" y="79"/>
                </a:cxn>
                <a:cxn ang="0">
                  <a:pos x="449" y="121"/>
                </a:cxn>
                <a:cxn ang="0">
                  <a:pos x="342" y="200"/>
                </a:cxn>
                <a:cxn ang="0">
                  <a:pos x="265" y="312"/>
                </a:cxn>
                <a:cxn ang="0">
                  <a:pos x="216" y="456"/>
                </a:cxn>
                <a:cxn ang="0">
                  <a:pos x="200" y="631"/>
                </a:cxn>
                <a:cxn ang="0">
                  <a:pos x="214" y="775"/>
                </a:cxn>
                <a:cxn ang="0">
                  <a:pos x="251" y="908"/>
                </a:cxn>
                <a:cxn ang="0">
                  <a:pos x="316" y="1024"/>
                </a:cxn>
                <a:cxn ang="0">
                  <a:pos x="405" y="1117"/>
                </a:cxn>
                <a:cxn ang="0">
                  <a:pos x="521" y="1185"/>
                </a:cxn>
                <a:cxn ang="0">
                  <a:pos x="661" y="1222"/>
                </a:cxn>
                <a:cxn ang="0">
                  <a:pos x="791" y="1224"/>
                </a:cxn>
                <a:cxn ang="0">
                  <a:pos x="887" y="1201"/>
                </a:cxn>
                <a:cxn ang="0">
                  <a:pos x="961" y="1157"/>
                </a:cxn>
                <a:cxn ang="0">
                  <a:pos x="1036" y="1075"/>
                </a:cxn>
                <a:cxn ang="0">
                  <a:pos x="1112" y="959"/>
                </a:cxn>
                <a:cxn ang="0">
                  <a:pos x="1140" y="971"/>
                </a:cxn>
                <a:cxn ang="0">
                  <a:pos x="1161" y="992"/>
                </a:cxn>
                <a:cxn ang="0">
                  <a:pos x="1136" y="1066"/>
                </a:cxn>
                <a:cxn ang="0">
                  <a:pos x="1094" y="1150"/>
                </a:cxn>
                <a:cxn ang="0">
                  <a:pos x="1049" y="1222"/>
                </a:cxn>
                <a:cxn ang="0">
                  <a:pos x="1008" y="1264"/>
                </a:cxn>
                <a:cxn ang="0">
                  <a:pos x="928" y="1287"/>
                </a:cxn>
                <a:cxn ang="0">
                  <a:pos x="821" y="1306"/>
                </a:cxn>
                <a:cxn ang="0">
                  <a:pos x="700" y="1315"/>
                </a:cxn>
                <a:cxn ang="0">
                  <a:pos x="507" y="1299"/>
                </a:cxn>
                <a:cxn ang="0">
                  <a:pos x="342" y="1248"/>
                </a:cxn>
                <a:cxn ang="0">
                  <a:pos x="209" y="1164"/>
                </a:cxn>
                <a:cxn ang="0">
                  <a:pos x="107" y="1052"/>
                </a:cxn>
                <a:cxn ang="0">
                  <a:pos x="39" y="910"/>
                </a:cxn>
                <a:cxn ang="0">
                  <a:pos x="5" y="742"/>
                </a:cxn>
                <a:cxn ang="0">
                  <a:pos x="5" y="577"/>
                </a:cxn>
                <a:cxn ang="0">
                  <a:pos x="32" y="435"/>
                </a:cxn>
                <a:cxn ang="0">
                  <a:pos x="95" y="303"/>
                </a:cxn>
                <a:cxn ang="0">
                  <a:pos x="188" y="186"/>
                </a:cxn>
                <a:cxn ang="0">
                  <a:pos x="319" y="93"/>
                </a:cxn>
                <a:cxn ang="0">
                  <a:pos x="461" y="35"/>
                </a:cxn>
                <a:cxn ang="0">
                  <a:pos x="633" y="5"/>
                </a:cxn>
              </a:cxnLst>
              <a:rect l="0" t="0" r="r" b="b"/>
              <a:pathLst>
                <a:path w="1161" h="1315">
                  <a:moveTo>
                    <a:pt x="731" y="0"/>
                  </a:moveTo>
                  <a:lnTo>
                    <a:pt x="828" y="5"/>
                  </a:lnTo>
                  <a:lnTo>
                    <a:pt x="917" y="12"/>
                  </a:lnTo>
                  <a:lnTo>
                    <a:pt x="996" y="23"/>
                  </a:lnTo>
                  <a:lnTo>
                    <a:pt x="1066" y="35"/>
                  </a:lnTo>
                  <a:lnTo>
                    <a:pt x="1126" y="42"/>
                  </a:lnTo>
                  <a:lnTo>
                    <a:pt x="1119" y="84"/>
                  </a:lnTo>
                  <a:lnTo>
                    <a:pt x="1112" y="133"/>
                  </a:lnTo>
                  <a:lnTo>
                    <a:pt x="1108" y="189"/>
                  </a:lnTo>
                  <a:lnTo>
                    <a:pt x="1101" y="247"/>
                  </a:lnTo>
                  <a:lnTo>
                    <a:pt x="1098" y="303"/>
                  </a:lnTo>
                  <a:lnTo>
                    <a:pt x="1096" y="352"/>
                  </a:lnTo>
                  <a:lnTo>
                    <a:pt x="1087" y="356"/>
                  </a:lnTo>
                  <a:lnTo>
                    <a:pt x="1070" y="361"/>
                  </a:lnTo>
                  <a:lnTo>
                    <a:pt x="1040" y="361"/>
                  </a:lnTo>
                  <a:lnTo>
                    <a:pt x="1033" y="356"/>
                  </a:lnTo>
                  <a:lnTo>
                    <a:pt x="1024" y="293"/>
                  </a:lnTo>
                  <a:lnTo>
                    <a:pt x="1012" y="244"/>
                  </a:lnTo>
                  <a:lnTo>
                    <a:pt x="1001" y="207"/>
                  </a:lnTo>
                  <a:lnTo>
                    <a:pt x="984" y="177"/>
                  </a:lnTo>
                  <a:lnTo>
                    <a:pt x="966" y="154"/>
                  </a:lnTo>
                  <a:lnTo>
                    <a:pt x="940" y="135"/>
                  </a:lnTo>
                  <a:lnTo>
                    <a:pt x="912" y="119"/>
                  </a:lnTo>
                  <a:lnTo>
                    <a:pt x="859" y="98"/>
                  </a:lnTo>
                  <a:lnTo>
                    <a:pt x="798" y="84"/>
                  </a:lnTo>
                  <a:lnTo>
                    <a:pt x="733" y="77"/>
                  </a:lnTo>
                  <a:lnTo>
                    <a:pt x="661" y="75"/>
                  </a:lnTo>
                  <a:lnTo>
                    <a:pt x="584" y="79"/>
                  </a:lnTo>
                  <a:lnTo>
                    <a:pt x="514" y="96"/>
                  </a:lnTo>
                  <a:lnTo>
                    <a:pt x="449" y="121"/>
                  </a:lnTo>
                  <a:lnTo>
                    <a:pt x="393" y="156"/>
                  </a:lnTo>
                  <a:lnTo>
                    <a:pt x="342" y="200"/>
                  </a:lnTo>
                  <a:lnTo>
                    <a:pt x="300" y="251"/>
                  </a:lnTo>
                  <a:lnTo>
                    <a:pt x="265" y="312"/>
                  </a:lnTo>
                  <a:lnTo>
                    <a:pt x="237" y="382"/>
                  </a:lnTo>
                  <a:lnTo>
                    <a:pt x="216" y="456"/>
                  </a:lnTo>
                  <a:lnTo>
                    <a:pt x="205" y="540"/>
                  </a:lnTo>
                  <a:lnTo>
                    <a:pt x="200" y="631"/>
                  </a:lnTo>
                  <a:lnTo>
                    <a:pt x="202" y="705"/>
                  </a:lnTo>
                  <a:lnTo>
                    <a:pt x="214" y="775"/>
                  </a:lnTo>
                  <a:lnTo>
                    <a:pt x="228" y="845"/>
                  </a:lnTo>
                  <a:lnTo>
                    <a:pt x="251" y="908"/>
                  </a:lnTo>
                  <a:lnTo>
                    <a:pt x="281" y="968"/>
                  </a:lnTo>
                  <a:lnTo>
                    <a:pt x="316" y="1024"/>
                  </a:lnTo>
                  <a:lnTo>
                    <a:pt x="358" y="1075"/>
                  </a:lnTo>
                  <a:lnTo>
                    <a:pt x="405" y="1117"/>
                  </a:lnTo>
                  <a:lnTo>
                    <a:pt x="458" y="1157"/>
                  </a:lnTo>
                  <a:lnTo>
                    <a:pt x="521" y="1185"/>
                  </a:lnTo>
                  <a:lnTo>
                    <a:pt x="586" y="1208"/>
                  </a:lnTo>
                  <a:lnTo>
                    <a:pt x="661" y="1222"/>
                  </a:lnTo>
                  <a:lnTo>
                    <a:pt x="740" y="1227"/>
                  </a:lnTo>
                  <a:lnTo>
                    <a:pt x="791" y="1224"/>
                  </a:lnTo>
                  <a:lnTo>
                    <a:pt x="840" y="1215"/>
                  </a:lnTo>
                  <a:lnTo>
                    <a:pt x="887" y="1201"/>
                  </a:lnTo>
                  <a:lnTo>
                    <a:pt x="928" y="1182"/>
                  </a:lnTo>
                  <a:lnTo>
                    <a:pt x="961" y="1157"/>
                  </a:lnTo>
                  <a:lnTo>
                    <a:pt x="998" y="1122"/>
                  </a:lnTo>
                  <a:lnTo>
                    <a:pt x="1036" y="1075"/>
                  </a:lnTo>
                  <a:lnTo>
                    <a:pt x="1075" y="1022"/>
                  </a:lnTo>
                  <a:lnTo>
                    <a:pt x="1112" y="959"/>
                  </a:lnTo>
                  <a:lnTo>
                    <a:pt x="1124" y="961"/>
                  </a:lnTo>
                  <a:lnTo>
                    <a:pt x="1140" y="971"/>
                  </a:lnTo>
                  <a:lnTo>
                    <a:pt x="1154" y="980"/>
                  </a:lnTo>
                  <a:lnTo>
                    <a:pt x="1161" y="992"/>
                  </a:lnTo>
                  <a:lnTo>
                    <a:pt x="1152" y="1026"/>
                  </a:lnTo>
                  <a:lnTo>
                    <a:pt x="1136" y="1066"/>
                  </a:lnTo>
                  <a:lnTo>
                    <a:pt x="1117" y="1108"/>
                  </a:lnTo>
                  <a:lnTo>
                    <a:pt x="1094" y="1150"/>
                  </a:lnTo>
                  <a:lnTo>
                    <a:pt x="1073" y="1187"/>
                  </a:lnTo>
                  <a:lnTo>
                    <a:pt x="1049" y="1222"/>
                  </a:lnTo>
                  <a:lnTo>
                    <a:pt x="1026" y="1248"/>
                  </a:lnTo>
                  <a:lnTo>
                    <a:pt x="1008" y="1264"/>
                  </a:lnTo>
                  <a:lnTo>
                    <a:pt x="973" y="1275"/>
                  </a:lnTo>
                  <a:lnTo>
                    <a:pt x="928" y="1287"/>
                  </a:lnTo>
                  <a:lnTo>
                    <a:pt x="877" y="1296"/>
                  </a:lnTo>
                  <a:lnTo>
                    <a:pt x="821" y="1306"/>
                  </a:lnTo>
                  <a:lnTo>
                    <a:pt x="761" y="1313"/>
                  </a:lnTo>
                  <a:lnTo>
                    <a:pt x="700" y="1315"/>
                  </a:lnTo>
                  <a:lnTo>
                    <a:pt x="600" y="1310"/>
                  </a:lnTo>
                  <a:lnTo>
                    <a:pt x="507" y="1299"/>
                  </a:lnTo>
                  <a:lnTo>
                    <a:pt x="421" y="1275"/>
                  </a:lnTo>
                  <a:lnTo>
                    <a:pt x="342" y="1248"/>
                  </a:lnTo>
                  <a:lnTo>
                    <a:pt x="272" y="1210"/>
                  </a:lnTo>
                  <a:lnTo>
                    <a:pt x="209" y="1164"/>
                  </a:lnTo>
                  <a:lnTo>
                    <a:pt x="153" y="1113"/>
                  </a:lnTo>
                  <a:lnTo>
                    <a:pt x="107" y="1052"/>
                  </a:lnTo>
                  <a:lnTo>
                    <a:pt x="70" y="985"/>
                  </a:lnTo>
                  <a:lnTo>
                    <a:pt x="39" y="910"/>
                  </a:lnTo>
                  <a:lnTo>
                    <a:pt x="18" y="831"/>
                  </a:lnTo>
                  <a:lnTo>
                    <a:pt x="5" y="742"/>
                  </a:lnTo>
                  <a:lnTo>
                    <a:pt x="0" y="649"/>
                  </a:lnTo>
                  <a:lnTo>
                    <a:pt x="5" y="577"/>
                  </a:lnTo>
                  <a:lnTo>
                    <a:pt x="14" y="505"/>
                  </a:lnTo>
                  <a:lnTo>
                    <a:pt x="32" y="435"/>
                  </a:lnTo>
                  <a:lnTo>
                    <a:pt x="60" y="365"/>
                  </a:lnTo>
                  <a:lnTo>
                    <a:pt x="95" y="303"/>
                  </a:lnTo>
                  <a:lnTo>
                    <a:pt x="137" y="242"/>
                  </a:lnTo>
                  <a:lnTo>
                    <a:pt x="188" y="186"/>
                  </a:lnTo>
                  <a:lnTo>
                    <a:pt x="249" y="137"/>
                  </a:lnTo>
                  <a:lnTo>
                    <a:pt x="319" y="93"/>
                  </a:lnTo>
                  <a:lnTo>
                    <a:pt x="386" y="61"/>
                  </a:lnTo>
                  <a:lnTo>
                    <a:pt x="461" y="35"/>
                  </a:lnTo>
                  <a:lnTo>
                    <a:pt x="542" y="16"/>
                  </a:lnTo>
                  <a:lnTo>
                    <a:pt x="633" y="5"/>
                  </a:lnTo>
                  <a:lnTo>
                    <a:pt x="731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34" name="Freeform 24"/>
            <p:cNvSpPr>
              <a:spLocks/>
            </p:cNvSpPr>
            <p:nvPr userDrawn="1"/>
          </p:nvSpPr>
          <p:spPr bwMode="auto">
            <a:xfrm>
              <a:off x="2486" y="3627"/>
              <a:ext cx="256" cy="302"/>
            </a:xfrm>
            <a:custGeom>
              <a:avLst/>
              <a:gdLst/>
              <a:ahLst/>
              <a:cxnLst>
                <a:cxn ang="0">
                  <a:pos x="147" y="2"/>
                </a:cxn>
                <a:cxn ang="0">
                  <a:pos x="777" y="9"/>
                </a:cxn>
                <a:cxn ang="0">
                  <a:pos x="919" y="5"/>
                </a:cxn>
                <a:cxn ang="0">
                  <a:pos x="957" y="7"/>
                </a:cxn>
                <a:cxn ang="0">
                  <a:pos x="952" y="56"/>
                </a:cxn>
                <a:cxn ang="0">
                  <a:pos x="929" y="235"/>
                </a:cxn>
                <a:cxn ang="0">
                  <a:pos x="901" y="296"/>
                </a:cxn>
                <a:cxn ang="0">
                  <a:pos x="861" y="291"/>
                </a:cxn>
                <a:cxn ang="0">
                  <a:pos x="845" y="191"/>
                </a:cxn>
                <a:cxn ang="0">
                  <a:pos x="817" y="123"/>
                </a:cxn>
                <a:cxn ang="0">
                  <a:pos x="738" y="93"/>
                </a:cxn>
                <a:cxn ang="0">
                  <a:pos x="475" y="91"/>
                </a:cxn>
                <a:cxn ang="0">
                  <a:pos x="421" y="98"/>
                </a:cxn>
                <a:cxn ang="0">
                  <a:pos x="405" y="130"/>
                </a:cxn>
                <a:cxn ang="0">
                  <a:pos x="403" y="563"/>
                </a:cxn>
                <a:cxn ang="0">
                  <a:pos x="459" y="573"/>
                </a:cxn>
                <a:cxn ang="0">
                  <a:pos x="628" y="573"/>
                </a:cxn>
                <a:cxn ang="0">
                  <a:pos x="745" y="563"/>
                </a:cxn>
                <a:cxn ang="0">
                  <a:pos x="784" y="526"/>
                </a:cxn>
                <a:cxn ang="0">
                  <a:pos x="812" y="426"/>
                </a:cxn>
                <a:cxn ang="0">
                  <a:pos x="868" y="428"/>
                </a:cxn>
                <a:cxn ang="0">
                  <a:pos x="870" y="517"/>
                </a:cxn>
                <a:cxn ang="0">
                  <a:pos x="868" y="754"/>
                </a:cxn>
                <a:cxn ang="0">
                  <a:pos x="836" y="815"/>
                </a:cxn>
                <a:cxn ang="0">
                  <a:pos x="798" y="780"/>
                </a:cxn>
                <a:cxn ang="0">
                  <a:pos x="770" y="694"/>
                </a:cxn>
                <a:cxn ang="0">
                  <a:pos x="717" y="668"/>
                </a:cxn>
                <a:cxn ang="0">
                  <a:pos x="596" y="663"/>
                </a:cxn>
                <a:cxn ang="0">
                  <a:pos x="452" y="663"/>
                </a:cxn>
                <a:cxn ang="0">
                  <a:pos x="407" y="668"/>
                </a:cxn>
                <a:cxn ang="0">
                  <a:pos x="405" y="977"/>
                </a:cxn>
                <a:cxn ang="0">
                  <a:pos x="412" y="1110"/>
                </a:cxn>
                <a:cxn ang="0">
                  <a:pos x="454" y="1159"/>
                </a:cxn>
                <a:cxn ang="0">
                  <a:pos x="561" y="1168"/>
                </a:cxn>
                <a:cxn ang="0">
                  <a:pos x="791" y="1171"/>
                </a:cxn>
                <a:cxn ang="0">
                  <a:pos x="866" y="1143"/>
                </a:cxn>
                <a:cxn ang="0">
                  <a:pos x="924" y="1078"/>
                </a:cxn>
                <a:cxn ang="0">
                  <a:pos x="1003" y="929"/>
                </a:cxn>
                <a:cxn ang="0">
                  <a:pos x="1050" y="943"/>
                </a:cxn>
                <a:cxn ang="0">
                  <a:pos x="1045" y="1022"/>
                </a:cxn>
                <a:cxn ang="0">
                  <a:pos x="1005" y="1157"/>
                </a:cxn>
                <a:cxn ang="0">
                  <a:pos x="971" y="1238"/>
                </a:cxn>
                <a:cxn ang="0">
                  <a:pos x="926" y="1257"/>
                </a:cxn>
                <a:cxn ang="0">
                  <a:pos x="654" y="1257"/>
                </a:cxn>
                <a:cxn ang="0">
                  <a:pos x="230" y="1250"/>
                </a:cxn>
                <a:cxn ang="0">
                  <a:pos x="7" y="1257"/>
                </a:cxn>
                <a:cxn ang="0">
                  <a:pos x="2" y="1210"/>
                </a:cxn>
                <a:cxn ang="0">
                  <a:pos x="93" y="1189"/>
                </a:cxn>
                <a:cxn ang="0">
                  <a:pos x="184" y="1168"/>
                </a:cxn>
                <a:cxn ang="0">
                  <a:pos x="223" y="1105"/>
                </a:cxn>
                <a:cxn ang="0">
                  <a:pos x="230" y="1008"/>
                </a:cxn>
                <a:cxn ang="0">
                  <a:pos x="228" y="182"/>
                </a:cxn>
                <a:cxn ang="0">
                  <a:pos x="209" y="98"/>
                </a:cxn>
                <a:cxn ang="0">
                  <a:pos x="140" y="70"/>
                </a:cxn>
                <a:cxn ang="0">
                  <a:pos x="56" y="47"/>
                </a:cxn>
                <a:cxn ang="0">
                  <a:pos x="63" y="0"/>
                </a:cxn>
              </a:cxnLst>
              <a:rect l="0" t="0" r="r" b="b"/>
              <a:pathLst>
                <a:path w="1061" h="1259">
                  <a:moveTo>
                    <a:pt x="63" y="0"/>
                  </a:moveTo>
                  <a:lnTo>
                    <a:pt x="98" y="0"/>
                  </a:lnTo>
                  <a:lnTo>
                    <a:pt x="147" y="2"/>
                  </a:lnTo>
                  <a:lnTo>
                    <a:pt x="203" y="7"/>
                  </a:lnTo>
                  <a:lnTo>
                    <a:pt x="265" y="9"/>
                  </a:lnTo>
                  <a:lnTo>
                    <a:pt x="777" y="9"/>
                  </a:lnTo>
                  <a:lnTo>
                    <a:pt x="829" y="7"/>
                  </a:lnTo>
                  <a:lnTo>
                    <a:pt x="877" y="7"/>
                  </a:lnTo>
                  <a:lnTo>
                    <a:pt x="919" y="5"/>
                  </a:lnTo>
                  <a:lnTo>
                    <a:pt x="952" y="0"/>
                  </a:lnTo>
                  <a:lnTo>
                    <a:pt x="954" y="2"/>
                  </a:lnTo>
                  <a:lnTo>
                    <a:pt x="957" y="7"/>
                  </a:lnTo>
                  <a:lnTo>
                    <a:pt x="961" y="9"/>
                  </a:lnTo>
                  <a:lnTo>
                    <a:pt x="961" y="12"/>
                  </a:lnTo>
                  <a:lnTo>
                    <a:pt x="952" y="56"/>
                  </a:lnTo>
                  <a:lnTo>
                    <a:pt x="943" y="112"/>
                  </a:lnTo>
                  <a:lnTo>
                    <a:pt x="936" y="172"/>
                  </a:lnTo>
                  <a:lnTo>
                    <a:pt x="929" y="235"/>
                  </a:lnTo>
                  <a:lnTo>
                    <a:pt x="924" y="289"/>
                  </a:lnTo>
                  <a:lnTo>
                    <a:pt x="915" y="293"/>
                  </a:lnTo>
                  <a:lnTo>
                    <a:pt x="901" y="296"/>
                  </a:lnTo>
                  <a:lnTo>
                    <a:pt x="884" y="296"/>
                  </a:lnTo>
                  <a:lnTo>
                    <a:pt x="870" y="293"/>
                  </a:lnTo>
                  <a:lnTo>
                    <a:pt x="861" y="291"/>
                  </a:lnTo>
                  <a:lnTo>
                    <a:pt x="856" y="251"/>
                  </a:lnTo>
                  <a:lnTo>
                    <a:pt x="852" y="219"/>
                  </a:lnTo>
                  <a:lnTo>
                    <a:pt x="845" y="191"/>
                  </a:lnTo>
                  <a:lnTo>
                    <a:pt x="840" y="168"/>
                  </a:lnTo>
                  <a:lnTo>
                    <a:pt x="831" y="142"/>
                  </a:lnTo>
                  <a:lnTo>
                    <a:pt x="817" y="123"/>
                  </a:lnTo>
                  <a:lnTo>
                    <a:pt x="798" y="107"/>
                  </a:lnTo>
                  <a:lnTo>
                    <a:pt x="773" y="98"/>
                  </a:lnTo>
                  <a:lnTo>
                    <a:pt x="738" y="93"/>
                  </a:lnTo>
                  <a:lnTo>
                    <a:pt x="719" y="93"/>
                  </a:lnTo>
                  <a:lnTo>
                    <a:pt x="687" y="91"/>
                  </a:lnTo>
                  <a:lnTo>
                    <a:pt x="475" y="91"/>
                  </a:lnTo>
                  <a:lnTo>
                    <a:pt x="447" y="93"/>
                  </a:lnTo>
                  <a:lnTo>
                    <a:pt x="431" y="93"/>
                  </a:lnTo>
                  <a:lnTo>
                    <a:pt x="421" y="98"/>
                  </a:lnTo>
                  <a:lnTo>
                    <a:pt x="412" y="109"/>
                  </a:lnTo>
                  <a:lnTo>
                    <a:pt x="407" y="121"/>
                  </a:lnTo>
                  <a:lnTo>
                    <a:pt x="405" y="130"/>
                  </a:lnTo>
                  <a:lnTo>
                    <a:pt x="405" y="186"/>
                  </a:lnTo>
                  <a:lnTo>
                    <a:pt x="403" y="249"/>
                  </a:lnTo>
                  <a:lnTo>
                    <a:pt x="403" y="563"/>
                  </a:lnTo>
                  <a:lnTo>
                    <a:pt x="405" y="568"/>
                  </a:lnTo>
                  <a:lnTo>
                    <a:pt x="414" y="573"/>
                  </a:lnTo>
                  <a:lnTo>
                    <a:pt x="459" y="573"/>
                  </a:lnTo>
                  <a:lnTo>
                    <a:pt x="512" y="575"/>
                  </a:lnTo>
                  <a:lnTo>
                    <a:pt x="570" y="575"/>
                  </a:lnTo>
                  <a:lnTo>
                    <a:pt x="628" y="573"/>
                  </a:lnTo>
                  <a:lnTo>
                    <a:pt x="680" y="570"/>
                  </a:lnTo>
                  <a:lnTo>
                    <a:pt x="721" y="568"/>
                  </a:lnTo>
                  <a:lnTo>
                    <a:pt x="745" y="563"/>
                  </a:lnTo>
                  <a:lnTo>
                    <a:pt x="763" y="554"/>
                  </a:lnTo>
                  <a:lnTo>
                    <a:pt x="775" y="542"/>
                  </a:lnTo>
                  <a:lnTo>
                    <a:pt x="784" y="526"/>
                  </a:lnTo>
                  <a:lnTo>
                    <a:pt x="791" y="507"/>
                  </a:lnTo>
                  <a:lnTo>
                    <a:pt x="803" y="470"/>
                  </a:lnTo>
                  <a:lnTo>
                    <a:pt x="812" y="426"/>
                  </a:lnTo>
                  <a:lnTo>
                    <a:pt x="829" y="424"/>
                  </a:lnTo>
                  <a:lnTo>
                    <a:pt x="850" y="424"/>
                  </a:lnTo>
                  <a:lnTo>
                    <a:pt x="868" y="428"/>
                  </a:lnTo>
                  <a:lnTo>
                    <a:pt x="880" y="433"/>
                  </a:lnTo>
                  <a:lnTo>
                    <a:pt x="875" y="470"/>
                  </a:lnTo>
                  <a:lnTo>
                    <a:pt x="870" y="517"/>
                  </a:lnTo>
                  <a:lnTo>
                    <a:pt x="866" y="624"/>
                  </a:lnTo>
                  <a:lnTo>
                    <a:pt x="866" y="694"/>
                  </a:lnTo>
                  <a:lnTo>
                    <a:pt x="868" y="754"/>
                  </a:lnTo>
                  <a:lnTo>
                    <a:pt x="870" y="808"/>
                  </a:lnTo>
                  <a:lnTo>
                    <a:pt x="856" y="812"/>
                  </a:lnTo>
                  <a:lnTo>
                    <a:pt x="836" y="815"/>
                  </a:lnTo>
                  <a:lnTo>
                    <a:pt x="815" y="815"/>
                  </a:lnTo>
                  <a:lnTo>
                    <a:pt x="801" y="808"/>
                  </a:lnTo>
                  <a:lnTo>
                    <a:pt x="798" y="780"/>
                  </a:lnTo>
                  <a:lnTo>
                    <a:pt x="789" y="742"/>
                  </a:lnTo>
                  <a:lnTo>
                    <a:pt x="780" y="710"/>
                  </a:lnTo>
                  <a:lnTo>
                    <a:pt x="770" y="694"/>
                  </a:lnTo>
                  <a:lnTo>
                    <a:pt x="759" y="682"/>
                  </a:lnTo>
                  <a:lnTo>
                    <a:pt x="740" y="673"/>
                  </a:lnTo>
                  <a:lnTo>
                    <a:pt x="717" y="668"/>
                  </a:lnTo>
                  <a:lnTo>
                    <a:pt x="684" y="666"/>
                  </a:lnTo>
                  <a:lnTo>
                    <a:pt x="642" y="663"/>
                  </a:lnTo>
                  <a:lnTo>
                    <a:pt x="596" y="663"/>
                  </a:lnTo>
                  <a:lnTo>
                    <a:pt x="545" y="661"/>
                  </a:lnTo>
                  <a:lnTo>
                    <a:pt x="496" y="661"/>
                  </a:lnTo>
                  <a:lnTo>
                    <a:pt x="452" y="663"/>
                  </a:lnTo>
                  <a:lnTo>
                    <a:pt x="414" y="663"/>
                  </a:lnTo>
                  <a:lnTo>
                    <a:pt x="410" y="666"/>
                  </a:lnTo>
                  <a:lnTo>
                    <a:pt x="407" y="668"/>
                  </a:lnTo>
                  <a:lnTo>
                    <a:pt x="403" y="675"/>
                  </a:lnTo>
                  <a:lnTo>
                    <a:pt x="403" y="912"/>
                  </a:lnTo>
                  <a:lnTo>
                    <a:pt x="405" y="977"/>
                  </a:lnTo>
                  <a:lnTo>
                    <a:pt x="405" y="1036"/>
                  </a:lnTo>
                  <a:lnTo>
                    <a:pt x="407" y="1082"/>
                  </a:lnTo>
                  <a:lnTo>
                    <a:pt x="412" y="1110"/>
                  </a:lnTo>
                  <a:lnTo>
                    <a:pt x="421" y="1133"/>
                  </a:lnTo>
                  <a:lnTo>
                    <a:pt x="438" y="1150"/>
                  </a:lnTo>
                  <a:lnTo>
                    <a:pt x="454" y="1159"/>
                  </a:lnTo>
                  <a:lnTo>
                    <a:pt x="479" y="1164"/>
                  </a:lnTo>
                  <a:lnTo>
                    <a:pt x="517" y="1166"/>
                  </a:lnTo>
                  <a:lnTo>
                    <a:pt x="561" y="1168"/>
                  </a:lnTo>
                  <a:lnTo>
                    <a:pt x="663" y="1173"/>
                  </a:lnTo>
                  <a:lnTo>
                    <a:pt x="752" y="1173"/>
                  </a:lnTo>
                  <a:lnTo>
                    <a:pt x="791" y="1171"/>
                  </a:lnTo>
                  <a:lnTo>
                    <a:pt x="822" y="1164"/>
                  </a:lnTo>
                  <a:lnTo>
                    <a:pt x="847" y="1157"/>
                  </a:lnTo>
                  <a:lnTo>
                    <a:pt x="866" y="1143"/>
                  </a:lnTo>
                  <a:lnTo>
                    <a:pt x="884" y="1126"/>
                  </a:lnTo>
                  <a:lnTo>
                    <a:pt x="903" y="1105"/>
                  </a:lnTo>
                  <a:lnTo>
                    <a:pt x="924" y="1078"/>
                  </a:lnTo>
                  <a:lnTo>
                    <a:pt x="945" y="1045"/>
                  </a:lnTo>
                  <a:lnTo>
                    <a:pt x="987" y="966"/>
                  </a:lnTo>
                  <a:lnTo>
                    <a:pt x="1003" y="929"/>
                  </a:lnTo>
                  <a:lnTo>
                    <a:pt x="1015" y="929"/>
                  </a:lnTo>
                  <a:lnTo>
                    <a:pt x="1033" y="936"/>
                  </a:lnTo>
                  <a:lnTo>
                    <a:pt x="1050" y="943"/>
                  </a:lnTo>
                  <a:lnTo>
                    <a:pt x="1061" y="950"/>
                  </a:lnTo>
                  <a:lnTo>
                    <a:pt x="1054" y="982"/>
                  </a:lnTo>
                  <a:lnTo>
                    <a:pt x="1045" y="1022"/>
                  </a:lnTo>
                  <a:lnTo>
                    <a:pt x="1033" y="1066"/>
                  </a:lnTo>
                  <a:lnTo>
                    <a:pt x="1019" y="1112"/>
                  </a:lnTo>
                  <a:lnTo>
                    <a:pt x="1005" y="1157"/>
                  </a:lnTo>
                  <a:lnTo>
                    <a:pt x="991" y="1196"/>
                  </a:lnTo>
                  <a:lnTo>
                    <a:pt x="978" y="1226"/>
                  </a:lnTo>
                  <a:lnTo>
                    <a:pt x="971" y="1238"/>
                  </a:lnTo>
                  <a:lnTo>
                    <a:pt x="961" y="1245"/>
                  </a:lnTo>
                  <a:lnTo>
                    <a:pt x="947" y="1252"/>
                  </a:lnTo>
                  <a:lnTo>
                    <a:pt x="926" y="1257"/>
                  </a:lnTo>
                  <a:lnTo>
                    <a:pt x="896" y="1259"/>
                  </a:lnTo>
                  <a:lnTo>
                    <a:pt x="752" y="1259"/>
                  </a:lnTo>
                  <a:lnTo>
                    <a:pt x="654" y="1257"/>
                  </a:lnTo>
                  <a:lnTo>
                    <a:pt x="554" y="1252"/>
                  </a:lnTo>
                  <a:lnTo>
                    <a:pt x="445" y="1250"/>
                  </a:lnTo>
                  <a:lnTo>
                    <a:pt x="230" y="1250"/>
                  </a:lnTo>
                  <a:lnTo>
                    <a:pt x="147" y="1254"/>
                  </a:lnTo>
                  <a:lnTo>
                    <a:pt x="72" y="1257"/>
                  </a:lnTo>
                  <a:lnTo>
                    <a:pt x="7" y="1257"/>
                  </a:lnTo>
                  <a:lnTo>
                    <a:pt x="2" y="1245"/>
                  </a:lnTo>
                  <a:lnTo>
                    <a:pt x="0" y="1229"/>
                  </a:lnTo>
                  <a:lnTo>
                    <a:pt x="2" y="1210"/>
                  </a:lnTo>
                  <a:lnTo>
                    <a:pt x="7" y="1199"/>
                  </a:lnTo>
                  <a:lnTo>
                    <a:pt x="51" y="1194"/>
                  </a:lnTo>
                  <a:lnTo>
                    <a:pt x="93" y="1189"/>
                  </a:lnTo>
                  <a:lnTo>
                    <a:pt x="128" y="1185"/>
                  </a:lnTo>
                  <a:lnTo>
                    <a:pt x="158" y="1178"/>
                  </a:lnTo>
                  <a:lnTo>
                    <a:pt x="184" y="1168"/>
                  </a:lnTo>
                  <a:lnTo>
                    <a:pt x="203" y="1154"/>
                  </a:lnTo>
                  <a:lnTo>
                    <a:pt x="214" y="1133"/>
                  </a:lnTo>
                  <a:lnTo>
                    <a:pt x="223" y="1105"/>
                  </a:lnTo>
                  <a:lnTo>
                    <a:pt x="228" y="1068"/>
                  </a:lnTo>
                  <a:lnTo>
                    <a:pt x="228" y="1045"/>
                  </a:lnTo>
                  <a:lnTo>
                    <a:pt x="230" y="1008"/>
                  </a:lnTo>
                  <a:lnTo>
                    <a:pt x="230" y="244"/>
                  </a:lnTo>
                  <a:lnTo>
                    <a:pt x="228" y="205"/>
                  </a:lnTo>
                  <a:lnTo>
                    <a:pt x="228" y="182"/>
                  </a:lnTo>
                  <a:lnTo>
                    <a:pt x="226" y="144"/>
                  </a:lnTo>
                  <a:lnTo>
                    <a:pt x="219" y="116"/>
                  </a:lnTo>
                  <a:lnTo>
                    <a:pt x="209" y="98"/>
                  </a:lnTo>
                  <a:lnTo>
                    <a:pt x="193" y="86"/>
                  </a:lnTo>
                  <a:lnTo>
                    <a:pt x="168" y="77"/>
                  </a:lnTo>
                  <a:lnTo>
                    <a:pt x="140" y="70"/>
                  </a:lnTo>
                  <a:lnTo>
                    <a:pt x="102" y="63"/>
                  </a:lnTo>
                  <a:lnTo>
                    <a:pt x="61" y="58"/>
                  </a:lnTo>
                  <a:lnTo>
                    <a:pt x="56" y="47"/>
                  </a:lnTo>
                  <a:lnTo>
                    <a:pt x="54" y="30"/>
                  </a:lnTo>
                  <a:lnTo>
                    <a:pt x="58" y="12"/>
                  </a:lnTo>
                  <a:lnTo>
                    <a:pt x="63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35" name="Freeform 25"/>
            <p:cNvSpPr>
              <a:spLocks/>
            </p:cNvSpPr>
            <p:nvPr userDrawn="1"/>
          </p:nvSpPr>
          <p:spPr bwMode="auto">
            <a:xfrm>
              <a:off x="2760" y="3627"/>
              <a:ext cx="256" cy="303"/>
            </a:xfrm>
            <a:custGeom>
              <a:avLst/>
              <a:gdLst/>
              <a:ahLst/>
              <a:cxnLst>
                <a:cxn ang="0">
                  <a:pos x="74" y="0"/>
                </a:cxn>
                <a:cxn ang="0">
                  <a:pos x="165" y="5"/>
                </a:cxn>
                <a:cxn ang="0">
                  <a:pos x="370" y="7"/>
                </a:cxn>
                <a:cxn ang="0">
                  <a:pos x="479" y="3"/>
                </a:cxn>
                <a:cxn ang="0">
                  <a:pos x="547" y="0"/>
                </a:cxn>
                <a:cxn ang="0">
                  <a:pos x="554" y="31"/>
                </a:cxn>
                <a:cxn ang="0">
                  <a:pos x="547" y="59"/>
                </a:cxn>
                <a:cxn ang="0">
                  <a:pos x="486" y="68"/>
                </a:cxn>
                <a:cxn ang="0">
                  <a:pos x="444" y="75"/>
                </a:cxn>
                <a:cxn ang="0">
                  <a:pos x="405" y="98"/>
                </a:cxn>
                <a:cxn ang="0">
                  <a:pos x="391" y="133"/>
                </a:cxn>
                <a:cxn ang="0">
                  <a:pos x="386" y="200"/>
                </a:cxn>
                <a:cxn ang="0">
                  <a:pos x="384" y="331"/>
                </a:cxn>
                <a:cxn ang="0">
                  <a:pos x="381" y="498"/>
                </a:cxn>
                <a:cxn ang="0">
                  <a:pos x="384" y="982"/>
                </a:cxn>
                <a:cxn ang="0">
                  <a:pos x="388" y="1096"/>
                </a:cxn>
                <a:cxn ang="0">
                  <a:pos x="405" y="1136"/>
                </a:cxn>
                <a:cxn ang="0">
                  <a:pos x="428" y="1155"/>
                </a:cxn>
                <a:cxn ang="0">
                  <a:pos x="489" y="1164"/>
                </a:cxn>
                <a:cxn ang="0">
                  <a:pos x="582" y="1169"/>
                </a:cxn>
                <a:cxn ang="0">
                  <a:pos x="763" y="1171"/>
                </a:cxn>
                <a:cxn ang="0">
                  <a:pos x="812" y="1159"/>
                </a:cxn>
                <a:cxn ang="0">
                  <a:pos x="861" y="1124"/>
                </a:cxn>
                <a:cxn ang="0">
                  <a:pos x="907" y="1062"/>
                </a:cxn>
                <a:cxn ang="0">
                  <a:pos x="956" y="973"/>
                </a:cxn>
                <a:cxn ang="0">
                  <a:pos x="1003" y="873"/>
                </a:cxn>
                <a:cxn ang="0">
                  <a:pos x="1035" y="878"/>
                </a:cxn>
                <a:cxn ang="0">
                  <a:pos x="1063" y="896"/>
                </a:cxn>
                <a:cxn ang="0">
                  <a:pos x="1045" y="973"/>
                </a:cxn>
                <a:cxn ang="0">
                  <a:pos x="1019" y="1071"/>
                </a:cxn>
                <a:cxn ang="0">
                  <a:pos x="987" y="1164"/>
                </a:cxn>
                <a:cxn ang="0">
                  <a:pos x="959" y="1231"/>
                </a:cxn>
                <a:cxn ang="0">
                  <a:pos x="935" y="1252"/>
                </a:cxn>
                <a:cxn ang="0">
                  <a:pos x="875" y="1259"/>
                </a:cxn>
                <a:cxn ang="0">
                  <a:pos x="775" y="1257"/>
                </a:cxn>
                <a:cxn ang="0">
                  <a:pos x="644" y="1255"/>
                </a:cxn>
                <a:cxn ang="0">
                  <a:pos x="507" y="1252"/>
                </a:cxn>
                <a:cxn ang="0">
                  <a:pos x="384" y="1250"/>
                </a:cxn>
                <a:cxn ang="0">
                  <a:pos x="251" y="1248"/>
                </a:cxn>
                <a:cxn ang="0">
                  <a:pos x="156" y="1250"/>
                </a:cxn>
                <a:cxn ang="0">
                  <a:pos x="65" y="1252"/>
                </a:cxn>
                <a:cxn ang="0">
                  <a:pos x="7" y="1255"/>
                </a:cxn>
                <a:cxn ang="0">
                  <a:pos x="2" y="1231"/>
                </a:cxn>
                <a:cxn ang="0">
                  <a:pos x="2" y="1204"/>
                </a:cxn>
                <a:cxn ang="0">
                  <a:pos x="49" y="1192"/>
                </a:cxn>
                <a:cxn ang="0">
                  <a:pos x="111" y="1185"/>
                </a:cxn>
                <a:cxn ang="0">
                  <a:pos x="170" y="1166"/>
                </a:cxn>
                <a:cxn ang="0">
                  <a:pos x="198" y="1127"/>
                </a:cxn>
                <a:cxn ang="0">
                  <a:pos x="205" y="1062"/>
                </a:cxn>
                <a:cxn ang="0">
                  <a:pos x="207" y="952"/>
                </a:cxn>
                <a:cxn ang="0">
                  <a:pos x="212" y="787"/>
                </a:cxn>
                <a:cxn ang="0">
                  <a:pos x="209" y="268"/>
                </a:cxn>
                <a:cxn ang="0">
                  <a:pos x="207" y="194"/>
                </a:cxn>
                <a:cxn ang="0">
                  <a:pos x="200" y="119"/>
                </a:cxn>
                <a:cxn ang="0">
                  <a:pos x="170" y="84"/>
                </a:cxn>
                <a:cxn ang="0">
                  <a:pos x="118" y="70"/>
                </a:cxn>
                <a:cxn ang="0">
                  <a:pos x="60" y="61"/>
                </a:cxn>
                <a:cxn ang="0">
                  <a:pos x="28" y="47"/>
                </a:cxn>
                <a:cxn ang="0">
                  <a:pos x="30" y="12"/>
                </a:cxn>
              </a:cxnLst>
              <a:rect l="0" t="0" r="r" b="b"/>
              <a:pathLst>
                <a:path w="1063" h="1259">
                  <a:moveTo>
                    <a:pt x="37" y="0"/>
                  </a:moveTo>
                  <a:lnTo>
                    <a:pt x="74" y="0"/>
                  </a:lnTo>
                  <a:lnTo>
                    <a:pt x="114" y="3"/>
                  </a:lnTo>
                  <a:lnTo>
                    <a:pt x="165" y="5"/>
                  </a:lnTo>
                  <a:lnTo>
                    <a:pt x="223" y="7"/>
                  </a:lnTo>
                  <a:lnTo>
                    <a:pt x="370" y="7"/>
                  </a:lnTo>
                  <a:lnTo>
                    <a:pt x="430" y="5"/>
                  </a:lnTo>
                  <a:lnTo>
                    <a:pt x="479" y="3"/>
                  </a:lnTo>
                  <a:lnTo>
                    <a:pt x="516" y="0"/>
                  </a:lnTo>
                  <a:lnTo>
                    <a:pt x="547" y="0"/>
                  </a:lnTo>
                  <a:lnTo>
                    <a:pt x="551" y="12"/>
                  </a:lnTo>
                  <a:lnTo>
                    <a:pt x="554" y="31"/>
                  </a:lnTo>
                  <a:lnTo>
                    <a:pt x="551" y="47"/>
                  </a:lnTo>
                  <a:lnTo>
                    <a:pt x="547" y="59"/>
                  </a:lnTo>
                  <a:lnTo>
                    <a:pt x="512" y="63"/>
                  </a:lnTo>
                  <a:lnTo>
                    <a:pt x="486" y="68"/>
                  </a:lnTo>
                  <a:lnTo>
                    <a:pt x="463" y="70"/>
                  </a:lnTo>
                  <a:lnTo>
                    <a:pt x="444" y="75"/>
                  </a:lnTo>
                  <a:lnTo>
                    <a:pt x="421" y="84"/>
                  </a:lnTo>
                  <a:lnTo>
                    <a:pt x="405" y="98"/>
                  </a:lnTo>
                  <a:lnTo>
                    <a:pt x="395" y="114"/>
                  </a:lnTo>
                  <a:lnTo>
                    <a:pt x="391" y="133"/>
                  </a:lnTo>
                  <a:lnTo>
                    <a:pt x="388" y="156"/>
                  </a:lnTo>
                  <a:lnTo>
                    <a:pt x="386" y="200"/>
                  </a:lnTo>
                  <a:lnTo>
                    <a:pt x="386" y="259"/>
                  </a:lnTo>
                  <a:lnTo>
                    <a:pt x="384" y="331"/>
                  </a:lnTo>
                  <a:lnTo>
                    <a:pt x="384" y="410"/>
                  </a:lnTo>
                  <a:lnTo>
                    <a:pt x="381" y="498"/>
                  </a:lnTo>
                  <a:lnTo>
                    <a:pt x="381" y="906"/>
                  </a:lnTo>
                  <a:lnTo>
                    <a:pt x="384" y="982"/>
                  </a:lnTo>
                  <a:lnTo>
                    <a:pt x="386" y="1048"/>
                  </a:lnTo>
                  <a:lnTo>
                    <a:pt x="388" y="1096"/>
                  </a:lnTo>
                  <a:lnTo>
                    <a:pt x="393" y="1120"/>
                  </a:lnTo>
                  <a:lnTo>
                    <a:pt x="405" y="1136"/>
                  </a:lnTo>
                  <a:lnTo>
                    <a:pt x="416" y="1148"/>
                  </a:lnTo>
                  <a:lnTo>
                    <a:pt x="428" y="1155"/>
                  </a:lnTo>
                  <a:lnTo>
                    <a:pt x="454" y="1159"/>
                  </a:lnTo>
                  <a:lnTo>
                    <a:pt x="489" y="1164"/>
                  </a:lnTo>
                  <a:lnTo>
                    <a:pt x="533" y="1166"/>
                  </a:lnTo>
                  <a:lnTo>
                    <a:pt x="582" y="1169"/>
                  </a:lnTo>
                  <a:lnTo>
                    <a:pt x="633" y="1171"/>
                  </a:lnTo>
                  <a:lnTo>
                    <a:pt x="763" y="1171"/>
                  </a:lnTo>
                  <a:lnTo>
                    <a:pt x="789" y="1169"/>
                  </a:lnTo>
                  <a:lnTo>
                    <a:pt x="812" y="1159"/>
                  </a:lnTo>
                  <a:lnTo>
                    <a:pt x="835" y="1148"/>
                  </a:lnTo>
                  <a:lnTo>
                    <a:pt x="861" y="1124"/>
                  </a:lnTo>
                  <a:lnTo>
                    <a:pt x="884" y="1094"/>
                  </a:lnTo>
                  <a:lnTo>
                    <a:pt x="907" y="1062"/>
                  </a:lnTo>
                  <a:lnTo>
                    <a:pt x="931" y="1020"/>
                  </a:lnTo>
                  <a:lnTo>
                    <a:pt x="956" y="973"/>
                  </a:lnTo>
                  <a:lnTo>
                    <a:pt x="980" y="924"/>
                  </a:lnTo>
                  <a:lnTo>
                    <a:pt x="1003" y="873"/>
                  </a:lnTo>
                  <a:lnTo>
                    <a:pt x="1017" y="873"/>
                  </a:lnTo>
                  <a:lnTo>
                    <a:pt x="1035" y="878"/>
                  </a:lnTo>
                  <a:lnTo>
                    <a:pt x="1052" y="887"/>
                  </a:lnTo>
                  <a:lnTo>
                    <a:pt x="1063" y="896"/>
                  </a:lnTo>
                  <a:lnTo>
                    <a:pt x="1056" y="931"/>
                  </a:lnTo>
                  <a:lnTo>
                    <a:pt x="1045" y="973"/>
                  </a:lnTo>
                  <a:lnTo>
                    <a:pt x="1033" y="1020"/>
                  </a:lnTo>
                  <a:lnTo>
                    <a:pt x="1019" y="1071"/>
                  </a:lnTo>
                  <a:lnTo>
                    <a:pt x="1003" y="1120"/>
                  </a:lnTo>
                  <a:lnTo>
                    <a:pt x="987" y="1164"/>
                  </a:lnTo>
                  <a:lnTo>
                    <a:pt x="973" y="1204"/>
                  </a:lnTo>
                  <a:lnTo>
                    <a:pt x="959" y="1231"/>
                  </a:lnTo>
                  <a:lnTo>
                    <a:pt x="949" y="1243"/>
                  </a:lnTo>
                  <a:lnTo>
                    <a:pt x="935" y="1252"/>
                  </a:lnTo>
                  <a:lnTo>
                    <a:pt x="910" y="1257"/>
                  </a:lnTo>
                  <a:lnTo>
                    <a:pt x="875" y="1259"/>
                  </a:lnTo>
                  <a:lnTo>
                    <a:pt x="831" y="1259"/>
                  </a:lnTo>
                  <a:lnTo>
                    <a:pt x="775" y="1257"/>
                  </a:lnTo>
                  <a:lnTo>
                    <a:pt x="712" y="1257"/>
                  </a:lnTo>
                  <a:lnTo>
                    <a:pt x="644" y="1255"/>
                  </a:lnTo>
                  <a:lnTo>
                    <a:pt x="575" y="1255"/>
                  </a:lnTo>
                  <a:lnTo>
                    <a:pt x="507" y="1252"/>
                  </a:lnTo>
                  <a:lnTo>
                    <a:pt x="442" y="1250"/>
                  </a:lnTo>
                  <a:lnTo>
                    <a:pt x="384" y="1250"/>
                  </a:lnTo>
                  <a:lnTo>
                    <a:pt x="333" y="1248"/>
                  </a:lnTo>
                  <a:lnTo>
                    <a:pt x="251" y="1248"/>
                  </a:lnTo>
                  <a:lnTo>
                    <a:pt x="205" y="1250"/>
                  </a:lnTo>
                  <a:lnTo>
                    <a:pt x="156" y="1250"/>
                  </a:lnTo>
                  <a:lnTo>
                    <a:pt x="107" y="1252"/>
                  </a:lnTo>
                  <a:lnTo>
                    <a:pt x="65" y="1252"/>
                  </a:lnTo>
                  <a:lnTo>
                    <a:pt x="30" y="1255"/>
                  </a:lnTo>
                  <a:lnTo>
                    <a:pt x="7" y="1255"/>
                  </a:lnTo>
                  <a:lnTo>
                    <a:pt x="2" y="1245"/>
                  </a:lnTo>
                  <a:lnTo>
                    <a:pt x="2" y="1231"/>
                  </a:lnTo>
                  <a:lnTo>
                    <a:pt x="0" y="1218"/>
                  </a:lnTo>
                  <a:lnTo>
                    <a:pt x="2" y="1204"/>
                  </a:lnTo>
                  <a:lnTo>
                    <a:pt x="7" y="1197"/>
                  </a:lnTo>
                  <a:lnTo>
                    <a:pt x="49" y="1192"/>
                  </a:lnTo>
                  <a:lnTo>
                    <a:pt x="81" y="1187"/>
                  </a:lnTo>
                  <a:lnTo>
                    <a:pt x="111" y="1185"/>
                  </a:lnTo>
                  <a:lnTo>
                    <a:pt x="139" y="1178"/>
                  </a:lnTo>
                  <a:lnTo>
                    <a:pt x="170" y="1166"/>
                  </a:lnTo>
                  <a:lnTo>
                    <a:pt x="188" y="1150"/>
                  </a:lnTo>
                  <a:lnTo>
                    <a:pt x="198" y="1127"/>
                  </a:lnTo>
                  <a:lnTo>
                    <a:pt x="202" y="1094"/>
                  </a:lnTo>
                  <a:lnTo>
                    <a:pt x="205" y="1062"/>
                  </a:lnTo>
                  <a:lnTo>
                    <a:pt x="207" y="1015"/>
                  </a:lnTo>
                  <a:lnTo>
                    <a:pt x="207" y="952"/>
                  </a:lnTo>
                  <a:lnTo>
                    <a:pt x="209" y="875"/>
                  </a:lnTo>
                  <a:lnTo>
                    <a:pt x="212" y="787"/>
                  </a:lnTo>
                  <a:lnTo>
                    <a:pt x="212" y="326"/>
                  </a:lnTo>
                  <a:lnTo>
                    <a:pt x="209" y="268"/>
                  </a:lnTo>
                  <a:lnTo>
                    <a:pt x="209" y="226"/>
                  </a:lnTo>
                  <a:lnTo>
                    <a:pt x="207" y="194"/>
                  </a:lnTo>
                  <a:lnTo>
                    <a:pt x="205" y="149"/>
                  </a:lnTo>
                  <a:lnTo>
                    <a:pt x="200" y="119"/>
                  </a:lnTo>
                  <a:lnTo>
                    <a:pt x="188" y="98"/>
                  </a:lnTo>
                  <a:lnTo>
                    <a:pt x="170" y="84"/>
                  </a:lnTo>
                  <a:lnTo>
                    <a:pt x="142" y="75"/>
                  </a:lnTo>
                  <a:lnTo>
                    <a:pt x="118" y="70"/>
                  </a:lnTo>
                  <a:lnTo>
                    <a:pt x="91" y="66"/>
                  </a:lnTo>
                  <a:lnTo>
                    <a:pt x="60" y="61"/>
                  </a:lnTo>
                  <a:lnTo>
                    <a:pt x="32" y="59"/>
                  </a:lnTo>
                  <a:lnTo>
                    <a:pt x="28" y="47"/>
                  </a:lnTo>
                  <a:lnTo>
                    <a:pt x="28" y="28"/>
                  </a:lnTo>
                  <a:lnTo>
                    <a:pt x="30" y="12"/>
                  </a:lnTo>
                  <a:lnTo>
                    <a:pt x="37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36" name="Freeform 26"/>
            <p:cNvSpPr>
              <a:spLocks/>
            </p:cNvSpPr>
            <p:nvPr userDrawn="1"/>
          </p:nvSpPr>
          <p:spPr bwMode="auto">
            <a:xfrm>
              <a:off x="3028" y="3627"/>
              <a:ext cx="256" cy="303"/>
            </a:xfrm>
            <a:custGeom>
              <a:avLst/>
              <a:gdLst/>
              <a:ahLst/>
              <a:cxnLst>
                <a:cxn ang="0">
                  <a:pos x="74" y="0"/>
                </a:cxn>
                <a:cxn ang="0">
                  <a:pos x="165" y="5"/>
                </a:cxn>
                <a:cxn ang="0">
                  <a:pos x="370" y="7"/>
                </a:cxn>
                <a:cxn ang="0">
                  <a:pos x="479" y="3"/>
                </a:cxn>
                <a:cxn ang="0">
                  <a:pos x="544" y="0"/>
                </a:cxn>
                <a:cxn ang="0">
                  <a:pos x="553" y="31"/>
                </a:cxn>
                <a:cxn ang="0">
                  <a:pos x="544" y="59"/>
                </a:cxn>
                <a:cxn ang="0">
                  <a:pos x="470" y="70"/>
                </a:cxn>
                <a:cxn ang="0">
                  <a:pos x="418" y="84"/>
                </a:cxn>
                <a:cxn ang="0">
                  <a:pos x="393" y="114"/>
                </a:cxn>
                <a:cxn ang="0">
                  <a:pos x="388" y="156"/>
                </a:cxn>
                <a:cxn ang="0">
                  <a:pos x="386" y="259"/>
                </a:cxn>
                <a:cxn ang="0">
                  <a:pos x="384" y="410"/>
                </a:cxn>
                <a:cxn ang="0">
                  <a:pos x="381" y="906"/>
                </a:cxn>
                <a:cxn ang="0">
                  <a:pos x="386" y="1048"/>
                </a:cxn>
                <a:cxn ang="0">
                  <a:pos x="393" y="1120"/>
                </a:cxn>
                <a:cxn ang="0">
                  <a:pos x="416" y="1148"/>
                </a:cxn>
                <a:cxn ang="0">
                  <a:pos x="451" y="1159"/>
                </a:cxn>
                <a:cxn ang="0">
                  <a:pos x="533" y="1166"/>
                </a:cxn>
                <a:cxn ang="0">
                  <a:pos x="763" y="1171"/>
                </a:cxn>
                <a:cxn ang="0">
                  <a:pos x="823" y="1155"/>
                </a:cxn>
                <a:cxn ang="0">
                  <a:pos x="882" y="1094"/>
                </a:cxn>
                <a:cxn ang="0">
                  <a:pos x="931" y="1020"/>
                </a:cxn>
                <a:cxn ang="0">
                  <a:pos x="979" y="924"/>
                </a:cxn>
                <a:cxn ang="0">
                  <a:pos x="1017" y="873"/>
                </a:cxn>
                <a:cxn ang="0">
                  <a:pos x="1052" y="887"/>
                </a:cxn>
                <a:cxn ang="0">
                  <a:pos x="1054" y="931"/>
                </a:cxn>
                <a:cxn ang="0">
                  <a:pos x="1031" y="1020"/>
                </a:cxn>
                <a:cxn ang="0">
                  <a:pos x="1000" y="1120"/>
                </a:cxn>
                <a:cxn ang="0">
                  <a:pos x="970" y="1204"/>
                </a:cxn>
                <a:cxn ang="0">
                  <a:pos x="949" y="1243"/>
                </a:cxn>
                <a:cxn ang="0">
                  <a:pos x="910" y="1257"/>
                </a:cxn>
                <a:cxn ang="0">
                  <a:pos x="830" y="1259"/>
                </a:cxn>
                <a:cxn ang="0">
                  <a:pos x="712" y="1257"/>
                </a:cxn>
                <a:cxn ang="0">
                  <a:pos x="574" y="1255"/>
                </a:cxn>
                <a:cxn ang="0">
                  <a:pos x="442" y="1250"/>
                </a:cxn>
                <a:cxn ang="0">
                  <a:pos x="332" y="1248"/>
                </a:cxn>
                <a:cxn ang="0">
                  <a:pos x="202" y="1250"/>
                </a:cxn>
                <a:cxn ang="0">
                  <a:pos x="107" y="1252"/>
                </a:cxn>
                <a:cxn ang="0">
                  <a:pos x="30" y="1255"/>
                </a:cxn>
                <a:cxn ang="0">
                  <a:pos x="2" y="1245"/>
                </a:cxn>
                <a:cxn ang="0">
                  <a:pos x="0" y="1218"/>
                </a:cxn>
                <a:cxn ang="0">
                  <a:pos x="7" y="1197"/>
                </a:cxn>
                <a:cxn ang="0">
                  <a:pos x="81" y="1187"/>
                </a:cxn>
                <a:cxn ang="0">
                  <a:pos x="139" y="1178"/>
                </a:cxn>
                <a:cxn ang="0">
                  <a:pos x="186" y="1150"/>
                </a:cxn>
                <a:cxn ang="0">
                  <a:pos x="202" y="1094"/>
                </a:cxn>
                <a:cxn ang="0">
                  <a:pos x="204" y="1015"/>
                </a:cxn>
                <a:cxn ang="0">
                  <a:pos x="207" y="875"/>
                </a:cxn>
                <a:cxn ang="0">
                  <a:pos x="209" y="268"/>
                </a:cxn>
                <a:cxn ang="0">
                  <a:pos x="207" y="194"/>
                </a:cxn>
                <a:cxn ang="0">
                  <a:pos x="197" y="119"/>
                </a:cxn>
                <a:cxn ang="0">
                  <a:pos x="169" y="84"/>
                </a:cxn>
                <a:cxn ang="0">
                  <a:pos x="118" y="70"/>
                </a:cxn>
                <a:cxn ang="0">
                  <a:pos x="60" y="61"/>
                </a:cxn>
                <a:cxn ang="0">
                  <a:pos x="27" y="47"/>
                </a:cxn>
                <a:cxn ang="0">
                  <a:pos x="30" y="12"/>
                </a:cxn>
              </a:cxnLst>
              <a:rect l="0" t="0" r="r" b="b"/>
              <a:pathLst>
                <a:path w="1061" h="1259">
                  <a:moveTo>
                    <a:pt x="37" y="0"/>
                  </a:moveTo>
                  <a:lnTo>
                    <a:pt x="74" y="0"/>
                  </a:lnTo>
                  <a:lnTo>
                    <a:pt x="114" y="3"/>
                  </a:lnTo>
                  <a:lnTo>
                    <a:pt x="165" y="5"/>
                  </a:lnTo>
                  <a:lnTo>
                    <a:pt x="223" y="7"/>
                  </a:lnTo>
                  <a:lnTo>
                    <a:pt x="370" y="7"/>
                  </a:lnTo>
                  <a:lnTo>
                    <a:pt x="430" y="5"/>
                  </a:lnTo>
                  <a:lnTo>
                    <a:pt x="479" y="3"/>
                  </a:lnTo>
                  <a:lnTo>
                    <a:pt x="516" y="0"/>
                  </a:lnTo>
                  <a:lnTo>
                    <a:pt x="544" y="0"/>
                  </a:lnTo>
                  <a:lnTo>
                    <a:pt x="551" y="12"/>
                  </a:lnTo>
                  <a:lnTo>
                    <a:pt x="553" y="31"/>
                  </a:lnTo>
                  <a:lnTo>
                    <a:pt x="551" y="47"/>
                  </a:lnTo>
                  <a:lnTo>
                    <a:pt x="544" y="59"/>
                  </a:lnTo>
                  <a:lnTo>
                    <a:pt x="502" y="63"/>
                  </a:lnTo>
                  <a:lnTo>
                    <a:pt x="470" y="70"/>
                  </a:lnTo>
                  <a:lnTo>
                    <a:pt x="442" y="75"/>
                  </a:lnTo>
                  <a:lnTo>
                    <a:pt x="418" y="84"/>
                  </a:lnTo>
                  <a:lnTo>
                    <a:pt x="402" y="98"/>
                  </a:lnTo>
                  <a:lnTo>
                    <a:pt x="393" y="114"/>
                  </a:lnTo>
                  <a:lnTo>
                    <a:pt x="391" y="133"/>
                  </a:lnTo>
                  <a:lnTo>
                    <a:pt x="388" y="156"/>
                  </a:lnTo>
                  <a:lnTo>
                    <a:pt x="386" y="200"/>
                  </a:lnTo>
                  <a:lnTo>
                    <a:pt x="386" y="259"/>
                  </a:lnTo>
                  <a:lnTo>
                    <a:pt x="384" y="331"/>
                  </a:lnTo>
                  <a:lnTo>
                    <a:pt x="384" y="410"/>
                  </a:lnTo>
                  <a:lnTo>
                    <a:pt x="381" y="498"/>
                  </a:lnTo>
                  <a:lnTo>
                    <a:pt x="381" y="906"/>
                  </a:lnTo>
                  <a:lnTo>
                    <a:pt x="384" y="982"/>
                  </a:lnTo>
                  <a:lnTo>
                    <a:pt x="386" y="1048"/>
                  </a:lnTo>
                  <a:lnTo>
                    <a:pt x="388" y="1096"/>
                  </a:lnTo>
                  <a:lnTo>
                    <a:pt x="393" y="1120"/>
                  </a:lnTo>
                  <a:lnTo>
                    <a:pt x="405" y="1136"/>
                  </a:lnTo>
                  <a:lnTo>
                    <a:pt x="416" y="1148"/>
                  </a:lnTo>
                  <a:lnTo>
                    <a:pt x="425" y="1155"/>
                  </a:lnTo>
                  <a:lnTo>
                    <a:pt x="451" y="1159"/>
                  </a:lnTo>
                  <a:lnTo>
                    <a:pt x="488" y="1164"/>
                  </a:lnTo>
                  <a:lnTo>
                    <a:pt x="533" y="1166"/>
                  </a:lnTo>
                  <a:lnTo>
                    <a:pt x="630" y="1171"/>
                  </a:lnTo>
                  <a:lnTo>
                    <a:pt x="763" y="1171"/>
                  </a:lnTo>
                  <a:lnTo>
                    <a:pt x="793" y="1166"/>
                  </a:lnTo>
                  <a:lnTo>
                    <a:pt x="823" y="1155"/>
                  </a:lnTo>
                  <a:lnTo>
                    <a:pt x="851" y="1131"/>
                  </a:lnTo>
                  <a:lnTo>
                    <a:pt x="882" y="1094"/>
                  </a:lnTo>
                  <a:lnTo>
                    <a:pt x="905" y="1062"/>
                  </a:lnTo>
                  <a:lnTo>
                    <a:pt x="931" y="1020"/>
                  </a:lnTo>
                  <a:lnTo>
                    <a:pt x="956" y="973"/>
                  </a:lnTo>
                  <a:lnTo>
                    <a:pt x="979" y="924"/>
                  </a:lnTo>
                  <a:lnTo>
                    <a:pt x="1000" y="873"/>
                  </a:lnTo>
                  <a:lnTo>
                    <a:pt x="1017" y="873"/>
                  </a:lnTo>
                  <a:lnTo>
                    <a:pt x="1035" y="878"/>
                  </a:lnTo>
                  <a:lnTo>
                    <a:pt x="1052" y="887"/>
                  </a:lnTo>
                  <a:lnTo>
                    <a:pt x="1061" y="896"/>
                  </a:lnTo>
                  <a:lnTo>
                    <a:pt x="1054" y="931"/>
                  </a:lnTo>
                  <a:lnTo>
                    <a:pt x="1045" y="973"/>
                  </a:lnTo>
                  <a:lnTo>
                    <a:pt x="1031" y="1020"/>
                  </a:lnTo>
                  <a:lnTo>
                    <a:pt x="1017" y="1071"/>
                  </a:lnTo>
                  <a:lnTo>
                    <a:pt x="1000" y="1120"/>
                  </a:lnTo>
                  <a:lnTo>
                    <a:pt x="986" y="1164"/>
                  </a:lnTo>
                  <a:lnTo>
                    <a:pt x="970" y="1204"/>
                  </a:lnTo>
                  <a:lnTo>
                    <a:pt x="956" y="1231"/>
                  </a:lnTo>
                  <a:lnTo>
                    <a:pt x="949" y="1243"/>
                  </a:lnTo>
                  <a:lnTo>
                    <a:pt x="933" y="1252"/>
                  </a:lnTo>
                  <a:lnTo>
                    <a:pt x="910" y="1257"/>
                  </a:lnTo>
                  <a:lnTo>
                    <a:pt x="875" y="1259"/>
                  </a:lnTo>
                  <a:lnTo>
                    <a:pt x="830" y="1259"/>
                  </a:lnTo>
                  <a:lnTo>
                    <a:pt x="775" y="1257"/>
                  </a:lnTo>
                  <a:lnTo>
                    <a:pt x="712" y="1257"/>
                  </a:lnTo>
                  <a:lnTo>
                    <a:pt x="644" y="1255"/>
                  </a:lnTo>
                  <a:lnTo>
                    <a:pt x="574" y="1255"/>
                  </a:lnTo>
                  <a:lnTo>
                    <a:pt x="507" y="1252"/>
                  </a:lnTo>
                  <a:lnTo>
                    <a:pt x="442" y="1250"/>
                  </a:lnTo>
                  <a:lnTo>
                    <a:pt x="381" y="1250"/>
                  </a:lnTo>
                  <a:lnTo>
                    <a:pt x="332" y="1248"/>
                  </a:lnTo>
                  <a:lnTo>
                    <a:pt x="251" y="1248"/>
                  </a:lnTo>
                  <a:lnTo>
                    <a:pt x="202" y="1250"/>
                  </a:lnTo>
                  <a:lnTo>
                    <a:pt x="153" y="1250"/>
                  </a:lnTo>
                  <a:lnTo>
                    <a:pt x="107" y="1252"/>
                  </a:lnTo>
                  <a:lnTo>
                    <a:pt x="65" y="1252"/>
                  </a:lnTo>
                  <a:lnTo>
                    <a:pt x="30" y="1255"/>
                  </a:lnTo>
                  <a:lnTo>
                    <a:pt x="7" y="1255"/>
                  </a:lnTo>
                  <a:lnTo>
                    <a:pt x="2" y="1245"/>
                  </a:lnTo>
                  <a:lnTo>
                    <a:pt x="0" y="1231"/>
                  </a:lnTo>
                  <a:lnTo>
                    <a:pt x="0" y="1218"/>
                  </a:lnTo>
                  <a:lnTo>
                    <a:pt x="2" y="1204"/>
                  </a:lnTo>
                  <a:lnTo>
                    <a:pt x="7" y="1197"/>
                  </a:lnTo>
                  <a:lnTo>
                    <a:pt x="48" y="1192"/>
                  </a:lnTo>
                  <a:lnTo>
                    <a:pt x="81" y="1187"/>
                  </a:lnTo>
                  <a:lnTo>
                    <a:pt x="111" y="1185"/>
                  </a:lnTo>
                  <a:lnTo>
                    <a:pt x="139" y="1178"/>
                  </a:lnTo>
                  <a:lnTo>
                    <a:pt x="167" y="1166"/>
                  </a:lnTo>
                  <a:lnTo>
                    <a:pt x="186" y="1150"/>
                  </a:lnTo>
                  <a:lnTo>
                    <a:pt x="197" y="1127"/>
                  </a:lnTo>
                  <a:lnTo>
                    <a:pt x="202" y="1094"/>
                  </a:lnTo>
                  <a:lnTo>
                    <a:pt x="204" y="1062"/>
                  </a:lnTo>
                  <a:lnTo>
                    <a:pt x="204" y="1015"/>
                  </a:lnTo>
                  <a:lnTo>
                    <a:pt x="207" y="952"/>
                  </a:lnTo>
                  <a:lnTo>
                    <a:pt x="207" y="875"/>
                  </a:lnTo>
                  <a:lnTo>
                    <a:pt x="209" y="787"/>
                  </a:lnTo>
                  <a:lnTo>
                    <a:pt x="209" y="268"/>
                  </a:lnTo>
                  <a:lnTo>
                    <a:pt x="207" y="226"/>
                  </a:lnTo>
                  <a:lnTo>
                    <a:pt x="207" y="194"/>
                  </a:lnTo>
                  <a:lnTo>
                    <a:pt x="204" y="149"/>
                  </a:lnTo>
                  <a:lnTo>
                    <a:pt x="197" y="119"/>
                  </a:lnTo>
                  <a:lnTo>
                    <a:pt x="188" y="98"/>
                  </a:lnTo>
                  <a:lnTo>
                    <a:pt x="169" y="84"/>
                  </a:lnTo>
                  <a:lnTo>
                    <a:pt x="142" y="75"/>
                  </a:lnTo>
                  <a:lnTo>
                    <a:pt x="118" y="70"/>
                  </a:lnTo>
                  <a:lnTo>
                    <a:pt x="90" y="66"/>
                  </a:lnTo>
                  <a:lnTo>
                    <a:pt x="60" y="61"/>
                  </a:lnTo>
                  <a:lnTo>
                    <a:pt x="30" y="59"/>
                  </a:lnTo>
                  <a:lnTo>
                    <a:pt x="27" y="47"/>
                  </a:lnTo>
                  <a:lnTo>
                    <a:pt x="27" y="28"/>
                  </a:lnTo>
                  <a:lnTo>
                    <a:pt x="30" y="12"/>
                  </a:lnTo>
                  <a:lnTo>
                    <a:pt x="37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37" name="Freeform 27"/>
            <p:cNvSpPr>
              <a:spLocks noEditPoints="1"/>
            </p:cNvSpPr>
            <p:nvPr userDrawn="1"/>
          </p:nvSpPr>
          <p:spPr bwMode="auto">
            <a:xfrm>
              <a:off x="3300" y="3620"/>
              <a:ext cx="309" cy="316"/>
            </a:xfrm>
            <a:custGeom>
              <a:avLst/>
              <a:gdLst/>
              <a:ahLst/>
              <a:cxnLst>
                <a:cxn ang="0">
                  <a:pos x="528" y="86"/>
                </a:cxn>
                <a:cxn ang="0">
                  <a:pos x="414" y="126"/>
                </a:cxn>
                <a:cxn ang="0">
                  <a:pos x="318" y="207"/>
                </a:cxn>
                <a:cxn ang="0">
                  <a:pos x="251" y="319"/>
                </a:cxn>
                <a:cxn ang="0">
                  <a:pos x="211" y="452"/>
                </a:cxn>
                <a:cxn ang="0">
                  <a:pos x="197" y="601"/>
                </a:cxn>
                <a:cxn ang="0">
                  <a:pos x="209" y="742"/>
                </a:cxn>
                <a:cxn ang="0">
                  <a:pos x="246" y="882"/>
                </a:cxn>
                <a:cxn ang="0">
                  <a:pos x="309" y="1008"/>
                </a:cxn>
                <a:cxn ang="0">
                  <a:pos x="398" y="1115"/>
                </a:cxn>
                <a:cxn ang="0">
                  <a:pos x="509" y="1187"/>
                </a:cxn>
                <a:cxn ang="0">
                  <a:pos x="635" y="1222"/>
                </a:cxn>
                <a:cxn ang="0">
                  <a:pos x="768" y="1222"/>
                </a:cxn>
                <a:cxn ang="0">
                  <a:pos x="879" y="1185"/>
                </a:cxn>
                <a:cxn ang="0">
                  <a:pos x="972" y="1108"/>
                </a:cxn>
                <a:cxn ang="0">
                  <a:pos x="1042" y="992"/>
                </a:cxn>
                <a:cxn ang="0">
                  <a:pos x="1080" y="854"/>
                </a:cxn>
                <a:cxn ang="0">
                  <a:pos x="1091" y="701"/>
                </a:cxn>
                <a:cxn ang="0">
                  <a:pos x="1077" y="540"/>
                </a:cxn>
                <a:cxn ang="0">
                  <a:pos x="1035" y="391"/>
                </a:cxn>
                <a:cxn ang="0">
                  <a:pos x="963" y="263"/>
                </a:cxn>
                <a:cxn ang="0">
                  <a:pos x="861" y="163"/>
                </a:cxn>
                <a:cxn ang="0">
                  <a:pos x="740" y="102"/>
                </a:cxn>
                <a:cxn ang="0">
                  <a:pos x="595" y="82"/>
                </a:cxn>
                <a:cxn ang="0">
                  <a:pos x="754" y="5"/>
                </a:cxn>
                <a:cxn ang="0">
                  <a:pos x="917" y="44"/>
                </a:cxn>
                <a:cxn ang="0">
                  <a:pos x="1049" y="119"/>
                </a:cxn>
                <a:cxn ang="0">
                  <a:pos x="1152" y="219"/>
                </a:cxn>
                <a:cxn ang="0">
                  <a:pos x="1226" y="342"/>
                </a:cxn>
                <a:cxn ang="0">
                  <a:pos x="1270" y="482"/>
                </a:cxn>
                <a:cxn ang="0">
                  <a:pos x="1284" y="631"/>
                </a:cxn>
                <a:cxn ang="0">
                  <a:pos x="1270" y="794"/>
                </a:cxn>
                <a:cxn ang="0">
                  <a:pos x="1228" y="929"/>
                </a:cxn>
                <a:cxn ang="0">
                  <a:pos x="1161" y="1050"/>
                </a:cxn>
                <a:cxn ang="0">
                  <a:pos x="1054" y="1164"/>
                </a:cxn>
                <a:cxn ang="0">
                  <a:pos x="924" y="1248"/>
                </a:cxn>
                <a:cxn ang="0">
                  <a:pos x="782" y="1299"/>
                </a:cxn>
                <a:cxn ang="0">
                  <a:pos x="630" y="1315"/>
                </a:cxn>
                <a:cxn ang="0">
                  <a:pos x="449" y="1292"/>
                </a:cxn>
                <a:cxn ang="0">
                  <a:pos x="295" y="1229"/>
                </a:cxn>
                <a:cxn ang="0">
                  <a:pos x="174" y="1131"/>
                </a:cxn>
                <a:cxn ang="0">
                  <a:pos x="74" y="987"/>
                </a:cxn>
                <a:cxn ang="0">
                  <a:pos x="18" y="824"/>
                </a:cxn>
                <a:cxn ang="0">
                  <a:pos x="0" y="647"/>
                </a:cxn>
                <a:cxn ang="0">
                  <a:pos x="21" y="477"/>
                </a:cxn>
                <a:cxn ang="0">
                  <a:pos x="81" y="326"/>
                </a:cxn>
                <a:cxn ang="0">
                  <a:pos x="172" y="203"/>
                </a:cxn>
                <a:cxn ang="0">
                  <a:pos x="291" y="109"/>
                </a:cxn>
                <a:cxn ang="0">
                  <a:pos x="430" y="42"/>
                </a:cxn>
                <a:cxn ang="0">
                  <a:pos x="584" y="5"/>
                </a:cxn>
              </a:cxnLst>
              <a:rect l="0" t="0" r="r" b="b"/>
              <a:pathLst>
                <a:path w="1284" h="1315">
                  <a:moveTo>
                    <a:pt x="595" y="82"/>
                  </a:moveTo>
                  <a:lnTo>
                    <a:pt x="528" y="86"/>
                  </a:lnTo>
                  <a:lnTo>
                    <a:pt x="467" y="102"/>
                  </a:lnTo>
                  <a:lnTo>
                    <a:pt x="414" y="126"/>
                  </a:lnTo>
                  <a:lnTo>
                    <a:pt x="363" y="163"/>
                  </a:lnTo>
                  <a:lnTo>
                    <a:pt x="318" y="207"/>
                  </a:lnTo>
                  <a:lnTo>
                    <a:pt x="281" y="258"/>
                  </a:lnTo>
                  <a:lnTo>
                    <a:pt x="251" y="319"/>
                  </a:lnTo>
                  <a:lnTo>
                    <a:pt x="228" y="382"/>
                  </a:lnTo>
                  <a:lnTo>
                    <a:pt x="211" y="452"/>
                  </a:lnTo>
                  <a:lnTo>
                    <a:pt x="200" y="524"/>
                  </a:lnTo>
                  <a:lnTo>
                    <a:pt x="197" y="601"/>
                  </a:lnTo>
                  <a:lnTo>
                    <a:pt x="200" y="673"/>
                  </a:lnTo>
                  <a:lnTo>
                    <a:pt x="209" y="742"/>
                  </a:lnTo>
                  <a:lnTo>
                    <a:pt x="225" y="815"/>
                  </a:lnTo>
                  <a:lnTo>
                    <a:pt x="246" y="882"/>
                  </a:lnTo>
                  <a:lnTo>
                    <a:pt x="274" y="947"/>
                  </a:lnTo>
                  <a:lnTo>
                    <a:pt x="309" y="1008"/>
                  </a:lnTo>
                  <a:lnTo>
                    <a:pt x="349" y="1066"/>
                  </a:lnTo>
                  <a:lnTo>
                    <a:pt x="398" y="1115"/>
                  </a:lnTo>
                  <a:lnTo>
                    <a:pt x="453" y="1157"/>
                  </a:lnTo>
                  <a:lnTo>
                    <a:pt x="509" y="1187"/>
                  </a:lnTo>
                  <a:lnTo>
                    <a:pt x="570" y="1208"/>
                  </a:lnTo>
                  <a:lnTo>
                    <a:pt x="635" y="1222"/>
                  </a:lnTo>
                  <a:lnTo>
                    <a:pt x="707" y="1227"/>
                  </a:lnTo>
                  <a:lnTo>
                    <a:pt x="768" y="1222"/>
                  </a:lnTo>
                  <a:lnTo>
                    <a:pt x="826" y="1208"/>
                  </a:lnTo>
                  <a:lnTo>
                    <a:pt x="879" y="1185"/>
                  </a:lnTo>
                  <a:lnTo>
                    <a:pt x="924" y="1154"/>
                  </a:lnTo>
                  <a:lnTo>
                    <a:pt x="972" y="1108"/>
                  </a:lnTo>
                  <a:lnTo>
                    <a:pt x="1010" y="1054"/>
                  </a:lnTo>
                  <a:lnTo>
                    <a:pt x="1042" y="992"/>
                  </a:lnTo>
                  <a:lnTo>
                    <a:pt x="1063" y="926"/>
                  </a:lnTo>
                  <a:lnTo>
                    <a:pt x="1080" y="854"/>
                  </a:lnTo>
                  <a:lnTo>
                    <a:pt x="1089" y="780"/>
                  </a:lnTo>
                  <a:lnTo>
                    <a:pt x="1091" y="701"/>
                  </a:lnTo>
                  <a:lnTo>
                    <a:pt x="1089" y="619"/>
                  </a:lnTo>
                  <a:lnTo>
                    <a:pt x="1077" y="540"/>
                  </a:lnTo>
                  <a:lnTo>
                    <a:pt x="1061" y="463"/>
                  </a:lnTo>
                  <a:lnTo>
                    <a:pt x="1035" y="391"/>
                  </a:lnTo>
                  <a:lnTo>
                    <a:pt x="1003" y="324"/>
                  </a:lnTo>
                  <a:lnTo>
                    <a:pt x="963" y="263"/>
                  </a:lnTo>
                  <a:lnTo>
                    <a:pt x="917" y="210"/>
                  </a:lnTo>
                  <a:lnTo>
                    <a:pt x="861" y="163"/>
                  </a:lnTo>
                  <a:lnTo>
                    <a:pt x="803" y="128"/>
                  </a:lnTo>
                  <a:lnTo>
                    <a:pt x="740" y="102"/>
                  </a:lnTo>
                  <a:lnTo>
                    <a:pt x="670" y="86"/>
                  </a:lnTo>
                  <a:lnTo>
                    <a:pt x="595" y="82"/>
                  </a:lnTo>
                  <a:close/>
                  <a:moveTo>
                    <a:pt x="663" y="0"/>
                  </a:moveTo>
                  <a:lnTo>
                    <a:pt x="754" y="5"/>
                  </a:lnTo>
                  <a:lnTo>
                    <a:pt x="840" y="21"/>
                  </a:lnTo>
                  <a:lnTo>
                    <a:pt x="917" y="44"/>
                  </a:lnTo>
                  <a:lnTo>
                    <a:pt x="986" y="77"/>
                  </a:lnTo>
                  <a:lnTo>
                    <a:pt x="1049" y="119"/>
                  </a:lnTo>
                  <a:lnTo>
                    <a:pt x="1105" y="165"/>
                  </a:lnTo>
                  <a:lnTo>
                    <a:pt x="1152" y="219"/>
                  </a:lnTo>
                  <a:lnTo>
                    <a:pt x="1194" y="279"/>
                  </a:lnTo>
                  <a:lnTo>
                    <a:pt x="1226" y="342"/>
                  </a:lnTo>
                  <a:lnTo>
                    <a:pt x="1252" y="412"/>
                  </a:lnTo>
                  <a:lnTo>
                    <a:pt x="1270" y="482"/>
                  </a:lnTo>
                  <a:lnTo>
                    <a:pt x="1280" y="556"/>
                  </a:lnTo>
                  <a:lnTo>
                    <a:pt x="1284" y="631"/>
                  </a:lnTo>
                  <a:lnTo>
                    <a:pt x="1282" y="715"/>
                  </a:lnTo>
                  <a:lnTo>
                    <a:pt x="1270" y="794"/>
                  </a:lnTo>
                  <a:lnTo>
                    <a:pt x="1254" y="864"/>
                  </a:lnTo>
                  <a:lnTo>
                    <a:pt x="1228" y="929"/>
                  </a:lnTo>
                  <a:lnTo>
                    <a:pt x="1198" y="992"/>
                  </a:lnTo>
                  <a:lnTo>
                    <a:pt x="1161" y="1050"/>
                  </a:lnTo>
                  <a:lnTo>
                    <a:pt x="1110" y="1110"/>
                  </a:lnTo>
                  <a:lnTo>
                    <a:pt x="1054" y="1164"/>
                  </a:lnTo>
                  <a:lnTo>
                    <a:pt x="991" y="1210"/>
                  </a:lnTo>
                  <a:lnTo>
                    <a:pt x="924" y="1248"/>
                  </a:lnTo>
                  <a:lnTo>
                    <a:pt x="854" y="1278"/>
                  </a:lnTo>
                  <a:lnTo>
                    <a:pt x="782" y="1299"/>
                  </a:lnTo>
                  <a:lnTo>
                    <a:pt x="707" y="1310"/>
                  </a:lnTo>
                  <a:lnTo>
                    <a:pt x="630" y="1315"/>
                  </a:lnTo>
                  <a:lnTo>
                    <a:pt x="537" y="1310"/>
                  </a:lnTo>
                  <a:lnTo>
                    <a:pt x="449" y="1292"/>
                  </a:lnTo>
                  <a:lnTo>
                    <a:pt x="370" y="1266"/>
                  </a:lnTo>
                  <a:lnTo>
                    <a:pt x="295" y="1229"/>
                  </a:lnTo>
                  <a:lnTo>
                    <a:pt x="230" y="1185"/>
                  </a:lnTo>
                  <a:lnTo>
                    <a:pt x="174" y="1131"/>
                  </a:lnTo>
                  <a:lnTo>
                    <a:pt x="118" y="1061"/>
                  </a:lnTo>
                  <a:lnTo>
                    <a:pt x="74" y="987"/>
                  </a:lnTo>
                  <a:lnTo>
                    <a:pt x="42" y="908"/>
                  </a:lnTo>
                  <a:lnTo>
                    <a:pt x="18" y="824"/>
                  </a:lnTo>
                  <a:lnTo>
                    <a:pt x="4" y="738"/>
                  </a:lnTo>
                  <a:lnTo>
                    <a:pt x="0" y="647"/>
                  </a:lnTo>
                  <a:lnTo>
                    <a:pt x="4" y="561"/>
                  </a:lnTo>
                  <a:lnTo>
                    <a:pt x="21" y="477"/>
                  </a:lnTo>
                  <a:lnTo>
                    <a:pt x="46" y="398"/>
                  </a:lnTo>
                  <a:lnTo>
                    <a:pt x="81" y="326"/>
                  </a:lnTo>
                  <a:lnTo>
                    <a:pt x="125" y="256"/>
                  </a:lnTo>
                  <a:lnTo>
                    <a:pt x="172" y="203"/>
                  </a:lnTo>
                  <a:lnTo>
                    <a:pt x="228" y="151"/>
                  </a:lnTo>
                  <a:lnTo>
                    <a:pt x="291" y="109"/>
                  </a:lnTo>
                  <a:lnTo>
                    <a:pt x="358" y="72"/>
                  </a:lnTo>
                  <a:lnTo>
                    <a:pt x="430" y="42"/>
                  </a:lnTo>
                  <a:lnTo>
                    <a:pt x="507" y="19"/>
                  </a:lnTo>
                  <a:lnTo>
                    <a:pt x="584" y="5"/>
                  </a:lnTo>
                  <a:lnTo>
                    <a:pt x="663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38" name="Freeform 28"/>
            <p:cNvSpPr>
              <a:spLocks/>
            </p:cNvSpPr>
            <p:nvPr userDrawn="1"/>
          </p:nvSpPr>
          <p:spPr bwMode="auto">
            <a:xfrm>
              <a:off x="2180" y="2093"/>
              <a:ext cx="1418" cy="1416"/>
            </a:xfrm>
            <a:custGeom>
              <a:avLst/>
              <a:gdLst/>
              <a:ahLst/>
              <a:cxnLst>
                <a:cxn ang="0">
                  <a:pos x="228" y="0"/>
                </a:cxn>
                <a:cxn ang="0">
                  <a:pos x="5665" y="0"/>
                </a:cxn>
                <a:cxn ang="0">
                  <a:pos x="5716" y="7"/>
                </a:cxn>
                <a:cxn ang="0">
                  <a:pos x="5765" y="23"/>
                </a:cxn>
                <a:cxn ang="0">
                  <a:pos x="5807" y="51"/>
                </a:cxn>
                <a:cxn ang="0">
                  <a:pos x="5842" y="86"/>
                </a:cxn>
                <a:cxn ang="0">
                  <a:pos x="5870" y="128"/>
                </a:cxn>
                <a:cxn ang="0">
                  <a:pos x="5886" y="177"/>
                </a:cxn>
                <a:cxn ang="0">
                  <a:pos x="5893" y="228"/>
                </a:cxn>
                <a:cxn ang="0">
                  <a:pos x="5893" y="5662"/>
                </a:cxn>
                <a:cxn ang="0">
                  <a:pos x="5886" y="5716"/>
                </a:cxn>
                <a:cxn ang="0">
                  <a:pos x="5870" y="5765"/>
                </a:cxn>
                <a:cxn ang="0">
                  <a:pos x="5842" y="5807"/>
                </a:cxn>
                <a:cxn ang="0">
                  <a:pos x="5807" y="5841"/>
                </a:cxn>
                <a:cxn ang="0">
                  <a:pos x="5765" y="5869"/>
                </a:cxn>
                <a:cxn ang="0">
                  <a:pos x="5716" y="5886"/>
                </a:cxn>
                <a:cxn ang="0">
                  <a:pos x="5665" y="5893"/>
                </a:cxn>
                <a:cxn ang="0">
                  <a:pos x="228" y="5893"/>
                </a:cxn>
                <a:cxn ang="0">
                  <a:pos x="177" y="5886"/>
                </a:cxn>
                <a:cxn ang="0">
                  <a:pos x="128" y="5869"/>
                </a:cxn>
                <a:cxn ang="0">
                  <a:pos x="86" y="5841"/>
                </a:cxn>
                <a:cxn ang="0">
                  <a:pos x="52" y="5807"/>
                </a:cxn>
                <a:cxn ang="0">
                  <a:pos x="24" y="5765"/>
                </a:cxn>
                <a:cxn ang="0">
                  <a:pos x="7" y="5716"/>
                </a:cxn>
                <a:cxn ang="0">
                  <a:pos x="0" y="5662"/>
                </a:cxn>
                <a:cxn ang="0">
                  <a:pos x="0" y="228"/>
                </a:cxn>
                <a:cxn ang="0">
                  <a:pos x="7" y="177"/>
                </a:cxn>
                <a:cxn ang="0">
                  <a:pos x="24" y="128"/>
                </a:cxn>
                <a:cxn ang="0">
                  <a:pos x="52" y="86"/>
                </a:cxn>
                <a:cxn ang="0">
                  <a:pos x="86" y="51"/>
                </a:cxn>
                <a:cxn ang="0">
                  <a:pos x="128" y="23"/>
                </a:cxn>
                <a:cxn ang="0">
                  <a:pos x="177" y="7"/>
                </a:cxn>
                <a:cxn ang="0">
                  <a:pos x="228" y="0"/>
                </a:cxn>
              </a:cxnLst>
              <a:rect l="0" t="0" r="r" b="b"/>
              <a:pathLst>
                <a:path w="5893" h="5893">
                  <a:moveTo>
                    <a:pt x="228" y="0"/>
                  </a:moveTo>
                  <a:lnTo>
                    <a:pt x="5665" y="0"/>
                  </a:lnTo>
                  <a:lnTo>
                    <a:pt x="5716" y="7"/>
                  </a:lnTo>
                  <a:lnTo>
                    <a:pt x="5765" y="23"/>
                  </a:lnTo>
                  <a:lnTo>
                    <a:pt x="5807" y="51"/>
                  </a:lnTo>
                  <a:lnTo>
                    <a:pt x="5842" y="86"/>
                  </a:lnTo>
                  <a:lnTo>
                    <a:pt x="5870" y="128"/>
                  </a:lnTo>
                  <a:lnTo>
                    <a:pt x="5886" y="177"/>
                  </a:lnTo>
                  <a:lnTo>
                    <a:pt x="5893" y="228"/>
                  </a:lnTo>
                  <a:lnTo>
                    <a:pt x="5893" y="5662"/>
                  </a:lnTo>
                  <a:lnTo>
                    <a:pt x="5886" y="5716"/>
                  </a:lnTo>
                  <a:lnTo>
                    <a:pt x="5870" y="5765"/>
                  </a:lnTo>
                  <a:lnTo>
                    <a:pt x="5842" y="5807"/>
                  </a:lnTo>
                  <a:lnTo>
                    <a:pt x="5807" y="5841"/>
                  </a:lnTo>
                  <a:lnTo>
                    <a:pt x="5765" y="5869"/>
                  </a:lnTo>
                  <a:lnTo>
                    <a:pt x="5716" y="5886"/>
                  </a:lnTo>
                  <a:lnTo>
                    <a:pt x="5665" y="5893"/>
                  </a:lnTo>
                  <a:lnTo>
                    <a:pt x="228" y="5893"/>
                  </a:lnTo>
                  <a:lnTo>
                    <a:pt x="177" y="5886"/>
                  </a:lnTo>
                  <a:lnTo>
                    <a:pt x="128" y="5869"/>
                  </a:lnTo>
                  <a:lnTo>
                    <a:pt x="86" y="5841"/>
                  </a:lnTo>
                  <a:lnTo>
                    <a:pt x="52" y="5807"/>
                  </a:lnTo>
                  <a:lnTo>
                    <a:pt x="24" y="5765"/>
                  </a:lnTo>
                  <a:lnTo>
                    <a:pt x="7" y="5716"/>
                  </a:lnTo>
                  <a:lnTo>
                    <a:pt x="0" y="5662"/>
                  </a:lnTo>
                  <a:lnTo>
                    <a:pt x="0" y="228"/>
                  </a:lnTo>
                  <a:lnTo>
                    <a:pt x="7" y="177"/>
                  </a:lnTo>
                  <a:lnTo>
                    <a:pt x="24" y="128"/>
                  </a:lnTo>
                  <a:lnTo>
                    <a:pt x="52" y="86"/>
                  </a:lnTo>
                  <a:lnTo>
                    <a:pt x="86" y="51"/>
                  </a:lnTo>
                  <a:lnTo>
                    <a:pt x="128" y="23"/>
                  </a:lnTo>
                  <a:lnTo>
                    <a:pt x="177" y="7"/>
                  </a:lnTo>
                  <a:lnTo>
                    <a:pt x="228" y="0"/>
                  </a:lnTo>
                  <a:close/>
                </a:path>
              </a:pathLst>
            </a:custGeom>
            <a:solidFill>
              <a:srgbClr val="FFFFFF"/>
            </a:solidFill>
            <a:ln w="0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39" name="Freeform 29"/>
            <p:cNvSpPr>
              <a:spLocks noEditPoints="1"/>
            </p:cNvSpPr>
            <p:nvPr userDrawn="1"/>
          </p:nvSpPr>
          <p:spPr bwMode="auto">
            <a:xfrm>
              <a:off x="2173" y="2091"/>
              <a:ext cx="1421" cy="1421"/>
            </a:xfrm>
            <a:custGeom>
              <a:avLst/>
              <a:gdLst/>
              <a:ahLst/>
              <a:cxnLst>
                <a:cxn ang="0">
                  <a:pos x="191" y="23"/>
                </a:cxn>
                <a:cxn ang="0">
                  <a:pos x="116" y="56"/>
                </a:cxn>
                <a:cxn ang="0">
                  <a:pos x="56" y="116"/>
                </a:cxn>
                <a:cxn ang="0">
                  <a:pos x="23" y="190"/>
                </a:cxn>
                <a:cxn ang="0">
                  <a:pos x="19" y="5671"/>
                </a:cxn>
                <a:cxn ang="0">
                  <a:pos x="35" y="5755"/>
                </a:cxn>
                <a:cxn ang="0">
                  <a:pos x="84" y="5827"/>
                </a:cxn>
                <a:cxn ang="0">
                  <a:pos x="156" y="5876"/>
                </a:cxn>
                <a:cxn ang="0">
                  <a:pos x="214" y="5892"/>
                </a:cxn>
                <a:cxn ang="0">
                  <a:pos x="5721" y="5888"/>
                </a:cxn>
                <a:cxn ang="0">
                  <a:pos x="5795" y="5855"/>
                </a:cxn>
                <a:cxn ang="0">
                  <a:pos x="5856" y="5795"/>
                </a:cxn>
                <a:cxn ang="0">
                  <a:pos x="5888" y="5718"/>
                </a:cxn>
                <a:cxn ang="0">
                  <a:pos x="5893" y="214"/>
                </a:cxn>
                <a:cxn ang="0">
                  <a:pos x="5877" y="156"/>
                </a:cxn>
                <a:cxn ang="0">
                  <a:pos x="5828" y="83"/>
                </a:cxn>
                <a:cxn ang="0">
                  <a:pos x="5756" y="35"/>
                </a:cxn>
                <a:cxn ang="0">
                  <a:pos x="5674" y="18"/>
                </a:cxn>
                <a:cxn ang="0">
                  <a:pos x="237" y="0"/>
                </a:cxn>
                <a:cxn ang="0">
                  <a:pos x="5721" y="4"/>
                </a:cxn>
                <a:cxn ang="0">
                  <a:pos x="5809" y="42"/>
                </a:cxn>
                <a:cxn ang="0">
                  <a:pos x="5870" y="102"/>
                </a:cxn>
                <a:cxn ang="0">
                  <a:pos x="5907" y="190"/>
                </a:cxn>
                <a:cxn ang="0">
                  <a:pos x="5911" y="5694"/>
                </a:cxn>
                <a:cxn ang="0">
                  <a:pos x="5893" y="5762"/>
                </a:cxn>
                <a:cxn ang="0">
                  <a:pos x="5870" y="5809"/>
                </a:cxn>
                <a:cxn ang="0">
                  <a:pos x="5809" y="5869"/>
                </a:cxn>
                <a:cxn ang="0">
                  <a:pos x="5721" y="5906"/>
                </a:cxn>
                <a:cxn ang="0">
                  <a:pos x="214" y="5911"/>
                </a:cxn>
                <a:cxn ang="0">
                  <a:pos x="142" y="5890"/>
                </a:cxn>
                <a:cxn ang="0">
                  <a:pos x="70" y="5841"/>
                </a:cxn>
                <a:cxn ang="0">
                  <a:pos x="21" y="5769"/>
                </a:cxn>
                <a:cxn ang="0">
                  <a:pos x="5" y="5718"/>
                </a:cxn>
                <a:cxn ang="0">
                  <a:pos x="0" y="237"/>
                </a:cxn>
                <a:cxn ang="0">
                  <a:pos x="21" y="142"/>
                </a:cxn>
                <a:cxn ang="0">
                  <a:pos x="70" y="69"/>
                </a:cxn>
                <a:cxn ang="0">
                  <a:pos x="142" y="21"/>
                </a:cxn>
                <a:cxn ang="0">
                  <a:pos x="237" y="0"/>
                </a:cxn>
              </a:cxnLst>
              <a:rect l="0" t="0" r="r" b="b"/>
              <a:pathLst>
                <a:path w="5911" h="5911">
                  <a:moveTo>
                    <a:pt x="237" y="18"/>
                  </a:moveTo>
                  <a:lnTo>
                    <a:pt x="191" y="23"/>
                  </a:lnTo>
                  <a:lnTo>
                    <a:pt x="156" y="35"/>
                  </a:lnTo>
                  <a:lnTo>
                    <a:pt x="116" y="56"/>
                  </a:lnTo>
                  <a:lnTo>
                    <a:pt x="84" y="83"/>
                  </a:lnTo>
                  <a:lnTo>
                    <a:pt x="56" y="116"/>
                  </a:lnTo>
                  <a:lnTo>
                    <a:pt x="35" y="156"/>
                  </a:lnTo>
                  <a:lnTo>
                    <a:pt x="23" y="190"/>
                  </a:lnTo>
                  <a:lnTo>
                    <a:pt x="19" y="237"/>
                  </a:lnTo>
                  <a:lnTo>
                    <a:pt x="19" y="5671"/>
                  </a:lnTo>
                  <a:lnTo>
                    <a:pt x="23" y="5718"/>
                  </a:lnTo>
                  <a:lnTo>
                    <a:pt x="35" y="5755"/>
                  </a:lnTo>
                  <a:lnTo>
                    <a:pt x="56" y="5795"/>
                  </a:lnTo>
                  <a:lnTo>
                    <a:pt x="84" y="5827"/>
                  </a:lnTo>
                  <a:lnTo>
                    <a:pt x="116" y="5855"/>
                  </a:lnTo>
                  <a:lnTo>
                    <a:pt x="156" y="5876"/>
                  </a:lnTo>
                  <a:lnTo>
                    <a:pt x="191" y="5888"/>
                  </a:lnTo>
                  <a:lnTo>
                    <a:pt x="214" y="5892"/>
                  </a:lnTo>
                  <a:lnTo>
                    <a:pt x="5697" y="5892"/>
                  </a:lnTo>
                  <a:lnTo>
                    <a:pt x="5721" y="5888"/>
                  </a:lnTo>
                  <a:lnTo>
                    <a:pt x="5756" y="5876"/>
                  </a:lnTo>
                  <a:lnTo>
                    <a:pt x="5795" y="5855"/>
                  </a:lnTo>
                  <a:lnTo>
                    <a:pt x="5828" y="5827"/>
                  </a:lnTo>
                  <a:lnTo>
                    <a:pt x="5856" y="5795"/>
                  </a:lnTo>
                  <a:lnTo>
                    <a:pt x="5877" y="5755"/>
                  </a:lnTo>
                  <a:lnTo>
                    <a:pt x="5888" y="5718"/>
                  </a:lnTo>
                  <a:lnTo>
                    <a:pt x="5893" y="5694"/>
                  </a:lnTo>
                  <a:lnTo>
                    <a:pt x="5893" y="214"/>
                  </a:lnTo>
                  <a:lnTo>
                    <a:pt x="5888" y="190"/>
                  </a:lnTo>
                  <a:lnTo>
                    <a:pt x="5877" y="156"/>
                  </a:lnTo>
                  <a:lnTo>
                    <a:pt x="5856" y="116"/>
                  </a:lnTo>
                  <a:lnTo>
                    <a:pt x="5828" y="83"/>
                  </a:lnTo>
                  <a:lnTo>
                    <a:pt x="5795" y="56"/>
                  </a:lnTo>
                  <a:lnTo>
                    <a:pt x="5756" y="35"/>
                  </a:lnTo>
                  <a:lnTo>
                    <a:pt x="5721" y="23"/>
                  </a:lnTo>
                  <a:lnTo>
                    <a:pt x="5674" y="18"/>
                  </a:lnTo>
                  <a:lnTo>
                    <a:pt x="237" y="18"/>
                  </a:lnTo>
                  <a:close/>
                  <a:moveTo>
                    <a:pt x="237" y="0"/>
                  </a:moveTo>
                  <a:lnTo>
                    <a:pt x="5674" y="0"/>
                  </a:lnTo>
                  <a:lnTo>
                    <a:pt x="5721" y="4"/>
                  </a:lnTo>
                  <a:lnTo>
                    <a:pt x="5769" y="21"/>
                  </a:lnTo>
                  <a:lnTo>
                    <a:pt x="5809" y="42"/>
                  </a:lnTo>
                  <a:lnTo>
                    <a:pt x="5842" y="69"/>
                  </a:lnTo>
                  <a:lnTo>
                    <a:pt x="5870" y="102"/>
                  </a:lnTo>
                  <a:lnTo>
                    <a:pt x="5891" y="142"/>
                  </a:lnTo>
                  <a:lnTo>
                    <a:pt x="5907" y="190"/>
                  </a:lnTo>
                  <a:lnTo>
                    <a:pt x="5911" y="214"/>
                  </a:lnTo>
                  <a:lnTo>
                    <a:pt x="5911" y="5694"/>
                  </a:lnTo>
                  <a:lnTo>
                    <a:pt x="5907" y="5718"/>
                  </a:lnTo>
                  <a:lnTo>
                    <a:pt x="5893" y="5762"/>
                  </a:lnTo>
                  <a:lnTo>
                    <a:pt x="5891" y="5769"/>
                  </a:lnTo>
                  <a:lnTo>
                    <a:pt x="5870" y="5809"/>
                  </a:lnTo>
                  <a:lnTo>
                    <a:pt x="5842" y="5841"/>
                  </a:lnTo>
                  <a:lnTo>
                    <a:pt x="5809" y="5869"/>
                  </a:lnTo>
                  <a:lnTo>
                    <a:pt x="5769" y="5890"/>
                  </a:lnTo>
                  <a:lnTo>
                    <a:pt x="5721" y="5906"/>
                  </a:lnTo>
                  <a:lnTo>
                    <a:pt x="5697" y="5911"/>
                  </a:lnTo>
                  <a:lnTo>
                    <a:pt x="214" y="5911"/>
                  </a:lnTo>
                  <a:lnTo>
                    <a:pt x="191" y="5906"/>
                  </a:lnTo>
                  <a:lnTo>
                    <a:pt x="142" y="5890"/>
                  </a:lnTo>
                  <a:lnTo>
                    <a:pt x="102" y="5869"/>
                  </a:lnTo>
                  <a:lnTo>
                    <a:pt x="70" y="5841"/>
                  </a:lnTo>
                  <a:lnTo>
                    <a:pt x="42" y="5809"/>
                  </a:lnTo>
                  <a:lnTo>
                    <a:pt x="21" y="5769"/>
                  </a:lnTo>
                  <a:lnTo>
                    <a:pt x="19" y="5762"/>
                  </a:lnTo>
                  <a:lnTo>
                    <a:pt x="5" y="5718"/>
                  </a:lnTo>
                  <a:lnTo>
                    <a:pt x="0" y="5671"/>
                  </a:lnTo>
                  <a:lnTo>
                    <a:pt x="0" y="237"/>
                  </a:lnTo>
                  <a:lnTo>
                    <a:pt x="5" y="190"/>
                  </a:lnTo>
                  <a:lnTo>
                    <a:pt x="21" y="142"/>
                  </a:lnTo>
                  <a:lnTo>
                    <a:pt x="42" y="102"/>
                  </a:lnTo>
                  <a:lnTo>
                    <a:pt x="70" y="69"/>
                  </a:lnTo>
                  <a:lnTo>
                    <a:pt x="102" y="42"/>
                  </a:lnTo>
                  <a:lnTo>
                    <a:pt x="142" y="21"/>
                  </a:lnTo>
                  <a:lnTo>
                    <a:pt x="191" y="4"/>
                  </a:lnTo>
                  <a:lnTo>
                    <a:pt x="237" y="0"/>
                  </a:lnTo>
                  <a:close/>
                </a:path>
              </a:pathLst>
            </a:custGeom>
            <a:solidFill>
              <a:srgbClr val="FFFFFF"/>
            </a:solidFill>
            <a:ln w="0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40" name="Freeform 30"/>
            <p:cNvSpPr>
              <a:spLocks/>
            </p:cNvSpPr>
            <p:nvPr userDrawn="1"/>
          </p:nvSpPr>
          <p:spPr bwMode="auto">
            <a:xfrm>
              <a:off x="2189" y="2105"/>
              <a:ext cx="799" cy="1392"/>
            </a:xfrm>
            <a:custGeom>
              <a:avLst/>
              <a:gdLst/>
              <a:ahLst/>
              <a:cxnLst>
                <a:cxn ang="0">
                  <a:pos x="3256" y="51"/>
                </a:cxn>
                <a:cxn ang="0">
                  <a:pos x="3063" y="245"/>
                </a:cxn>
                <a:cxn ang="0">
                  <a:pos x="2902" y="512"/>
                </a:cxn>
                <a:cxn ang="0">
                  <a:pos x="2777" y="868"/>
                </a:cxn>
                <a:cxn ang="0">
                  <a:pos x="2688" y="1322"/>
                </a:cxn>
                <a:cxn ang="0">
                  <a:pos x="2651" y="1692"/>
                </a:cxn>
                <a:cxn ang="0">
                  <a:pos x="2632" y="2148"/>
                </a:cxn>
                <a:cxn ang="0">
                  <a:pos x="2595" y="2390"/>
                </a:cxn>
                <a:cxn ang="0">
                  <a:pos x="2532" y="2653"/>
                </a:cxn>
                <a:cxn ang="0">
                  <a:pos x="2488" y="2818"/>
                </a:cxn>
                <a:cxn ang="0">
                  <a:pos x="2558" y="2905"/>
                </a:cxn>
                <a:cxn ang="0">
                  <a:pos x="2663" y="3147"/>
                </a:cxn>
                <a:cxn ang="0">
                  <a:pos x="2712" y="3421"/>
                </a:cxn>
                <a:cxn ang="0">
                  <a:pos x="2728" y="3945"/>
                </a:cxn>
                <a:cxn ang="0">
                  <a:pos x="2730" y="4343"/>
                </a:cxn>
                <a:cxn ang="0">
                  <a:pos x="2716" y="4713"/>
                </a:cxn>
                <a:cxn ang="0">
                  <a:pos x="2677" y="5046"/>
                </a:cxn>
                <a:cxn ang="0">
                  <a:pos x="2600" y="5325"/>
                </a:cxn>
                <a:cxn ang="0">
                  <a:pos x="2479" y="5539"/>
                </a:cxn>
                <a:cxn ang="0">
                  <a:pos x="2304" y="5674"/>
                </a:cxn>
                <a:cxn ang="0">
                  <a:pos x="2111" y="5742"/>
                </a:cxn>
                <a:cxn ang="0">
                  <a:pos x="1978" y="5749"/>
                </a:cxn>
                <a:cxn ang="0">
                  <a:pos x="1897" y="5716"/>
                </a:cxn>
                <a:cxn ang="0">
                  <a:pos x="1853" y="5662"/>
                </a:cxn>
                <a:cxn ang="0">
                  <a:pos x="1834" y="5609"/>
                </a:cxn>
                <a:cxn ang="0">
                  <a:pos x="1843" y="5562"/>
                </a:cxn>
                <a:cxn ang="0">
                  <a:pos x="1897" y="5506"/>
                </a:cxn>
                <a:cxn ang="0">
                  <a:pos x="1960" y="5418"/>
                </a:cxn>
                <a:cxn ang="0">
                  <a:pos x="2004" y="5271"/>
                </a:cxn>
                <a:cxn ang="0">
                  <a:pos x="1969" y="5153"/>
                </a:cxn>
                <a:cxn ang="0">
                  <a:pos x="1836" y="5046"/>
                </a:cxn>
                <a:cxn ang="0">
                  <a:pos x="1667" y="4999"/>
                </a:cxn>
                <a:cxn ang="0">
                  <a:pos x="1541" y="5039"/>
                </a:cxn>
                <a:cxn ang="0">
                  <a:pos x="1457" y="5136"/>
                </a:cxn>
                <a:cxn ang="0">
                  <a:pos x="1408" y="5269"/>
                </a:cxn>
                <a:cxn ang="0">
                  <a:pos x="1397" y="5409"/>
                </a:cxn>
                <a:cxn ang="0">
                  <a:pos x="1415" y="5530"/>
                </a:cxn>
                <a:cxn ang="0">
                  <a:pos x="1511" y="5683"/>
                </a:cxn>
                <a:cxn ang="0">
                  <a:pos x="177" y="5788"/>
                </a:cxn>
                <a:cxn ang="0">
                  <a:pos x="51" y="5737"/>
                </a:cxn>
                <a:cxn ang="0">
                  <a:pos x="0" y="5611"/>
                </a:cxn>
                <a:cxn ang="0">
                  <a:pos x="23" y="89"/>
                </a:cxn>
                <a:cxn ang="0">
                  <a:pos x="131" y="7"/>
                </a:cxn>
              </a:cxnLst>
              <a:rect l="0" t="0" r="r" b="b"/>
              <a:pathLst>
                <a:path w="3326" h="5788">
                  <a:moveTo>
                    <a:pt x="177" y="0"/>
                  </a:moveTo>
                  <a:lnTo>
                    <a:pt x="3326" y="0"/>
                  </a:lnTo>
                  <a:lnTo>
                    <a:pt x="3256" y="51"/>
                  </a:lnTo>
                  <a:lnTo>
                    <a:pt x="3189" y="107"/>
                  </a:lnTo>
                  <a:lnTo>
                    <a:pt x="3124" y="172"/>
                  </a:lnTo>
                  <a:lnTo>
                    <a:pt x="3063" y="245"/>
                  </a:lnTo>
                  <a:lnTo>
                    <a:pt x="3007" y="326"/>
                  </a:lnTo>
                  <a:lnTo>
                    <a:pt x="2954" y="414"/>
                  </a:lnTo>
                  <a:lnTo>
                    <a:pt x="2902" y="512"/>
                  </a:lnTo>
                  <a:lnTo>
                    <a:pt x="2856" y="622"/>
                  </a:lnTo>
                  <a:lnTo>
                    <a:pt x="2814" y="740"/>
                  </a:lnTo>
                  <a:lnTo>
                    <a:pt x="2777" y="868"/>
                  </a:lnTo>
                  <a:lnTo>
                    <a:pt x="2742" y="1008"/>
                  </a:lnTo>
                  <a:lnTo>
                    <a:pt x="2714" y="1159"/>
                  </a:lnTo>
                  <a:lnTo>
                    <a:pt x="2688" y="1322"/>
                  </a:lnTo>
                  <a:lnTo>
                    <a:pt x="2667" y="1497"/>
                  </a:lnTo>
                  <a:lnTo>
                    <a:pt x="2651" y="1685"/>
                  </a:lnTo>
                  <a:lnTo>
                    <a:pt x="2651" y="1692"/>
                  </a:lnTo>
                  <a:lnTo>
                    <a:pt x="2642" y="1836"/>
                  </a:lnTo>
                  <a:lnTo>
                    <a:pt x="2635" y="1990"/>
                  </a:lnTo>
                  <a:lnTo>
                    <a:pt x="2632" y="2148"/>
                  </a:lnTo>
                  <a:lnTo>
                    <a:pt x="2623" y="2223"/>
                  </a:lnTo>
                  <a:lnTo>
                    <a:pt x="2611" y="2304"/>
                  </a:lnTo>
                  <a:lnTo>
                    <a:pt x="2595" y="2390"/>
                  </a:lnTo>
                  <a:lnTo>
                    <a:pt x="2579" y="2481"/>
                  </a:lnTo>
                  <a:lnTo>
                    <a:pt x="2558" y="2569"/>
                  </a:lnTo>
                  <a:lnTo>
                    <a:pt x="2532" y="2653"/>
                  </a:lnTo>
                  <a:lnTo>
                    <a:pt x="2504" y="2732"/>
                  </a:lnTo>
                  <a:lnTo>
                    <a:pt x="2472" y="2802"/>
                  </a:lnTo>
                  <a:lnTo>
                    <a:pt x="2488" y="2818"/>
                  </a:lnTo>
                  <a:lnTo>
                    <a:pt x="2507" y="2839"/>
                  </a:lnTo>
                  <a:lnTo>
                    <a:pt x="2530" y="2867"/>
                  </a:lnTo>
                  <a:lnTo>
                    <a:pt x="2558" y="2905"/>
                  </a:lnTo>
                  <a:lnTo>
                    <a:pt x="2600" y="2986"/>
                  </a:lnTo>
                  <a:lnTo>
                    <a:pt x="2635" y="3065"/>
                  </a:lnTo>
                  <a:lnTo>
                    <a:pt x="2663" y="3147"/>
                  </a:lnTo>
                  <a:lnTo>
                    <a:pt x="2684" y="3233"/>
                  </a:lnTo>
                  <a:lnTo>
                    <a:pt x="2700" y="3324"/>
                  </a:lnTo>
                  <a:lnTo>
                    <a:pt x="2712" y="3421"/>
                  </a:lnTo>
                  <a:lnTo>
                    <a:pt x="2726" y="3810"/>
                  </a:lnTo>
                  <a:lnTo>
                    <a:pt x="2726" y="3808"/>
                  </a:lnTo>
                  <a:lnTo>
                    <a:pt x="2728" y="3945"/>
                  </a:lnTo>
                  <a:lnTo>
                    <a:pt x="2730" y="4080"/>
                  </a:lnTo>
                  <a:lnTo>
                    <a:pt x="2733" y="4213"/>
                  </a:lnTo>
                  <a:lnTo>
                    <a:pt x="2730" y="4343"/>
                  </a:lnTo>
                  <a:lnTo>
                    <a:pt x="2728" y="4469"/>
                  </a:lnTo>
                  <a:lnTo>
                    <a:pt x="2723" y="4594"/>
                  </a:lnTo>
                  <a:lnTo>
                    <a:pt x="2716" y="4713"/>
                  </a:lnTo>
                  <a:lnTo>
                    <a:pt x="2707" y="4829"/>
                  </a:lnTo>
                  <a:lnTo>
                    <a:pt x="2693" y="4939"/>
                  </a:lnTo>
                  <a:lnTo>
                    <a:pt x="2677" y="5046"/>
                  </a:lnTo>
                  <a:lnTo>
                    <a:pt x="2656" y="5143"/>
                  </a:lnTo>
                  <a:lnTo>
                    <a:pt x="2630" y="5239"/>
                  </a:lnTo>
                  <a:lnTo>
                    <a:pt x="2600" y="5325"/>
                  </a:lnTo>
                  <a:lnTo>
                    <a:pt x="2565" y="5404"/>
                  </a:lnTo>
                  <a:lnTo>
                    <a:pt x="2525" y="5474"/>
                  </a:lnTo>
                  <a:lnTo>
                    <a:pt x="2479" y="5539"/>
                  </a:lnTo>
                  <a:lnTo>
                    <a:pt x="2428" y="5593"/>
                  </a:lnTo>
                  <a:lnTo>
                    <a:pt x="2369" y="5639"/>
                  </a:lnTo>
                  <a:lnTo>
                    <a:pt x="2304" y="5674"/>
                  </a:lnTo>
                  <a:lnTo>
                    <a:pt x="2232" y="5704"/>
                  </a:lnTo>
                  <a:lnTo>
                    <a:pt x="2167" y="5728"/>
                  </a:lnTo>
                  <a:lnTo>
                    <a:pt x="2111" y="5742"/>
                  </a:lnTo>
                  <a:lnTo>
                    <a:pt x="2060" y="5749"/>
                  </a:lnTo>
                  <a:lnTo>
                    <a:pt x="2016" y="5751"/>
                  </a:lnTo>
                  <a:lnTo>
                    <a:pt x="1978" y="5749"/>
                  </a:lnTo>
                  <a:lnTo>
                    <a:pt x="1946" y="5742"/>
                  </a:lnTo>
                  <a:lnTo>
                    <a:pt x="1918" y="5730"/>
                  </a:lnTo>
                  <a:lnTo>
                    <a:pt x="1897" y="5716"/>
                  </a:lnTo>
                  <a:lnTo>
                    <a:pt x="1878" y="5697"/>
                  </a:lnTo>
                  <a:lnTo>
                    <a:pt x="1864" y="5681"/>
                  </a:lnTo>
                  <a:lnTo>
                    <a:pt x="1853" y="5662"/>
                  </a:lnTo>
                  <a:lnTo>
                    <a:pt x="1843" y="5644"/>
                  </a:lnTo>
                  <a:lnTo>
                    <a:pt x="1839" y="5625"/>
                  </a:lnTo>
                  <a:lnTo>
                    <a:pt x="1834" y="5609"/>
                  </a:lnTo>
                  <a:lnTo>
                    <a:pt x="1832" y="5595"/>
                  </a:lnTo>
                  <a:lnTo>
                    <a:pt x="1832" y="5574"/>
                  </a:lnTo>
                  <a:lnTo>
                    <a:pt x="1843" y="5562"/>
                  </a:lnTo>
                  <a:lnTo>
                    <a:pt x="1860" y="5548"/>
                  </a:lnTo>
                  <a:lnTo>
                    <a:pt x="1876" y="5530"/>
                  </a:lnTo>
                  <a:lnTo>
                    <a:pt x="1897" y="5506"/>
                  </a:lnTo>
                  <a:lnTo>
                    <a:pt x="1918" y="5481"/>
                  </a:lnTo>
                  <a:lnTo>
                    <a:pt x="1939" y="5451"/>
                  </a:lnTo>
                  <a:lnTo>
                    <a:pt x="1960" y="5418"/>
                  </a:lnTo>
                  <a:lnTo>
                    <a:pt x="1992" y="5348"/>
                  </a:lnTo>
                  <a:lnTo>
                    <a:pt x="2002" y="5309"/>
                  </a:lnTo>
                  <a:lnTo>
                    <a:pt x="2004" y="5271"/>
                  </a:lnTo>
                  <a:lnTo>
                    <a:pt x="2002" y="5232"/>
                  </a:lnTo>
                  <a:lnTo>
                    <a:pt x="1990" y="5192"/>
                  </a:lnTo>
                  <a:lnTo>
                    <a:pt x="1969" y="5153"/>
                  </a:lnTo>
                  <a:lnTo>
                    <a:pt x="1937" y="5116"/>
                  </a:lnTo>
                  <a:lnTo>
                    <a:pt x="1892" y="5081"/>
                  </a:lnTo>
                  <a:lnTo>
                    <a:pt x="1836" y="5046"/>
                  </a:lnTo>
                  <a:lnTo>
                    <a:pt x="1776" y="5020"/>
                  </a:lnTo>
                  <a:lnTo>
                    <a:pt x="1718" y="5004"/>
                  </a:lnTo>
                  <a:lnTo>
                    <a:pt x="1667" y="4999"/>
                  </a:lnTo>
                  <a:lnTo>
                    <a:pt x="1620" y="5004"/>
                  </a:lnTo>
                  <a:lnTo>
                    <a:pt x="1578" y="5018"/>
                  </a:lnTo>
                  <a:lnTo>
                    <a:pt x="1541" y="5039"/>
                  </a:lnTo>
                  <a:lnTo>
                    <a:pt x="1508" y="5067"/>
                  </a:lnTo>
                  <a:lnTo>
                    <a:pt x="1480" y="5099"/>
                  </a:lnTo>
                  <a:lnTo>
                    <a:pt x="1457" y="5136"/>
                  </a:lnTo>
                  <a:lnTo>
                    <a:pt x="1436" y="5178"/>
                  </a:lnTo>
                  <a:lnTo>
                    <a:pt x="1420" y="5223"/>
                  </a:lnTo>
                  <a:lnTo>
                    <a:pt x="1408" y="5269"/>
                  </a:lnTo>
                  <a:lnTo>
                    <a:pt x="1401" y="5316"/>
                  </a:lnTo>
                  <a:lnTo>
                    <a:pt x="1397" y="5362"/>
                  </a:lnTo>
                  <a:lnTo>
                    <a:pt x="1397" y="5409"/>
                  </a:lnTo>
                  <a:lnTo>
                    <a:pt x="1399" y="5453"/>
                  </a:lnTo>
                  <a:lnTo>
                    <a:pt x="1406" y="5493"/>
                  </a:lnTo>
                  <a:lnTo>
                    <a:pt x="1415" y="5530"/>
                  </a:lnTo>
                  <a:lnTo>
                    <a:pt x="1436" y="5579"/>
                  </a:lnTo>
                  <a:lnTo>
                    <a:pt x="1469" y="5630"/>
                  </a:lnTo>
                  <a:lnTo>
                    <a:pt x="1511" y="5683"/>
                  </a:lnTo>
                  <a:lnTo>
                    <a:pt x="1564" y="5737"/>
                  </a:lnTo>
                  <a:lnTo>
                    <a:pt x="1625" y="5788"/>
                  </a:lnTo>
                  <a:lnTo>
                    <a:pt x="177" y="5788"/>
                  </a:lnTo>
                  <a:lnTo>
                    <a:pt x="131" y="5781"/>
                  </a:lnTo>
                  <a:lnTo>
                    <a:pt x="89" y="5765"/>
                  </a:lnTo>
                  <a:lnTo>
                    <a:pt x="51" y="5737"/>
                  </a:lnTo>
                  <a:lnTo>
                    <a:pt x="23" y="5700"/>
                  </a:lnTo>
                  <a:lnTo>
                    <a:pt x="7" y="5658"/>
                  </a:lnTo>
                  <a:lnTo>
                    <a:pt x="0" y="5611"/>
                  </a:lnTo>
                  <a:lnTo>
                    <a:pt x="0" y="177"/>
                  </a:lnTo>
                  <a:lnTo>
                    <a:pt x="7" y="130"/>
                  </a:lnTo>
                  <a:lnTo>
                    <a:pt x="23" y="89"/>
                  </a:lnTo>
                  <a:lnTo>
                    <a:pt x="51" y="51"/>
                  </a:lnTo>
                  <a:lnTo>
                    <a:pt x="89" y="23"/>
                  </a:lnTo>
                  <a:lnTo>
                    <a:pt x="131" y="7"/>
                  </a:lnTo>
                  <a:lnTo>
                    <a:pt x="177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41" name="Freeform 31"/>
            <p:cNvSpPr>
              <a:spLocks/>
            </p:cNvSpPr>
            <p:nvPr userDrawn="1"/>
          </p:nvSpPr>
          <p:spPr bwMode="auto">
            <a:xfrm>
              <a:off x="2796" y="2105"/>
              <a:ext cx="784" cy="1392"/>
            </a:xfrm>
            <a:custGeom>
              <a:avLst/>
              <a:gdLst/>
              <a:ahLst/>
              <a:cxnLst>
                <a:cxn ang="0">
                  <a:pos x="3130" y="7"/>
                </a:cxn>
                <a:cxn ang="0">
                  <a:pos x="3237" y="89"/>
                </a:cxn>
                <a:cxn ang="0">
                  <a:pos x="3260" y="5611"/>
                </a:cxn>
                <a:cxn ang="0">
                  <a:pos x="3209" y="5737"/>
                </a:cxn>
                <a:cxn ang="0">
                  <a:pos x="3083" y="5788"/>
                </a:cxn>
                <a:cxn ang="0">
                  <a:pos x="137" y="5681"/>
                </a:cxn>
                <a:cxn ang="0">
                  <a:pos x="321" y="5465"/>
                </a:cxn>
                <a:cxn ang="0">
                  <a:pos x="470" y="5169"/>
                </a:cxn>
                <a:cxn ang="0">
                  <a:pos x="586" y="4780"/>
                </a:cxn>
                <a:cxn ang="0">
                  <a:pos x="661" y="4292"/>
                </a:cxn>
                <a:cxn ang="0">
                  <a:pos x="686" y="3954"/>
                </a:cxn>
                <a:cxn ang="0">
                  <a:pos x="707" y="3547"/>
                </a:cxn>
                <a:cxn ang="0">
                  <a:pos x="777" y="3261"/>
                </a:cxn>
                <a:cxn ang="0">
                  <a:pos x="840" y="3068"/>
                </a:cxn>
                <a:cxn ang="0">
                  <a:pos x="770" y="2979"/>
                </a:cxn>
                <a:cxn ang="0">
                  <a:pos x="677" y="2735"/>
                </a:cxn>
                <a:cxn ang="0">
                  <a:pos x="623" y="2460"/>
                </a:cxn>
                <a:cxn ang="0">
                  <a:pos x="598" y="1843"/>
                </a:cxn>
                <a:cxn ang="0">
                  <a:pos x="596" y="1445"/>
                </a:cxn>
                <a:cxn ang="0">
                  <a:pos x="609" y="1075"/>
                </a:cxn>
                <a:cxn ang="0">
                  <a:pos x="651" y="745"/>
                </a:cxn>
                <a:cxn ang="0">
                  <a:pos x="726" y="466"/>
                </a:cxn>
                <a:cxn ang="0">
                  <a:pos x="847" y="252"/>
                </a:cxn>
                <a:cxn ang="0">
                  <a:pos x="1021" y="114"/>
                </a:cxn>
                <a:cxn ang="0">
                  <a:pos x="1217" y="47"/>
                </a:cxn>
                <a:cxn ang="0">
                  <a:pos x="1350" y="40"/>
                </a:cxn>
                <a:cxn ang="0">
                  <a:pos x="1431" y="72"/>
                </a:cxn>
                <a:cxn ang="0">
                  <a:pos x="1475" y="126"/>
                </a:cxn>
                <a:cxn ang="0">
                  <a:pos x="1494" y="179"/>
                </a:cxn>
                <a:cxn ang="0">
                  <a:pos x="1485" y="226"/>
                </a:cxn>
                <a:cxn ang="0">
                  <a:pos x="1431" y="282"/>
                </a:cxn>
                <a:cxn ang="0">
                  <a:pos x="1368" y="370"/>
                </a:cxn>
                <a:cxn ang="0">
                  <a:pos x="1324" y="517"/>
                </a:cxn>
                <a:cxn ang="0">
                  <a:pos x="1359" y="636"/>
                </a:cxn>
                <a:cxn ang="0">
                  <a:pos x="1492" y="743"/>
                </a:cxn>
                <a:cxn ang="0">
                  <a:pos x="1659" y="789"/>
                </a:cxn>
                <a:cxn ang="0">
                  <a:pos x="1785" y="752"/>
                </a:cxn>
                <a:cxn ang="0">
                  <a:pos x="1871" y="654"/>
                </a:cxn>
                <a:cxn ang="0">
                  <a:pos x="1917" y="521"/>
                </a:cxn>
                <a:cxn ang="0">
                  <a:pos x="1931" y="382"/>
                </a:cxn>
                <a:cxn ang="0">
                  <a:pos x="1913" y="261"/>
                </a:cxn>
                <a:cxn ang="0">
                  <a:pos x="1817" y="105"/>
                </a:cxn>
              </a:cxnLst>
              <a:rect l="0" t="0" r="r" b="b"/>
              <a:pathLst>
                <a:path w="3260" h="5788">
                  <a:moveTo>
                    <a:pt x="1701" y="0"/>
                  </a:moveTo>
                  <a:lnTo>
                    <a:pt x="3083" y="0"/>
                  </a:lnTo>
                  <a:lnTo>
                    <a:pt x="3130" y="7"/>
                  </a:lnTo>
                  <a:lnTo>
                    <a:pt x="3172" y="23"/>
                  </a:lnTo>
                  <a:lnTo>
                    <a:pt x="3209" y="51"/>
                  </a:lnTo>
                  <a:lnTo>
                    <a:pt x="3237" y="89"/>
                  </a:lnTo>
                  <a:lnTo>
                    <a:pt x="3253" y="130"/>
                  </a:lnTo>
                  <a:lnTo>
                    <a:pt x="3260" y="177"/>
                  </a:lnTo>
                  <a:lnTo>
                    <a:pt x="3260" y="5611"/>
                  </a:lnTo>
                  <a:lnTo>
                    <a:pt x="3253" y="5658"/>
                  </a:lnTo>
                  <a:lnTo>
                    <a:pt x="3237" y="5700"/>
                  </a:lnTo>
                  <a:lnTo>
                    <a:pt x="3209" y="5737"/>
                  </a:lnTo>
                  <a:lnTo>
                    <a:pt x="3172" y="5765"/>
                  </a:lnTo>
                  <a:lnTo>
                    <a:pt x="3130" y="5781"/>
                  </a:lnTo>
                  <a:lnTo>
                    <a:pt x="3083" y="5788"/>
                  </a:lnTo>
                  <a:lnTo>
                    <a:pt x="0" y="5788"/>
                  </a:lnTo>
                  <a:lnTo>
                    <a:pt x="70" y="5737"/>
                  </a:lnTo>
                  <a:lnTo>
                    <a:pt x="137" y="5681"/>
                  </a:lnTo>
                  <a:lnTo>
                    <a:pt x="202" y="5616"/>
                  </a:lnTo>
                  <a:lnTo>
                    <a:pt x="263" y="5544"/>
                  </a:lnTo>
                  <a:lnTo>
                    <a:pt x="321" y="5465"/>
                  </a:lnTo>
                  <a:lnTo>
                    <a:pt x="374" y="5374"/>
                  </a:lnTo>
                  <a:lnTo>
                    <a:pt x="426" y="5276"/>
                  </a:lnTo>
                  <a:lnTo>
                    <a:pt x="470" y="5169"/>
                  </a:lnTo>
                  <a:lnTo>
                    <a:pt x="514" y="5050"/>
                  </a:lnTo>
                  <a:lnTo>
                    <a:pt x="551" y="4920"/>
                  </a:lnTo>
                  <a:lnTo>
                    <a:pt x="586" y="4780"/>
                  </a:lnTo>
                  <a:lnTo>
                    <a:pt x="614" y="4629"/>
                  </a:lnTo>
                  <a:lnTo>
                    <a:pt x="640" y="4466"/>
                  </a:lnTo>
                  <a:lnTo>
                    <a:pt x="661" y="4292"/>
                  </a:lnTo>
                  <a:lnTo>
                    <a:pt x="677" y="4103"/>
                  </a:lnTo>
                  <a:lnTo>
                    <a:pt x="677" y="4098"/>
                  </a:lnTo>
                  <a:lnTo>
                    <a:pt x="686" y="3954"/>
                  </a:lnTo>
                  <a:lnTo>
                    <a:pt x="691" y="3801"/>
                  </a:lnTo>
                  <a:lnTo>
                    <a:pt x="696" y="3640"/>
                  </a:lnTo>
                  <a:lnTo>
                    <a:pt x="707" y="3547"/>
                  </a:lnTo>
                  <a:lnTo>
                    <a:pt x="726" y="3452"/>
                  </a:lnTo>
                  <a:lnTo>
                    <a:pt x="749" y="3356"/>
                  </a:lnTo>
                  <a:lnTo>
                    <a:pt x="777" y="3261"/>
                  </a:lnTo>
                  <a:lnTo>
                    <a:pt x="814" y="3170"/>
                  </a:lnTo>
                  <a:lnTo>
                    <a:pt x="856" y="3084"/>
                  </a:lnTo>
                  <a:lnTo>
                    <a:pt x="840" y="3068"/>
                  </a:lnTo>
                  <a:lnTo>
                    <a:pt x="821" y="3044"/>
                  </a:lnTo>
                  <a:lnTo>
                    <a:pt x="798" y="3016"/>
                  </a:lnTo>
                  <a:lnTo>
                    <a:pt x="770" y="2979"/>
                  </a:lnTo>
                  <a:lnTo>
                    <a:pt x="733" y="2905"/>
                  </a:lnTo>
                  <a:lnTo>
                    <a:pt x="703" y="2823"/>
                  </a:lnTo>
                  <a:lnTo>
                    <a:pt x="677" y="2735"/>
                  </a:lnTo>
                  <a:lnTo>
                    <a:pt x="656" y="2644"/>
                  </a:lnTo>
                  <a:lnTo>
                    <a:pt x="637" y="2551"/>
                  </a:lnTo>
                  <a:lnTo>
                    <a:pt x="623" y="2460"/>
                  </a:lnTo>
                  <a:lnTo>
                    <a:pt x="614" y="2369"/>
                  </a:lnTo>
                  <a:lnTo>
                    <a:pt x="600" y="1981"/>
                  </a:lnTo>
                  <a:lnTo>
                    <a:pt x="598" y="1843"/>
                  </a:lnTo>
                  <a:lnTo>
                    <a:pt x="596" y="1708"/>
                  </a:lnTo>
                  <a:lnTo>
                    <a:pt x="593" y="1576"/>
                  </a:lnTo>
                  <a:lnTo>
                    <a:pt x="596" y="1445"/>
                  </a:lnTo>
                  <a:lnTo>
                    <a:pt x="598" y="1320"/>
                  </a:lnTo>
                  <a:lnTo>
                    <a:pt x="602" y="1196"/>
                  </a:lnTo>
                  <a:lnTo>
                    <a:pt x="609" y="1075"/>
                  </a:lnTo>
                  <a:lnTo>
                    <a:pt x="619" y="959"/>
                  </a:lnTo>
                  <a:lnTo>
                    <a:pt x="633" y="850"/>
                  </a:lnTo>
                  <a:lnTo>
                    <a:pt x="651" y="745"/>
                  </a:lnTo>
                  <a:lnTo>
                    <a:pt x="672" y="645"/>
                  </a:lnTo>
                  <a:lnTo>
                    <a:pt x="698" y="552"/>
                  </a:lnTo>
                  <a:lnTo>
                    <a:pt x="726" y="466"/>
                  </a:lnTo>
                  <a:lnTo>
                    <a:pt x="761" y="386"/>
                  </a:lnTo>
                  <a:lnTo>
                    <a:pt x="803" y="314"/>
                  </a:lnTo>
                  <a:lnTo>
                    <a:pt x="847" y="252"/>
                  </a:lnTo>
                  <a:lnTo>
                    <a:pt x="898" y="196"/>
                  </a:lnTo>
                  <a:lnTo>
                    <a:pt x="956" y="151"/>
                  </a:lnTo>
                  <a:lnTo>
                    <a:pt x="1021" y="114"/>
                  </a:lnTo>
                  <a:lnTo>
                    <a:pt x="1094" y="84"/>
                  </a:lnTo>
                  <a:lnTo>
                    <a:pt x="1159" y="61"/>
                  </a:lnTo>
                  <a:lnTo>
                    <a:pt x="1217" y="47"/>
                  </a:lnTo>
                  <a:lnTo>
                    <a:pt x="1268" y="40"/>
                  </a:lnTo>
                  <a:lnTo>
                    <a:pt x="1312" y="37"/>
                  </a:lnTo>
                  <a:lnTo>
                    <a:pt x="1350" y="40"/>
                  </a:lnTo>
                  <a:lnTo>
                    <a:pt x="1382" y="47"/>
                  </a:lnTo>
                  <a:lnTo>
                    <a:pt x="1410" y="58"/>
                  </a:lnTo>
                  <a:lnTo>
                    <a:pt x="1431" y="72"/>
                  </a:lnTo>
                  <a:lnTo>
                    <a:pt x="1450" y="91"/>
                  </a:lnTo>
                  <a:lnTo>
                    <a:pt x="1464" y="107"/>
                  </a:lnTo>
                  <a:lnTo>
                    <a:pt x="1475" y="126"/>
                  </a:lnTo>
                  <a:lnTo>
                    <a:pt x="1485" y="144"/>
                  </a:lnTo>
                  <a:lnTo>
                    <a:pt x="1489" y="163"/>
                  </a:lnTo>
                  <a:lnTo>
                    <a:pt x="1494" y="179"/>
                  </a:lnTo>
                  <a:lnTo>
                    <a:pt x="1496" y="193"/>
                  </a:lnTo>
                  <a:lnTo>
                    <a:pt x="1496" y="214"/>
                  </a:lnTo>
                  <a:lnTo>
                    <a:pt x="1485" y="226"/>
                  </a:lnTo>
                  <a:lnTo>
                    <a:pt x="1468" y="240"/>
                  </a:lnTo>
                  <a:lnTo>
                    <a:pt x="1452" y="258"/>
                  </a:lnTo>
                  <a:lnTo>
                    <a:pt x="1431" y="282"/>
                  </a:lnTo>
                  <a:lnTo>
                    <a:pt x="1410" y="307"/>
                  </a:lnTo>
                  <a:lnTo>
                    <a:pt x="1389" y="338"/>
                  </a:lnTo>
                  <a:lnTo>
                    <a:pt x="1368" y="370"/>
                  </a:lnTo>
                  <a:lnTo>
                    <a:pt x="1336" y="440"/>
                  </a:lnTo>
                  <a:lnTo>
                    <a:pt x="1326" y="480"/>
                  </a:lnTo>
                  <a:lnTo>
                    <a:pt x="1324" y="517"/>
                  </a:lnTo>
                  <a:lnTo>
                    <a:pt x="1326" y="556"/>
                  </a:lnTo>
                  <a:lnTo>
                    <a:pt x="1338" y="596"/>
                  </a:lnTo>
                  <a:lnTo>
                    <a:pt x="1359" y="636"/>
                  </a:lnTo>
                  <a:lnTo>
                    <a:pt x="1391" y="673"/>
                  </a:lnTo>
                  <a:lnTo>
                    <a:pt x="1436" y="708"/>
                  </a:lnTo>
                  <a:lnTo>
                    <a:pt x="1492" y="743"/>
                  </a:lnTo>
                  <a:lnTo>
                    <a:pt x="1552" y="770"/>
                  </a:lnTo>
                  <a:lnTo>
                    <a:pt x="1608" y="784"/>
                  </a:lnTo>
                  <a:lnTo>
                    <a:pt x="1659" y="789"/>
                  </a:lnTo>
                  <a:lnTo>
                    <a:pt x="1706" y="784"/>
                  </a:lnTo>
                  <a:lnTo>
                    <a:pt x="1748" y="773"/>
                  </a:lnTo>
                  <a:lnTo>
                    <a:pt x="1785" y="752"/>
                  </a:lnTo>
                  <a:lnTo>
                    <a:pt x="1817" y="724"/>
                  </a:lnTo>
                  <a:lnTo>
                    <a:pt x="1848" y="691"/>
                  </a:lnTo>
                  <a:lnTo>
                    <a:pt x="1871" y="654"/>
                  </a:lnTo>
                  <a:lnTo>
                    <a:pt x="1890" y="612"/>
                  </a:lnTo>
                  <a:lnTo>
                    <a:pt x="1906" y="568"/>
                  </a:lnTo>
                  <a:lnTo>
                    <a:pt x="1917" y="521"/>
                  </a:lnTo>
                  <a:lnTo>
                    <a:pt x="1927" y="475"/>
                  </a:lnTo>
                  <a:lnTo>
                    <a:pt x="1931" y="428"/>
                  </a:lnTo>
                  <a:lnTo>
                    <a:pt x="1931" y="382"/>
                  </a:lnTo>
                  <a:lnTo>
                    <a:pt x="1929" y="338"/>
                  </a:lnTo>
                  <a:lnTo>
                    <a:pt x="1922" y="298"/>
                  </a:lnTo>
                  <a:lnTo>
                    <a:pt x="1913" y="261"/>
                  </a:lnTo>
                  <a:lnTo>
                    <a:pt x="1892" y="212"/>
                  </a:lnTo>
                  <a:lnTo>
                    <a:pt x="1859" y="158"/>
                  </a:lnTo>
                  <a:lnTo>
                    <a:pt x="1817" y="105"/>
                  </a:lnTo>
                  <a:lnTo>
                    <a:pt x="1764" y="51"/>
                  </a:lnTo>
                  <a:lnTo>
                    <a:pt x="1701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42" name="Freeform 32"/>
            <p:cNvSpPr>
              <a:spLocks/>
            </p:cNvSpPr>
            <p:nvPr userDrawn="1"/>
          </p:nvSpPr>
          <p:spPr bwMode="auto">
            <a:xfrm>
              <a:off x="2525" y="2105"/>
              <a:ext cx="735" cy="1392"/>
            </a:xfrm>
            <a:custGeom>
              <a:avLst/>
              <a:gdLst/>
              <a:ahLst/>
              <a:cxnLst>
                <a:cxn ang="0">
                  <a:pos x="2948" y="105"/>
                </a:cxn>
                <a:cxn ang="0">
                  <a:pos x="3053" y="298"/>
                </a:cxn>
                <a:cxn ang="0">
                  <a:pos x="3058" y="475"/>
                </a:cxn>
                <a:cxn ang="0">
                  <a:pos x="3002" y="654"/>
                </a:cxn>
                <a:cxn ang="0">
                  <a:pos x="2879" y="773"/>
                </a:cxn>
                <a:cxn ang="0">
                  <a:pos x="2683" y="770"/>
                </a:cxn>
                <a:cxn ang="0">
                  <a:pos x="2490" y="636"/>
                </a:cxn>
                <a:cxn ang="0">
                  <a:pos x="2457" y="480"/>
                </a:cxn>
                <a:cxn ang="0">
                  <a:pos x="2541" y="307"/>
                </a:cxn>
                <a:cxn ang="0">
                  <a:pos x="2616" y="226"/>
                </a:cxn>
                <a:cxn ang="0">
                  <a:pos x="2620" y="163"/>
                </a:cxn>
                <a:cxn ang="0">
                  <a:pos x="2581" y="91"/>
                </a:cxn>
                <a:cxn ang="0">
                  <a:pos x="2481" y="40"/>
                </a:cxn>
                <a:cxn ang="0">
                  <a:pos x="2290" y="61"/>
                </a:cxn>
                <a:cxn ang="0">
                  <a:pos x="2029" y="196"/>
                </a:cxn>
                <a:cxn ang="0">
                  <a:pos x="1857" y="466"/>
                </a:cxn>
                <a:cxn ang="0">
                  <a:pos x="1764" y="850"/>
                </a:cxn>
                <a:cxn ang="0">
                  <a:pos x="1729" y="1320"/>
                </a:cxn>
                <a:cxn ang="0">
                  <a:pos x="1729" y="1843"/>
                </a:cxn>
                <a:cxn ang="0">
                  <a:pos x="1768" y="2551"/>
                </a:cxn>
                <a:cxn ang="0">
                  <a:pos x="1864" y="2905"/>
                </a:cxn>
                <a:cxn ang="0">
                  <a:pos x="1971" y="3068"/>
                </a:cxn>
                <a:cxn ang="0">
                  <a:pos x="1880" y="3356"/>
                </a:cxn>
                <a:cxn ang="0">
                  <a:pos x="1822" y="3801"/>
                </a:cxn>
                <a:cxn ang="0">
                  <a:pos x="1792" y="4292"/>
                </a:cxn>
                <a:cxn ang="0">
                  <a:pos x="1682" y="4920"/>
                </a:cxn>
                <a:cxn ang="0">
                  <a:pos x="1505" y="5374"/>
                </a:cxn>
                <a:cxn ang="0">
                  <a:pos x="1268" y="5681"/>
                </a:cxn>
                <a:cxn ang="0">
                  <a:pos x="167" y="5737"/>
                </a:cxn>
                <a:cxn ang="0">
                  <a:pos x="18" y="5530"/>
                </a:cxn>
                <a:cxn ang="0">
                  <a:pos x="0" y="5362"/>
                </a:cxn>
                <a:cxn ang="0">
                  <a:pos x="39" y="5178"/>
                </a:cxn>
                <a:cxn ang="0">
                  <a:pos x="144" y="5039"/>
                </a:cxn>
                <a:cxn ang="0">
                  <a:pos x="321" y="5004"/>
                </a:cxn>
                <a:cxn ang="0">
                  <a:pos x="540" y="5116"/>
                </a:cxn>
                <a:cxn ang="0">
                  <a:pos x="607" y="5271"/>
                </a:cxn>
                <a:cxn ang="0">
                  <a:pos x="542" y="5451"/>
                </a:cxn>
                <a:cxn ang="0">
                  <a:pos x="463" y="5548"/>
                </a:cxn>
                <a:cxn ang="0">
                  <a:pos x="437" y="5609"/>
                </a:cxn>
                <a:cxn ang="0">
                  <a:pos x="467" y="5681"/>
                </a:cxn>
                <a:cxn ang="0">
                  <a:pos x="549" y="5742"/>
                </a:cxn>
                <a:cxn ang="0">
                  <a:pos x="714" y="5742"/>
                </a:cxn>
                <a:cxn ang="0">
                  <a:pos x="972" y="5639"/>
                </a:cxn>
                <a:cxn ang="0">
                  <a:pos x="1168" y="5404"/>
                </a:cxn>
                <a:cxn ang="0">
                  <a:pos x="1280" y="5046"/>
                </a:cxn>
                <a:cxn ang="0">
                  <a:pos x="1326" y="4594"/>
                </a:cxn>
                <a:cxn ang="0">
                  <a:pos x="1333" y="4080"/>
                </a:cxn>
                <a:cxn ang="0">
                  <a:pos x="1315" y="3421"/>
                </a:cxn>
                <a:cxn ang="0">
                  <a:pos x="1238" y="3065"/>
                </a:cxn>
                <a:cxn ang="0">
                  <a:pos x="1110" y="2839"/>
                </a:cxn>
                <a:cxn ang="0">
                  <a:pos x="1135" y="2653"/>
                </a:cxn>
                <a:cxn ang="0">
                  <a:pos x="1214" y="2304"/>
                </a:cxn>
                <a:cxn ang="0">
                  <a:pos x="1245" y="1836"/>
                </a:cxn>
                <a:cxn ang="0">
                  <a:pos x="1291" y="1322"/>
                </a:cxn>
                <a:cxn ang="0">
                  <a:pos x="1417" y="740"/>
                </a:cxn>
                <a:cxn ang="0">
                  <a:pos x="1610" y="326"/>
                </a:cxn>
                <a:cxn ang="0">
                  <a:pos x="1859" y="51"/>
                </a:cxn>
              </a:cxnLst>
              <a:rect l="0" t="0" r="r" b="b"/>
              <a:pathLst>
                <a:path w="3062" h="5788">
                  <a:moveTo>
                    <a:pt x="1929" y="0"/>
                  </a:moveTo>
                  <a:lnTo>
                    <a:pt x="2832" y="0"/>
                  </a:lnTo>
                  <a:lnTo>
                    <a:pt x="2895" y="51"/>
                  </a:lnTo>
                  <a:lnTo>
                    <a:pt x="2948" y="105"/>
                  </a:lnTo>
                  <a:lnTo>
                    <a:pt x="2990" y="158"/>
                  </a:lnTo>
                  <a:lnTo>
                    <a:pt x="3023" y="212"/>
                  </a:lnTo>
                  <a:lnTo>
                    <a:pt x="3044" y="261"/>
                  </a:lnTo>
                  <a:lnTo>
                    <a:pt x="3053" y="298"/>
                  </a:lnTo>
                  <a:lnTo>
                    <a:pt x="3060" y="338"/>
                  </a:lnTo>
                  <a:lnTo>
                    <a:pt x="3062" y="382"/>
                  </a:lnTo>
                  <a:lnTo>
                    <a:pt x="3062" y="428"/>
                  </a:lnTo>
                  <a:lnTo>
                    <a:pt x="3058" y="475"/>
                  </a:lnTo>
                  <a:lnTo>
                    <a:pt x="3048" y="521"/>
                  </a:lnTo>
                  <a:lnTo>
                    <a:pt x="3037" y="568"/>
                  </a:lnTo>
                  <a:lnTo>
                    <a:pt x="3021" y="612"/>
                  </a:lnTo>
                  <a:lnTo>
                    <a:pt x="3002" y="654"/>
                  </a:lnTo>
                  <a:lnTo>
                    <a:pt x="2979" y="691"/>
                  </a:lnTo>
                  <a:lnTo>
                    <a:pt x="2948" y="724"/>
                  </a:lnTo>
                  <a:lnTo>
                    <a:pt x="2916" y="752"/>
                  </a:lnTo>
                  <a:lnTo>
                    <a:pt x="2879" y="773"/>
                  </a:lnTo>
                  <a:lnTo>
                    <a:pt x="2837" y="784"/>
                  </a:lnTo>
                  <a:lnTo>
                    <a:pt x="2790" y="789"/>
                  </a:lnTo>
                  <a:lnTo>
                    <a:pt x="2739" y="784"/>
                  </a:lnTo>
                  <a:lnTo>
                    <a:pt x="2683" y="770"/>
                  </a:lnTo>
                  <a:lnTo>
                    <a:pt x="2623" y="743"/>
                  </a:lnTo>
                  <a:lnTo>
                    <a:pt x="2567" y="708"/>
                  </a:lnTo>
                  <a:lnTo>
                    <a:pt x="2522" y="673"/>
                  </a:lnTo>
                  <a:lnTo>
                    <a:pt x="2490" y="636"/>
                  </a:lnTo>
                  <a:lnTo>
                    <a:pt x="2469" y="596"/>
                  </a:lnTo>
                  <a:lnTo>
                    <a:pt x="2457" y="556"/>
                  </a:lnTo>
                  <a:lnTo>
                    <a:pt x="2455" y="517"/>
                  </a:lnTo>
                  <a:lnTo>
                    <a:pt x="2457" y="480"/>
                  </a:lnTo>
                  <a:lnTo>
                    <a:pt x="2467" y="440"/>
                  </a:lnTo>
                  <a:lnTo>
                    <a:pt x="2499" y="370"/>
                  </a:lnTo>
                  <a:lnTo>
                    <a:pt x="2520" y="338"/>
                  </a:lnTo>
                  <a:lnTo>
                    <a:pt x="2541" y="307"/>
                  </a:lnTo>
                  <a:lnTo>
                    <a:pt x="2562" y="282"/>
                  </a:lnTo>
                  <a:lnTo>
                    <a:pt x="2583" y="258"/>
                  </a:lnTo>
                  <a:lnTo>
                    <a:pt x="2599" y="240"/>
                  </a:lnTo>
                  <a:lnTo>
                    <a:pt x="2616" y="226"/>
                  </a:lnTo>
                  <a:lnTo>
                    <a:pt x="2627" y="214"/>
                  </a:lnTo>
                  <a:lnTo>
                    <a:pt x="2627" y="193"/>
                  </a:lnTo>
                  <a:lnTo>
                    <a:pt x="2625" y="179"/>
                  </a:lnTo>
                  <a:lnTo>
                    <a:pt x="2620" y="163"/>
                  </a:lnTo>
                  <a:lnTo>
                    <a:pt x="2616" y="144"/>
                  </a:lnTo>
                  <a:lnTo>
                    <a:pt x="2606" y="126"/>
                  </a:lnTo>
                  <a:lnTo>
                    <a:pt x="2595" y="107"/>
                  </a:lnTo>
                  <a:lnTo>
                    <a:pt x="2581" y="91"/>
                  </a:lnTo>
                  <a:lnTo>
                    <a:pt x="2562" y="72"/>
                  </a:lnTo>
                  <a:lnTo>
                    <a:pt x="2541" y="58"/>
                  </a:lnTo>
                  <a:lnTo>
                    <a:pt x="2513" y="47"/>
                  </a:lnTo>
                  <a:lnTo>
                    <a:pt x="2481" y="40"/>
                  </a:lnTo>
                  <a:lnTo>
                    <a:pt x="2443" y="37"/>
                  </a:lnTo>
                  <a:lnTo>
                    <a:pt x="2399" y="40"/>
                  </a:lnTo>
                  <a:lnTo>
                    <a:pt x="2348" y="47"/>
                  </a:lnTo>
                  <a:lnTo>
                    <a:pt x="2290" y="61"/>
                  </a:lnTo>
                  <a:lnTo>
                    <a:pt x="2225" y="84"/>
                  </a:lnTo>
                  <a:lnTo>
                    <a:pt x="2152" y="114"/>
                  </a:lnTo>
                  <a:lnTo>
                    <a:pt x="2087" y="151"/>
                  </a:lnTo>
                  <a:lnTo>
                    <a:pt x="2029" y="196"/>
                  </a:lnTo>
                  <a:lnTo>
                    <a:pt x="1978" y="252"/>
                  </a:lnTo>
                  <a:lnTo>
                    <a:pt x="1934" y="314"/>
                  </a:lnTo>
                  <a:lnTo>
                    <a:pt x="1892" y="386"/>
                  </a:lnTo>
                  <a:lnTo>
                    <a:pt x="1857" y="466"/>
                  </a:lnTo>
                  <a:lnTo>
                    <a:pt x="1829" y="552"/>
                  </a:lnTo>
                  <a:lnTo>
                    <a:pt x="1803" y="645"/>
                  </a:lnTo>
                  <a:lnTo>
                    <a:pt x="1782" y="745"/>
                  </a:lnTo>
                  <a:lnTo>
                    <a:pt x="1764" y="850"/>
                  </a:lnTo>
                  <a:lnTo>
                    <a:pt x="1750" y="959"/>
                  </a:lnTo>
                  <a:lnTo>
                    <a:pt x="1740" y="1075"/>
                  </a:lnTo>
                  <a:lnTo>
                    <a:pt x="1733" y="1196"/>
                  </a:lnTo>
                  <a:lnTo>
                    <a:pt x="1729" y="1320"/>
                  </a:lnTo>
                  <a:lnTo>
                    <a:pt x="1727" y="1445"/>
                  </a:lnTo>
                  <a:lnTo>
                    <a:pt x="1724" y="1576"/>
                  </a:lnTo>
                  <a:lnTo>
                    <a:pt x="1727" y="1708"/>
                  </a:lnTo>
                  <a:lnTo>
                    <a:pt x="1729" y="1843"/>
                  </a:lnTo>
                  <a:lnTo>
                    <a:pt x="1731" y="1981"/>
                  </a:lnTo>
                  <a:lnTo>
                    <a:pt x="1745" y="2369"/>
                  </a:lnTo>
                  <a:lnTo>
                    <a:pt x="1754" y="2460"/>
                  </a:lnTo>
                  <a:lnTo>
                    <a:pt x="1768" y="2551"/>
                  </a:lnTo>
                  <a:lnTo>
                    <a:pt x="1787" y="2644"/>
                  </a:lnTo>
                  <a:lnTo>
                    <a:pt x="1808" y="2735"/>
                  </a:lnTo>
                  <a:lnTo>
                    <a:pt x="1834" y="2823"/>
                  </a:lnTo>
                  <a:lnTo>
                    <a:pt x="1864" y="2905"/>
                  </a:lnTo>
                  <a:lnTo>
                    <a:pt x="1901" y="2979"/>
                  </a:lnTo>
                  <a:lnTo>
                    <a:pt x="1929" y="3016"/>
                  </a:lnTo>
                  <a:lnTo>
                    <a:pt x="1952" y="3044"/>
                  </a:lnTo>
                  <a:lnTo>
                    <a:pt x="1971" y="3068"/>
                  </a:lnTo>
                  <a:lnTo>
                    <a:pt x="1987" y="3084"/>
                  </a:lnTo>
                  <a:lnTo>
                    <a:pt x="1945" y="3170"/>
                  </a:lnTo>
                  <a:lnTo>
                    <a:pt x="1908" y="3261"/>
                  </a:lnTo>
                  <a:lnTo>
                    <a:pt x="1880" y="3356"/>
                  </a:lnTo>
                  <a:lnTo>
                    <a:pt x="1857" y="3452"/>
                  </a:lnTo>
                  <a:lnTo>
                    <a:pt x="1838" y="3547"/>
                  </a:lnTo>
                  <a:lnTo>
                    <a:pt x="1827" y="3640"/>
                  </a:lnTo>
                  <a:lnTo>
                    <a:pt x="1822" y="3801"/>
                  </a:lnTo>
                  <a:lnTo>
                    <a:pt x="1817" y="3954"/>
                  </a:lnTo>
                  <a:lnTo>
                    <a:pt x="1808" y="4098"/>
                  </a:lnTo>
                  <a:lnTo>
                    <a:pt x="1808" y="4103"/>
                  </a:lnTo>
                  <a:lnTo>
                    <a:pt x="1792" y="4292"/>
                  </a:lnTo>
                  <a:lnTo>
                    <a:pt x="1771" y="4466"/>
                  </a:lnTo>
                  <a:lnTo>
                    <a:pt x="1745" y="4629"/>
                  </a:lnTo>
                  <a:lnTo>
                    <a:pt x="1717" y="4780"/>
                  </a:lnTo>
                  <a:lnTo>
                    <a:pt x="1682" y="4920"/>
                  </a:lnTo>
                  <a:lnTo>
                    <a:pt x="1645" y="5050"/>
                  </a:lnTo>
                  <a:lnTo>
                    <a:pt x="1601" y="5169"/>
                  </a:lnTo>
                  <a:lnTo>
                    <a:pt x="1557" y="5276"/>
                  </a:lnTo>
                  <a:lnTo>
                    <a:pt x="1505" y="5374"/>
                  </a:lnTo>
                  <a:lnTo>
                    <a:pt x="1452" y="5465"/>
                  </a:lnTo>
                  <a:lnTo>
                    <a:pt x="1394" y="5544"/>
                  </a:lnTo>
                  <a:lnTo>
                    <a:pt x="1333" y="5616"/>
                  </a:lnTo>
                  <a:lnTo>
                    <a:pt x="1268" y="5681"/>
                  </a:lnTo>
                  <a:lnTo>
                    <a:pt x="1201" y="5737"/>
                  </a:lnTo>
                  <a:lnTo>
                    <a:pt x="1131" y="5788"/>
                  </a:lnTo>
                  <a:lnTo>
                    <a:pt x="228" y="5788"/>
                  </a:lnTo>
                  <a:lnTo>
                    <a:pt x="167" y="5737"/>
                  </a:lnTo>
                  <a:lnTo>
                    <a:pt x="114" y="5683"/>
                  </a:lnTo>
                  <a:lnTo>
                    <a:pt x="72" y="5630"/>
                  </a:lnTo>
                  <a:lnTo>
                    <a:pt x="39" y="5579"/>
                  </a:lnTo>
                  <a:lnTo>
                    <a:pt x="18" y="5530"/>
                  </a:lnTo>
                  <a:lnTo>
                    <a:pt x="9" y="5493"/>
                  </a:lnTo>
                  <a:lnTo>
                    <a:pt x="2" y="5453"/>
                  </a:lnTo>
                  <a:lnTo>
                    <a:pt x="0" y="5409"/>
                  </a:lnTo>
                  <a:lnTo>
                    <a:pt x="0" y="5362"/>
                  </a:lnTo>
                  <a:lnTo>
                    <a:pt x="4" y="5316"/>
                  </a:lnTo>
                  <a:lnTo>
                    <a:pt x="11" y="5269"/>
                  </a:lnTo>
                  <a:lnTo>
                    <a:pt x="23" y="5223"/>
                  </a:lnTo>
                  <a:lnTo>
                    <a:pt x="39" y="5178"/>
                  </a:lnTo>
                  <a:lnTo>
                    <a:pt x="60" y="5136"/>
                  </a:lnTo>
                  <a:lnTo>
                    <a:pt x="83" y="5099"/>
                  </a:lnTo>
                  <a:lnTo>
                    <a:pt x="111" y="5067"/>
                  </a:lnTo>
                  <a:lnTo>
                    <a:pt x="144" y="5039"/>
                  </a:lnTo>
                  <a:lnTo>
                    <a:pt x="181" y="5018"/>
                  </a:lnTo>
                  <a:lnTo>
                    <a:pt x="223" y="5004"/>
                  </a:lnTo>
                  <a:lnTo>
                    <a:pt x="270" y="4999"/>
                  </a:lnTo>
                  <a:lnTo>
                    <a:pt x="321" y="5004"/>
                  </a:lnTo>
                  <a:lnTo>
                    <a:pt x="379" y="5020"/>
                  </a:lnTo>
                  <a:lnTo>
                    <a:pt x="439" y="5046"/>
                  </a:lnTo>
                  <a:lnTo>
                    <a:pt x="495" y="5081"/>
                  </a:lnTo>
                  <a:lnTo>
                    <a:pt x="540" y="5116"/>
                  </a:lnTo>
                  <a:lnTo>
                    <a:pt x="572" y="5153"/>
                  </a:lnTo>
                  <a:lnTo>
                    <a:pt x="593" y="5192"/>
                  </a:lnTo>
                  <a:lnTo>
                    <a:pt x="605" y="5232"/>
                  </a:lnTo>
                  <a:lnTo>
                    <a:pt x="607" y="5271"/>
                  </a:lnTo>
                  <a:lnTo>
                    <a:pt x="605" y="5309"/>
                  </a:lnTo>
                  <a:lnTo>
                    <a:pt x="595" y="5348"/>
                  </a:lnTo>
                  <a:lnTo>
                    <a:pt x="563" y="5418"/>
                  </a:lnTo>
                  <a:lnTo>
                    <a:pt x="542" y="5451"/>
                  </a:lnTo>
                  <a:lnTo>
                    <a:pt x="521" y="5481"/>
                  </a:lnTo>
                  <a:lnTo>
                    <a:pt x="500" y="5506"/>
                  </a:lnTo>
                  <a:lnTo>
                    <a:pt x="479" y="5530"/>
                  </a:lnTo>
                  <a:lnTo>
                    <a:pt x="463" y="5548"/>
                  </a:lnTo>
                  <a:lnTo>
                    <a:pt x="446" y="5562"/>
                  </a:lnTo>
                  <a:lnTo>
                    <a:pt x="435" y="5574"/>
                  </a:lnTo>
                  <a:lnTo>
                    <a:pt x="435" y="5595"/>
                  </a:lnTo>
                  <a:lnTo>
                    <a:pt x="437" y="5609"/>
                  </a:lnTo>
                  <a:lnTo>
                    <a:pt x="442" y="5625"/>
                  </a:lnTo>
                  <a:lnTo>
                    <a:pt x="446" y="5644"/>
                  </a:lnTo>
                  <a:lnTo>
                    <a:pt x="456" y="5662"/>
                  </a:lnTo>
                  <a:lnTo>
                    <a:pt x="467" y="5681"/>
                  </a:lnTo>
                  <a:lnTo>
                    <a:pt x="481" y="5697"/>
                  </a:lnTo>
                  <a:lnTo>
                    <a:pt x="500" y="5716"/>
                  </a:lnTo>
                  <a:lnTo>
                    <a:pt x="521" y="5730"/>
                  </a:lnTo>
                  <a:lnTo>
                    <a:pt x="549" y="5742"/>
                  </a:lnTo>
                  <a:lnTo>
                    <a:pt x="581" y="5749"/>
                  </a:lnTo>
                  <a:lnTo>
                    <a:pt x="619" y="5751"/>
                  </a:lnTo>
                  <a:lnTo>
                    <a:pt x="663" y="5749"/>
                  </a:lnTo>
                  <a:lnTo>
                    <a:pt x="714" y="5742"/>
                  </a:lnTo>
                  <a:lnTo>
                    <a:pt x="770" y="5728"/>
                  </a:lnTo>
                  <a:lnTo>
                    <a:pt x="835" y="5704"/>
                  </a:lnTo>
                  <a:lnTo>
                    <a:pt x="907" y="5674"/>
                  </a:lnTo>
                  <a:lnTo>
                    <a:pt x="972" y="5639"/>
                  </a:lnTo>
                  <a:lnTo>
                    <a:pt x="1031" y="5593"/>
                  </a:lnTo>
                  <a:lnTo>
                    <a:pt x="1082" y="5539"/>
                  </a:lnTo>
                  <a:lnTo>
                    <a:pt x="1128" y="5474"/>
                  </a:lnTo>
                  <a:lnTo>
                    <a:pt x="1168" y="5404"/>
                  </a:lnTo>
                  <a:lnTo>
                    <a:pt x="1203" y="5325"/>
                  </a:lnTo>
                  <a:lnTo>
                    <a:pt x="1233" y="5239"/>
                  </a:lnTo>
                  <a:lnTo>
                    <a:pt x="1259" y="5143"/>
                  </a:lnTo>
                  <a:lnTo>
                    <a:pt x="1280" y="5046"/>
                  </a:lnTo>
                  <a:lnTo>
                    <a:pt x="1296" y="4939"/>
                  </a:lnTo>
                  <a:lnTo>
                    <a:pt x="1310" y="4829"/>
                  </a:lnTo>
                  <a:lnTo>
                    <a:pt x="1319" y="4713"/>
                  </a:lnTo>
                  <a:lnTo>
                    <a:pt x="1326" y="4594"/>
                  </a:lnTo>
                  <a:lnTo>
                    <a:pt x="1331" y="4469"/>
                  </a:lnTo>
                  <a:lnTo>
                    <a:pt x="1333" y="4343"/>
                  </a:lnTo>
                  <a:lnTo>
                    <a:pt x="1336" y="4213"/>
                  </a:lnTo>
                  <a:lnTo>
                    <a:pt x="1333" y="4080"/>
                  </a:lnTo>
                  <a:lnTo>
                    <a:pt x="1331" y="3945"/>
                  </a:lnTo>
                  <a:lnTo>
                    <a:pt x="1329" y="3808"/>
                  </a:lnTo>
                  <a:lnTo>
                    <a:pt x="1329" y="3810"/>
                  </a:lnTo>
                  <a:lnTo>
                    <a:pt x="1315" y="3421"/>
                  </a:lnTo>
                  <a:lnTo>
                    <a:pt x="1303" y="3324"/>
                  </a:lnTo>
                  <a:lnTo>
                    <a:pt x="1287" y="3233"/>
                  </a:lnTo>
                  <a:lnTo>
                    <a:pt x="1266" y="3147"/>
                  </a:lnTo>
                  <a:lnTo>
                    <a:pt x="1238" y="3065"/>
                  </a:lnTo>
                  <a:lnTo>
                    <a:pt x="1203" y="2986"/>
                  </a:lnTo>
                  <a:lnTo>
                    <a:pt x="1161" y="2905"/>
                  </a:lnTo>
                  <a:lnTo>
                    <a:pt x="1133" y="2867"/>
                  </a:lnTo>
                  <a:lnTo>
                    <a:pt x="1110" y="2839"/>
                  </a:lnTo>
                  <a:lnTo>
                    <a:pt x="1091" y="2818"/>
                  </a:lnTo>
                  <a:lnTo>
                    <a:pt x="1075" y="2802"/>
                  </a:lnTo>
                  <a:lnTo>
                    <a:pt x="1107" y="2732"/>
                  </a:lnTo>
                  <a:lnTo>
                    <a:pt x="1135" y="2653"/>
                  </a:lnTo>
                  <a:lnTo>
                    <a:pt x="1161" y="2569"/>
                  </a:lnTo>
                  <a:lnTo>
                    <a:pt x="1182" y="2481"/>
                  </a:lnTo>
                  <a:lnTo>
                    <a:pt x="1198" y="2390"/>
                  </a:lnTo>
                  <a:lnTo>
                    <a:pt x="1214" y="2304"/>
                  </a:lnTo>
                  <a:lnTo>
                    <a:pt x="1226" y="2223"/>
                  </a:lnTo>
                  <a:lnTo>
                    <a:pt x="1235" y="2148"/>
                  </a:lnTo>
                  <a:lnTo>
                    <a:pt x="1238" y="1990"/>
                  </a:lnTo>
                  <a:lnTo>
                    <a:pt x="1245" y="1836"/>
                  </a:lnTo>
                  <a:lnTo>
                    <a:pt x="1254" y="1692"/>
                  </a:lnTo>
                  <a:lnTo>
                    <a:pt x="1254" y="1685"/>
                  </a:lnTo>
                  <a:lnTo>
                    <a:pt x="1270" y="1497"/>
                  </a:lnTo>
                  <a:lnTo>
                    <a:pt x="1291" y="1322"/>
                  </a:lnTo>
                  <a:lnTo>
                    <a:pt x="1317" y="1159"/>
                  </a:lnTo>
                  <a:lnTo>
                    <a:pt x="1345" y="1008"/>
                  </a:lnTo>
                  <a:lnTo>
                    <a:pt x="1380" y="868"/>
                  </a:lnTo>
                  <a:lnTo>
                    <a:pt x="1417" y="740"/>
                  </a:lnTo>
                  <a:lnTo>
                    <a:pt x="1459" y="622"/>
                  </a:lnTo>
                  <a:lnTo>
                    <a:pt x="1505" y="512"/>
                  </a:lnTo>
                  <a:lnTo>
                    <a:pt x="1557" y="414"/>
                  </a:lnTo>
                  <a:lnTo>
                    <a:pt x="1610" y="326"/>
                  </a:lnTo>
                  <a:lnTo>
                    <a:pt x="1666" y="245"/>
                  </a:lnTo>
                  <a:lnTo>
                    <a:pt x="1727" y="172"/>
                  </a:lnTo>
                  <a:lnTo>
                    <a:pt x="1792" y="107"/>
                  </a:lnTo>
                  <a:lnTo>
                    <a:pt x="1859" y="51"/>
                  </a:lnTo>
                  <a:lnTo>
                    <a:pt x="1929" y="0"/>
                  </a:lnTo>
                  <a:close/>
                </a:path>
              </a:pathLst>
            </a:custGeom>
            <a:solidFill>
              <a:srgbClr val="FFFFFF"/>
            </a:solidFill>
            <a:ln w="0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</p:grpSp>
      <p:sp>
        <p:nvSpPr>
          <p:cNvPr id="43" name="Rectangle 14"/>
          <p:cNvSpPr>
            <a:spLocks noChangeArrowheads="1"/>
          </p:cNvSpPr>
          <p:nvPr userDrawn="1"/>
        </p:nvSpPr>
        <p:spPr bwMode="auto">
          <a:xfrm>
            <a:off x="228600" y="228600"/>
            <a:ext cx="9601200" cy="7315200"/>
          </a:xfrm>
          <a:prstGeom prst="rect">
            <a:avLst/>
          </a:prstGeom>
          <a:noFill/>
          <a:ln w="25400">
            <a:solidFill>
              <a:schemeClr val="hlink"/>
            </a:solidFill>
            <a:miter lim="800000"/>
            <a:headEnd/>
            <a:tailEnd/>
          </a:ln>
        </p:spPr>
        <p:txBody>
          <a:bodyPr wrap="none" lIns="101847" tIns="50923" rIns="101847" bIns="50923" anchor="ctr"/>
          <a:lstStyle/>
          <a:p>
            <a:pPr>
              <a:defRPr/>
            </a:pPr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63" r:id="rId1"/>
  </p:sldLayoutIdLst>
  <p:timing>
    <p:tnLst>
      <p:par>
        <p:cTn id="1" dur="indefinite" restart="never" nodeType="tmRoot"/>
      </p:par>
    </p:tnLst>
  </p:timing>
  <p:txStyles>
    <p:titleStyle>
      <a:lvl1pPr algn="ctr" rtl="0" eaLnBrk="0" fontAlgn="base" hangingPunct="0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Calibri" pitchFamily="34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Calibri" pitchFamily="34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Calibri" pitchFamily="34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Calibri" pitchFamily="34" charset="0"/>
        </a:defRPr>
      </a:lvl5pPr>
      <a:lvl6pPr marL="509292" algn="ctr" rtl="0" fontAlgn="base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Calibri" pitchFamily="34" charset="0"/>
        </a:defRPr>
      </a:lvl6pPr>
      <a:lvl7pPr marL="1018586" algn="ctr" rtl="0" fontAlgn="base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Calibri" pitchFamily="34" charset="0"/>
        </a:defRPr>
      </a:lvl7pPr>
      <a:lvl8pPr marL="1527879" algn="ctr" rtl="0" fontAlgn="base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Calibri" pitchFamily="34" charset="0"/>
        </a:defRPr>
      </a:lvl8pPr>
      <a:lvl9pPr marL="2037173" algn="ctr" rtl="0" fontAlgn="base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Calibri" pitchFamily="34" charset="0"/>
        </a:defRPr>
      </a:lvl9pPr>
    </p:titleStyle>
    <p:bodyStyle>
      <a:lvl1pPr marL="380202" indent="-380202" algn="l" rtl="0" eaLnBrk="0" fontAlgn="base" hangingPunct="0">
        <a:spcBef>
          <a:spcPct val="20000"/>
        </a:spcBef>
        <a:spcAft>
          <a:spcPct val="0"/>
        </a:spcAft>
        <a:buChar char="•"/>
        <a:defRPr sz="3600">
          <a:solidFill>
            <a:schemeClr val="tx1"/>
          </a:solidFill>
          <a:latin typeface="+mn-lt"/>
          <a:ea typeface="+mn-ea"/>
          <a:cs typeface="+mn-cs"/>
        </a:defRPr>
      </a:lvl1pPr>
      <a:lvl2pPr marL="825834" indent="-316540" algn="l" rtl="0" eaLnBrk="0" fontAlgn="base" hangingPunct="0">
        <a:spcBef>
          <a:spcPct val="20000"/>
        </a:spcBef>
        <a:spcAft>
          <a:spcPct val="0"/>
        </a:spcAft>
        <a:buChar char="–"/>
        <a:defRPr sz="3100">
          <a:solidFill>
            <a:schemeClr val="tx1"/>
          </a:solidFill>
          <a:latin typeface="+mn-lt"/>
        </a:defRPr>
      </a:lvl2pPr>
      <a:lvl3pPr marL="1271465" indent="-252880" algn="l" rtl="0" eaLnBrk="0" fontAlgn="base" hangingPunct="0">
        <a:spcBef>
          <a:spcPct val="20000"/>
        </a:spcBef>
        <a:spcAft>
          <a:spcPct val="0"/>
        </a:spcAft>
        <a:buChar char="•"/>
        <a:defRPr sz="2700">
          <a:solidFill>
            <a:schemeClr val="tx1"/>
          </a:solidFill>
          <a:latin typeface="+mn-lt"/>
        </a:defRPr>
      </a:lvl3pPr>
      <a:lvl4pPr marL="1780758" indent="-252880" algn="l" rtl="0" eaLnBrk="0" fontAlgn="base" hangingPunct="0">
        <a:spcBef>
          <a:spcPct val="20000"/>
        </a:spcBef>
        <a:spcAft>
          <a:spcPct val="0"/>
        </a:spcAft>
        <a:buChar char="–"/>
        <a:defRPr sz="2200">
          <a:solidFill>
            <a:schemeClr val="tx1"/>
          </a:solidFill>
          <a:latin typeface="+mn-lt"/>
        </a:defRPr>
      </a:lvl4pPr>
      <a:lvl5pPr marL="2290051" indent="-252880" algn="l" rtl="0" eaLnBrk="0" fontAlgn="base" hangingPunct="0">
        <a:spcBef>
          <a:spcPct val="20000"/>
        </a:spcBef>
        <a:spcAft>
          <a:spcPct val="0"/>
        </a:spcAft>
        <a:buChar char="»"/>
        <a:defRPr sz="2200">
          <a:solidFill>
            <a:schemeClr val="tx1"/>
          </a:solidFill>
          <a:latin typeface="+mn-lt"/>
        </a:defRPr>
      </a:lvl5pPr>
      <a:lvl6pPr marL="2799345" indent="-252880" algn="l" rtl="0" fontAlgn="base">
        <a:spcBef>
          <a:spcPct val="20000"/>
        </a:spcBef>
        <a:spcAft>
          <a:spcPct val="0"/>
        </a:spcAft>
        <a:buChar char="»"/>
        <a:defRPr sz="2200">
          <a:solidFill>
            <a:schemeClr val="tx1"/>
          </a:solidFill>
          <a:latin typeface="+mn-lt"/>
        </a:defRPr>
      </a:lvl6pPr>
      <a:lvl7pPr marL="3308637" indent="-252880" algn="l" rtl="0" fontAlgn="base">
        <a:spcBef>
          <a:spcPct val="20000"/>
        </a:spcBef>
        <a:spcAft>
          <a:spcPct val="0"/>
        </a:spcAft>
        <a:buChar char="»"/>
        <a:defRPr sz="2200">
          <a:solidFill>
            <a:schemeClr val="tx1"/>
          </a:solidFill>
          <a:latin typeface="+mn-lt"/>
        </a:defRPr>
      </a:lvl7pPr>
      <a:lvl8pPr marL="3817931" indent="-252880" algn="l" rtl="0" fontAlgn="base">
        <a:spcBef>
          <a:spcPct val="20000"/>
        </a:spcBef>
        <a:spcAft>
          <a:spcPct val="0"/>
        </a:spcAft>
        <a:buChar char="»"/>
        <a:defRPr sz="2200">
          <a:solidFill>
            <a:schemeClr val="tx1"/>
          </a:solidFill>
          <a:latin typeface="+mn-lt"/>
        </a:defRPr>
      </a:lvl8pPr>
      <a:lvl9pPr marL="4327224" indent="-252880" algn="l" rtl="0" fontAlgn="base">
        <a:spcBef>
          <a:spcPct val="20000"/>
        </a:spcBef>
        <a:spcAft>
          <a:spcPct val="0"/>
        </a:spcAft>
        <a:buChar char="»"/>
        <a:defRPr sz="22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509292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018586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527879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37173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46466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3055758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565052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4074344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342901" y="1567075"/>
            <a:ext cx="9372600" cy="53759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101847" tIns="50923" rIns="101847" bIns="50923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</p:txBody>
      </p:sp>
      <p:sp>
        <p:nvSpPr>
          <p:cNvPr id="20" name="Rectangle 51"/>
          <p:cNvSpPr>
            <a:spLocks noChangeArrowheads="1"/>
          </p:cNvSpPr>
          <p:nvPr userDrawn="1"/>
        </p:nvSpPr>
        <p:spPr bwMode="auto">
          <a:xfrm>
            <a:off x="228600" y="230122"/>
            <a:ext cx="9601200" cy="649224"/>
          </a:xfrm>
          <a:prstGeom prst="rect">
            <a:avLst/>
          </a:prstGeom>
          <a:solidFill>
            <a:srgbClr val="2E398A"/>
          </a:solidFill>
          <a:ln w="9525">
            <a:noFill/>
            <a:miter lim="800000"/>
            <a:headEnd/>
            <a:tailEnd/>
          </a:ln>
          <a:effectLst/>
        </p:spPr>
        <p:txBody>
          <a:bodyPr wrap="none" lIns="101847" tIns="50923" rIns="101847" bIns="50923" anchor="ctr"/>
          <a:lstStyle/>
          <a:p>
            <a:pPr>
              <a:defRPr/>
            </a:pPr>
            <a:endParaRPr lang="en-US" dirty="0"/>
          </a:p>
        </p:txBody>
      </p:sp>
      <p:sp>
        <p:nvSpPr>
          <p:cNvPr id="21" name="Line 54"/>
          <p:cNvSpPr>
            <a:spLocks noChangeShapeType="1"/>
          </p:cNvSpPr>
          <p:nvPr userDrawn="1"/>
        </p:nvSpPr>
        <p:spPr bwMode="auto">
          <a:xfrm>
            <a:off x="43657" y="1126278"/>
            <a:ext cx="9971088" cy="0"/>
          </a:xfrm>
          <a:prstGeom prst="line">
            <a:avLst/>
          </a:prstGeom>
          <a:noFill/>
          <a:ln w="3175">
            <a:solidFill>
              <a:schemeClr val="bg1"/>
            </a:solidFill>
            <a:round/>
            <a:headEnd/>
            <a:tailEnd/>
          </a:ln>
          <a:effectLst/>
        </p:spPr>
        <p:txBody>
          <a:bodyPr lIns="101847" tIns="50923" rIns="101847" bIns="50923"/>
          <a:lstStyle/>
          <a:p>
            <a:pPr>
              <a:defRPr/>
            </a:pPr>
            <a:endParaRPr lang="en-US" dirty="0"/>
          </a:p>
        </p:txBody>
      </p:sp>
      <p:sp>
        <p:nvSpPr>
          <p:cNvPr id="22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2518975" y="220861"/>
            <a:ext cx="7280116" cy="64410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101847" tIns="50923" rIns="101847" bIns="50923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dirty="0" smtClean="0"/>
              <a:t>Click to edit Master title style</a:t>
            </a:r>
          </a:p>
        </p:txBody>
      </p:sp>
      <p:pic>
        <p:nvPicPr>
          <p:cNvPr id="36" name="Picture 20" descr="Cello_LOGO_Horizontal_Short.png"/>
          <p:cNvPicPr>
            <a:picLocks noChangeAspect="1"/>
          </p:cNvPicPr>
          <p:nvPr userDrawn="1"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320821" y="322236"/>
            <a:ext cx="2416810" cy="45159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3" name="Rectangle 200"/>
          <p:cNvSpPr>
            <a:spLocks noChangeArrowheads="1"/>
          </p:cNvSpPr>
          <p:nvPr userDrawn="1"/>
        </p:nvSpPr>
        <p:spPr bwMode="auto">
          <a:xfrm>
            <a:off x="228602" y="7333576"/>
            <a:ext cx="827723" cy="213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lIns="0" tIns="0" rIns="0" bIns="0" anchor="b"/>
          <a:lstStyle/>
          <a:p>
            <a:pPr algn="l">
              <a:defRPr/>
            </a:pPr>
            <a:r>
              <a:rPr lang="en-US" sz="900" b="1" dirty="0">
                <a:solidFill>
                  <a:schemeClr val="tx2"/>
                </a:solidFill>
                <a:latin typeface="Calibri" pitchFamily="34" charset="0"/>
              </a:rPr>
              <a:t>PAGE </a:t>
            </a:r>
            <a:fld id="{54B17DE0-6D87-48AB-BBA0-9128AA86CC3B}" type="slidenum">
              <a:rPr lang="en-US" sz="900" b="1">
                <a:solidFill>
                  <a:schemeClr val="tx2"/>
                </a:solidFill>
                <a:latin typeface="Calibri" pitchFamily="34" charset="0"/>
              </a:rPr>
              <a:pPr algn="l">
                <a:defRPr/>
              </a:pPr>
              <a:t>‹#›</a:t>
            </a:fld>
            <a:endParaRPr lang="en-US" sz="900" b="1" dirty="0">
              <a:solidFill>
                <a:schemeClr val="tx2"/>
              </a:solidFill>
              <a:latin typeface="Calibri" pitchFamily="34" charset="0"/>
            </a:endParaRPr>
          </a:p>
        </p:txBody>
      </p:sp>
      <p:cxnSp>
        <p:nvCxnSpPr>
          <p:cNvPr id="38" name="Straight Connector 37"/>
          <p:cNvCxnSpPr/>
          <p:nvPr userDrawn="1"/>
        </p:nvCxnSpPr>
        <p:spPr>
          <a:xfrm>
            <a:off x="228600" y="7240271"/>
            <a:ext cx="9601200" cy="0"/>
          </a:xfrm>
          <a:prstGeom prst="line">
            <a:avLst/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75" r:id="rId1"/>
  </p:sldLayoutIdLst>
  <p:timing>
    <p:tnLst>
      <p:par>
        <p:cTn id="1" dur="indefinite" restart="never" nodeType="tmRoot"/>
      </p:par>
    </p:tnLst>
  </p:timing>
  <p:txStyles>
    <p:titleStyle>
      <a:lvl1pPr algn="r" rtl="0" eaLnBrk="0" fontAlgn="base" hangingPunct="0">
        <a:spcBef>
          <a:spcPct val="0"/>
        </a:spcBef>
        <a:spcAft>
          <a:spcPct val="0"/>
        </a:spcAft>
        <a:defRPr sz="1400" b="1">
          <a:solidFill>
            <a:schemeClr val="bg1"/>
          </a:solidFill>
          <a:latin typeface="Calibri" pitchFamily="34" charset="0"/>
          <a:ea typeface="+mj-ea"/>
          <a:cs typeface="+mj-cs"/>
        </a:defRPr>
      </a:lvl1pPr>
      <a:lvl2pPr algn="r" rtl="0" eaLnBrk="0" fontAlgn="base" hangingPunct="0">
        <a:spcBef>
          <a:spcPct val="0"/>
        </a:spcBef>
        <a:spcAft>
          <a:spcPct val="0"/>
        </a:spcAft>
        <a:defRPr sz="1400" b="1">
          <a:solidFill>
            <a:schemeClr val="bg1"/>
          </a:solidFill>
          <a:latin typeface="Calibri" pitchFamily="34" charset="0"/>
        </a:defRPr>
      </a:lvl2pPr>
      <a:lvl3pPr algn="r" rtl="0" eaLnBrk="0" fontAlgn="base" hangingPunct="0">
        <a:spcBef>
          <a:spcPct val="0"/>
        </a:spcBef>
        <a:spcAft>
          <a:spcPct val="0"/>
        </a:spcAft>
        <a:defRPr sz="1400" b="1">
          <a:solidFill>
            <a:schemeClr val="bg1"/>
          </a:solidFill>
          <a:latin typeface="Calibri" pitchFamily="34" charset="0"/>
        </a:defRPr>
      </a:lvl3pPr>
      <a:lvl4pPr algn="r" rtl="0" eaLnBrk="0" fontAlgn="base" hangingPunct="0">
        <a:spcBef>
          <a:spcPct val="0"/>
        </a:spcBef>
        <a:spcAft>
          <a:spcPct val="0"/>
        </a:spcAft>
        <a:defRPr sz="1400" b="1">
          <a:solidFill>
            <a:schemeClr val="bg1"/>
          </a:solidFill>
          <a:latin typeface="Calibri" pitchFamily="34" charset="0"/>
        </a:defRPr>
      </a:lvl4pPr>
      <a:lvl5pPr algn="r" rtl="0" eaLnBrk="0" fontAlgn="base" hangingPunct="0">
        <a:spcBef>
          <a:spcPct val="0"/>
        </a:spcBef>
        <a:spcAft>
          <a:spcPct val="0"/>
        </a:spcAft>
        <a:defRPr sz="1400" b="1">
          <a:solidFill>
            <a:schemeClr val="bg1"/>
          </a:solidFill>
          <a:latin typeface="Calibri" pitchFamily="34" charset="0"/>
        </a:defRPr>
      </a:lvl5pPr>
      <a:lvl6pPr marL="509235" algn="r" rtl="0" fontAlgn="base">
        <a:spcBef>
          <a:spcPct val="0"/>
        </a:spcBef>
        <a:spcAft>
          <a:spcPct val="0"/>
        </a:spcAft>
        <a:defRPr sz="1900">
          <a:solidFill>
            <a:schemeClr val="bg1"/>
          </a:solidFill>
          <a:latin typeface="Calisto MT" pitchFamily="18" charset="0"/>
        </a:defRPr>
      </a:lvl6pPr>
      <a:lvl7pPr marL="1018472" algn="r" rtl="0" fontAlgn="base">
        <a:spcBef>
          <a:spcPct val="0"/>
        </a:spcBef>
        <a:spcAft>
          <a:spcPct val="0"/>
        </a:spcAft>
        <a:defRPr sz="1900">
          <a:solidFill>
            <a:schemeClr val="bg1"/>
          </a:solidFill>
          <a:latin typeface="Calisto MT" pitchFamily="18" charset="0"/>
        </a:defRPr>
      </a:lvl7pPr>
      <a:lvl8pPr marL="1527709" algn="r" rtl="0" fontAlgn="base">
        <a:spcBef>
          <a:spcPct val="0"/>
        </a:spcBef>
        <a:spcAft>
          <a:spcPct val="0"/>
        </a:spcAft>
        <a:defRPr sz="1900">
          <a:solidFill>
            <a:schemeClr val="bg1"/>
          </a:solidFill>
          <a:latin typeface="Calisto MT" pitchFamily="18" charset="0"/>
        </a:defRPr>
      </a:lvl8pPr>
      <a:lvl9pPr marL="2036945" algn="r" rtl="0" fontAlgn="base">
        <a:spcBef>
          <a:spcPct val="0"/>
        </a:spcBef>
        <a:spcAft>
          <a:spcPct val="0"/>
        </a:spcAft>
        <a:defRPr sz="1900">
          <a:solidFill>
            <a:schemeClr val="bg1"/>
          </a:solidFill>
          <a:latin typeface="Calisto MT" pitchFamily="18" charset="0"/>
        </a:defRPr>
      </a:lvl9pPr>
    </p:titleStyle>
    <p:bodyStyle>
      <a:lvl1pPr marL="187449" indent="-187449" algn="l" rtl="0" eaLnBrk="0" fontAlgn="base" hangingPunct="0">
        <a:spcBef>
          <a:spcPct val="110000"/>
        </a:spcBef>
        <a:spcAft>
          <a:spcPct val="0"/>
        </a:spcAft>
        <a:buClr>
          <a:schemeClr val="tx2"/>
        </a:buClr>
        <a:buChar char="•"/>
        <a:defRPr sz="1200">
          <a:solidFill>
            <a:schemeClr val="tx1"/>
          </a:solidFill>
          <a:latin typeface="+mn-lt"/>
          <a:ea typeface="+mn-ea"/>
          <a:cs typeface="+mn-cs"/>
        </a:defRPr>
      </a:lvl1pPr>
      <a:lvl2pPr marL="376665" indent="-185681" algn="l" rtl="0" eaLnBrk="0" fontAlgn="base" hangingPunct="0">
        <a:spcBef>
          <a:spcPct val="47000"/>
        </a:spcBef>
        <a:spcAft>
          <a:spcPct val="0"/>
        </a:spcAft>
        <a:buClr>
          <a:schemeClr val="tx2"/>
        </a:buClr>
        <a:buFont typeface="Times" pitchFamily="18" charset="0"/>
        <a:buChar char="–"/>
        <a:defRPr sz="1200">
          <a:solidFill>
            <a:schemeClr val="tx1"/>
          </a:solidFill>
          <a:latin typeface="+mn-lt"/>
        </a:defRPr>
      </a:lvl2pPr>
      <a:lvl3pPr marL="565882" indent="-185681" algn="l" rtl="0" eaLnBrk="0" fontAlgn="base" hangingPunct="0">
        <a:spcBef>
          <a:spcPct val="20000"/>
        </a:spcBef>
        <a:spcAft>
          <a:spcPct val="0"/>
        </a:spcAft>
        <a:buClr>
          <a:schemeClr val="tx2"/>
        </a:buClr>
        <a:buFont typeface="Times" pitchFamily="18" charset="0"/>
        <a:buChar char="–"/>
        <a:defRPr sz="1200">
          <a:solidFill>
            <a:schemeClr val="tx1"/>
          </a:solidFill>
          <a:latin typeface="+mn-lt"/>
        </a:defRPr>
      </a:lvl3pPr>
      <a:lvl4pPr marL="1780758" indent="-252880" algn="l" rtl="0" eaLnBrk="0" fontAlgn="base" hangingPunct="0">
        <a:spcBef>
          <a:spcPct val="20000"/>
        </a:spcBef>
        <a:spcAft>
          <a:spcPct val="0"/>
        </a:spcAft>
        <a:buChar char="–"/>
        <a:defRPr sz="1600">
          <a:solidFill>
            <a:schemeClr val="tx1"/>
          </a:solidFill>
          <a:latin typeface="Arial" charset="0"/>
        </a:defRPr>
      </a:lvl4pPr>
      <a:lvl5pPr marL="2290051" indent="-252880" algn="l" rtl="0" eaLnBrk="0" fontAlgn="base" hangingPunct="0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Arial" charset="0"/>
        </a:defRPr>
      </a:lvl5pPr>
      <a:lvl6pPr marL="2800798" indent="-254617" algn="l" rtl="0" fontAlgn="base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Arial" charset="0"/>
        </a:defRPr>
      </a:lvl6pPr>
      <a:lvl7pPr marL="3310035" indent="-254617" algn="l" rtl="0" fontAlgn="base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Arial" charset="0"/>
        </a:defRPr>
      </a:lvl7pPr>
      <a:lvl8pPr marL="3819270" indent="-254617" algn="l" rtl="0" fontAlgn="base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Arial" charset="0"/>
        </a:defRPr>
      </a:lvl8pPr>
      <a:lvl9pPr marL="4328505" indent="-254617" algn="l" rtl="0" fontAlgn="base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Arial" charset="0"/>
        </a:defRPr>
      </a:lvl9pPr>
    </p:bodyStyle>
    <p:otherStyle>
      <a:defPPr>
        <a:defRPr lang="en-US"/>
      </a:defPPr>
      <a:lvl1pPr marL="0" algn="l" defTabSz="1018472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509235" algn="l" defTabSz="1018472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018472" algn="l" defTabSz="1018472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527709" algn="l" defTabSz="1018472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36945" algn="l" defTabSz="1018472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46180" algn="l" defTabSz="1018472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3055417" algn="l" defTabSz="1018472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564653" algn="l" defTabSz="1018472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4073887" algn="l" defTabSz="1018472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0207" name="Picture 31" descr="Cello_CoverDesigns_cellofade-02"/>
          <p:cNvPicPr>
            <a:picLocks noChangeAspect="1" noChangeArrowheads="1"/>
          </p:cNvPicPr>
          <p:nvPr userDrawn="1"/>
        </p:nvPicPr>
        <p:blipFill>
          <a:blip r:embed="rId2" cstate="print"/>
          <a:srcRect l="2904" t="426" r="180"/>
          <a:stretch>
            <a:fillRect/>
          </a:stretch>
        </p:blipFill>
        <p:spPr bwMode="auto">
          <a:xfrm>
            <a:off x="228600" y="868436"/>
            <a:ext cx="9601200" cy="4295367"/>
          </a:xfrm>
          <a:prstGeom prst="rect">
            <a:avLst/>
          </a:prstGeom>
          <a:noFill/>
        </p:spPr>
      </p:pic>
      <p:sp>
        <p:nvSpPr>
          <p:cNvPr id="323601" name="Line 17"/>
          <p:cNvSpPr>
            <a:spLocks noChangeShapeType="1"/>
          </p:cNvSpPr>
          <p:nvPr/>
        </p:nvSpPr>
        <p:spPr bwMode="auto">
          <a:xfrm>
            <a:off x="228600" y="5181262"/>
            <a:ext cx="9601200" cy="0"/>
          </a:xfrm>
          <a:prstGeom prst="line">
            <a:avLst/>
          </a:prstGeom>
          <a:noFill/>
          <a:ln w="12700">
            <a:solidFill>
              <a:schemeClr val="accent1"/>
            </a:solidFill>
            <a:round/>
            <a:headEnd/>
            <a:tailEnd/>
          </a:ln>
          <a:effectLst/>
        </p:spPr>
        <p:txBody>
          <a:bodyPr lIns="101847" tIns="50923" rIns="101847" bIns="50923"/>
          <a:lstStyle/>
          <a:p>
            <a:pPr>
              <a:defRPr/>
            </a:pPr>
            <a:endParaRPr lang="en-US" dirty="0">
              <a:solidFill>
                <a:srgbClr val="000000"/>
              </a:solidFill>
            </a:endParaRPr>
          </a:p>
        </p:txBody>
      </p:sp>
      <p:sp>
        <p:nvSpPr>
          <p:cNvPr id="2" name="Line 17"/>
          <p:cNvSpPr>
            <a:spLocks noChangeShapeType="1"/>
          </p:cNvSpPr>
          <p:nvPr/>
        </p:nvSpPr>
        <p:spPr bwMode="auto">
          <a:xfrm>
            <a:off x="228600" y="829416"/>
            <a:ext cx="9601200" cy="0"/>
          </a:xfrm>
          <a:prstGeom prst="line">
            <a:avLst/>
          </a:prstGeom>
          <a:noFill/>
          <a:ln w="12700">
            <a:solidFill>
              <a:schemeClr val="accent1"/>
            </a:solidFill>
            <a:round/>
            <a:headEnd/>
            <a:tailEnd/>
          </a:ln>
          <a:effectLst/>
        </p:spPr>
        <p:txBody>
          <a:bodyPr lIns="101847" tIns="50923" rIns="101847" bIns="50923"/>
          <a:lstStyle/>
          <a:p>
            <a:pPr>
              <a:defRPr/>
            </a:pPr>
            <a:endParaRPr lang="en-US" dirty="0">
              <a:solidFill>
                <a:srgbClr val="000000"/>
              </a:solidFill>
            </a:endParaRPr>
          </a:p>
        </p:txBody>
      </p:sp>
      <p:grpSp>
        <p:nvGrpSpPr>
          <p:cNvPr id="4" name="Group 33"/>
          <p:cNvGrpSpPr>
            <a:grpSpLocks/>
          </p:cNvGrpSpPr>
          <p:nvPr/>
        </p:nvGrpSpPr>
        <p:grpSpPr bwMode="auto">
          <a:xfrm>
            <a:off x="3794604" y="3762061"/>
            <a:ext cx="2507615" cy="3319462"/>
            <a:chOff x="2173" y="2091"/>
            <a:chExt cx="1436" cy="1845"/>
          </a:xfrm>
        </p:grpSpPr>
        <p:sp>
          <p:nvSpPr>
            <p:cNvPr id="323607" name="Freeform 23"/>
            <p:cNvSpPr>
              <a:spLocks/>
            </p:cNvSpPr>
            <p:nvPr userDrawn="1"/>
          </p:nvSpPr>
          <p:spPr bwMode="auto">
            <a:xfrm>
              <a:off x="2191" y="3620"/>
              <a:ext cx="280" cy="316"/>
            </a:xfrm>
            <a:custGeom>
              <a:avLst/>
              <a:gdLst/>
              <a:ahLst/>
              <a:cxnLst>
                <a:cxn ang="0">
                  <a:pos x="828" y="5"/>
                </a:cxn>
                <a:cxn ang="0">
                  <a:pos x="996" y="23"/>
                </a:cxn>
                <a:cxn ang="0">
                  <a:pos x="1126" y="42"/>
                </a:cxn>
                <a:cxn ang="0">
                  <a:pos x="1112" y="133"/>
                </a:cxn>
                <a:cxn ang="0">
                  <a:pos x="1101" y="247"/>
                </a:cxn>
                <a:cxn ang="0">
                  <a:pos x="1096" y="352"/>
                </a:cxn>
                <a:cxn ang="0">
                  <a:pos x="1070" y="361"/>
                </a:cxn>
                <a:cxn ang="0">
                  <a:pos x="1033" y="356"/>
                </a:cxn>
                <a:cxn ang="0">
                  <a:pos x="1012" y="244"/>
                </a:cxn>
                <a:cxn ang="0">
                  <a:pos x="984" y="177"/>
                </a:cxn>
                <a:cxn ang="0">
                  <a:pos x="940" y="135"/>
                </a:cxn>
                <a:cxn ang="0">
                  <a:pos x="859" y="98"/>
                </a:cxn>
                <a:cxn ang="0">
                  <a:pos x="733" y="77"/>
                </a:cxn>
                <a:cxn ang="0">
                  <a:pos x="584" y="79"/>
                </a:cxn>
                <a:cxn ang="0">
                  <a:pos x="449" y="121"/>
                </a:cxn>
                <a:cxn ang="0">
                  <a:pos x="342" y="200"/>
                </a:cxn>
                <a:cxn ang="0">
                  <a:pos x="265" y="312"/>
                </a:cxn>
                <a:cxn ang="0">
                  <a:pos x="216" y="456"/>
                </a:cxn>
                <a:cxn ang="0">
                  <a:pos x="200" y="631"/>
                </a:cxn>
                <a:cxn ang="0">
                  <a:pos x="214" y="775"/>
                </a:cxn>
                <a:cxn ang="0">
                  <a:pos x="251" y="908"/>
                </a:cxn>
                <a:cxn ang="0">
                  <a:pos x="316" y="1024"/>
                </a:cxn>
                <a:cxn ang="0">
                  <a:pos x="405" y="1117"/>
                </a:cxn>
                <a:cxn ang="0">
                  <a:pos x="521" y="1185"/>
                </a:cxn>
                <a:cxn ang="0">
                  <a:pos x="661" y="1222"/>
                </a:cxn>
                <a:cxn ang="0">
                  <a:pos x="791" y="1224"/>
                </a:cxn>
                <a:cxn ang="0">
                  <a:pos x="887" y="1201"/>
                </a:cxn>
                <a:cxn ang="0">
                  <a:pos x="961" y="1157"/>
                </a:cxn>
                <a:cxn ang="0">
                  <a:pos x="1036" y="1075"/>
                </a:cxn>
                <a:cxn ang="0">
                  <a:pos x="1112" y="959"/>
                </a:cxn>
                <a:cxn ang="0">
                  <a:pos x="1140" y="971"/>
                </a:cxn>
                <a:cxn ang="0">
                  <a:pos x="1161" y="992"/>
                </a:cxn>
                <a:cxn ang="0">
                  <a:pos x="1136" y="1066"/>
                </a:cxn>
                <a:cxn ang="0">
                  <a:pos x="1094" y="1150"/>
                </a:cxn>
                <a:cxn ang="0">
                  <a:pos x="1049" y="1222"/>
                </a:cxn>
                <a:cxn ang="0">
                  <a:pos x="1008" y="1264"/>
                </a:cxn>
                <a:cxn ang="0">
                  <a:pos x="928" y="1287"/>
                </a:cxn>
                <a:cxn ang="0">
                  <a:pos x="821" y="1306"/>
                </a:cxn>
                <a:cxn ang="0">
                  <a:pos x="700" y="1315"/>
                </a:cxn>
                <a:cxn ang="0">
                  <a:pos x="507" y="1299"/>
                </a:cxn>
                <a:cxn ang="0">
                  <a:pos x="342" y="1248"/>
                </a:cxn>
                <a:cxn ang="0">
                  <a:pos x="209" y="1164"/>
                </a:cxn>
                <a:cxn ang="0">
                  <a:pos x="107" y="1052"/>
                </a:cxn>
                <a:cxn ang="0">
                  <a:pos x="39" y="910"/>
                </a:cxn>
                <a:cxn ang="0">
                  <a:pos x="5" y="742"/>
                </a:cxn>
                <a:cxn ang="0">
                  <a:pos x="5" y="577"/>
                </a:cxn>
                <a:cxn ang="0">
                  <a:pos x="32" y="435"/>
                </a:cxn>
                <a:cxn ang="0">
                  <a:pos x="95" y="303"/>
                </a:cxn>
                <a:cxn ang="0">
                  <a:pos x="188" y="186"/>
                </a:cxn>
                <a:cxn ang="0">
                  <a:pos x="319" y="93"/>
                </a:cxn>
                <a:cxn ang="0">
                  <a:pos x="461" y="35"/>
                </a:cxn>
                <a:cxn ang="0">
                  <a:pos x="633" y="5"/>
                </a:cxn>
              </a:cxnLst>
              <a:rect l="0" t="0" r="r" b="b"/>
              <a:pathLst>
                <a:path w="1161" h="1315">
                  <a:moveTo>
                    <a:pt x="731" y="0"/>
                  </a:moveTo>
                  <a:lnTo>
                    <a:pt x="828" y="5"/>
                  </a:lnTo>
                  <a:lnTo>
                    <a:pt x="917" y="12"/>
                  </a:lnTo>
                  <a:lnTo>
                    <a:pt x="996" y="23"/>
                  </a:lnTo>
                  <a:lnTo>
                    <a:pt x="1066" y="35"/>
                  </a:lnTo>
                  <a:lnTo>
                    <a:pt x="1126" y="42"/>
                  </a:lnTo>
                  <a:lnTo>
                    <a:pt x="1119" y="84"/>
                  </a:lnTo>
                  <a:lnTo>
                    <a:pt x="1112" y="133"/>
                  </a:lnTo>
                  <a:lnTo>
                    <a:pt x="1108" y="189"/>
                  </a:lnTo>
                  <a:lnTo>
                    <a:pt x="1101" y="247"/>
                  </a:lnTo>
                  <a:lnTo>
                    <a:pt x="1098" y="303"/>
                  </a:lnTo>
                  <a:lnTo>
                    <a:pt x="1096" y="352"/>
                  </a:lnTo>
                  <a:lnTo>
                    <a:pt x="1087" y="356"/>
                  </a:lnTo>
                  <a:lnTo>
                    <a:pt x="1070" y="361"/>
                  </a:lnTo>
                  <a:lnTo>
                    <a:pt x="1040" y="361"/>
                  </a:lnTo>
                  <a:lnTo>
                    <a:pt x="1033" y="356"/>
                  </a:lnTo>
                  <a:lnTo>
                    <a:pt x="1024" y="293"/>
                  </a:lnTo>
                  <a:lnTo>
                    <a:pt x="1012" y="244"/>
                  </a:lnTo>
                  <a:lnTo>
                    <a:pt x="1001" y="207"/>
                  </a:lnTo>
                  <a:lnTo>
                    <a:pt x="984" y="177"/>
                  </a:lnTo>
                  <a:lnTo>
                    <a:pt x="966" y="154"/>
                  </a:lnTo>
                  <a:lnTo>
                    <a:pt x="940" y="135"/>
                  </a:lnTo>
                  <a:lnTo>
                    <a:pt x="912" y="119"/>
                  </a:lnTo>
                  <a:lnTo>
                    <a:pt x="859" y="98"/>
                  </a:lnTo>
                  <a:lnTo>
                    <a:pt x="798" y="84"/>
                  </a:lnTo>
                  <a:lnTo>
                    <a:pt x="733" y="77"/>
                  </a:lnTo>
                  <a:lnTo>
                    <a:pt x="661" y="75"/>
                  </a:lnTo>
                  <a:lnTo>
                    <a:pt x="584" y="79"/>
                  </a:lnTo>
                  <a:lnTo>
                    <a:pt x="514" y="96"/>
                  </a:lnTo>
                  <a:lnTo>
                    <a:pt x="449" y="121"/>
                  </a:lnTo>
                  <a:lnTo>
                    <a:pt x="393" y="156"/>
                  </a:lnTo>
                  <a:lnTo>
                    <a:pt x="342" y="200"/>
                  </a:lnTo>
                  <a:lnTo>
                    <a:pt x="300" y="251"/>
                  </a:lnTo>
                  <a:lnTo>
                    <a:pt x="265" y="312"/>
                  </a:lnTo>
                  <a:lnTo>
                    <a:pt x="237" y="382"/>
                  </a:lnTo>
                  <a:lnTo>
                    <a:pt x="216" y="456"/>
                  </a:lnTo>
                  <a:lnTo>
                    <a:pt x="205" y="540"/>
                  </a:lnTo>
                  <a:lnTo>
                    <a:pt x="200" y="631"/>
                  </a:lnTo>
                  <a:lnTo>
                    <a:pt x="202" y="705"/>
                  </a:lnTo>
                  <a:lnTo>
                    <a:pt x="214" y="775"/>
                  </a:lnTo>
                  <a:lnTo>
                    <a:pt x="228" y="845"/>
                  </a:lnTo>
                  <a:lnTo>
                    <a:pt x="251" y="908"/>
                  </a:lnTo>
                  <a:lnTo>
                    <a:pt x="281" y="968"/>
                  </a:lnTo>
                  <a:lnTo>
                    <a:pt x="316" y="1024"/>
                  </a:lnTo>
                  <a:lnTo>
                    <a:pt x="358" y="1075"/>
                  </a:lnTo>
                  <a:lnTo>
                    <a:pt x="405" y="1117"/>
                  </a:lnTo>
                  <a:lnTo>
                    <a:pt x="458" y="1157"/>
                  </a:lnTo>
                  <a:lnTo>
                    <a:pt x="521" y="1185"/>
                  </a:lnTo>
                  <a:lnTo>
                    <a:pt x="586" y="1208"/>
                  </a:lnTo>
                  <a:lnTo>
                    <a:pt x="661" y="1222"/>
                  </a:lnTo>
                  <a:lnTo>
                    <a:pt x="740" y="1227"/>
                  </a:lnTo>
                  <a:lnTo>
                    <a:pt x="791" y="1224"/>
                  </a:lnTo>
                  <a:lnTo>
                    <a:pt x="840" y="1215"/>
                  </a:lnTo>
                  <a:lnTo>
                    <a:pt x="887" y="1201"/>
                  </a:lnTo>
                  <a:lnTo>
                    <a:pt x="928" y="1182"/>
                  </a:lnTo>
                  <a:lnTo>
                    <a:pt x="961" y="1157"/>
                  </a:lnTo>
                  <a:lnTo>
                    <a:pt x="998" y="1122"/>
                  </a:lnTo>
                  <a:lnTo>
                    <a:pt x="1036" y="1075"/>
                  </a:lnTo>
                  <a:lnTo>
                    <a:pt x="1075" y="1022"/>
                  </a:lnTo>
                  <a:lnTo>
                    <a:pt x="1112" y="959"/>
                  </a:lnTo>
                  <a:lnTo>
                    <a:pt x="1124" y="961"/>
                  </a:lnTo>
                  <a:lnTo>
                    <a:pt x="1140" y="971"/>
                  </a:lnTo>
                  <a:lnTo>
                    <a:pt x="1154" y="980"/>
                  </a:lnTo>
                  <a:lnTo>
                    <a:pt x="1161" y="992"/>
                  </a:lnTo>
                  <a:lnTo>
                    <a:pt x="1152" y="1026"/>
                  </a:lnTo>
                  <a:lnTo>
                    <a:pt x="1136" y="1066"/>
                  </a:lnTo>
                  <a:lnTo>
                    <a:pt x="1117" y="1108"/>
                  </a:lnTo>
                  <a:lnTo>
                    <a:pt x="1094" y="1150"/>
                  </a:lnTo>
                  <a:lnTo>
                    <a:pt x="1073" y="1187"/>
                  </a:lnTo>
                  <a:lnTo>
                    <a:pt x="1049" y="1222"/>
                  </a:lnTo>
                  <a:lnTo>
                    <a:pt x="1026" y="1248"/>
                  </a:lnTo>
                  <a:lnTo>
                    <a:pt x="1008" y="1264"/>
                  </a:lnTo>
                  <a:lnTo>
                    <a:pt x="973" y="1275"/>
                  </a:lnTo>
                  <a:lnTo>
                    <a:pt x="928" y="1287"/>
                  </a:lnTo>
                  <a:lnTo>
                    <a:pt x="877" y="1296"/>
                  </a:lnTo>
                  <a:lnTo>
                    <a:pt x="821" y="1306"/>
                  </a:lnTo>
                  <a:lnTo>
                    <a:pt x="761" y="1313"/>
                  </a:lnTo>
                  <a:lnTo>
                    <a:pt x="700" y="1315"/>
                  </a:lnTo>
                  <a:lnTo>
                    <a:pt x="600" y="1310"/>
                  </a:lnTo>
                  <a:lnTo>
                    <a:pt x="507" y="1299"/>
                  </a:lnTo>
                  <a:lnTo>
                    <a:pt x="421" y="1275"/>
                  </a:lnTo>
                  <a:lnTo>
                    <a:pt x="342" y="1248"/>
                  </a:lnTo>
                  <a:lnTo>
                    <a:pt x="272" y="1210"/>
                  </a:lnTo>
                  <a:lnTo>
                    <a:pt x="209" y="1164"/>
                  </a:lnTo>
                  <a:lnTo>
                    <a:pt x="153" y="1113"/>
                  </a:lnTo>
                  <a:lnTo>
                    <a:pt x="107" y="1052"/>
                  </a:lnTo>
                  <a:lnTo>
                    <a:pt x="70" y="985"/>
                  </a:lnTo>
                  <a:lnTo>
                    <a:pt x="39" y="910"/>
                  </a:lnTo>
                  <a:lnTo>
                    <a:pt x="18" y="831"/>
                  </a:lnTo>
                  <a:lnTo>
                    <a:pt x="5" y="742"/>
                  </a:lnTo>
                  <a:lnTo>
                    <a:pt x="0" y="649"/>
                  </a:lnTo>
                  <a:lnTo>
                    <a:pt x="5" y="577"/>
                  </a:lnTo>
                  <a:lnTo>
                    <a:pt x="14" y="505"/>
                  </a:lnTo>
                  <a:lnTo>
                    <a:pt x="32" y="435"/>
                  </a:lnTo>
                  <a:lnTo>
                    <a:pt x="60" y="365"/>
                  </a:lnTo>
                  <a:lnTo>
                    <a:pt x="95" y="303"/>
                  </a:lnTo>
                  <a:lnTo>
                    <a:pt x="137" y="242"/>
                  </a:lnTo>
                  <a:lnTo>
                    <a:pt x="188" y="186"/>
                  </a:lnTo>
                  <a:lnTo>
                    <a:pt x="249" y="137"/>
                  </a:lnTo>
                  <a:lnTo>
                    <a:pt x="319" y="93"/>
                  </a:lnTo>
                  <a:lnTo>
                    <a:pt x="386" y="61"/>
                  </a:lnTo>
                  <a:lnTo>
                    <a:pt x="461" y="35"/>
                  </a:lnTo>
                  <a:lnTo>
                    <a:pt x="542" y="16"/>
                  </a:lnTo>
                  <a:lnTo>
                    <a:pt x="633" y="5"/>
                  </a:lnTo>
                  <a:lnTo>
                    <a:pt x="731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>
                <a:solidFill>
                  <a:srgbClr val="000000"/>
                </a:solidFill>
              </a:endParaRPr>
            </a:p>
          </p:txBody>
        </p:sp>
        <p:sp>
          <p:nvSpPr>
            <p:cNvPr id="323608" name="Freeform 24"/>
            <p:cNvSpPr>
              <a:spLocks/>
            </p:cNvSpPr>
            <p:nvPr userDrawn="1"/>
          </p:nvSpPr>
          <p:spPr bwMode="auto">
            <a:xfrm>
              <a:off x="2487" y="3627"/>
              <a:ext cx="255" cy="302"/>
            </a:xfrm>
            <a:custGeom>
              <a:avLst/>
              <a:gdLst/>
              <a:ahLst/>
              <a:cxnLst>
                <a:cxn ang="0">
                  <a:pos x="147" y="2"/>
                </a:cxn>
                <a:cxn ang="0">
                  <a:pos x="777" y="9"/>
                </a:cxn>
                <a:cxn ang="0">
                  <a:pos x="919" y="5"/>
                </a:cxn>
                <a:cxn ang="0">
                  <a:pos x="957" y="7"/>
                </a:cxn>
                <a:cxn ang="0">
                  <a:pos x="952" y="56"/>
                </a:cxn>
                <a:cxn ang="0">
                  <a:pos x="929" y="235"/>
                </a:cxn>
                <a:cxn ang="0">
                  <a:pos x="901" y="296"/>
                </a:cxn>
                <a:cxn ang="0">
                  <a:pos x="861" y="291"/>
                </a:cxn>
                <a:cxn ang="0">
                  <a:pos x="845" y="191"/>
                </a:cxn>
                <a:cxn ang="0">
                  <a:pos x="817" y="123"/>
                </a:cxn>
                <a:cxn ang="0">
                  <a:pos x="738" y="93"/>
                </a:cxn>
                <a:cxn ang="0">
                  <a:pos x="475" y="91"/>
                </a:cxn>
                <a:cxn ang="0">
                  <a:pos x="421" y="98"/>
                </a:cxn>
                <a:cxn ang="0">
                  <a:pos x="405" y="130"/>
                </a:cxn>
                <a:cxn ang="0">
                  <a:pos x="403" y="563"/>
                </a:cxn>
                <a:cxn ang="0">
                  <a:pos x="459" y="573"/>
                </a:cxn>
                <a:cxn ang="0">
                  <a:pos x="628" y="573"/>
                </a:cxn>
                <a:cxn ang="0">
                  <a:pos x="745" y="563"/>
                </a:cxn>
                <a:cxn ang="0">
                  <a:pos x="784" y="526"/>
                </a:cxn>
                <a:cxn ang="0">
                  <a:pos x="812" y="426"/>
                </a:cxn>
                <a:cxn ang="0">
                  <a:pos x="868" y="428"/>
                </a:cxn>
                <a:cxn ang="0">
                  <a:pos x="870" y="517"/>
                </a:cxn>
                <a:cxn ang="0">
                  <a:pos x="868" y="754"/>
                </a:cxn>
                <a:cxn ang="0">
                  <a:pos x="836" y="815"/>
                </a:cxn>
                <a:cxn ang="0">
                  <a:pos x="798" y="780"/>
                </a:cxn>
                <a:cxn ang="0">
                  <a:pos x="770" y="694"/>
                </a:cxn>
                <a:cxn ang="0">
                  <a:pos x="717" y="668"/>
                </a:cxn>
                <a:cxn ang="0">
                  <a:pos x="596" y="663"/>
                </a:cxn>
                <a:cxn ang="0">
                  <a:pos x="452" y="663"/>
                </a:cxn>
                <a:cxn ang="0">
                  <a:pos x="407" y="668"/>
                </a:cxn>
                <a:cxn ang="0">
                  <a:pos x="405" y="977"/>
                </a:cxn>
                <a:cxn ang="0">
                  <a:pos x="412" y="1110"/>
                </a:cxn>
                <a:cxn ang="0">
                  <a:pos x="454" y="1159"/>
                </a:cxn>
                <a:cxn ang="0">
                  <a:pos x="561" y="1168"/>
                </a:cxn>
                <a:cxn ang="0">
                  <a:pos x="791" y="1171"/>
                </a:cxn>
                <a:cxn ang="0">
                  <a:pos x="866" y="1143"/>
                </a:cxn>
                <a:cxn ang="0">
                  <a:pos x="924" y="1078"/>
                </a:cxn>
                <a:cxn ang="0">
                  <a:pos x="1003" y="929"/>
                </a:cxn>
                <a:cxn ang="0">
                  <a:pos x="1050" y="943"/>
                </a:cxn>
                <a:cxn ang="0">
                  <a:pos x="1045" y="1022"/>
                </a:cxn>
                <a:cxn ang="0">
                  <a:pos x="1005" y="1157"/>
                </a:cxn>
                <a:cxn ang="0">
                  <a:pos x="971" y="1238"/>
                </a:cxn>
                <a:cxn ang="0">
                  <a:pos x="926" y="1257"/>
                </a:cxn>
                <a:cxn ang="0">
                  <a:pos x="654" y="1257"/>
                </a:cxn>
                <a:cxn ang="0">
                  <a:pos x="230" y="1250"/>
                </a:cxn>
                <a:cxn ang="0">
                  <a:pos x="7" y="1257"/>
                </a:cxn>
                <a:cxn ang="0">
                  <a:pos x="2" y="1210"/>
                </a:cxn>
                <a:cxn ang="0">
                  <a:pos x="93" y="1189"/>
                </a:cxn>
                <a:cxn ang="0">
                  <a:pos x="184" y="1168"/>
                </a:cxn>
                <a:cxn ang="0">
                  <a:pos x="223" y="1105"/>
                </a:cxn>
                <a:cxn ang="0">
                  <a:pos x="230" y="1008"/>
                </a:cxn>
                <a:cxn ang="0">
                  <a:pos x="228" y="182"/>
                </a:cxn>
                <a:cxn ang="0">
                  <a:pos x="209" y="98"/>
                </a:cxn>
                <a:cxn ang="0">
                  <a:pos x="140" y="70"/>
                </a:cxn>
                <a:cxn ang="0">
                  <a:pos x="56" y="47"/>
                </a:cxn>
                <a:cxn ang="0">
                  <a:pos x="63" y="0"/>
                </a:cxn>
              </a:cxnLst>
              <a:rect l="0" t="0" r="r" b="b"/>
              <a:pathLst>
                <a:path w="1061" h="1259">
                  <a:moveTo>
                    <a:pt x="63" y="0"/>
                  </a:moveTo>
                  <a:lnTo>
                    <a:pt x="98" y="0"/>
                  </a:lnTo>
                  <a:lnTo>
                    <a:pt x="147" y="2"/>
                  </a:lnTo>
                  <a:lnTo>
                    <a:pt x="203" y="7"/>
                  </a:lnTo>
                  <a:lnTo>
                    <a:pt x="265" y="9"/>
                  </a:lnTo>
                  <a:lnTo>
                    <a:pt x="777" y="9"/>
                  </a:lnTo>
                  <a:lnTo>
                    <a:pt x="829" y="7"/>
                  </a:lnTo>
                  <a:lnTo>
                    <a:pt x="877" y="7"/>
                  </a:lnTo>
                  <a:lnTo>
                    <a:pt x="919" y="5"/>
                  </a:lnTo>
                  <a:lnTo>
                    <a:pt x="952" y="0"/>
                  </a:lnTo>
                  <a:lnTo>
                    <a:pt x="954" y="2"/>
                  </a:lnTo>
                  <a:lnTo>
                    <a:pt x="957" y="7"/>
                  </a:lnTo>
                  <a:lnTo>
                    <a:pt x="961" y="9"/>
                  </a:lnTo>
                  <a:lnTo>
                    <a:pt x="961" y="12"/>
                  </a:lnTo>
                  <a:lnTo>
                    <a:pt x="952" y="56"/>
                  </a:lnTo>
                  <a:lnTo>
                    <a:pt x="943" y="112"/>
                  </a:lnTo>
                  <a:lnTo>
                    <a:pt x="936" y="172"/>
                  </a:lnTo>
                  <a:lnTo>
                    <a:pt x="929" y="235"/>
                  </a:lnTo>
                  <a:lnTo>
                    <a:pt x="924" y="289"/>
                  </a:lnTo>
                  <a:lnTo>
                    <a:pt x="915" y="293"/>
                  </a:lnTo>
                  <a:lnTo>
                    <a:pt x="901" y="296"/>
                  </a:lnTo>
                  <a:lnTo>
                    <a:pt x="884" y="296"/>
                  </a:lnTo>
                  <a:lnTo>
                    <a:pt x="870" y="293"/>
                  </a:lnTo>
                  <a:lnTo>
                    <a:pt x="861" y="291"/>
                  </a:lnTo>
                  <a:lnTo>
                    <a:pt x="856" y="251"/>
                  </a:lnTo>
                  <a:lnTo>
                    <a:pt x="852" y="219"/>
                  </a:lnTo>
                  <a:lnTo>
                    <a:pt x="845" y="191"/>
                  </a:lnTo>
                  <a:lnTo>
                    <a:pt x="840" y="168"/>
                  </a:lnTo>
                  <a:lnTo>
                    <a:pt x="831" y="142"/>
                  </a:lnTo>
                  <a:lnTo>
                    <a:pt x="817" y="123"/>
                  </a:lnTo>
                  <a:lnTo>
                    <a:pt x="798" y="107"/>
                  </a:lnTo>
                  <a:lnTo>
                    <a:pt x="773" y="98"/>
                  </a:lnTo>
                  <a:lnTo>
                    <a:pt x="738" y="93"/>
                  </a:lnTo>
                  <a:lnTo>
                    <a:pt x="719" y="93"/>
                  </a:lnTo>
                  <a:lnTo>
                    <a:pt x="687" y="91"/>
                  </a:lnTo>
                  <a:lnTo>
                    <a:pt x="475" y="91"/>
                  </a:lnTo>
                  <a:lnTo>
                    <a:pt x="447" y="93"/>
                  </a:lnTo>
                  <a:lnTo>
                    <a:pt x="431" y="93"/>
                  </a:lnTo>
                  <a:lnTo>
                    <a:pt x="421" y="98"/>
                  </a:lnTo>
                  <a:lnTo>
                    <a:pt x="412" y="109"/>
                  </a:lnTo>
                  <a:lnTo>
                    <a:pt x="407" y="121"/>
                  </a:lnTo>
                  <a:lnTo>
                    <a:pt x="405" y="130"/>
                  </a:lnTo>
                  <a:lnTo>
                    <a:pt x="405" y="186"/>
                  </a:lnTo>
                  <a:lnTo>
                    <a:pt x="403" y="249"/>
                  </a:lnTo>
                  <a:lnTo>
                    <a:pt x="403" y="563"/>
                  </a:lnTo>
                  <a:lnTo>
                    <a:pt x="405" y="568"/>
                  </a:lnTo>
                  <a:lnTo>
                    <a:pt x="414" y="573"/>
                  </a:lnTo>
                  <a:lnTo>
                    <a:pt x="459" y="573"/>
                  </a:lnTo>
                  <a:lnTo>
                    <a:pt x="512" y="575"/>
                  </a:lnTo>
                  <a:lnTo>
                    <a:pt x="570" y="575"/>
                  </a:lnTo>
                  <a:lnTo>
                    <a:pt x="628" y="573"/>
                  </a:lnTo>
                  <a:lnTo>
                    <a:pt x="680" y="570"/>
                  </a:lnTo>
                  <a:lnTo>
                    <a:pt x="721" y="568"/>
                  </a:lnTo>
                  <a:lnTo>
                    <a:pt x="745" y="563"/>
                  </a:lnTo>
                  <a:lnTo>
                    <a:pt x="763" y="554"/>
                  </a:lnTo>
                  <a:lnTo>
                    <a:pt x="775" y="542"/>
                  </a:lnTo>
                  <a:lnTo>
                    <a:pt x="784" y="526"/>
                  </a:lnTo>
                  <a:lnTo>
                    <a:pt x="791" y="507"/>
                  </a:lnTo>
                  <a:lnTo>
                    <a:pt x="803" y="470"/>
                  </a:lnTo>
                  <a:lnTo>
                    <a:pt x="812" y="426"/>
                  </a:lnTo>
                  <a:lnTo>
                    <a:pt x="829" y="424"/>
                  </a:lnTo>
                  <a:lnTo>
                    <a:pt x="850" y="424"/>
                  </a:lnTo>
                  <a:lnTo>
                    <a:pt x="868" y="428"/>
                  </a:lnTo>
                  <a:lnTo>
                    <a:pt x="880" y="433"/>
                  </a:lnTo>
                  <a:lnTo>
                    <a:pt x="875" y="470"/>
                  </a:lnTo>
                  <a:lnTo>
                    <a:pt x="870" y="517"/>
                  </a:lnTo>
                  <a:lnTo>
                    <a:pt x="866" y="624"/>
                  </a:lnTo>
                  <a:lnTo>
                    <a:pt x="866" y="694"/>
                  </a:lnTo>
                  <a:lnTo>
                    <a:pt x="868" y="754"/>
                  </a:lnTo>
                  <a:lnTo>
                    <a:pt x="870" y="808"/>
                  </a:lnTo>
                  <a:lnTo>
                    <a:pt x="856" y="812"/>
                  </a:lnTo>
                  <a:lnTo>
                    <a:pt x="836" y="815"/>
                  </a:lnTo>
                  <a:lnTo>
                    <a:pt x="815" y="815"/>
                  </a:lnTo>
                  <a:lnTo>
                    <a:pt x="801" y="808"/>
                  </a:lnTo>
                  <a:lnTo>
                    <a:pt x="798" y="780"/>
                  </a:lnTo>
                  <a:lnTo>
                    <a:pt x="789" y="742"/>
                  </a:lnTo>
                  <a:lnTo>
                    <a:pt x="780" y="710"/>
                  </a:lnTo>
                  <a:lnTo>
                    <a:pt x="770" y="694"/>
                  </a:lnTo>
                  <a:lnTo>
                    <a:pt x="759" y="682"/>
                  </a:lnTo>
                  <a:lnTo>
                    <a:pt x="740" y="673"/>
                  </a:lnTo>
                  <a:lnTo>
                    <a:pt x="717" y="668"/>
                  </a:lnTo>
                  <a:lnTo>
                    <a:pt x="684" y="666"/>
                  </a:lnTo>
                  <a:lnTo>
                    <a:pt x="642" y="663"/>
                  </a:lnTo>
                  <a:lnTo>
                    <a:pt x="596" y="663"/>
                  </a:lnTo>
                  <a:lnTo>
                    <a:pt x="545" y="661"/>
                  </a:lnTo>
                  <a:lnTo>
                    <a:pt x="496" y="661"/>
                  </a:lnTo>
                  <a:lnTo>
                    <a:pt x="452" y="663"/>
                  </a:lnTo>
                  <a:lnTo>
                    <a:pt x="414" y="663"/>
                  </a:lnTo>
                  <a:lnTo>
                    <a:pt x="410" y="666"/>
                  </a:lnTo>
                  <a:lnTo>
                    <a:pt x="407" y="668"/>
                  </a:lnTo>
                  <a:lnTo>
                    <a:pt x="403" y="675"/>
                  </a:lnTo>
                  <a:lnTo>
                    <a:pt x="403" y="912"/>
                  </a:lnTo>
                  <a:lnTo>
                    <a:pt x="405" y="977"/>
                  </a:lnTo>
                  <a:lnTo>
                    <a:pt x="405" y="1036"/>
                  </a:lnTo>
                  <a:lnTo>
                    <a:pt x="407" y="1082"/>
                  </a:lnTo>
                  <a:lnTo>
                    <a:pt x="412" y="1110"/>
                  </a:lnTo>
                  <a:lnTo>
                    <a:pt x="421" y="1133"/>
                  </a:lnTo>
                  <a:lnTo>
                    <a:pt x="438" y="1150"/>
                  </a:lnTo>
                  <a:lnTo>
                    <a:pt x="454" y="1159"/>
                  </a:lnTo>
                  <a:lnTo>
                    <a:pt x="479" y="1164"/>
                  </a:lnTo>
                  <a:lnTo>
                    <a:pt x="517" y="1166"/>
                  </a:lnTo>
                  <a:lnTo>
                    <a:pt x="561" y="1168"/>
                  </a:lnTo>
                  <a:lnTo>
                    <a:pt x="663" y="1173"/>
                  </a:lnTo>
                  <a:lnTo>
                    <a:pt x="752" y="1173"/>
                  </a:lnTo>
                  <a:lnTo>
                    <a:pt x="791" y="1171"/>
                  </a:lnTo>
                  <a:lnTo>
                    <a:pt x="822" y="1164"/>
                  </a:lnTo>
                  <a:lnTo>
                    <a:pt x="847" y="1157"/>
                  </a:lnTo>
                  <a:lnTo>
                    <a:pt x="866" y="1143"/>
                  </a:lnTo>
                  <a:lnTo>
                    <a:pt x="884" y="1126"/>
                  </a:lnTo>
                  <a:lnTo>
                    <a:pt x="903" y="1105"/>
                  </a:lnTo>
                  <a:lnTo>
                    <a:pt x="924" y="1078"/>
                  </a:lnTo>
                  <a:lnTo>
                    <a:pt x="945" y="1045"/>
                  </a:lnTo>
                  <a:lnTo>
                    <a:pt x="987" y="966"/>
                  </a:lnTo>
                  <a:lnTo>
                    <a:pt x="1003" y="929"/>
                  </a:lnTo>
                  <a:lnTo>
                    <a:pt x="1015" y="929"/>
                  </a:lnTo>
                  <a:lnTo>
                    <a:pt x="1033" y="936"/>
                  </a:lnTo>
                  <a:lnTo>
                    <a:pt x="1050" y="943"/>
                  </a:lnTo>
                  <a:lnTo>
                    <a:pt x="1061" y="950"/>
                  </a:lnTo>
                  <a:lnTo>
                    <a:pt x="1054" y="982"/>
                  </a:lnTo>
                  <a:lnTo>
                    <a:pt x="1045" y="1022"/>
                  </a:lnTo>
                  <a:lnTo>
                    <a:pt x="1033" y="1066"/>
                  </a:lnTo>
                  <a:lnTo>
                    <a:pt x="1019" y="1112"/>
                  </a:lnTo>
                  <a:lnTo>
                    <a:pt x="1005" y="1157"/>
                  </a:lnTo>
                  <a:lnTo>
                    <a:pt x="991" y="1196"/>
                  </a:lnTo>
                  <a:lnTo>
                    <a:pt x="978" y="1226"/>
                  </a:lnTo>
                  <a:lnTo>
                    <a:pt x="971" y="1238"/>
                  </a:lnTo>
                  <a:lnTo>
                    <a:pt x="961" y="1245"/>
                  </a:lnTo>
                  <a:lnTo>
                    <a:pt x="947" y="1252"/>
                  </a:lnTo>
                  <a:lnTo>
                    <a:pt x="926" y="1257"/>
                  </a:lnTo>
                  <a:lnTo>
                    <a:pt x="896" y="1259"/>
                  </a:lnTo>
                  <a:lnTo>
                    <a:pt x="752" y="1259"/>
                  </a:lnTo>
                  <a:lnTo>
                    <a:pt x="654" y="1257"/>
                  </a:lnTo>
                  <a:lnTo>
                    <a:pt x="554" y="1252"/>
                  </a:lnTo>
                  <a:lnTo>
                    <a:pt x="445" y="1250"/>
                  </a:lnTo>
                  <a:lnTo>
                    <a:pt x="230" y="1250"/>
                  </a:lnTo>
                  <a:lnTo>
                    <a:pt x="147" y="1254"/>
                  </a:lnTo>
                  <a:lnTo>
                    <a:pt x="72" y="1257"/>
                  </a:lnTo>
                  <a:lnTo>
                    <a:pt x="7" y="1257"/>
                  </a:lnTo>
                  <a:lnTo>
                    <a:pt x="2" y="1245"/>
                  </a:lnTo>
                  <a:lnTo>
                    <a:pt x="0" y="1229"/>
                  </a:lnTo>
                  <a:lnTo>
                    <a:pt x="2" y="1210"/>
                  </a:lnTo>
                  <a:lnTo>
                    <a:pt x="7" y="1199"/>
                  </a:lnTo>
                  <a:lnTo>
                    <a:pt x="51" y="1194"/>
                  </a:lnTo>
                  <a:lnTo>
                    <a:pt x="93" y="1189"/>
                  </a:lnTo>
                  <a:lnTo>
                    <a:pt x="128" y="1185"/>
                  </a:lnTo>
                  <a:lnTo>
                    <a:pt x="158" y="1178"/>
                  </a:lnTo>
                  <a:lnTo>
                    <a:pt x="184" y="1168"/>
                  </a:lnTo>
                  <a:lnTo>
                    <a:pt x="203" y="1154"/>
                  </a:lnTo>
                  <a:lnTo>
                    <a:pt x="214" y="1133"/>
                  </a:lnTo>
                  <a:lnTo>
                    <a:pt x="223" y="1105"/>
                  </a:lnTo>
                  <a:lnTo>
                    <a:pt x="228" y="1068"/>
                  </a:lnTo>
                  <a:lnTo>
                    <a:pt x="228" y="1045"/>
                  </a:lnTo>
                  <a:lnTo>
                    <a:pt x="230" y="1008"/>
                  </a:lnTo>
                  <a:lnTo>
                    <a:pt x="230" y="244"/>
                  </a:lnTo>
                  <a:lnTo>
                    <a:pt x="228" y="205"/>
                  </a:lnTo>
                  <a:lnTo>
                    <a:pt x="228" y="182"/>
                  </a:lnTo>
                  <a:lnTo>
                    <a:pt x="226" y="144"/>
                  </a:lnTo>
                  <a:lnTo>
                    <a:pt x="219" y="116"/>
                  </a:lnTo>
                  <a:lnTo>
                    <a:pt x="209" y="98"/>
                  </a:lnTo>
                  <a:lnTo>
                    <a:pt x="193" y="86"/>
                  </a:lnTo>
                  <a:lnTo>
                    <a:pt x="168" y="77"/>
                  </a:lnTo>
                  <a:lnTo>
                    <a:pt x="140" y="70"/>
                  </a:lnTo>
                  <a:lnTo>
                    <a:pt x="102" y="63"/>
                  </a:lnTo>
                  <a:lnTo>
                    <a:pt x="61" y="58"/>
                  </a:lnTo>
                  <a:lnTo>
                    <a:pt x="56" y="47"/>
                  </a:lnTo>
                  <a:lnTo>
                    <a:pt x="54" y="30"/>
                  </a:lnTo>
                  <a:lnTo>
                    <a:pt x="58" y="12"/>
                  </a:lnTo>
                  <a:lnTo>
                    <a:pt x="63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>
                <a:solidFill>
                  <a:srgbClr val="000000"/>
                </a:solidFill>
              </a:endParaRPr>
            </a:p>
          </p:txBody>
        </p:sp>
        <p:sp>
          <p:nvSpPr>
            <p:cNvPr id="323609" name="Freeform 25"/>
            <p:cNvSpPr>
              <a:spLocks/>
            </p:cNvSpPr>
            <p:nvPr userDrawn="1"/>
          </p:nvSpPr>
          <p:spPr bwMode="auto">
            <a:xfrm>
              <a:off x="2760" y="3627"/>
              <a:ext cx="256" cy="303"/>
            </a:xfrm>
            <a:custGeom>
              <a:avLst/>
              <a:gdLst/>
              <a:ahLst/>
              <a:cxnLst>
                <a:cxn ang="0">
                  <a:pos x="74" y="0"/>
                </a:cxn>
                <a:cxn ang="0">
                  <a:pos x="165" y="5"/>
                </a:cxn>
                <a:cxn ang="0">
                  <a:pos x="370" y="7"/>
                </a:cxn>
                <a:cxn ang="0">
                  <a:pos x="479" y="3"/>
                </a:cxn>
                <a:cxn ang="0">
                  <a:pos x="547" y="0"/>
                </a:cxn>
                <a:cxn ang="0">
                  <a:pos x="554" y="31"/>
                </a:cxn>
                <a:cxn ang="0">
                  <a:pos x="547" y="59"/>
                </a:cxn>
                <a:cxn ang="0">
                  <a:pos x="486" y="68"/>
                </a:cxn>
                <a:cxn ang="0">
                  <a:pos x="444" y="75"/>
                </a:cxn>
                <a:cxn ang="0">
                  <a:pos x="405" y="98"/>
                </a:cxn>
                <a:cxn ang="0">
                  <a:pos x="391" y="133"/>
                </a:cxn>
                <a:cxn ang="0">
                  <a:pos x="386" y="200"/>
                </a:cxn>
                <a:cxn ang="0">
                  <a:pos x="384" y="331"/>
                </a:cxn>
                <a:cxn ang="0">
                  <a:pos x="381" y="498"/>
                </a:cxn>
                <a:cxn ang="0">
                  <a:pos x="384" y="982"/>
                </a:cxn>
                <a:cxn ang="0">
                  <a:pos x="388" y="1096"/>
                </a:cxn>
                <a:cxn ang="0">
                  <a:pos x="405" y="1136"/>
                </a:cxn>
                <a:cxn ang="0">
                  <a:pos x="428" y="1155"/>
                </a:cxn>
                <a:cxn ang="0">
                  <a:pos x="489" y="1164"/>
                </a:cxn>
                <a:cxn ang="0">
                  <a:pos x="582" y="1169"/>
                </a:cxn>
                <a:cxn ang="0">
                  <a:pos x="763" y="1171"/>
                </a:cxn>
                <a:cxn ang="0">
                  <a:pos x="812" y="1159"/>
                </a:cxn>
                <a:cxn ang="0">
                  <a:pos x="861" y="1124"/>
                </a:cxn>
                <a:cxn ang="0">
                  <a:pos x="907" y="1062"/>
                </a:cxn>
                <a:cxn ang="0">
                  <a:pos x="956" y="973"/>
                </a:cxn>
                <a:cxn ang="0">
                  <a:pos x="1003" y="873"/>
                </a:cxn>
                <a:cxn ang="0">
                  <a:pos x="1035" y="878"/>
                </a:cxn>
                <a:cxn ang="0">
                  <a:pos x="1063" y="896"/>
                </a:cxn>
                <a:cxn ang="0">
                  <a:pos x="1045" y="973"/>
                </a:cxn>
                <a:cxn ang="0">
                  <a:pos x="1019" y="1071"/>
                </a:cxn>
                <a:cxn ang="0">
                  <a:pos x="987" y="1164"/>
                </a:cxn>
                <a:cxn ang="0">
                  <a:pos x="959" y="1231"/>
                </a:cxn>
                <a:cxn ang="0">
                  <a:pos x="935" y="1252"/>
                </a:cxn>
                <a:cxn ang="0">
                  <a:pos x="875" y="1259"/>
                </a:cxn>
                <a:cxn ang="0">
                  <a:pos x="775" y="1257"/>
                </a:cxn>
                <a:cxn ang="0">
                  <a:pos x="644" y="1255"/>
                </a:cxn>
                <a:cxn ang="0">
                  <a:pos x="507" y="1252"/>
                </a:cxn>
                <a:cxn ang="0">
                  <a:pos x="384" y="1250"/>
                </a:cxn>
                <a:cxn ang="0">
                  <a:pos x="251" y="1248"/>
                </a:cxn>
                <a:cxn ang="0">
                  <a:pos x="156" y="1250"/>
                </a:cxn>
                <a:cxn ang="0">
                  <a:pos x="65" y="1252"/>
                </a:cxn>
                <a:cxn ang="0">
                  <a:pos x="7" y="1255"/>
                </a:cxn>
                <a:cxn ang="0">
                  <a:pos x="2" y="1231"/>
                </a:cxn>
                <a:cxn ang="0">
                  <a:pos x="2" y="1204"/>
                </a:cxn>
                <a:cxn ang="0">
                  <a:pos x="49" y="1192"/>
                </a:cxn>
                <a:cxn ang="0">
                  <a:pos x="111" y="1185"/>
                </a:cxn>
                <a:cxn ang="0">
                  <a:pos x="170" y="1166"/>
                </a:cxn>
                <a:cxn ang="0">
                  <a:pos x="198" y="1127"/>
                </a:cxn>
                <a:cxn ang="0">
                  <a:pos x="205" y="1062"/>
                </a:cxn>
                <a:cxn ang="0">
                  <a:pos x="207" y="952"/>
                </a:cxn>
                <a:cxn ang="0">
                  <a:pos x="212" y="787"/>
                </a:cxn>
                <a:cxn ang="0">
                  <a:pos x="209" y="268"/>
                </a:cxn>
                <a:cxn ang="0">
                  <a:pos x="207" y="194"/>
                </a:cxn>
                <a:cxn ang="0">
                  <a:pos x="200" y="119"/>
                </a:cxn>
                <a:cxn ang="0">
                  <a:pos x="170" y="84"/>
                </a:cxn>
                <a:cxn ang="0">
                  <a:pos x="118" y="70"/>
                </a:cxn>
                <a:cxn ang="0">
                  <a:pos x="60" y="61"/>
                </a:cxn>
                <a:cxn ang="0">
                  <a:pos x="28" y="47"/>
                </a:cxn>
                <a:cxn ang="0">
                  <a:pos x="30" y="12"/>
                </a:cxn>
              </a:cxnLst>
              <a:rect l="0" t="0" r="r" b="b"/>
              <a:pathLst>
                <a:path w="1063" h="1259">
                  <a:moveTo>
                    <a:pt x="37" y="0"/>
                  </a:moveTo>
                  <a:lnTo>
                    <a:pt x="74" y="0"/>
                  </a:lnTo>
                  <a:lnTo>
                    <a:pt x="114" y="3"/>
                  </a:lnTo>
                  <a:lnTo>
                    <a:pt x="165" y="5"/>
                  </a:lnTo>
                  <a:lnTo>
                    <a:pt x="223" y="7"/>
                  </a:lnTo>
                  <a:lnTo>
                    <a:pt x="370" y="7"/>
                  </a:lnTo>
                  <a:lnTo>
                    <a:pt x="430" y="5"/>
                  </a:lnTo>
                  <a:lnTo>
                    <a:pt x="479" y="3"/>
                  </a:lnTo>
                  <a:lnTo>
                    <a:pt x="516" y="0"/>
                  </a:lnTo>
                  <a:lnTo>
                    <a:pt x="547" y="0"/>
                  </a:lnTo>
                  <a:lnTo>
                    <a:pt x="551" y="12"/>
                  </a:lnTo>
                  <a:lnTo>
                    <a:pt x="554" y="31"/>
                  </a:lnTo>
                  <a:lnTo>
                    <a:pt x="551" y="47"/>
                  </a:lnTo>
                  <a:lnTo>
                    <a:pt x="547" y="59"/>
                  </a:lnTo>
                  <a:lnTo>
                    <a:pt x="512" y="63"/>
                  </a:lnTo>
                  <a:lnTo>
                    <a:pt x="486" y="68"/>
                  </a:lnTo>
                  <a:lnTo>
                    <a:pt x="463" y="70"/>
                  </a:lnTo>
                  <a:lnTo>
                    <a:pt x="444" y="75"/>
                  </a:lnTo>
                  <a:lnTo>
                    <a:pt x="421" y="84"/>
                  </a:lnTo>
                  <a:lnTo>
                    <a:pt x="405" y="98"/>
                  </a:lnTo>
                  <a:lnTo>
                    <a:pt x="395" y="114"/>
                  </a:lnTo>
                  <a:lnTo>
                    <a:pt x="391" y="133"/>
                  </a:lnTo>
                  <a:lnTo>
                    <a:pt x="388" y="156"/>
                  </a:lnTo>
                  <a:lnTo>
                    <a:pt x="386" y="200"/>
                  </a:lnTo>
                  <a:lnTo>
                    <a:pt x="386" y="259"/>
                  </a:lnTo>
                  <a:lnTo>
                    <a:pt x="384" y="331"/>
                  </a:lnTo>
                  <a:lnTo>
                    <a:pt x="384" y="410"/>
                  </a:lnTo>
                  <a:lnTo>
                    <a:pt x="381" y="498"/>
                  </a:lnTo>
                  <a:lnTo>
                    <a:pt x="381" y="906"/>
                  </a:lnTo>
                  <a:lnTo>
                    <a:pt x="384" y="982"/>
                  </a:lnTo>
                  <a:lnTo>
                    <a:pt x="386" y="1048"/>
                  </a:lnTo>
                  <a:lnTo>
                    <a:pt x="388" y="1096"/>
                  </a:lnTo>
                  <a:lnTo>
                    <a:pt x="393" y="1120"/>
                  </a:lnTo>
                  <a:lnTo>
                    <a:pt x="405" y="1136"/>
                  </a:lnTo>
                  <a:lnTo>
                    <a:pt x="416" y="1148"/>
                  </a:lnTo>
                  <a:lnTo>
                    <a:pt x="428" y="1155"/>
                  </a:lnTo>
                  <a:lnTo>
                    <a:pt x="454" y="1159"/>
                  </a:lnTo>
                  <a:lnTo>
                    <a:pt x="489" y="1164"/>
                  </a:lnTo>
                  <a:lnTo>
                    <a:pt x="533" y="1166"/>
                  </a:lnTo>
                  <a:lnTo>
                    <a:pt x="582" y="1169"/>
                  </a:lnTo>
                  <a:lnTo>
                    <a:pt x="633" y="1171"/>
                  </a:lnTo>
                  <a:lnTo>
                    <a:pt x="763" y="1171"/>
                  </a:lnTo>
                  <a:lnTo>
                    <a:pt x="789" y="1169"/>
                  </a:lnTo>
                  <a:lnTo>
                    <a:pt x="812" y="1159"/>
                  </a:lnTo>
                  <a:lnTo>
                    <a:pt x="835" y="1148"/>
                  </a:lnTo>
                  <a:lnTo>
                    <a:pt x="861" y="1124"/>
                  </a:lnTo>
                  <a:lnTo>
                    <a:pt x="884" y="1094"/>
                  </a:lnTo>
                  <a:lnTo>
                    <a:pt x="907" y="1062"/>
                  </a:lnTo>
                  <a:lnTo>
                    <a:pt x="931" y="1020"/>
                  </a:lnTo>
                  <a:lnTo>
                    <a:pt x="956" y="973"/>
                  </a:lnTo>
                  <a:lnTo>
                    <a:pt x="980" y="924"/>
                  </a:lnTo>
                  <a:lnTo>
                    <a:pt x="1003" y="873"/>
                  </a:lnTo>
                  <a:lnTo>
                    <a:pt x="1017" y="873"/>
                  </a:lnTo>
                  <a:lnTo>
                    <a:pt x="1035" y="878"/>
                  </a:lnTo>
                  <a:lnTo>
                    <a:pt x="1052" y="887"/>
                  </a:lnTo>
                  <a:lnTo>
                    <a:pt x="1063" y="896"/>
                  </a:lnTo>
                  <a:lnTo>
                    <a:pt x="1056" y="931"/>
                  </a:lnTo>
                  <a:lnTo>
                    <a:pt x="1045" y="973"/>
                  </a:lnTo>
                  <a:lnTo>
                    <a:pt x="1033" y="1020"/>
                  </a:lnTo>
                  <a:lnTo>
                    <a:pt x="1019" y="1071"/>
                  </a:lnTo>
                  <a:lnTo>
                    <a:pt x="1003" y="1120"/>
                  </a:lnTo>
                  <a:lnTo>
                    <a:pt x="987" y="1164"/>
                  </a:lnTo>
                  <a:lnTo>
                    <a:pt x="973" y="1204"/>
                  </a:lnTo>
                  <a:lnTo>
                    <a:pt x="959" y="1231"/>
                  </a:lnTo>
                  <a:lnTo>
                    <a:pt x="949" y="1243"/>
                  </a:lnTo>
                  <a:lnTo>
                    <a:pt x="935" y="1252"/>
                  </a:lnTo>
                  <a:lnTo>
                    <a:pt x="910" y="1257"/>
                  </a:lnTo>
                  <a:lnTo>
                    <a:pt x="875" y="1259"/>
                  </a:lnTo>
                  <a:lnTo>
                    <a:pt x="831" y="1259"/>
                  </a:lnTo>
                  <a:lnTo>
                    <a:pt x="775" y="1257"/>
                  </a:lnTo>
                  <a:lnTo>
                    <a:pt x="712" y="1257"/>
                  </a:lnTo>
                  <a:lnTo>
                    <a:pt x="644" y="1255"/>
                  </a:lnTo>
                  <a:lnTo>
                    <a:pt x="575" y="1255"/>
                  </a:lnTo>
                  <a:lnTo>
                    <a:pt x="507" y="1252"/>
                  </a:lnTo>
                  <a:lnTo>
                    <a:pt x="442" y="1250"/>
                  </a:lnTo>
                  <a:lnTo>
                    <a:pt x="384" y="1250"/>
                  </a:lnTo>
                  <a:lnTo>
                    <a:pt x="333" y="1248"/>
                  </a:lnTo>
                  <a:lnTo>
                    <a:pt x="251" y="1248"/>
                  </a:lnTo>
                  <a:lnTo>
                    <a:pt x="205" y="1250"/>
                  </a:lnTo>
                  <a:lnTo>
                    <a:pt x="156" y="1250"/>
                  </a:lnTo>
                  <a:lnTo>
                    <a:pt x="107" y="1252"/>
                  </a:lnTo>
                  <a:lnTo>
                    <a:pt x="65" y="1252"/>
                  </a:lnTo>
                  <a:lnTo>
                    <a:pt x="30" y="1255"/>
                  </a:lnTo>
                  <a:lnTo>
                    <a:pt x="7" y="1255"/>
                  </a:lnTo>
                  <a:lnTo>
                    <a:pt x="2" y="1245"/>
                  </a:lnTo>
                  <a:lnTo>
                    <a:pt x="2" y="1231"/>
                  </a:lnTo>
                  <a:lnTo>
                    <a:pt x="0" y="1218"/>
                  </a:lnTo>
                  <a:lnTo>
                    <a:pt x="2" y="1204"/>
                  </a:lnTo>
                  <a:lnTo>
                    <a:pt x="7" y="1197"/>
                  </a:lnTo>
                  <a:lnTo>
                    <a:pt x="49" y="1192"/>
                  </a:lnTo>
                  <a:lnTo>
                    <a:pt x="81" y="1187"/>
                  </a:lnTo>
                  <a:lnTo>
                    <a:pt x="111" y="1185"/>
                  </a:lnTo>
                  <a:lnTo>
                    <a:pt x="139" y="1178"/>
                  </a:lnTo>
                  <a:lnTo>
                    <a:pt x="170" y="1166"/>
                  </a:lnTo>
                  <a:lnTo>
                    <a:pt x="188" y="1150"/>
                  </a:lnTo>
                  <a:lnTo>
                    <a:pt x="198" y="1127"/>
                  </a:lnTo>
                  <a:lnTo>
                    <a:pt x="202" y="1094"/>
                  </a:lnTo>
                  <a:lnTo>
                    <a:pt x="205" y="1062"/>
                  </a:lnTo>
                  <a:lnTo>
                    <a:pt x="207" y="1015"/>
                  </a:lnTo>
                  <a:lnTo>
                    <a:pt x="207" y="952"/>
                  </a:lnTo>
                  <a:lnTo>
                    <a:pt x="209" y="875"/>
                  </a:lnTo>
                  <a:lnTo>
                    <a:pt x="212" y="787"/>
                  </a:lnTo>
                  <a:lnTo>
                    <a:pt x="212" y="326"/>
                  </a:lnTo>
                  <a:lnTo>
                    <a:pt x="209" y="268"/>
                  </a:lnTo>
                  <a:lnTo>
                    <a:pt x="209" y="226"/>
                  </a:lnTo>
                  <a:lnTo>
                    <a:pt x="207" y="194"/>
                  </a:lnTo>
                  <a:lnTo>
                    <a:pt x="205" y="149"/>
                  </a:lnTo>
                  <a:lnTo>
                    <a:pt x="200" y="119"/>
                  </a:lnTo>
                  <a:lnTo>
                    <a:pt x="188" y="98"/>
                  </a:lnTo>
                  <a:lnTo>
                    <a:pt x="170" y="84"/>
                  </a:lnTo>
                  <a:lnTo>
                    <a:pt x="142" y="75"/>
                  </a:lnTo>
                  <a:lnTo>
                    <a:pt x="118" y="70"/>
                  </a:lnTo>
                  <a:lnTo>
                    <a:pt x="91" y="66"/>
                  </a:lnTo>
                  <a:lnTo>
                    <a:pt x="60" y="61"/>
                  </a:lnTo>
                  <a:lnTo>
                    <a:pt x="32" y="59"/>
                  </a:lnTo>
                  <a:lnTo>
                    <a:pt x="28" y="47"/>
                  </a:lnTo>
                  <a:lnTo>
                    <a:pt x="28" y="28"/>
                  </a:lnTo>
                  <a:lnTo>
                    <a:pt x="30" y="12"/>
                  </a:lnTo>
                  <a:lnTo>
                    <a:pt x="37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>
                <a:solidFill>
                  <a:srgbClr val="000000"/>
                </a:solidFill>
              </a:endParaRPr>
            </a:p>
          </p:txBody>
        </p:sp>
        <p:sp>
          <p:nvSpPr>
            <p:cNvPr id="323610" name="Freeform 26"/>
            <p:cNvSpPr>
              <a:spLocks/>
            </p:cNvSpPr>
            <p:nvPr userDrawn="1"/>
          </p:nvSpPr>
          <p:spPr bwMode="auto">
            <a:xfrm>
              <a:off x="3028" y="3627"/>
              <a:ext cx="256" cy="303"/>
            </a:xfrm>
            <a:custGeom>
              <a:avLst/>
              <a:gdLst/>
              <a:ahLst/>
              <a:cxnLst>
                <a:cxn ang="0">
                  <a:pos x="74" y="0"/>
                </a:cxn>
                <a:cxn ang="0">
                  <a:pos x="165" y="5"/>
                </a:cxn>
                <a:cxn ang="0">
                  <a:pos x="370" y="7"/>
                </a:cxn>
                <a:cxn ang="0">
                  <a:pos x="479" y="3"/>
                </a:cxn>
                <a:cxn ang="0">
                  <a:pos x="544" y="0"/>
                </a:cxn>
                <a:cxn ang="0">
                  <a:pos x="553" y="31"/>
                </a:cxn>
                <a:cxn ang="0">
                  <a:pos x="544" y="59"/>
                </a:cxn>
                <a:cxn ang="0">
                  <a:pos x="470" y="70"/>
                </a:cxn>
                <a:cxn ang="0">
                  <a:pos x="418" y="84"/>
                </a:cxn>
                <a:cxn ang="0">
                  <a:pos x="393" y="114"/>
                </a:cxn>
                <a:cxn ang="0">
                  <a:pos x="388" y="156"/>
                </a:cxn>
                <a:cxn ang="0">
                  <a:pos x="386" y="259"/>
                </a:cxn>
                <a:cxn ang="0">
                  <a:pos x="384" y="410"/>
                </a:cxn>
                <a:cxn ang="0">
                  <a:pos x="381" y="906"/>
                </a:cxn>
                <a:cxn ang="0">
                  <a:pos x="386" y="1048"/>
                </a:cxn>
                <a:cxn ang="0">
                  <a:pos x="393" y="1120"/>
                </a:cxn>
                <a:cxn ang="0">
                  <a:pos x="416" y="1148"/>
                </a:cxn>
                <a:cxn ang="0">
                  <a:pos x="451" y="1159"/>
                </a:cxn>
                <a:cxn ang="0">
                  <a:pos x="533" y="1166"/>
                </a:cxn>
                <a:cxn ang="0">
                  <a:pos x="763" y="1171"/>
                </a:cxn>
                <a:cxn ang="0">
                  <a:pos x="823" y="1155"/>
                </a:cxn>
                <a:cxn ang="0">
                  <a:pos x="882" y="1094"/>
                </a:cxn>
                <a:cxn ang="0">
                  <a:pos x="931" y="1020"/>
                </a:cxn>
                <a:cxn ang="0">
                  <a:pos x="979" y="924"/>
                </a:cxn>
                <a:cxn ang="0">
                  <a:pos x="1017" y="873"/>
                </a:cxn>
                <a:cxn ang="0">
                  <a:pos x="1052" y="887"/>
                </a:cxn>
                <a:cxn ang="0">
                  <a:pos x="1054" y="931"/>
                </a:cxn>
                <a:cxn ang="0">
                  <a:pos x="1031" y="1020"/>
                </a:cxn>
                <a:cxn ang="0">
                  <a:pos x="1000" y="1120"/>
                </a:cxn>
                <a:cxn ang="0">
                  <a:pos x="970" y="1204"/>
                </a:cxn>
                <a:cxn ang="0">
                  <a:pos x="949" y="1243"/>
                </a:cxn>
                <a:cxn ang="0">
                  <a:pos x="910" y="1257"/>
                </a:cxn>
                <a:cxn ang="0">
                  <a:pos x="830" y="1259"/>
                </a:cxn>
                <a:cxn ang="0">
                  <a:pos x="712" y="1257"/>
                </a:cxn>
                <a:cxn ang="0">
                  <a:pos x="574" y="1255"/>
                </a:cxn>
                <a:cxn ang="0">
                  <a:pos x="442" y="1250"/>
                </a:cxn>
                <a:cxn ang="0">
                  <a:pos x="332" y="1248"/>
                </a:cxn>
                <a:cxn ang="0">
                  <a:pos x="202" y="1250"/>
                </a:cxn>
                <a:cxn ang="0">
                  <a:pos x="107" y="1252"/>
                </a:cxn>
                <a:cxn ang="0">
                  <a:pos x="30" y="1255"/>
                </a:cxn>
                <a:cxn ang="0">
                  <a:pos x="2" y="1245"/>
                </a:cxn>
                <a:cxn ang="0">
                  <a:pos x="0" y="1218"/>
                </a:cxn>
                <a:cxn ang="0">
                  <a:pos x="7" y="1197"/>
                </a:cxn>
                <a:cxn ang="0">
                  <a:pos x="81" y="1187"/>
                </a:cxn>
                <a:cxn ang="0">
                  <a:pos x="139" y="1178"/>
                </a:cxn>
                <a:cxn ang="0">
                  <a:pos x="186" y="1150"/>
                </a:cxn>
                <a:cxn ang="0">
                  <a:pos x="202" y="1094"/>
                </a:cxn>
                <a:cxn ang="0">
                  <a:pos x="204" y="1015"/>
                </a:cxn>
                <a:cxn ang="0">
                  <a:pos x="207" y="875"/>
                </a:cxn>
                <a:cxn ang="0">
                  <a:pos x="209" y="268"/>
                </a:cxn>
                <a:cxn ang="0">
                  <a:pos x="207" y="194"/>
                </a:cxn>
                <a:cxn ang="0">
                  <a:pos x="197" y="119"/>
                </a:cxn>
                <a:cxn ang="0">
                  <a:pos x="169" y="84"/>
                </a:cxn>
                <a:cxn ang="0">
                  <a:pos x="118" y="70"/>
                </a:cxn>
                <a:cxn ang="0">
                  <a:pos x="60" y="61"/>
                </a:cxn>
                <a:cxn ang="0">
                  <a:pos x="27" y="47"/>
                </a:cxn>
                <a:cxn ang="0">
                  <a:pos x="30" y="12"/>
                </a:cxn>
              </a:cxnLst>
              <a:rect l="0" t="0" r="r" b="b"/>
              <a:pathLst>
                <a:path w="1061" h="1259">
                  <a:moveTo>
                    <a:pt x="37" y="0"/>
                  </a:moveTo>
                  <a:lnTo>
                    <a:pt x="74" y="0"/>
                  </a:lnTo>
                  <a:lnTo>
                    <a:pt x="114" y="3"/>
                  </a:lnTo>
                  <a:lnTo>
                    <a:pt x="165" y="5"/>
                  </a:lnTo>
                  <a:lnTo>
                    <a:pt x="223" y="7"/>
                  </a:lnTo>
                  <a:lnTo>
                    <a:pt x="370" y="7"/>
                  </a:lnTo>
                  <a:lnTo>
                    <a:pt x="430" y="5"/>
                  </a:lnTo>
                  <a:lnTo>
                    <a:pt x="479" y="3"/>
                  </a:lnTo>
                  <a:lnTo>
                    <a:pt x="516" y="0"/>
                  </a:lnTo>
                  <a:lnTo>
                    <a:pt x="544" y="0"/>
                  </a:lnTo>
                  <a:lnTo>
                    <a:pt x="551" y="12"/>
                  </a:lnTo>
                  <a:lnTo>
                    <a:pt x="553" y="31"/>
                  </a:lnTo>
                  <a:lnTo>
                    <a:pt x="551" y="47"/>
                  </a:lnTo>
                  <a:lnTo>
                    <a:pt x="544" y="59"/>
                  </a:lnTo>
                  <a:lnTo>
                    <a:pt x="502" y="63"/>
                  </a:lnTo>
                  <a:lnTo>
                    <a:pt x="470" y="70"/>
                  </a:lnTo>
                  <a:lnTo>
                    <a:pt x="442" y="75"/>
                  </a:lnTo>
                  <a:lnTo>
                    <a:pt x="418" y="84"/>
                  </a:lnTo>
                  <a:lnTo>
                    <a:pt x="402" y="98"/>
                  </a:lnTo>
                  <a:lnTo>
                    <a:pt x="393" y="114"/>
                  </a:lnTo>
                  <a:lnTo>
                    <a:pt x="391" y="133"/>
                  </a:lnTo>
                  <a:lnTo>
                    <a:pt x="388" y="156"/>
                  </a:lnTo>
                  <a:lnTo>
                    <a:pt x="386" y="200"/>
                  </a:lnTo>
                  <a:lnTo>
                    <a:pt x="386" y="259"/>
                  </a:lnTo>
                  <a:lnTo>
                    <a:pt x="384" y="331"/>
                  </a:lnTo>
                  <a:lnTo>
                    <a:pt x="384" y="410"/>
                  </a:lnTo>
                  <a:lnTo>
                    <a:pt x="381" y="498"/>
                  </a:lnTo>
                  <a:lnTo>
                    <a:pt x="381" y="906"/>
                  </a:lnTo>
                  <a:lnTo>
                    <a:pt x="384" y="982"/>
                  </a:lnTo>
                  <a:lnTo>
                    <a:pt x="386" y="1048"/>
                  </a:lnTo>
                  <a:lnTo>
                    <a:pt x="388" y="1096"/>
                  </a:lnTo>
                  <a:lnTo>
                    <a:pt x="393" y="1120"/>
                  </a:lnTo>
                  <a:lnTo>
                    <a:pt x="405" y="1136"/>
                  </a:lnTo>
                  <a:lnTo>
                    <a:pt x="416" y="1148"/>
                  </a:lnTo>
                  <a:lnTo>
                    <a:pt x="425" y="1155"/>
                  </a:lnTo>
                  <a:lnTo>
                    <a:pt x="451" y="1159"/>
                  </a:lnTo>
                  <a:lnTo>
                    <a:pt x="488" y="1164"/>
                  </a:lnTo>
                  <a:lnTo>
                    <a:pt x="533" y="1166"/>
                  </a:lnTo>
                  <a:lnTo>
                    <a:pt x="630" y="1171"/>
                  </a:lnTo>
                  <a:lnTo>
                    <a:pt x="763" y="1171"/>
                  </a:lnTo>
                  <a:lnTo>
                    <a:pt x="793" y="1166"/>
                  </a:lnTo>
                  <a:lnTo>
                    <a:pt x="823" y="1155"/>
                  </a:lnTo>
                  <a:lnTo>
                    <a:pt x="851" y="1131"/>
                  </a:lnTo>
                  <a:lnTo>
                    <a:pt x="882" y="1094"/>
                  </a:lnTo>
                  <a:lnTo>
                    <a:pt x="905" y="1062"/>
                  </a:lnTo>
                  <a:lnTo>
                    <a:pt x="931" y="1020"/>
                  </a:lnTo>
                  <a:lnTo>
                    <a:pt x="956" y="973"/>
                  </a:lnTo>
                  <a:lnTo>
                    <a:pt x="979" y="924"/>
                  </a:lnTo>
                  <a:lnTo>
                    <a:pt x="1000" y="873"/>
                  </a:lnTo>
                  <a:lnTo>
                    <a:pt x="1017" y="873"/>
                  </a:lnTo>
                  <a:lnTo>
                    <a:pt x="1035" y="878"/>
                  </a:lnTo>
                  <a:lnTo>
                    <a:pt x="1052" y="887"/>
                  </a:lnTo>
                  <a:lnTo>
                    <a:pt x="1061" y="896"/>
                  </a:lnTo>
                  <a:lnTo>
                    <a:pt x="1054" y="931"/>
                  </a:lnTo>
                  <a:lnTo>
                    <a:pt x="1045" y="973"/>
                  </a:lnTo>
                  <a:lnTo>
                    <a:pt x="1031" y="1020"/>
                  </a:lnTo>
                  <a:lnTo>
                    <a:pt x="1017" y="1071"/>
                  </a:lnTo>
                  <a:lnTo>
                    <a:pt x="1000" y="1120"/>
                  </a:lnTo>
                  <a:lnTo>
                    <a:pt x="986" y="1164"/>
                  </a:lnTo>
                  <a:lnTo>
                    <a:pt x="970" y="1204"/>
                  </a:lnTo>
                  <a:lnTo>
                    <a:pt x="956" y="1231"/>
                  </a:lnTo>
                  <a:lnTo>
                    <a:pt x="949" y="1243"/>
                  </a:lnTo>
                  <a:lnTo>
                    <a:pt x="933" y="1252"/>
                  </a:lnTo>
                  <a:lnTo>
                    <a:pt x="910" y="1257"/>
                  </a:lnTo>
                  <a:lnTo>
                    <a:pt x="875" y="1259"/>
                  </a:lnTo>
                  <a:lnTo>
                    <a:pt x="830" y="1259"/>
                  </a:lnTo>
                  <a:lnTo>
                    <a:pt x="775" y="1257"/>
                  </a:lnTo>
                  <a:lnTo>
                    <a:pt x="712" y="1257"/>
                  </a:lnTo>
                  <a:lnTo>
                    <a:pt x="644" y="1255"/>
                  </a:lnTo>
                  <a:lnTo>
                    <a:pt x="574" y="1255"/>
                  </a:lnTo>
                  <a:lnTo>
                    <a:pt x="507" y="1252"/>
                  </a:lnTo>
                  <a:lnTo>
                    <a:pt x="442" y="1250"/>
                  </a:lnTo>
                  <a:lnTo>
                    <a:pt x="381" y="1250"/>
                  </a:lnTo>
                  <a:lnTo>
                    <a:pt x="332" y="1248"/>
                  </a:lnTo>
                  <a:lnTo>
                    <a:pt x="251" y="1248"/>
                  </a:lnTo>
                  <a:lnTo>
                    <a:pt x="202" y="1250"/>
                  </a:lnTo>
                  <a:lnTo>
                    <a:pt x="153" y="1250"/>
                  </a:lnTo>
                  <a:lnTo>
                    <a:pt x="107" y="1252"/>
                  </a:lnTo>
                  <a:lnTo>
                    <a:pt x="65" y="1252"/>
                  </a:lnTo>
                  <a:lnTo>
                    <a:pt x="30" y="1255"/>
                  </a:lnTo>
                  <a:lnTo>
                    <a:pt x="7" y="1255"/>
                  </a:lnTo>
                  <a:lnTo>
                    <a:pt x="2" y="1245"/>
                  </a:lnTo>
                  <a:lnTo>
                    <a:pt x="0" y="1231"/>
                  </a:lnTo>
                  <a:lnTo>
                    <a:pt x="0" y="1218"/>
                  </a:lnTo>
                  <a:lnTo>
                    <a:pt x="2" y="1204"/>
                  </a:lnTo>
                  <a:lnTo>
                    <a:pt x="7" y="1197"/>
                  </a:lnTo>
                  <a:lnTo>
                    <a:pt x="48" y="1192"/>
                  </a:lnTo>
                  <a:lnTo>
                    <a:pt x="81" y="1187"/>
                  </a:lnTo>
                  <a:lnTo>
                    <a:pt x="111" y="1185"/>
                  </a:lnTo>
                  <a:lnTo>
                    <a:pt x="139" y="1178"/>
                  </a:lnTo>
                  <a:lnTo>
                    <a:pt x="167" y="1166"/>
                  </a:lnTo>
                  <a:lnTo>
                    <a:pt x="186" y="1150"/>
                  </a:lnTo>
                  <a:lnTo>
                    <a:pt x="197" y="1127"/>
                  </a:lnTo>
                  <a:lnTo>
                    <a:pt x="202" y="1094"/>
                  </a:lnTo>
                  <a:lnTo>
                    <a:pt x="204" y="1062"/>
                  </a:lnTo>
                  <a:lnTo>
                    <a:pt x="204" y="1015"/>
                  </a:lnTo>
                  <a:lnTo>
                    <a:pt x="207" y="952"/>
                  </a:lnTo>
                  <a:lnTo>
                    <a:pt x="207" y="875"/>
                  </a:lnTo>
                  <a:lnTo>
                    <a:pt x="209" y="787"/>
                  </a:lnTo>
                  <a:lnTo>
                    <a:pt x="209" y="268"/>
                  </a:lnTo>
                  <a:lnTo>
                    <a:pt x="207" y="226"/>
                  </a:lnTo>
                  <a:lnTo>
                    <a:pt x="207" y="194"/>
                  </a:lnTo>
                  <a:lnTo>
                    <a:pt x="204" y="149"/>
                  </a:lnTo>
                  <a:lnTo>
                    <a:pt x="197" y="119"/>
                  </a:lnTo>
                  <a:lnTo>
                    <a:pt x="188" y="98"/>
                  </a:lnTo>
                  <a:lnTo>
                    <a:pt x="169" y="84"/>
                  </a:lnTo>
                  <a:lnTo>
                    <a:pt x="142" y="75"/>
                  </a:lnTo>
                  <a:lnTo>
                    <a:pt x="118" y="70"/>
                  </a:lnTo>
                  <a:lnTo>
                    <a:pt x="90" y="66"/>
                  </a:lnTo>
                  <a:lnTo>
                    <a:pt x="60" y="61"/>
                  </a:lnTo>
                  <a:lnTo>
                    <a:pt x="30" y="59"/>
                  </a:lnTo>
                  <a:lnTo>
                    <a:pt x="27" y="47"/>
                  </a:lnTo>
                  <a:lnTo>
                    <a:pt x="27" y="28"/>
                  </a:lnTo>
                  <a:lnTo>
                    <a:pt x="30" y="12"/>
                  </a:lnTo>
                  <a:lnTo>
                    <a:pt x="37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>
                <a:solidFill>
                  <a:srgbClr val="000000"/>
                </a:solidFill>
              </a:endParaRPr>
            </a:p>
          </p:txBody>
        </p:sp>
        <p:sp>
          <p:nvSpPr>
            <p:cNvPr id="323611" name="Freeform 27"/>
            <p:cNvSpPr>
              <a:spLocks noEditPoints="1"/>
            </p:cNvSpPr>
            <p:nvPr userDrawn="1"/>
          </p:nvSpPr>
          <p:spPr bwMode="auto">
            <a:xfrm>
              <a:off x="3300" y="3620"/>
              <a:ext cx="309" cy="316"/>
            </a:xfrm>
            <a:custGeom>
              <a:avLst/>
              <a:gdLst/>
              <a:ahLst/>
              <a:cxnLst>
                <a:cxn ang="0">
                  <a:pos x="528" y="86"/>
                </a:cxn>
                <a:cxn ang="0">
                  <a:pos x="414" y="126"/>
                </a:cxn>
                <a:cxn ang="0">
                  <a:pos x="318" y="207"/>
                </a:cxn>
                <a:cxn ang="0">
                  <a:pos x="251" y="319"/>
                </a:cxn>
                <a:cxn ang="0">
                  <a:pos x="211" y="452"/>
                </a:cxn>
                <a:cxn ang="0">
                  <a:pos x="197" y="601"/>
                </a:cxn>
                <a:cxn ang="0">
                  <a:pos x="209" y="742"/>
                </a:cxn>
                <a:cxn ang="0">
                  <a:pos x="246" y="882"/>
                </a:cxn>
                <a:cxn ang="0">
                  <a:pos x="309" y="1008"/>
                </a:cxn>
                <a:cxn ang="0">
                  <a:pos x="398" y="1115"/>
                </a:cxn>
                <a:cxn ang="0">
                  <a:pos x="509" y="1187"/>
                </a:cxn>
                <a:cxn ang="0">
                  <a:pos x="635" y="1222"/>
                </a:cxn>
                <a:cxn ang="0">
                  <a:pos x="768" y="1222"/>
                </a:cxn>
                <a:cxn ang="0">
                  <a:pos x="879" y="1185"/>
                </a:cxn>
                <a:cxn ang="0">
                  <a:pos x="972" y="1108"/>
                </a:cxn>
                <a:cxn ang="0">
                  <a:pos x="1042" y="992"/>
                </a:cxn>
                <a:cxn ang="0">
                  <a:pos x="1080" y="854"/>
                </a:cxn>
                <a:cxn ang="0">
                  <a:pos x="1091" y="701"/>
                </a:cxn>
                <a:cxn ang="0">
                  <a:pos x="1077" y="540"/>
                </a:cxn>
                <a:cxn ang="0">
                  <a:pos x="1035" y="391"/>
                </a:cxn>
                <a:cxn ang="0">
                  <a:pos x="963" y="263"/>
                </a:cxn>
                <a:cxn ang="0">
                  <a:pos x="861" y="163"/>
                </a:cxn>
                <a:cxn ang="0">
                  <a:pos x="740" y="102"/>
                </a:cxn>
                <a:cxn ang="0">
                  <a:pos x="595" y="82"/>
                </a:cxn>
                <a:cxn ang="0">
                  <a:pos x="754" y="5"/>
                </a:cxn>
                <a:cxn ang="0">
                  <a:pos x="917" y="44"/>
                </a:cxn>
                <a:cxn ang="0">
                  <a:pos x="1049" y="119"/>
                </a:cxn>
                <a:cxn ang="0">
                  <a:pos x="1152" y="219"/>
                </a:cxn>
                <a:cxn ang="0">
                  <a:pos x="1226" y="342"/>
                </a:cxn>
                <a:cxn ang="0">
                  <a:pos x="1270" y="482"/>
                </a:cxn>
                <a:cxn ang="0">
                  <a:pos x="1284" y="631"/>
                </a:cxn>
                <a:cxn ang="0">
                  <a:pos x="1270" y="794"/>
                </a:cxn>
                <a:cxn ang="0">
                  <a:pos x="1228" y="929"/>
                </a:cxn>
                <a:cxn ang="0">
                  <a:pos x="1161" y="1050"/>
                </a:cxn>
                <a:cxn ang="0">
                  <a:pos x="1054" y="1164"/>
                </a:cxn>
                <a:cxn ang="0">
                  <a:pos x="924" y="1248"/>
                </a:cxn>
                <a:cxn ang="0">
                  <a:pos x="782" y="1299"/>
                </a:cxn>
                <a:cxn ang="0">
                  <a:pos x="630" y="1315"/>
                </a:cxn>
                <a:cxn ang="0">
                  <a:pos x="449" y="1292"/>
                </a:cxn>
                <a:cxn ang="0">
                  <a:pos x="295" y="1229"/>
                </a:cxn>
                <a:cxn ang="0">
                  <a:pos x="174" y="1131"/>
                </a:cxn>
                <a:cxn ang="0">
                  <a:pos x="74" y="987"/>
                </a:cxn>
                <a:cxn ang="0">
                  <a:pos x="18" y="824"/>
                </a:cxn>
                <a:cxn ang="0">
                  <a:pos x="0" y="647"/>
                </a:cxn>
                <a:cxn ang="0">
                  <a:pos x="21" y="477"/>
                </a:cxn>
                <a:cxn ang="0">
                  <a:pos x="81" y="326"/>
                </a:cxn>
                <a:cxn ang="0">
                  <a:pos x="172" y="203"/>
                </a:cxn>
                <a:cxn ang="0">
                  <a:pos x="291" y="109"/>
                </a:cxn>
                <a:cxn ang="0">
                  <a:pos x="430" y="42"/>
                </a:cxn>
                <a:cxn ang="0">
                  <a:pos x="584" y="5"/>
                </a:cxn>
              </a:cxnLst>
              <a:rect l="0" t="0" r="r" b="b"/>
              <a:pathLst>
                <a:path w="1284" h="1315">
                  <a:moveTo>
                    <a:pt x="595" y="82"/>
                  </a:moveTo>
                  <a:lnTo>
                    <a:pt x="528" y="86"/>
                  </a:lnTo>
                  <a:lnTo>
                    <a:pt x="467" y="102"/>
                  </a:lnTo>
                  <a:lnTo>
                    <a:pt x="414" y="126"/>
                  </a:lnTo>
                  <a:lnTo>
                    <a:pt x="363" y="163"/>
                  </a:lnTo>
                  <a:lnTo>
                    <a:pt x="318" y="207"/>
                  </a:lnTo>
                  <a:lnTo>
                    <a:pt x="281" y="258"/>
                  </a:lnTo>
                  <a:lnTo>
                    <a:pt x="251" y="319"/>
                  </a:lnTo>
                  <a:lnTo>
                    <a:pt x="228" y="382"/>
                  </a:lnTo>
                  <a:lnTo>
                    <a:pt x="211" y="452"/>
                  </a:lnTo>
                  <a:lnTo>
                    <a:pt x="200" y="524"/>
                  </a:lnTo>
                  <a:lnTo>
                    <a:pt x="197" y="601"/>
                  </a:lnTo>
                  <a:lnTo>
                    <a:pt x="200" y="673"/>
                  </a:lnTo>
                  <a:lnTo>
                    <a:pt x="209" y="742"/>
                  </a:lnTo>
                  <a:lnTo>
                    <a:pt x="225" y="815"/>
                  </a:lnTo>
                  <a:lnTo>
                    <a:pt x="246" y="882"/>
                  </a:lnTo>
                  <a:lnTo>
                    <a:pt x="274" y="947"/>
                  </a:lnTo>
                  <a:lnTo>
                    <a:pt x="309" y="1008"/>
                  </a:lnTo>
                  <a:lnTo>
                    <a:pt x="349" y="1066"/>
                  </a:lnTo>
                  <a:lnTo>
                    <a:pt x="398" y="1115"/>
                  </a:lnTo>
                  <a:lnTo>
                    <a:pt x="453" y="1157"/>
                  </a:lnTo>
                  <a:lnTo>
                    <a:pt x="509" y="1187"/>
                  </a:lnTo>
                  <a:lnTo>
                    <a:pt x="570" y="1208"/>
                  </a:lnTo>
                  <a:lnTo>
                    <a:pt x="635" y="1222"/>
                  </a:lnTo>
                  <a:lnTo>
                    <a:pt x="707" y="1227"/>
                  </a:lnTo>
                  <a:lnTo>
                    <a:pt x="768" y="1222"/>
                  </a:lnTo>
                  <a:lnTo>
                    <a:pt x="826" y="1208"/>
                  </a:lnTo>
                  <a:lnTo>
                    <a:pt x="879" y="1185"/>
                  </a:lnTo>
                  <a:lnTo>
                    <a:pt x="924" y="1154"/>
                  </a:lnTo>
                  <a:lnTo>
                    <a:pt x="972" y="1108"/>
                  </a:lnTo>
                  <a:lnTo>
                    <a:pt x="1010" y="1054"/>
                  </a:lnTo>
                  <a:lnTo>
                    <a:pt x="1042" y="992"/>
                  </a:lnTo>
                  <a:lnTo>
                    <a:pt x="1063" y="926"/>
                  </a:lnTo>
                  <a:lnTo>
                    <a:pt x="1080" y="854"/>
                  </a:lnTo>
                  <a:lnTo>
                    <a:pt x="1089" y="780"/>
                  </a:lnTo>
                  <a:lnTo>
                    <a:pt x="1091" y="701"/>
                  </a:lnTo>
                  <a:lnTo>
                    <a:pt x="1089" y="619"/>
                  </a:lnTo>
                  <a:lnTo>
                    <a:pt x="1077" y="540"/>
                  </a:lnTo>
                  <a:lnTo>
                    <a:pt x="1061" y="463"/>
                  </a:lnTo>
                  <a:lnTo>
                    <a:pt x="1035" y="391"/>
                  </a:lnTo>
                  <a:lnTo>
                    <a:pt x="1003" y="324"/>
                  </a:lnTo>
                  <a:lnTo>
                    <a:pt x="963" y="263"/>
                  </a:lnTo>
                  <a:lnTo>
                    <a:pt x="917" y="210"/>
                  </a:lnTo>
                  <a:lnTo>
                    <a:pt x="861" y="163"/>
                  </a:lnTo>
                  <a:lnTo>
                    <a:pt x="803" y="128"/>
                  </a:lnTo>
                  <a:lnTo>
                    <a:pt x="740" y="102"/>
                  </a:lnTo>
                  <a:lnTo>
                    <a:pt x="670" y="86"/>
                  </a:lnTo>
                  <a:lnTo>
                    <a:pt x="595" y="82"/>
                  </a:lnTo>
                  <a:close/>
                  <a:moveTo>
                    <a:pt x="663" y="0"/>
                  </a:moveTo>
                  <a:lnTo>
                    <a:pt x="754" y="5"/>
                  </a:lnTo>
                  <a:lnTo>
                    <a:pt x="840" y="21"/>
                  </a:lnTo>
                  <a:lnTo>
                    <a:pt x="917" y="44"/>
                  </a:lnTo>
                  <a:lnTo>
                    <a:pt x="986" y="77"/>
                  </a:lnTo>
                  <a:lnTo>
                    <a:pt x="1049" y="119"/>
                  </a:lnTo>
                  <a:lnTo>
                    <a:pt x="1105" y="165"/>
                  </a:lnTo>
                  <a:lnTo>
                    <a:pt x="1152" y="219"/>
                  </a:lnTo>
                  <a:lnTo>
                    <a:pt x="1194" y="279"/>
                  </a:lnTo>
                  <a:lnTo>
                    <a:pt x="1226" y="342"/>
                  </a:lnTo>
                  <a:lnTo>
                    <a:pt x="1252" y="412"/>
                  </a:lnTo>
                  <a:lnTo>
                    <a:pt x="1270" y="482"/>
                  </a:lnTo>
                  <a:lnTo>
                    <a:pt x="1280" y="556"/>
                  </a:lnTo>
                  <a:lnTo>
                    <a:pt x="1284" y="631"/>
                  </a:lnTo>
                  <a:lnTo>
                    <a:pt x="1282" y="715"/>
                  </a:lnTo>
                  <a:lnTo>
                    <a:pt x="1270" y="794"/>
                  </a:lnTo>
                  <a:lnTo>
                    <a:pt x="1254" y="864"/>
                  </a:lnTo>
                  <a:lnTo>
                    <a:pt x="1228" y="929"/>
                  </a:lnTo>
                  <a:lnTo>
                    <a:pt x="1198" y="992"/>
                  </a:lnTo>
                  <a:lnTo>
                    <a:pt x="1161" y="1050"/>
                  </a:lnTo>
                  <a:lnTo>
                    <a:pt x="1110" y="1110"/>
                  </a:lnTo>
                  <a:lnTo>
                    <a:pt x="1054" y="1164"/>
                  </a:lnTo>
                  <a:lnTo>
                    <a:pt x="991" y="1210"/>
                  </a:lnTo>
                  <a:lnTo>
                    <a:pt x="924" y="1248"/>
                  </a:lnTo>
                  <a:lnTo>
                    <a:pt x="854" y="1278"/>
                  </a:lnTo>
                  <a:lnTo>
                    <a:pt x="782" y="1299"/>
                  </a:lnTo>
                  <a:lnTo>
                    <a:pt x="707" y="1310"/>
                  </a:lnTo>
                  <a:lnTo>
                    <a:pt x="630" y="1315"/>
                  </a:lnTo>
                  <a:lnTo>
                    <a:pt x="537" y="1310"/>
                  </a:lnTo>
                  <a:lnTo>
                    <a:pt x="449" y="1292"/>
                  </a:lnTo>
                  <a:lnTo>
                    <a:pt x="370" y="1266"/>
                  </a:lnTo>
                  <a:lnTo>
                    <a:pt x="295" y="1229"/>
                  </a:lnTo>
                  <a:lnTo>
                    <a:pt x="230" y="1185"/>
                  </a:lnTo>
                  <a:lnTo>
                    <a:pt x="174" y="1131"/>
                  </a:lnTo>
                  <a:lnTo>
                    <a:pt x="118" y="1061"/>
                  </a:lnTo>
                  <a:lnTo>
                    <a:pt x="74" y="987"/>
                  </a:lnTo>
                  <a:lnTo>
                    <a:pt x="42" y="908"/>
                  </a:lnTo>
                  <a:lnTo>
                    <a:pt x="18" y="824"/>
                  </a:lnTo>
                  <a:lnTo>
                    <a:pt x="4" y="738"/>
                  </a:lnTo>
                  <a:lnTo>
                    <a:pt x="0" y="647"/>
                  </a:lnTo>
                  <a:lnTo>
                    <a:pt x="4" y="561"/>
                  </a:lnTo>
                  <a:lnTo>
                    <a:pt x="21" y="477"/>
                  </a:lnTo>
                  <a:lnTo>
                    <a:pt x="46" y="398"/>
                  </a:lnTo>
                  <a:lnTo>
                    <a:pt x="81" y="326"/>
                  </a:lnTo>
                  <a:lnTo>
                    <a:pt x="125" y="256"/>
                  </a:lnTo>
                  <a:lnTo>
                    <a:pt x="172" y="203"/>
                  </a:lnTo>
                  <a:lnTo>
                    <a:pt x="228" y="151"/>
                  </a:lnTo>
                  <a:lnTo>
                    <a:pt x="291" y="109"/>
                  </a:lnTo>
                  <a:lnTo>
                    <a:pt x="358" y="72"/>
                  </a:lnTo>
                  <a:lnTo>
                    <a:pt x="430" y="42"/>
                  </a:lnTo>
                  <a:lnTo>
                    <a:pt x="507" y="19"/>
                  </a:lnTo>
                  <a:lnTo>
                    <a:pt x="584" y="5"/>
                  </a:lnTo>
                  <a:lnTo>
                    <a:pt x="663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>
                <a:solidFill>
                  <a:srgbClr val="000000"/>
                </a:solidFill>
              </a:endParaRPr>
            </a:p>
          </p:txBody>
        </p:sp>
        <p:sp>
          <p:nvSpPr>
            <p:cNvPr id="323612" name="Freeform 28"/>
            <p:cNvSpPr>
              <a:spLocks/>
            </p:cNvSpPr>
            <p:nvPr userDrawn="1"/>
          </p:nvSpPr>
          <p:spPr bwMode="auto">
            <a:xfrm>
              <a:off x="2180" y="2093"/>
              <a:ext cx="1417" cy="1417"/>
            </a:xfrm>
            <a:custGeom>
              <a:avLst/>
              <a:gdLst/>
              <a:ahLst/>
              <a:cxnLst>
                <a:cxn ang="0">
                  <a:pos x="228" y="0"/>
                </a:cxn>
                <a:cxn ang="0">
                  <a:pos x="5665" y="0"/>
                </a:cxn>
                <a:cxn ang="0">
                  <a:pos x="5716" y="7"/>
                </a:cxn>
                <a:cxn ang="0">
                  <a:pos x="5765" y="23"/>
                </a:cxn>
                <a:cxn ang="0">
                  <a:pos x="5807" y="51"/>
                </a:cxn>
                <a:cxn ang="0">
                  <a:pos x="5842" y="86"/>
                </a:cxn>
                <a:cxn ang="0">
                  <a:pos x="5870" y="128"/>
                </a:cxn>
                <a:cxn ang="0">
                  <a:pos x="5886" y="177"/>
                </a:cxn>
                <a:cxn ang="0">
                  <a:pos x="5893" y="228"/>
                </a:cxn>
                <a:cxn ang="0">
                  <a:pos x="5893" y="5662"/>
                </a:cxn>
                <a:cxn ang="0">
                  <a:pos x="5886" y="5716"/>
                </a:cxn>
                <a:cxn ang="0">
                  <a:pos x="5870" y="5765"/>
                </a:cxn>
                <a:cxn ang="0">
                  <a:pos x="5842" y="5807"/>
                </a:cxn>
                <a:cxn ang="0">
                  <a:pos x="5807" y="5841"/>
                </a:cxn>
                <a:cxn ang="0">
                  <a:pos x="5765" y="5869"/>
                </a:cxn>
                <a:cxn ang="0">
                  <a:pos x="5716" y="5886"/>
                </a:cxn>
                <a:cxn ang="0">
                  <a:pos x="5665" y="5893"/>
                </a:cxn>
                <a:cxn ang="0">
                  <a:pos x="228" y="5893"/>
                </a:cxn>
                <a:cxn ang="0">
                  <a:pos x="177" y="5886"/>
                </a:cxn>
                <a:cxn ang="0">
                  <a:pos x="128" y="5869"/>
                </a:cxn>
                <a:cxn ang="0">
                  <a:pos x="86" y="5841"/>
                </a:cxn>
                <a:cxn ang="0">
                  <a:pos x="52" y="5807"/>
                </a:cxn>
                <a:cxn ang="0">
                  <a:pos x="24" y="5765"/>
                </a:cxn>
                <a:cxn ang="0">
                  <a:pos x="7" y="5716"/>
                </a:cxn>
                <a:cxn ang="0">
                  <a:pos x="0" y="5662"/>
                </a:cxn>
                <a:cxn ang="0">
                  <a:pos x="0" y="228"/>
                </a:cxn>
                <a:cxn ang="0">
                  <a:pos x="7" y="177"/>
                </a:cxn>
                <a:cxn ang="0">
                  <a:pos x="24" y="128"/>
                </a:cxn>
                <a:cxn ang="0">
                  <a:pos x="52" y="86"/>
                </a:cxn>
                <a:cxn ang="0">
                  <a:pos x="86" y="51"/>
                </a:cxn>
                <a:cxn ang="0">
                  <a:pos x="128" y="23"/>
                </a:cxn>
                <a:cxn ang="0">
                  <a:pos x="177" y="7"/>
                </a:cxn>
                <a:cxn ang="0">
                  <a:pos x="228" y="0"/>
                </a:cxn>
              </a:cxnLst>
              <a:rect l="0" t="0" r="r" b="b"/>
              <a:pathLst>
                <a:path w="5893" h="5893">
                  <a:moveTo>
                    <a:pt x="228" y="0"/>
                  </a:moveTo>
                  <a:lnTo>
                    <a:pt x="5665" y="0"/>
                  </a:lnTo>
                  <a:lnTo>
                    <a:pt x="5716" y="7"/>
                  </a:lnTo>
                  <a:lnTo>
                    <a:pt x="5765" y="23"/>
                  </a:lnTo>
                  <a:lnTo>
                    <a:pt x="5807" y="51"/>
                  </a:lnTo>
                  <a:lnTo>
                    <a:pt x="5842" y="86"/>
                  </a:lnTo>
                  <a:lnTo>
                    <a:pt x="5870" y="128"/>
                  </a:lnTo>
                  <a:lnTo>
                    <a:pt x="5886" y="177"/>
                  </a:lnTo>
                  <a:lnTo>
                    <a:pt x="5893" y="228"/>
                  </a:lnTo>
                  <a:lnTo>
                    <a:pt x="5893" y="5662"/>
                  </a:lnTo>
                  <a:lnTo>
                    <a:pt x="5886" y="5716"/>
                  </a:lnTo>
                  <a:lnTo>
                    <a:pt x="5870" y="5765"/>
                  </a:lnTo>
                  <a:lnTo>
                    <a:pt x="5842" y="5807"/>
                  </a:lnTo>
                  <a:lnTo>
                    <a:pt x="5807" y="5841"/>
                  </a:lnTo>
                  <a:lnTo>
                    <a:pt x="5765" y="5869"/>
                  </a:lnTo>
                  <a:lnTo>
                    <a:pt x="5716" y="5886"/>
                  </a:lnTo>
                  <a:lnTo>
                    <a:pt x="5665" y="5893"/>
                  </a:lnTo>
                  <a:lnTo>
                    <a:pt x="228" y="5893"/>
                  </a:lnTo>
                  <a:lnTo>
                    <a:pt x="177" y="5886"/>
                  </a:lnTo>
                  <a:lnTo>
                    <a:pt x="128" y="5869"/>
                  </a:lnTo>
                  <a:lnTo>
                    <a:pt x="86" y="5841"/>
                  </a:lnTo>
                  <a:lnTo>
                    <a:pt x="52" y="5807"/>
                  </a:lnTo>
                  <a:lnTo>
                    <a:pt x="24" y="5765"/>
                  </a:lnTo>
                  <a:lnTo>
                    <a:pt x="7" y="5716"/>
                  </a:lnTo>
                  <a:lnTo>
                    <a:pt x="0" y="5662"/>
                  </a:lnTo>
                  <a:lnTo>
                    <a:pt x="0" y="228"/>
                  </a:lnTo>
                  <a:lnTo>
                    <a:pt x="7" y="177"/>
                  </a:lnTo>
                  <a:lnTo>
                    <a:pt x="24" y="128"/>
                  </a:lnTo>
                  <a:lnTo>
                    <a:pt x="52" y="86"/>
                  </a:lnTo>
                  <a:lnTo>
                    <a:pt x="86" y="51"/>
                  </a:lnTo>
                  <a:lnTo>
                    <a:pt x="128" y="23"/>
                  </a:lnTo>
                  <a:lnTo>
                    <a:pt x="177" y="7"/>
                  </a:lnTo>
                  <a:lnTo>
                    <a:pt x="228" y="0"/>
                  </a:lnTo>
                  <a:close/>
                </a:path>
              </a:pathLst>
            </a:custGeom>
            <a:solidFill>
              <a:srgbClr val="FFFFFF"/>
            </a:solidFill>
            <a:ln w="0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>
                <a:solidFill>
                  <a:srgbClr val="000000"/>
                </a:solidFill>
              </a:endParaRPr>
            </a:p>
          </p:txBody>
        </p:sp>
        <p:sp>
          <p:nvSpPr>
            <p:cNvPr id="323613" name="Freeform 29"/>
            <p:cNvSpPr>
              <a:spLocks noEditPoints="1"/>
            </p:cNvSpPr>
            <p:nvPr userDrawn="1"/>
          </p:nvSpPr>
          <p:spPr bwMode="auto">
            <a:xfrm>
              <a:off x="2173" y="2091"/>
              <a:ext cx="1421" cy="1421"/>
            </a:xfrm>
            <a:custGeom>
              <a:avLst/>
              <a:gdLst/>
              <a:ahLst/>
              <a:cxnLst>
                <a:cxn ang="0">
                  <a:pos x="191" y="23"/>
                </a:cxn>
                <a:cxn ang="0">
                  <a:pos x="116" y="56"/>
                </a:cxn>
                <a:cxn ang="0">
                  <a:pos x="56" y="116"/>
                </a:cxn>
                <a:cxn ang="0">
                  <a:pos x="23" y="190"/>
                </a:cxn>
                <a:cxn ang="0">
                  <a:pos x="19" y="5671"/>
                </a:cxn>
                <a:cxn ang="0">
                  <a:pos x="35" y="5755"/>
                </a:cxn>
                <a:cxn ang="0">
                  <a:pos x="84" y="5827"/>
                </a:cxn>
                <a:cxn ang="0">
                  <a:pos x="156" y="5876"/>
                </a:cxn>
                <a:cxn ang="0">
                  <a:pos x="214" y="5892"/>
                </a:cxn>
                <a:cxn ang="0">
                  <a:pos x="5721" y="5888"/>
                </a:cxn>
                <a:cxn ang="0">
                  <a:pos x="5795" y="5855"/>
                </a:cxn>
                <a:cxn ang="0">
                  <a:pos x="5856" y="5795"/>
                </a:cxn>
                <a:cxn ang="0">
                  <a:pos x="5888" y="5718"/>
                </a:cxn>
                <a:cxn ang="0">
                  <a:pos x="5893" y="214"/>
                </a:cxn>
                <a:cxn ang="0">
                  <a:pos x="5877" y="156"/>
                </a:cxn>
                <a:cxn ang="0">
                  <a:pos x="5828" y="83"/>
                </a:cxn>
                <a:cxn ang="0">
                  <a:pos x="5756" y="35"/>
                </a:cxn>
                <a:cxn ang="0">
                  <a:pos x="5674" y="18"/>
                </a:cxn>
                <a:cxn ang="0">
                  <a:pos x="237" y="0"/>
                </a:cxn>
                <a:cxn ang="0">
                  <a:pos x="5721" y="4"/>
                </a:cxn>
                <a:cxn ang="0">
                  <a:pos x="5809" y="42"/>
                </a:cxn>
                <a:cxn ang="0">
                  <a:pos x="5870" y="102"/>
                </a:cxn>
                <a:cxn ang="0">
                  <a:pos x="5907" y="190"/>
                </a:cxn>
                <a:cxn ang="0">
                  <a:pos x="5911" y="5694"/>
                </a:cxn>
                <a:cxn ang="0">
                  <a:pos x="5893" y="5762"/>
                </a:cxn>
                <a:cxn ang="0">
                  <a:pos x="5870" y="5809"/>
                </a:cxn>
                <a:cxn ang="0">
                  <a:pos x="5809" y="5869"/>
                </a:cxn>
                <a:cxn ang="0">
                  <a:pos x="5721" y="5906"/>
                </a:cxn>
                <a:cxn ang="0">
                  <a:pos x="214" y="5911"/>
                </a:cxn>
                <a:cxn ang="0">
                  <a:pos x="142" y="5890"/>
                </a:cxn>
                <a:cxn ang="0">
                  <a:pos x="70" y="5841"/>
                </a:cxn>
                <a:cxn ang="0">
                  <a:pos x="21" y="5769"/>
                </a:cxn>
                <a:cxn ang="0">
                  <a:pos x="5" y="5718"/>
                </a:cxn>
                <a:cxn ang="0">
                  <a:pos x="0" y="237"/>
                </a:cxn>
                <a:cxn ang="0">
                  <a:pos x="21" y="142"/>
                </a:cxn>
                <a:cxn ang="0">
                  <a:pos x="70" y="69"/>
                </a:cxn>
                <a:cxn ang="0">
                  <a:pos x="142" y="21"/>
                </a:cxn>
                <a:cxn ang="0">
                  <a:pos x="237" y="0"/>
                </a:cxn>
              </a:cxnLst>
              <a:rect l="0" t="0" r="r" b="b"/>
              <a:pathLst>
                <a:path w="5911" h="5911">
                  <a:moveTo>
                    <a:pt x="237" y="18"/>
                  </a:moveTo>
                  <a:lnTo>
                    <a:pt x="191" y="23"/>
                  </a:lnTo>
                  <a:lnTo>
                    <a:pt x="156" y="35"/>
                  </a:lnTo>
                  <a:lnTo>
                    <a:pt x="116" y="56"/>
                  </a:lnTo>
                  <a:lnTo>
                    <a:pt x="84" y="83"/>
                  </a:lnTo>
                  <a:lnTo>
                    <a:pt x="56" y="116"/>
                  </a:lnTo>
                  <a:lnTo>
                    <a:pt x="35" y="156"/>
                  </a:lnTo>
                  <a:lnTo>
                    <a:pt x="23" y="190"/>
                  </a:lnTo>
                  <a:lnTo>
                    <a:pt x="19" y="237"/>
                  </a:lnTo>
                  <a:lnTo>
                    <a:pt x="19" y="5671"/>
                  </a:lnTo>
                  <a:lnTo>
                    <a:pt x="23" y="5718"/>
                  </a:lnTo>
                  <a:lnTo>
                    <a:pt x="35" y="5755"/>
                  </a:lnTo>
                  <a:lnTo>
                    <a:pt x="56" y="5795"/>
                  </a:lnTo>
                  <a:lnTo>
                    <a:pt x="84" y="5827"/>
                  </a:lnTo>
                  <a:lnTo>
                    <a:pt x="116" y="5855"/>
                  </a:lnTo>
                  <a:lnTo>
                    <a:pt x="156" y="5876"/>
                  </a:lnTo>
                  <a:lnTo>
                    <a:pt x="191" y="5888"/>
                  </a:lnTo>
                  <a:lnTo>
                    <a:pt x="214" y="5892"/>
                  </a:lnTo>
                  <a:lnTo>
                    <a:pt x="5697" y="5892"/>
                  </a:lnTo>
                  <a:lnTo>
                    <a:pt x="5721" y="5888"/>
                  </a:lnTo>
                  <a:lnTo>
                    <a:pt x="5756" y="5876"/>
                  </a:lnTo>
                  <a:lnTo>
                    <a:pt x="5795" y="5855"/>
                  </a:lnTo>
                  <a:lnTo>
                    <a:pt x="5828" y="5827"/>
                  </a:lnTo>
                  <a:lnTo>
                    <a:pt x="5856" y="5795"/>
                  </a:lnTo>
                  <a:lnTo>
                    <a:pt x="5877" y="5755"/>
                  </a:lnTo>
                  <a:lnTo>
                    <a:pt x="5888" y="5718"/>
                  </a:lnTo>
                  <a:lnTo>
                    <a:pt x="5893" y="5694"/>
                  </a:lnTo>
                  <a:lnTo>
                    <a:pt x="5893" y="214"/>
                  </a:lnTo>
                  <a:lnTo>
                    <a:pt x="5888" y="190"/>
                  </a:lnTo>
                  <a:lnTo>
                    <a:pt x="5877" y="156"/>
                  </a:lnTo>
                  <a:lnTo>
                    <a:pt x="5856" y="116"/>
                  </a:lnTo>
                  <a:lnTo>
                    <a:pt x="5828" y="83"/>
                  </a:lnTo>
                  <a:lnTo>
                    <a:pt x="5795" y="56"/>
                  </a:lnTo>
                  <a:lnTo>
                    <a:pt x="5756" y="35"/>
                  </a:lnTo>
                  <a:lnTo>
                    <a:pt x="5721" y="23"/>
                  </a:lnTo>
                  <a:lnTo>
                    <a:pt x="5674" y="18"/>
                  </a:lnTo>
                  <a:lnTo>
                    <a:pt x="237" y="18"/>
                  </a:lnTo>
                  <a:close/>
                  <a:moveTo>
                    <a:pt x="237" y="0"/>
                  </a:moveTo>
                  <a:lnTo>
                    <a:pt x="5674" y="0"/>
                  </a:lnTo>
                  <a:lnTo>
                    <a:pt x="5721" y="4"/>
                  </a:lnTo>
                  <a:lnTo>
                    <a:pt x="5769" y="21"/>
                  </a:lnTo>
                  <a:lnTo>
                    <a:pt x="5809" y="42"/>
                  </a:lnTo>
                  <a:lnTo>
                    <a:pt x="5842" y="69"/>
                  </a:lnTo>
                  <a:lnTo>
                    <a:pt x="5870" y="102"/>
                  </a:lnTo>
                  <a:lnTo>
                    <a:pt x="5891" y="142"/>
                  </a:lnTo>
                  <a:lnTo>
                    <a:pt x="5907" y="190"/>
                  </a:lnTo>
                  <a:lnTo>
                    <a:pt x="5911" y="214"/>
                  </a:lnTo>
                  <a:lnTo>
                    <a:pt x="5911" y="5694"/>
                  </a:lnTo>
                  <a:lnTo>
                    <a:pt x="5907" y="5718"/>
                  </a:lnTo>
                  <a:lnTo>
                    <a:pt x="5893" y="5762"/>
                  </a:lnTo>
                  <a:lnTo>
                    <a:pt x="5891" y="5769"/>
                  </a:lnTo>
                  <a:lnTo>
                    <a:pt x="5870" y="5809"/>
                  </a:lnTo>
                  <a:lnTo>
                    <a:pt x="5842" y="5841"/>
                  </a:lnTo>
                  <a:lnTo>
                    <a:pt x="5809" y="5869"/>
                  </a:lnTo>
                  <a:lnTo>
                    <a:pt x="5769" y="5890"/>
                  </a:lnTo>
                  <a:lnTo>
                    <a:pt x="5721" y="5906"/>
                  </a:lnTo>
                  <a:lnTo>
                    <a:pt x="5697" y="5911"/>
                  </a:lnTo>
                  <a:lnTo>
                    <a:pt x="214" y="5911"/>
                  </a:lnTo>
                  <a:lnTo>
                    <a:pt x="191" y="5906"/>
                  </a:lnTo>
                  <a:lnTo>
                    <a:pt x="142" y="5890"/>
                  </a:lnTo>
                  <a:lnTo>
                    <a:pt x="102" y="5869"/>
                  </a:lnTo>
                  <a:lnTo>
                    <a:pt x="70" y="5841"/>
                  </a:lnTo>
                  <a:lnTo>
                    <a:pt x="42" y="5809"/>
                  </a:lnTo>
                  <a:lnTo>
                    <a:pt x="21" y="5769"/>
                  </a:lnTo>
                  <a:lnTo>
                    <a:pt x="19" y="5762"/>
                  </a:lnTo>
                  <a:lnTo>
                    <a:pt x="5" y="5718"/>
                  </a:lnTo>
                  <a:lnTo>
                    <a:pt x="0" y="5671"/>
                  </a:lnTo>
                  <a:lnTo>
                    <a:pt x="0" y="237"/>
                  </a:lnTo>
                  <a:lnTo>
                    <a:pt x="5" y="190"/>
                  </a:lnTo>
                  <a:lnTo>
                    <a:pt x="21" y="142"/>
                  </a:lnTo>
                  <a:lnTo>
                    <a:pt x="42" y="102"/>
                  </a:lnTo>
                  <a:lnTo>
                    <a:pt x="70" y="69"/>
                  </a:lnTo>
                  <a:lnTo>
                    <a:pt x="102" y="42"/>
                  </a:lnTo>
                  <a:lnTo>
                    <a:pt x="142" y="21"/>
                  </a:lnTo>
                  <a:lnTo>
                    <a:pt x="191" y="4"/>
                  </a:lnTo>
                  <a:lnTo>
                    <a:pt x="237" y="0"/>
                  </a:lnTo>
                  <a:close/>
                </a:path>
              </a:pathLst>
            </a:custGeom>
            <a:solidFill>
              <a:srgbClr val="FFFFFF"/>
            </a:solidFill>
            <a:ln w="0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>
                <a:solidFill>
                  <a:srgbClr val="000000"/>
                </a:solidFill>
              </a:endParaRPr>
            </a:p>
          </p:txBody>
        </p:sp>
        <p:sp>
          <p:nvSpPr>
            <p:cNvPr id="323614" name="Freeform 30"/>
            <p:cNvSpPr>
              <a:spLocks/>
            </p:cNvSpPr>
            <p:nvPr userDrawn="1"/>
          </p:nvSpPr>
          <p:spPr bwMode="auto">
            <a:xfrm>
              <a:off x="2189" y="2105"/>
              <a:ext cx="799" cy="1392"/>
            </a:xfrm>
            <a:custGeom>
              <a:avLst/>
              <a:gdLst/>
              <a:ahLst/>
              <a:cxnLst>
                <a:cxn ang="0">
                  <a:pos x="3256" y="51"/>
                </a:cxn>
                <a:cxn ang="0">
                  <a:pos x="3063" y="245"/>
                </a:cxn>
                <a:cxn ang="0">
                  <a:pos x="2902" y="512"/>
                </a:cxn>
                <a:cxn ang="0">
                  <a:pos x="2777" y="868"/>
                </a:cxn>
                <a:cxn ang="0">
                  <a:pos x="2688" y="1322"/>
                </a:cxn>
                <a:cxn ang="0">
                  <a:pos x="2651" y="1692"/>
                </a:cxn>
                <a:cxn ang="0">
                  <a:pos x="2632" y="2148"/>
                </a:cxn>
                <a:cxn ang="0">
                  <a:pos x="2595" y="2390"/>
                </a:cxn>
                <a:cxn ang="0">
                  <a:pos x="2532" y="2653"/>
                </a:cxn>
                <a:cxn ang="0">
                  <a:pos x="2488" y="2818"/>
                </a:cxn>
                <a:cxn ang="0">
                  <a:pos x="2558" y="2905"/>
                </a:cxn>
                <a:cxn ang="0">
                  <a:pos x="2663" y="3147"/>
                </a:cxn>
                <a:cxn ang="0">
                  <a:pos x="2712" y="3421"/>
                </a:cxn>
                <a:cxn ang="0">
                  <a:pos x="2728" y="3945"/>
                </a:cxn>
                <a:cxn ang="0">
                  <a:pos x="2730" y="4343"/>
                </a:cxn>
                <a:cxn ang="0">
                  <a:pos x="2716" y="4713"/>
                </a:cxn>
                <a:cxn ang="0">
                  <a:pos x="2677" y="5046"/>
                </a:cxn>
                <a:cxn ang="0">
                  <a:pos x="2600" y="5325"/>
                </a:cxn>
                <a:cxn ang="0">
                  <a:pos x="2479" y="5539"/>
                </a:cxn>
                <a:cxn ang="0">
                  <a:pos x="2304" y="5674"/>
                </a:cxn>
                <a:cxn ang="0">
                  <a:pos x="2111" y="5742"/>
                </a:cxn>
                <a:cxn ang="0">
                  <a:pos x="1978" y="5749"/>
                </a:cxn>
                <a:cxn ang="0">
                  <a:pos x="1897" y="5716"/>
                </a:cxn>
                <a:cxn ang="0">
                  <a:pos x="1853" y="5662"/>
                </a:cxn>
                <a:cxn ang="0">
                  <a:pos x="1834" y="5609"/>
                </a:cxn>
                <a:cxn ang="0">
                  <a:pos x="1843" y="5562"/>
                </a:cxn>
                <a:cxn ang="0">
                  <a:pos x="1897" y="5506"/>
                </a:cxn>
                <a:cxn ang="0">
                  <a:pos x="1960" y="5418"/>
                </a:cxn>
                <a:cxn ang="0">
                  <a:pos x="2004" y="5271"/>
                </a:cxn>
                <a:cxn ang="0">
                  <a:pos x="1969" y="5153"/>
                </a:cxn>
                <a:cxn ang="0">
                  <a:pos x="1836" y="5046"/>
                </a:cxn>
                <a:cxn ang="0">
                  <a:pos x="1667" y="4999"/>
                </a:cxn>
                <a:cxn ang="0">
                  <a:pos x="1541" y="5039"/>
                </a:cxn>
                <a:cxn ang="0">
                  <a:pos x="1457" y="5136"/>
                </a:cxn>
                <a:cxn ang="0">
                  <a:pos x="1408" y="5269"/>
                </a:cxn>
                <a:cxn ang="0">
                  <a:pos x="1397" y="5409"/>
                </a:cxn>
                <a:cxn ang="0">
                  <a:pos x="1415" y="5530"/>
                </a:cxn>
                <a:cxn ang="0">
                  <a:pos x="1511" y="5683"/>
                </a:cxn>
                <a:cxn ang="0">
                  <a:pos x="177" y="5788"/>
                </a:cxn>
                <a:cxn ang="0">
                  <a:pos x="51" y="5737"/>
                </a:cxn>
                <a:cxn ang="0">
                  <a:pos x="0" y="5611"/>
                </a:cxn>
                <a:cxn ang="0">
                  <a:pos x="23" y="89"/>
                </a:cxn>
                <a:cxn ang="0">
                  <a:pos x="131" y="7"/>
                </a:cxn>
              </a:cxnLst>
              <a:rect l="0" t="0" r="r" b="b"/>
              <a:pathLst>
                <a:path w="3326" h="5788">
                  <a:moveTo>
                    <a:pt x="177" y="0"/>
                  </a:moveTo>
                  <a:lnTo>
                    <a:pt x="3326" y="0"/>
                  </a:lnTo>
                  <a:lnTo>
                    <a:pt x="3256" y="51"/>
                  </a:lnTo>
                  <a:lnTo>
                    <a:pt x="3189" y="107"/>
                  </a:lnTo>
                  <a:lnTo>
                    <a:pt x="3124" y="172"/>
                  </a:lnTo>
                  <a:lnTo>
                    <a:pt x="3063" y="245"/>
                  </a:lnTo>
                  <a:lnTo>
                    <a:pt x="3007" y="326"/>
                  </a:lnTo>
                  <a:lnTo>
                    <a:pt x="2954" y="414"/>
                  </a:lnTo>
                  <a:lnTo>
                    <a:pt x="2902" y="512"/>
                  </a:lnTo>
                  <a:lnTo>
                    <a:pt x="2856" y="622"/>
                  </a:lnTo>
                  <a:lnTo>
                    <a:pt x="2814" y="740"/>
                  </a:lnTo>
                  <a:lnTo>
                    <a:pt x="2777" y="868"/>
                  </a:lnTo>
                  <a:lnTo>
                    <a:pt x="2742" y="1008"/>
                  </a:lnTo>
                  <a:lnTo>
                    <a:pt x="2714" y="1159"/>
                  </a:lnTo>
                  <a:lnTo>
                    <a:pt x="2688" y="1322"/>
                  </a:lnTo>
                  <a:lnTo>
                    <a:pt x="2667" y="1497"/>
                  </a:lnTo>
                  <a:lnTo>
                    <a:pt x="2651" y="1685"/>
                  </a:lnTo>
                  <a:lnTo>
                    <a:pt x="2651" y="1692"/>
                  </a:lnTo>
                  <a:lnTo>
                    <a:pt x="2642" y="1836"/>
                  </a:lnTo>
                  <a:lnTo>
                    <a:pt x="2635" y="1990"/>
                  </a:lnTo>
                  <a:lnTo>
                    <a:pt x="2632" y="2148"/>
                  </a:lnTo>
                  <a:lnTo>
                    <a:pt x="2623" y="2223"/>
                  </a:lnTo>
                  <a:lnTo>
                    <a:pt x="2611" y="2304"/>
                  </a:lnTo>
                  <a:lnTo>
                    <a:pt x="2595" y="2390"/>
                  </a:lnTo>
                  <a:lnTo>
                    <a:pt x="2579" y="2481"/>
                  </a:lnTo>
                  <a:lnTo>
                    <a:pt x="2558" y="2569"/>
                  </a:lnTo>
                  <a:lnTo>
                    <a:pt x="2532" y="2653"/>
                  </a:lnTo>
                  <a:lnTo>
                    <a:pt x="2504" y="2732"/>
                  </a:lnTo>
                  <a:lnTo>
                    <a:pt x="2472" y="2802"/>
                  </a:lnTo>
                  <a:lnTo>
                    <a:pt x="2488" y="2818"/>
                  </a:lnTo>
                  <a:lnTo>
                    <a:pt x="2507" y="2839"/>
                  </a:lnTo>
                  <a:lnTo>
                    <a:pt x="2530" y="2867"/>
                  </a:lnTo>
                  <a:lnTo>
                    <a:pt x="2558" y="2905"/>
                  </a:lnTo>
                  <a:lnTo>
                    <a:pt x="2600" y="2986"/>
                  </a:lnTo>
                  <a:lnTo>
                    <a:pt x="2635" y="3065"/>
                  </a:lnTo>
                  <a:lnTo>
                    <a:pt x="2663" y="3147"/>
                  </a:lnTo>
                  <a:lnTo>
                    <a:pt x="2684" y="3233"/>
                  </a:lnTo>
                  <a:lnTo>
                    <a:pt x="2700" y="3324"/>
                  </a:lnTo>
                  <a:lnTo>
                    <a:pt x="2712" y="3421"/>
                  </a:lnTo>
                  <a:lnTo>
                    <a:pt x="2726" y="3810"/>
                  </a:lnTo>
                  <a:lnTo>
                    <a:pt x="2726" y="3808"/>
                  </a:lnTo>
                  <a:lnTo>
                    <a:pt x="2728" y="3945"/>
                  </a:lnTo>
                  <a:lnTo>
                    <a:pt x="2730" y="4080"/>
                  </a:lnTo>
                  <a:lnTo>
                    <a:pt x="2733" y="4213"/>
                  </a:lnTo>
                  <a:lnTo>
                    <a:pt x="2730" y="4343"/>
                  </a:lnTo>
                  <a:lnTo>
                    <a:pt x="2728" y="4469"/>
                  </a:lnTo>
                  <a:lnTo>
                    <a:pt x="2723" y="4594"/>
                  </a:lnTo>
                  <a:lnTo>
                    <a:pt x="2716" y="4713"/>
                  </a:lnTo>
                  <a:lnTo>
                    <a:pt x="2707" y="4829"/>
                  </a:lnTo>
                  <a:lnTo>
                    <a:pt x="2693" y="4939"/>
                  </a:lnTo>
                  <a:lnTo>
                    <a:pt x="2677" y="5046"/>
                  </a:lnTo>
                  <a:lnTo>
                    <a:pt x="2656" y="5143"/>
                  </a:lnTo>
                  <a:lnTo>
                    <a:pt x="2630" y="5239"/>
                  </a:lnTo>
                  <a:lnTo>
                    <a:pt x="2600" y="5325"/>
                  </a:lnTo>
                  <a:lnTo>
                    <a:pt x="2565" y="5404"/>
                  </a:lnTo>
                  <a:lnTo>
                    <a:pt x="2525" y="5474"/>
                  </a:lnTo>
                  <a:lnTo>
                    <a:pt x="2479" y="5539"/>
                  </a:lnTo>
                  <a:lnTo>
                    <a:pt x="2428" y="5593"/>
                  </a:lnTo>
                  <a:lnTo>
                    <a:pt x="2369" y="5639"/>
                  </a:lnTo>
                  <a:lnTo>
                    <a:pt x="2304" y="5674"/>
                  </a:lnTo>
                  <a:lnTo>
                    <a:pt x="2232" y="5704"/>
                  </a:lnTo>
                  <a:lnTo>
                    <a:pt x="2167" y="5728"/>
                  </a:lnTo>
                  <a:lnTo>
                    <a:pt x="2111" y="5742"/>
                  </a:lnTo>
                  <a:lnTo>
                    <a:pt x="2060" y="5749"/>
                  </a:lnTo>
                  <a:lnTo>
                    <a:pt x="2016" y="5751"/>
                  </a:lnTo>
                  <a:lnTo>
                    <a:pt x="1978" y="5749"/>
                  </a:lnTo>
                  <a:lnTo>
                    <a:pt x="1946" y="5742"/>
                  </a:lnTo>
                  <a:lnTo>
                    <a:pt x="1918" y="5730"/>
                  </a:lnTo>
                  <a:lnTo>
                    <a:pt x="1897" y="5716"/>
                  </a:lnTo>
                  <a:lnTo>
                    <a:pt x="1878" y="5697"/>
                  </a:lnTo>
                  <a:lnTo>
                    <a:pt x="1864" y="5681"/>
                  </a:lnTo>
                  <a:lnTo>
                    <a:pt x="1853" y="5662"/>
                  </a:lnTo>
                  <a:lnTo>
                    <a:pt x="1843" y="5644"/>
                  </a:lnTo>
                  <a:lnTo>
                    <a:pt x="1839" y="5625"/>
                  </a:lnTo>
                  <a:lnTo>
                    <a:pt x="1834" y="5609"/>
                  </a:lnTo>
                  <a:lnTo>
                    <a:pt x="1832" y="5595"/>
                  </a:lnTo>
                  <a:lnTo>
                    <a:pt x="1832" y="5574"/>
                  </a:lnTo>
                  <a:lnTo>
                    <a:pt x="1843" y="5562"/>
                  </a:lnTo>
                  <a:lnTo>
                    <a:pt x="1860" y="5548"/>
                  </a:lnTo>
                  <a:lnTo>
                    <a:pt x="1876" y="5530"/>
                  </a:lnTo>
                  <a:lnTo>
                    <a:pt x="1897" y="5506"/>
                  </a:lnTo>
                  <a:lnTo>
                    <a:pt x="1918" y="5481"/>
                  </a:lnTo>
                  <a:lnTo>
                    <a:pt x="1939" y="5451"/>
                  </a:lnTo>
                  <a:lnTo>
                    <a:pt x="1960" y="5418"/>
                  </a:lnTo>
                  <a:lnTo>
                    <a:pt x="1992" y="5348"/>
                  </a:lnTo>
                  <a:lnTo>
                    <a:pt x="2002" y="5309"/>
                  </a:lnTo>
                  <a:lnTo>
                    <a:pt x="2004" y="5271"/>
                  </a:lnTo>
                  <a:lnTo>
                    <a:pt x="2002" y="5232"/>
                  </a:lnTo>
                  <a:lnTo>
                    <a:pt x="1990" y="5192"/>
                  </a:lnTo>
                  <a:lnTo>
                    <a:pt x="1969" y="5153"/>
                  </a:lnTo>
                  <a:lnTo>
                    <a:pt x="1937" y="5116"/>
                  </a:lnTo>
                  <a:lnTo>
                    <a:pt x="1892" y="5081"/>
                  </a:lnTo>
                  <a:lnTo>
                    <a:pt x="1836" y="5046"/>
                  </a:lnTo>
                  <a:lnTo>
                    <a:pt x="1776" y="5020"/>
                  </a:lnTo>
                  <a:lnTo>
                    <a:pt x="1718" y="5004"/>
                  </a:lnTo>
                  <a:lnTo>
                    <a:pt x="1667" y="4999"/>
                  </a:lnTo>
                  <a:lnTo>
                    <a:pt x="1620" y="5004"/>
                  </a:lnTo>
                  <a:lnTo>
                    <a:pt x="1578" y="5018"/>
                  </a:lnTo>
                  <a:lnTo>
                    <a:pt x="1541" y="5039"/>
                  </a:lnTo>
                  <a:lnTo>
                    <a:pt x="1508" y="5067"/>
                  </a:lnTo>
                  <a:lnTo>
                    <a:pt x="1480" y="5099"/>
                  </a:lnTo>
                  <a:lnTo>
                    <a:pt x="1457" y="5136"/>
                  </a:lnTo>
                  <a:lnTo>
                    <a:pt x="1436" y="5178"/>
                  </a:lnTo>
                  <a:lnTo>
                    <a:pt x="1420" y="5223"/>
                  </a:lnTo>
                  <a:lnTo>
                    <a:pt x="1408" y="5269"/>
                  </a:lnTo>
                  <a:lnTo>
                    <a:pt x="1401" y="5316"/>
                  </a:lnTo>
                  <a:lnTo>
                    <a:pt x="1397" y="5362"/>
                  </a:lnTo>
                  <a:lnTo>
                    <a:pt x="1397" y="5409"/>
                  </a:lnTo>
                  <a:lnTo>
                    <a:pt x="1399" y="5453"/>
                  </a:lnTo>
                  <a:lnTo>
                    <a:pt x="1406" y="5493"/>
                  </a:lnTo>
                  <a:lnTo>
                    <a:pt x="1415" y="5530"/>
                  </a:lnTo>
                  <a:lnTo>
                    <a:pt x="1436" y="5579"/>
                  </a:lnTo>
                  <a:lnTo>
                    <a:pt x="1469" y="5630"/>
                  </a:lnTo>
                  <a:lnTo>
                    <a:pt x="1511" y="5683"/>
                  </a:lnTo>
                  <a:lnTo>
                    <a:pt x="1564" y="5737"/>
                  </a:lnTo>
                  <a:lnTo>
                    <a:pt x="1625" y="5788"/>
                  </a:lnTo>
                  <a:lnTo>
                    <a:pt x="177" y="5788"/>
                  </a:lnTo>
                  <a:lnTo>
                    <a:pt x="131" y="5781"/>
                  </a:lnTo>
                  <a:lnTo>
                    <a:pt x="89" y="5765"/>
                  </a:lnTo>
                  <a:lnTo>
                    <a:pt x="51" y="5737"/>
                  </a:lnTo>
                  <a:lnTo>
                    <a:pt x="23" y="5700"/>
                  </a:lnTo>
                  <a:lnTo>
                    <a:pt x="7" y="5658"/>
                  </a:lnTo>
                  <a:lnTo>
                    <a:pt x="0" y="5611"/>
                  </a:lnTo>
                  <a:lnTo>
                    <a:pt x="0" y="177"/>
                  </a:lnTo>
                  <a:lnTo>
                    <a:pt x="7" y="130"/>
                  </a:lnTo>
                  <a:lnTo>
                    <a:pt x="23" y="89"/>
                  </a:lnTo>
                  <a:lnTo>
                    <a:pt x="51" y="51"/>
                  </a:lnTo>
                  <a:lnTo>
                    <a:pt x="89" y="23"/>
                  </a:lnTo>
                  <a:lnTo>
                    <a:pt x="131" y="7"/>
                  </a:lnTo>
                  <a:lnTo>
                    <a:pt x="177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>
                <a:solidFill>
                  <a:srgbClr val="000000"/>
                </a:solidFill>
              </a:endParaRPr>
            </a:p>
          </p:txBody>
        </p:sp>
        <p:sp>
          <p:nvSpPr>
            <p:cNvPr id="323615" name="Freeform 31"/>
            <p:cNvSpPr>
              <a:spLocks/>
            </p:cNvSpPr>
            <p:nvPr userDrawn="1"/>
          </p:nvSpPr>
          <p:spPr bwMode="auto">
            <a:xfrm>
              <a:off x="2796" y="2105"/>
              <a:ext cx="784" cy="1392"/>
            </a:xfrm>
            <a:custGeom>
              <a:avLst/>
              <a:gdLst/>
              <a:ahLst/>
              <a:cxnLst>
                <a:cxn ang="0">
                  <a:pos x="3130" y="7"/>
                </a:cxn>
                <a:cxn ang="0">
                  <a:pos x="3237" y="89"/>
                </a:cxn>
                <a:cxn ang="0">
                  <a:pos x="3260" y="5611"/>
                </a:cxn>
                <a:cxn ang="0">
                  <a:pos x="3209" y="5737"/>
                </a:cxn>
                <a:cxn ang="0">
                  <a:pos x="3083" y="5788"/>
                </a:cxn>
                <a:cxn ang="0">
                  <a:pos x="137" y="5681"/>
                </a:cxn>
                <a:cxn ang="0">
                  <a:pos x="321" y="5465"/>
                </a:cxn>
                <a:cxn ang="0">
                  <a:pos x="470" y="5169"/>
                </a:cxn>
                <a:cxn ang="0">
                  <a:pos x="586" y="4780"/>
                </a:cxn>
                <a:cxn ang="0">
                  <a:pos x="661" y="4292"/>
                </a:cxn>
                <a:cxn ang="0">
                  <a:pos x="686" y="3954"/>
                </a:cxn>
                <a:cxn ang="0">
                  <a:pos x="707" y="3547"/>
                </a:cxn>
                <a:cxn ang="0">
                  <a:pos x="777" y="3261"/>
                </a:cxn>
                <a:cxn ang="0">
                  <a:pos x="840" y="3068"/>
                </a:cxn>
                <a:cxn ang="0">
                  <a:pos x="770" y="2979"/>
                </a:cxn>
                <a:cxn ang="0">
                  <a:pos x="677" y="2735"/>
                </a:cxn>
                <a:cxn ang="0">
                  <a:pos x="623" y="2460"/>
                </a:cxn>
                <a:cxn ang="0">
                  <a:pos x="598" y="1843"/>
                </a:cxn>
                <a:cxn ang="0">
                  <a:pos x="596" y="1445"/>
                </a:cxn>
                <a:cxn ang="0">
                  <a:pos x="609" y="1075"/>
                </a:cxn>
                <a:cxn ang="0">
                  <a:pos x="651" y="745"/>
                </a:cxn>
                <a:cxn ang="0">
                  <a:pos x="726" y="466"/>
                </a:cxn>
                <a:cxn ang="0">
                  <a:pos x="847" y="252"/>
                </a:cxn>
                <a:cxn ang="0">
                  <a:pos x="1021" y="114"/>
                </a:cxn>
                <a:cxn ang="0">
                  <a:pos x="1217" y="47"/>
                </a:cxn>
                <a:cxn ang="0">
                  <a:pos x="1350" y="40"/>
                </a:cxn>
                <a:cxn ang="0">
                  <a:pos x="1431" y="72"/>
                </a:cxn>
                <a:cxn ang="0">
                  <a:pos x="1475" y="126"/>
                </a:cxn>
                <a:cxn ang="0">
                  <a:pos x="1494" y="179"/>
                </a:cxn>
                <a:cxn ang="0">
                  <a:pos x="1485" y="226"/>
                </a:cxn>
                <a:cxn ang="0">
                  <a:pos x="1431" y="282"/>
                </a:cxn>
                <a:cxn ang="0">
                  <a:pos x="1368" y="370"/>
                </a:cxn>
                <a:cxn ang="0">
                  <a:pos x="1324" y="517"/>
                </a:cxn>
                <a:cxn ang="0">
                  <a:pos x="1359" y="636"/>
                </a:cxn>
                <a:cxn ang="0">
                  <a:pos x="1492" y="743"/>
                </a:cxn>
                <a:cxn ang="0">
                  <a:pos x="1659" y="789"/>
                </a:cxn>
                <a:cxn ang="0">
                  <a:pos x="1785" y="752"/>
                </a:cxn>
                <a:cxn ang="0">
                  <a:pos x="1871" y="654"/>
                </a:cxn>
                <a:cxn ang="0">
                  <a:pos x="1917" y="521"/>
                </a:cxn>
                <a:cxn ang="0">
                  <a:pos x="1931" y="382"/>
                </a:cxn>
                <a:cxn ang="0">
                  <a:pos x="1913" y="261"/>
                </a:cxn>
                <a:cxn ang="0">
                  <a:pos x="1817" y="105"/>
                </a:cxn>
              </a:cxnLst>
              <a:rect l="0" t="0" r="r" b="b"/>
              <a:pathLst>
                <a:path w="3260" h="5788">
                  <a:moveTo>
                    <a:pt x="1701" y="0"/>
                  </a:moveTo>
                  <a:lnTo>
                    <a:pt x="3083" y="0"/>
                  </a:lnTo>
                  <a:lnTo>
                    <a:pt x="3130" y="7"/>
                  </a:lnTo>
                  <a:lnTo>
                    <a:pt x="3172" y="23"/>
                  </a:lnTo>
                  <a:lnTo>
                    <a:pt x="3209" y="51"/>
                  </a:lnTo>
                  <a:lnTo>
                    <a:pt x="3237" y="89"/>
                  </a:lnTo>
                  <a:lnTo>
                    <a:pt x="3253" y="130"/>
                  </a:lnTo>
                  <a:lnTo>
                    <a:pt x="3260" y="177"/>
                  </a:lnTo>
                  <a:lnTo>
                    <a:pt x="3260" y="5611"/>
                  </a:lnTo>
                  <a:lnTo>
                    <a:pt x="3253" y="5658"/>
                  </a:lnTo>
                  <a:lnTo>
                    <a:pt x="3237" y="5700"/>
                  </a:lnTo>
                  <a:lnTo>
                    <a:pt x="3209" y="5737"/>
                  </a:lnTo>
                  <a:lnTo>
                    <a:pt x="3172" y="5765"/>
                  </a:lnTo>
                  <a:lnTo>
                    <a:pt x="3130" y="5781"/>
                  </a:lnTo>
                  <a:lnTo>
                    <a:pt x="3083" y="5788"/>
                  </a:lnTo>
                  <a:lnTo>
                    <a:pt x="0" y="5788"/>
                  </a:lnTo>
                  <a:lnTo>
                    <a:pt x="70" y="5737"/>
                  </a:lnTo>
                  <a:lnTo>
                    <a:pt x="137" y="5681"/>
                  </a:lnTo>
                  <a:lnTo>
                    <a:pt x="202" y="5616"/>
                  </a:lnTo>
                  <a:lnTo>
                    <a:pt x="263" y="5544"/>
                  </a:lnTo>
                  <a:lnTo>
                    <a:pt x="321" y="5465"/>
                  </a:lnTo>
                  <a:lnTo>
                    <a:pt x="374" y="5374"/>
                  </a:lnTo>
                  <a:lnTo>
                    <a:pt x="426" y="5276"/>
                  </a:lnTo>
                  <a:lnTo>
                    <a:pt x="470" y="5169"/>
                  </a:lnTo>
                  <a:lnTo>
                    <a:pt x="514" y="5050"/>
                  </a:lnTo>
                  <a:lnTo>
                    <a:pt x="551" y="4920"/>
                  </a:lnTo>
                  <a:lnTo>
                    <a:pt x="586" y="4780"/>
                  </a:lnTo>
                  <a:lnTo>
                    <a:pt x="614" y="4629"/>
                  </a:lnTo>
                  <a:lnTo>
                    <a:pt x="640" y="4466"/>
                  </a:lnTo>
                  <a:lnTo>
                    <a:pt x="661" y="4292"/>
                  </a:lnTo>
                  <a:lnTo>
                    <a:pt x="677" y="4103"/>
                  </a:lnTo>
                  <a:lnTo>
                    <a:pt x="677" y="4098"/>
                  </a:lnTo>
                  <a:lnTo>
                    <a:pt x="686" y="3954"/>
                  </a:lnTo>
                  <a:lnTo>
                    <a:pt x="691" y="3801"/>
                  </a:lnTo>
                  <a:lnTo>
                    <a:pt x="696" y="3640"/>
                  </a:lnTo>
                  <a:lnTo>
                    <a:pt x="707" y="3547"/>
                  </a:lnTo>
                  <a:lnTo>
                    <a:pt x="726" y="3452"/>
                  </a:lnTo>
                  <a:lnTo>
                    <a:pt x="749" y="3356"/>
                  </a:lnTo>
                  <a:lnTo>
                    <a:pt x="777" y="3261"/>
                  </a:lnTo>
                  <a:lnTo>
                    <a:pt x="814" y="3170"/>
                  </a:lnTo>
                  <a:lnTo>
                    <a:pt x="856" y="3084"/>
                  </a:lnTo>
                  <a:lnTo>
                    <a:pt x="840" y="3068"/>
                  </a:lnTo>
                  <a:lnTo>
                    <a:pt x="821" y="3044"/>
                  </a:lnTo>
                  <a:lnTo>
                    <a:pt x="798" y="3016"/>
                  </a:lnTo>
                  <a:lnTo>
                    <a:pt x="770" y="2979"/>
                  </a:lnTo>
                  <a:lnTo>
                    <a:pt x="733" y="2905"/>
                  </a:lnTo>
                  <a:lnTo>
                    <a:pt x="703" y="2823"/>
                  </a:lnTo>
                  <a:lnTo>
                    <a:pt x="677" y="2735"/>
                  </a:lnTo>
                  <a:lnTo>
                    <a:pt x="656" y="2644"/>
                  </a:lnTo>
                  <a:lnTo>
                    <a:pt x="637" y="2551"/>
                  </a:lnTo>
                  <a:lnTo>
                    <a:pt x="623" y="2460"/>
                  </a:lnTo>
                  <a:lnTo>
                    <a:pt x="614" y="2369"/>
                  </a:lnTo>
                  <a:lnTo>
                    <a:pt x="600" y="1981"/>
                  </a:lnTo>
                  <a:lnTo>
                    <a:pt x="598" y="1843"/>
                  </a:lnTo>
                  <a:lnTo>
                    <a:pt x="596" y="1708"/>
                  </a:lnTo>
                  <a:lnTo>
                    <a:pt x="593" y="1576"/>
                  </a:lnTo>
                  <a:lnTo>
                    <a:pt x="596" y="1445"/>
                  </a:lnTo>
                  <a:lnTo>
                    <a:pt x="598" y="1320"/>
                  </a:lnTo>
                  <a:lnTo>
                    <a:pt x="602" y="1196"/>
                  </a:lnTo>
                  <a:lnTo>
                    <a:pt x="609" y="1075"/>
                  </a:lnTo>
                  <a:lnTo>
                    <a:pt x="619" y="959"/>
                  </a:lnTo>
                  <a:lnTo>
                    <a:pt x="633" y="850"/>
                  </a:lnTo>
                  <a:lnTo>
                    <a:pt x="651" y="745"/>
                  </a:lnTo>
                  <a:lnTo>
                    <a:pt x="672" y="645"/>
                  </a:lnTo>
                  <a:lnTo>
                    <a:pt x="698" y="552"/>
                  </a:lnTo>
                  <a:lnTo>
                    <a:pt x="726" y="466"/>
                  </a:lnTo>
                  <a:lnTo>
                    <a:pt x="761" y="386"/>
                  </a:lnTo>
                  <a:lnTo>
                    <a:pt x="803" y="314"/>
                  </a:lnTo>
                  <a:lnTo>
                    <a:pt x="847" y="252"/>
                  </a:lnTo>
                  <a:lnTo>
                    <a:pt x="898" y="196"/>
                  </a:lnTo>
                  <a:lnTo>
                    <a:pt x="956" y="151"/>
                  </a:lnTo>
                  <a:lnTo>
                    <a:pt x="1021" y="114"/>
                  </a:lnTo>
                  <a:lnTo>
                    <a:pt x="1094" y="84"/>
                  </a:lnTo>
                  <a:lnTo>
                    <a:pt x="1159" y="61"/>
                  </a:lnTo>
                  <a:lnTo>
                    <a:pt x="1217" y="47"/>
                  </a:lnTo>
                  <a:lnTo>
                    <a:pt x="1268" y="40"/>
                  </a:lnTo>
                  <a:lnTo>
                    <a:pt x="1312" y="37"/>
                  </a:lnTo>
                  <a:lnTo>
                    <a:pt x="1350" y="40"/>
                  </a:lnTo>
                  <a:lnTo>
                    <a:pt x="1382" y="47"/>
                  </a:lnTo>
                  <a:lnTo>
                    <a:pt x="1410" y="58"/>
                  </a:lnTo>
                  <a:lnTo>
                    <a:pt x="1431" y="72"/>
                  </a:lnTo>
                  <a:lnTo>
                    <a:pt x="1450" y="91"/>
                  </a:lnTo>
                  <a:lnTo>
                    <a:pt x="1464" y="107"/>
                  </a:lnTo>
                  <a:lnTo>
                    <a:pt x="1475" y="126"/>
                  </a:lnTo>
                  <a:lnTo>
                    <a:pt x="1485" y="144"/>
                  </a:lnTo>
                  <a:lnTo>
                    <a:pt x="1489" y="163"/>
                  </a:lnTo>
                  <a:lnTo>
                    <a:pt x="1494" y="179"/>
                  </a:lnTo>
                  <a:lnTo>
                    <a:pt x="1496" y="193"/>
                  </a:lnTo>
                  <a:lnTo>
                    <a:pt x="1496" y="214"/>
                  </a:lnTo>
                  <a:lnTo>
                    <a:pt x="1485" y="226"/>
                  </a:lnTo>
                  <a:lnTo>
                    <a:pt x="1468" y="240"/>
                  </a:lnTo>
                  <a:lnTo>
                    <a:pt x="1452" y="258"/>
                  </a:lnTo>
                  <a:lnTo>
                    <a:pt x="1431" y="282"/>
                  </a:lnTo>
                  <a:lnTo>
                    <a:pt x="1410" y="307"/>
                  </a:lnTo>
                  <a:lnTo>
                    <a:pt x="1389" y="338"/>
                  </a:lnTo>
                  <a:lnTo>
                    <a:pt x="1368" y="370"/>
                  </a:lnTo>
                  <a:lnTo>
                    <a:pt x="1336" y="440"/>
                  </a:lnTo>
                  <a:lnTo>
                    <a:pt x="1326" y="480"/>
                  </a:lnTo>
                  <a:lnTo>
                    <a:pt x="1324" y="517"/>
                  </a:lnTo>
                  <a:lnTo>
                    <a:pt x="1326" y="556"/>
                  </a:lnTo>
                  <a:lnTo>
                    <a:pt x="1338" y="596"/>
                  </a:lnTo>
                  <a:lnTo>
                    <a:pt x="1359" y="636"/>
                  </a:lnTo>
                  <a:lnTo>
                    <a:pt x="1391" y="673"/>
                  </a:lnTo>
                  <a:lnTo>
                    <a:pt x="1436" y="708"/>
                  </a:lnTo>
                  <a:lnTo>
                    <a:pt x="1492" y="743"/>
                  </a:lnTo>
                  <a:lnTo>
                    <a:pt x="1552" y="770"/>
                  </a:lnTo>
                  <a:lnTo>
                    <a:pt x="1608" y="784"/>
                  </a:lnTo>
                  <a:lnTo>
                    <a:pt x="1659" y="789"/>
                  </a:lnTo>
                  <a:lnTo>
                    <a:pt x="1706" y="784"/>
                  </a:lnTo>
                  <a:lnTo>
                    <a:pt x="1748" y="773"/>
                  </a:lnTo>
                  <a:lnTo>
                    <a:pt x="1785" y="752"/>
                  </a:lnTo>
                  <a:lnTo>
                    <a:pt x="1817" y="724"/>
                  </a:lnTo>
                  <a:lnTo>
                    <a:pt x="1848" y="691"/>
                  </a:lnTo>
                  <a:lnTo>
                    <a:pt x="1871" y="654"/>
                  </a:lnTo>
                  <a:lnTo>
                    <a:pt x="1890" y="612"/>
                  </a:lnTo>
                  <a:lnTo>
                    <a:pt x="1906" y="568"/>
                  </a:lnTo>
                  <a:lnTo>
                    <a:pt x="1917" y="521"/>
                  </a:lnTo>
                  <a:lnTo>
                    <a:pt x="1927" y="475"/>
                  </a:lnTo>
                  <a:lnTo>
                    <a:pt x="1931" y="428"/>
                  </a:lnTo>
                  <a:lnTo>
                    <a:pt x="1931" y="382"/>
                  </a:lnTo>
                  <a:lnTo>
                    <a:pt x="1929" y="338"/>
                  </a:lnTo>
                  <a:lnTo>
                    <a:pt x="1922" y="298"/>
                  </a:lnTo>
                  <a:lnTo>
                    <a:pt x="1913" y="261"/>
                  </a:lnTo>
                  <a:lnTo>
                    <a:pt x="1892" y="212"/>
                  </a:lnTo>
                  <a:lnTo>
                    <a:pt x="1859" y="158"/>
                  </a:lnTo>
                  <a:lnTo>
                    <a:pt x="1817" y="105"/>
                  </a:lnTo>
                  <a:lnTo>
                    <a:pt x="1764" y="51"/>
                  </a:lnTo>
                  <a:lnTo>
                    <a:pt x="1701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>
                <a:solidFill>
                  <a:srgbClr val="000000"/>
                </a:solidFill>
              </a:endParaRPr>
            </a:p>
          </p:txBody>
        </p:sp>
        <p:sp>
          <p:nvSpPr>
            <p:cNvPr id="323616" name="Freeform 32"/>
            <p:cNvSpPr>
              <a:spLocks/>
            </p:cNvSpPr>
            <p:nvPr userDrawn="1"/>
          </p:nvSpPr>
          <p:spPr bwMode="auto">
            <a:xfrm>
              <a:off x="2524" y="2105"/>
              <a:ext cx="736" cy="1392"/>
            </a:xfrm>
            <a:custGeom>
              <a:avLst/>
              <a:gdLst/>
              <a:ahLst/>
              <a:cxnLst>
                <a:cxn ang="0">
                  <a:pos x="2948" y="105"/>
                </a:cxn>
                <a:cxn ang="0">
                  <a:pos x="3053" y="298"/>
                </a:cxn>
                <a:cxn ang="0">
                  <a:pos x="3058" y="475"/>
                </a:cxn>
                <a:cxn ang="0">
                  <a:pos x="3002" y="654"/>
                </a:cxn>
                <a:cxn ang="0">
                  <a:pos x="2879" y="773"/>
                </a:cxn>
                <a:cxn ang="0">
                  <a:pos x="2683" y="770"/>
                </a:cxn>
                <a:cxn ang="0">
                  <a:pos x="2490" y="636"/>
                </a:cxn>
                <a:cxn ang="0">
                  <a:pos x="2457" y="480"/>
                </a:cxn>
                <a:cxn ang="0">
                  <a:pos x="2541" y="307"/>
                </a:cxn>
                <a:cxn ang="0">
                  <a:pos x="2616" y="226"/>
                </a:cxn>
                <a:cxn ang="0">
                  <a:pos x="2620" y="163"/>
                </a:cxn>
                <a:cxn ang="0">
                  <a:pos x="2581" y="91"/>
                </a:cxn>
                <a:cxn ang="0">
                  <a:pos x="2481" y="40"/>
                </a:cxn>
                <a:cxn ang="0">
                  <a:pos x="2290" y="61"/>
                </a:cxn>
                <a:cxn ang="0">
                  <a:pos x="2029" y="196"/>
                </a:cxn>
                <a:cxn ang="0">
                  <a:pos x="1857" y="466"/>
                </a:cxn>
                <a:cxn ang="0">
                  <a:pos x="1764" y="850"/>
                </a:cxn>
                <a:cxn ang="0">
                  <a:pos x="1729" y="1320"/>
                </a:cxn>
                <a:cxn ang="0">
                  <a:pos x="1729" y="1843"/>
                </a:cxn>
                <a:cxn ang="0">
                  <a:pos x="1768" y="2551"/>
                </a:cxn>
                <a:cxn ang="0">
                  <a:pos x="1864" y="2905"/>
                </a:cxn>
                <a:cxn ang="0">
                  <a:pos x="1971" y="3068"/>
                </a:cxn>
                <a:cxn ang="0">
                  <a:pos x="1880" y="3356"/>
                </a:cxn>
                <a:cxn ang="0">
                  <a:pos x="1822" y="3801"/>
                </a:cxn>
                <a:cxn ang="0">
                  <a:pos x="1792" y="4292"/>
                </a:cxn>
                <a:cxn ang="0">
                  <a:pos x="1682" y="4920"/>
                </a:cxn>
                <a:cxn ang="0">
                  <a:pos x="1505" y="5374"/>
                </a:cxn>
                <a:cxn ang="0">
                  <a:pos x="1268" y="5681"/>
                </a:cxn>
                <a:cxn ang="0">
                  <a:pos x="167" y="5737"/>
                </a:cxn>
                <a:cxn ang="0">
                  <a:pos x="18" y="5530"/>
                </a:cxn>
                <a:cxn ang="0">
                  <a:pos x="0" y="5362"/>
                </a:cxn>
                <a:cxn ang="0">
                  <a:pos x="39" y="5178"/>
                </a:cxn>
                <a:cxn ang="0">
                  <a:pos x="144" y="5039"/>
                </a:cxn>
                <a:cxn ang="0">
                  <a:pos x="321" y="5004"/>
                </a:cxn>
                <a:cxn ang="0">
                  <a:pos x="540" y="5116"/>
                </a:cxn>
                <a:cxn ang="0">
                  <a:pos x="607" y="5271"/>
                </a:cxn>
                <a:cxn ang="0">
                  <a:pos x="542" y="5451"/>
                </a:cxn>
                <a:cxn ang="0">
                  <a:pos x="463" y="5548"/>
                </a:cxn>
                <a:cxn ang="0">
                  <a:pos x="437" y="5609"/>
                </a:cxn>
                <a:cxn ang="0">
                  <a:pos x="467" y="5681"/>
                </a:cxn>
                <a:cxn ang="0">
                  <a:pos x="549" y="5742"/>
                </a:cxn>
                <a:cxn ang="0">
                  <a:pos x="714" y="5742"/>
                </a:cxn>
                <a:cxn ang="0">
                  <a:pos x="972" y="5639"/>
                </a:cxn>
                <a:cxn ang="0">
                  <a:pos x="1168" y="5404"/>
                </a:cxn>
                <a:cxn ang="0">
                  <a:pos x="1280" y="5046"/>
                </a:cxn>
                <a:cxn ang="0">
                  <a:pos x="1326" y="4594"/>
                </a:cxn>
                <a:cxn ang="0">
                  <a:pos x="1333" y="4080"/>
                </a:cxn>
                <a:cxn ang="0">
                  <a:pos x="1315" y="3421"/>
                </a:cxn>
                <a:cxn ang="0">
                  <a:pos x="1238" y="3065"/>
                </a:cxn>
                <a:cxn ang="0">
                  <a:pos x="1110" y="2839"/>
                </a:cxn>
                <a:cxn ang="0">
                  <a:pos x="1135" y="2653"/>
                </a:cxn>
                <a:cxn ang="0">
                  <a:pos x="1214" y="2304"/>
                </a:cxn>
                <a:cxn ang="0">
                  <a:pos x="1245" y="1836"/>
                </a:cxn>
                <a:cxn ang="0">
                  <a:pos x="1291" y="1322"/>
                </a:cxn>
                <a:cxn ang="0">
                  <a:pos x="1417" y="740"/>
                </a:cxn>
                <a:cxn ang="0">
                  <a:pos x="1610" y="326"/>
                </a:cxn>
                <a:cxn ang="0">
                  <a:pos x="1859" y="51"/>
                </a:cxn>
              </a:cxnLst>
              <a:rect l="0" t="0" r="r" b="b"/>
              <a:pathLst>
                <a:path w="3062" h="5788">
                  <a:moveTo>
                    <a:pt x="1929" y="0"/>
                  </a:moveTo>
                  <a:lnTo>
                    <a:pt x="2832" y="0"/>
                  </a:lnTo>
                  <a:lnTo>
                    <a:pt x="2895" y="51"/>
                  </a:lnTo>
                  <a:lnTo>
                    <a:pt x="2948" y="105"/>
                  </a:lnTo>
                  <a:lnTo>
                    <a:pt x="2990" y="158"/>
                  </a:lnTo>
                  <a:lnTo>
                    <a:pt x="3023" y="212"/>
                  </a:lnTo>
                  <a:lnTo>
                    <a:pt x="3044" y="261"/>
                  </a:lnTo>
                  <a:lnTo>
                    <a:pt x="3053" y="298"/>
                  </a:lnTo>
                  <a:lnTo>
                    <a:pt x="3060" y="338"/>
                  </a:lnTo>
                  <a:lnTo>
                    <a:pt x="3062" y="382"/>
                  </a:lnTo>
                  <a:lnTo>
                    <a:pt x="3062" y="428"/>
                  </a:lnTo>
                  <a:lnTo>
                    <a:pt x="3058" y="475"/>
                  </a:lnTo>
                  <a:lnTo>
                    <a:pt x="3048" y="521"/>
                  </a:lnTo>
                  <a:lnTo>
                    <a:pt x="3037" y="568"/>
                  </a:lnTo>
                  <a:lnTo>
                    <a:pt x="3021" y="612"/>
                  </a:lnTo>
                  <a:lnTo>
                    <a:pt x="3002" y="654"/>
                  </a:lnTo>
                  <a:lnTo>
                    <a:pt x="2979" y="691"/>
                  </a:lnTo>
                  <a:lnTo>
                    <a:pt x="2948" y="724"/>
                  </a:lnTo>
                  <a:lnTo>
                    <a:pt x="2916" y="752"/>
                  </a:lnTo>
                  <a:lnTo>
                    <a:pt x="2879" y="773"/>
                  </a:lnTo>
                  <a:lnTo>
                    <a:pt x="2837" y="784"/>
                  </a:lnTo>
                  <a:lnTo>
                    <a:pt x="2790" y="789"/>
                  </a:lnTo>
                  <a:lnTo>
                    <a:pt x="2739" y="784"/>
                  </a:lnTo>
                  <a:lnTo>
                    <a:pt x="2683" y="770"/>
                  </a:lnTo>
                  <a:lnTo>
                    <a:pt x="2623" y="743"/>
                  </a:lnTo>
                  <a:lnTo>
                    <a:pt x="2567" y="708"/>
                  </a:lnTo>
                  <a:lnTo>
                    <a:pt x="2522" y="673"/>
                  </a:lnTo>
                  <a:lnTo>
                    <a:pt x="2490" y="636"/>
                  </a:lnTo>
                  <a:lnTo>
                    <a:pt x="2469" y="596"/>
                  </a:lnTo>
                  <a:lnTo>
                    <a:pt x="2457" y="556"/>
                  </a:lnTo>
                  <a:lnTo>
                    <a:pt x="2455" y="517"/>
                  </a:lnTo>
                  <a:lnTo>
                    <a:pt x="2457" y="480"/>
                  </a:lnTo>
                  <a:lnTo>
                    <a:pt x="2467" y="440"/>
                  </a:lnTo>
                  <a:lnTo>
                    <a:pt x="2499" y="370"/>
                  </a:lnTo>
                  <a:lnTo>
                    <a:pt x="2520" y="338"/>
                  </a:lnTo>
                  <a:lnTo>
                    <a:pt x="2541" y="307"/>
                  </a:lnTo>
                  <a:lnTo>
                    <a:pt x="2562" y="282"/>
                  </a:lnTo>
                  <a:lnTo>
                    <a:pt x="2583" y="258"/>
                  </a:lnTo>
                  <a:lnTo>
                    <a:pt x="2599" y="240"/>
                  </a:lnTo>
                  <a:lnTo>
                    <a:pt x="2616" y="226"/>
                  </a:lnTo>
                  <a:lnTo>
                    <a:pt x="2627" y="214"/>
                  </a:lnTo>
                  <a:lnTo>
                    <a:pt x="2627" y="193"/>
                  </a:lnTo>
                  <a:lnTo>
                    <a:pt x="2625" y="179"/>
                  </a:lnTo>
                  <a:lnTo>
                    <a:pt x="2620" y="163"/>
                  </a:lnTo>
                  <a:lnTo>
                    <a:pt x="2616" y="144"/>
                  </a:lnTo>
                  <a:lnTo>
                    <a:pt x="2606" y="126"/>
                  </a:lnTo>
                  <a:lnTo>
                    <a:pt x="2595" y="107"/>
                  </a:lnTo>
                  <a:lnTo>
                    <a:pt x="2581" y="91"/>
                  </a:lnTo>
                  <a:lnTo>
                    <a:pt x="2562" y="72"/>
                  </a:lnTo>
                  <a:lnTo>
                    <a:pt x="2541" y="58"/>
                  </a:lnTo>
                  <a:lnTo>
                    <a:pt x="2513" y="47"/>
                  </a:lnTo>
                  <a:lnTo>
                    <a:pt x="2481" y="40"/>
                  </a:lnTo>
                  <a:lnTo>
                    <a:pt x="2443" y="37"/>
                  </a:lnTo>
                  <a:lnTo>
                    <a:pt x="2399" y="40"/>
                  </a:lnTo>
                  <a:lnTo>
                    <a:pt x="2348" y="47"/>
                  </a:lnTo>
                  <a:lnTo>
                    <a:pt x="2290" y="61"/>
                  </a:lnTo>
                  <a:lnTo>
                    <a:pt x="2225" y="84"/>
                  </a:lnTo>
                  <a:lnTo>
                    <a:pt x="2152" y="114"/>
                  </a:lnTo>
                  <a:lnTo>
                    <a:pt x="2087" y="151"/>
                  </a:lnTo>
                  <a:lnTo>
                    <a:pt x="2029" y="196"/>
                  </a:lnTo>
                  <a:lnTo>
                    <a:pt x="1978" y="252"/>
                  </a:lnTo>
                  <a:lnTo>
                    <a:pt x="1934" y="314"/>
                  </a:lnTo>
                  <a:lnTo>
                    <a:pt x="1892" y="386"/>
                  </a:lnTo>
                  <a:lnTo>
                    <a:pt x="1857" y="466"/>
                  </a:lnTo>
                  <a:lnTo>
                    <a:pt x="1829" y="552"/>
                  </a:lnTo>
                  <a:lnTo>
                    <a:pt x="1803" y="645"/>
                  </a:lnTo>
                  <a:lnTo>
                    <a:pt x="1782" y="745"/>
                  </a:lnTo>
                  <a:lnTo>
                    <a:pt x="1764" y="850"/>
                  </a:lnTo>
                  <a:lnTo>
                    <a:pt x="1750" y="959"/>
                  </a:lnTo>
                  <a:lnTo>
                    <a:pt x="1740" y="1075"/>
                  </a:lnTo>
                  <a:lnTo>
                    <a:pt x="1733" y="1196"/>
                  </a:lnTo>
                  <a:lnTo>
                    <a:pt x="1729" y="1320"/>
                  </a:lnTo>
                  <a:lnTo>
                    <a:pt x="1727" y="1445"/>
                  </a:lnTo>
                  <a:lnTo>
                    <a:pt x="1724" y="1576"/>
                  </a:lnTo>
                  <a:lnTo>
                    <a:pt x="1727" y="1708"/>
                  </a:lnTo>
                  <a:lnTo>
                    <a:pt x="1729" y="1843"/>
                  </a:lnTo>
                  <a:lnTo>
                    <a:pt x="1731" y="1981"/>
                  </a:lnTo>
                  <a:lnTo>
                    <a:pt x="1745" y="2369"/>
                  </a:lnTo>
                  <a:lnTo>
                    <a:pt x="1754" y="2460"/>
                  </a:lnTo>
                  <a:lnTo>
                    <a:pt x="1768" y="2551"/>
                  </a:lnTo>
                  <a:lnTo>
                    <a:pt x="1787" y="2644"/>
                  </a:lnTo>
                  <a:lnTo>
                    <a:pt x="1808" y="2735"/>
                  </a:lnTo>
                  <a:lnTo>
                    <a:pt x="1834" y="2823"/>
                  </a:lnTo>
                  <a:lnTo>
                    <a:pt x="1864" y="2905"/>
                  </a:lnTo>
                  <a:lnTo>
                    <a:pt x="1901" y="2979"/>
                  </a:lnTo>
                  <a:lnTo>
                    <a:pt x="1929" y="3016"/>
                  </a:lnTo>
                  <a:lnTo>
                    <a:pt x="1952" y="3044"/>
                  </a:lnTo>
                  <a:lnTo>
                    <a:pt x="1971" y="3068"/>
                  </a:lnTo>
                  <a:lnTo>
                    <a:pt x="1987" y="3084"/>
                  </a:lnTo>
                  <a:lnTo>
                    <a:pt x="1945" y="3170"/>
                  </a:lnTo>
                  <a:lnTo>
                    <a:pt x="1908" y="3261"/>
                  </a:lnTo>
                  <a:lnTo>
                    <a:pt x="1880" y="3356"/>
                  </a:lnTo>
                  <a:lnTo>
                    <a:pt x="1857" y="3452"/>
                  </a:lnTo>
                  <a:lnTo>
                    <a:pt x="1838" y="3547"/>
                  </a:lnTo>
                  <a:lnTo>
                    <a:pt x="1827" y="3640"/>
                  </a:lnTo>
                  <a:lnTo>
                    <a:pt x="1822" y="3801"/>
                  </a:lnTo>
                  <a:lnTo>
                    <a:pt x="1817" y="3954"/>
                  </a:lnTo>
                  <a:lnTo>
                    <a:pt x="1808" y="4098"/>
                  </a:lnTo>
                  <a:lnTo>
                    <a:pt x="1808" y="4103"/>
                  </a:lnTo>
                  <a:lnTo>
                    <a:pt x="1792" y="4292"/>
                  </a:lnTo>
                  <a:lnTo>
                    <a:pt x="1771" y="4466"/>
                  </a:lnTo>
                  <a:lnTo>
                    <a:pt x="1745" y="4629"/>
                  </a:lnTo>
                  <a:lnTo>
                    <a:pt x="1717" y="4780"/>
                  </a:lnTo>
                  <a:lnTo>
                    <a:pt x="1682" y="4920"/>
                  </a:lnTo>
                  <a:lnTo>
                    <a:pt x="1645" y="5050"/>
                  </a:lnTo>
                  <a:lnTo>
                    <a:pt x="1601" y="5169"/>
                  </a:lnTo>
                  <a:lnTo>
                    <a:pt x="1557" y="5276"/>
                  </a:lnTo>
                  <a:lnTo>
                    <a:pt x="1505" y="5374"/>
                  </a:lnTo>
                  <a:lnTo>
                    <a:pt x="1452" y="5465"/>
                  </a:lnTo>
                  <a:lnTo>
                    <a:pt x="1394" y="5544"/>
                  </a:lnTo>
                  <a:lnTo>
                    <a:pt x="1333" y="5616"/>
                  </a:lnTo>
                  <a:lnTo>
                    <a:pt x="1268" y="5681"/>
                  </a:lnTo>
                  <a:lnTo>
                    <a:pt x="1201" y="5737"/>
                  </a:lnTo>
                  <a:lnTo>
                    <a:pt x="1131" y="5788"/>
                  </a:lnTo>
                  <a:lnTo>
                    <a:pt x="228" y="5788"/>
                  </a:lnTo>
                  <a:lnTo>
                    <a:pt x="167" y="5737"/>
                  </a:lnTo>
                  <a:lnTo>
                    <a:pt x="114" y="5683"/>
                  </a:lnTo>
                  <a:lnTo>
                    <a:pt x="72" y="5630"/>
                  </a:lnTo>
                  <a:lnTo>
                    <a:pt x="39" y="5579"/>
                  </a:lnTo>
                  <a:lnTo>
                    <a:pt x="18" y="5530"/>
                  </a:lnTo>
                  <a:lnTo>
                    <a:pt x="9" y="5493"/>
                  </a:lnTo>
                  <a:lnTo>
                    <a:pt x="2" y="5453"/>
                  </a:lnTo>
                  <a:lnTo>
                    <a:pt x="0" y="5409"/>
                  </a:lnTo>
                  <a:lnTo>
                    <a:pt x="0" y="5362"/>
                  </a:lnTo>
                  <a:lnTo>
                    <a:pt x="4" y="5316"/>
                  </a:lnTo>
                  <a:lnTo>
                    <a:pt x="11" y="5269"/>
                  </a:lnTo>
                  <a:lnTo>
                    <a:pt x="23" y="5223"/>
                  </a:lnTo>
                  <a:lnTo>
                    <a:pt x="39" y="5178"/>
                  </a:lnTo>
                  <a:lnTo>
                    <a:pt x="60" y="5136"/>
                  </a:lnTo>
                  <a:lnTo>
                    <a:pt x="83" y="5099"/>
                  </a:lnTo>
                  <a:lnTo>
                    <a:pt x="111" y="5067"/>
                  </a:lnTo>
                  <a:lnTo>
                    <a:pt x="144" y="5039"/>
                  </a:lnTo>
                  <a:lnTo>
                    <a:pt x="181" y="5018"/>
                  </a:lnTo>
                  <a:lnTo>
                    <a:pt x="223" y="5004"/>
                  </a:lnTo>
                  <a:lnTo>
                    <a:pt x="270" y="4999"/>
                  </a:lnTo>
                  <a:lnTo>
                    <a:pt x="321" y="5004"/>
                  </a:lnTo>
                  <a:lnTo>
                    <a:pt x="379" y="5020"/>
                  </a:lnTo>
                  <a:lnTo>
                    <a:pt x="439" y="5046"/>
                  </a:lnTo>
                  <a:lnTo>
                    <a:pt x="495" y="5081"/>
                  </a:lnTo>
                  <a:lnTo>
                    <a:pt x="540" y="5116"/>
                  </a:lnTo>
                  <a:lnTo>
                    <a:pt x="572" y="5153"/>
                  </a:lnTo>
                  <a:lnTo>
                    <a:pt x="593" y="5192"/>
                  </a:lnTo>
                  <a:lnTo>
                    <a:pt x="605" y="5232"/>
                  </a:lnTo>
                  <a:lnTo>
                    <a:pt x="607" y="5271"/>
                  </a:lnTo>
                  <a:lnTo>
                    <a:pt x="605" y="5309"/>
                  </a:lnTo>
                  <a:lnTo>
                    <a:pt x="595" y="5348"/>
                  </a:lnTo>
                  <a:lnTo>
                    <a:pt x="563" y="5418"/>
                  </a:lnTo>
                  <a:lnTo>
                    <a:pt x="542" y="5451"/>
                  </a:lnTo>
                  <a:lnTo>
                    <a:pt x="521" y="5481"/>
                  </a:lnTo>
                  <a:lnTo>
                    <a:pt x="500" y="5506"/>
                  </a:lnTo>
                  <a:lnTo>
                    <a:pt x="479" y="5530"/>
                  </a:lnTo>
                  <a:lnTo>
                    <a:pt x="463" y="5548"/>
                  </a:lnTo>
                  <a:lnTo>
                    <a:pt x="446" y="5562"/>
                  </a:lnTo>
                  <a:lnTo>
                    <a:pt x="435" y="5574"/>
                  </a:lnTo>
                  <a:lnTo>
                    <a:pt x="435" y="5595"/>
                  </a:lnTo>
                  <a:lnTo>
                    <a:pt x="437" y="5609"/>
                  </a:lnTo>
                  <a:lnTo>
                    <a:pt x="442" y="5625"/>
                  </a:lnTo>
                  <a:lnTo>
                    <a:pt x="446" y="5644"/>
                  </a:lnTo>
                  <a:lnTo>
                    <a:pt x="456" y="5662"/>
                  </a:lnTo>
                  <a:lnTo>
                    <a:pt x="467" y="5681"/>
                  </a:lnTo>
                  <a:lnTo>
                    <a:pt x="481" y="5697"/>
                  </a:lnTo>
                  <a:lnTo>
                    <a:pt x="500" y="5716"/>
                  </a:lnTo>
                  <a:lnTo>
                    <a:pt x="521" y="5730"/>
                  </a:lnTo>
                  <a:lnTo>
                    <a:pt x="549" y="5742"/>
                  </a:lnTo>
                  <a:lnTo>
                    <a:pt x="581" y="5749"/>
                  </a:lnTo>
                  <a:lnTo>
                    <a:pt x="619" y="5751"/>
                  </a:lnTo>
                  <a:lnTo>
                    <a:pt x="663" y="5749"/>
                  </a:lnTo>
                  <a:lnTo>
                    <a:pt x="714" y="5742"/>
                  </a:lnTo>
                  <a:lnTo>
                    <a:pt x="770" y="5728"/>
                  </a:lnTo>
                  <a:lnTo>
                    <a:pt x="835" y="5704"/>
                  </a:lnTo>
                  <a:lnTo>
                    <a:pt x="907" y="5674"/>
                  </a:lnTo>
                  <a:lnTo>
                    <a:pt x="972" y="5639"/>
                  </a:lnTo>
                  <a:lnTo>
                    <a:pt x="1031" y="5593"/>
                  </a:lnTo>
                  <a:lnTo>
                    <a:pt x="1082" y="5539"/>
                  </a:lnTo>
                  <a:lnTo>
                    <a:pt x="1128" y="5474"/>
                  </a:lnTo>
                  <a:lnTo>
                    <a:pt x="1168" y="5404"/>
                  </a:lnTo>
                  <a:lnTo>
                    <a:pt x="1203" y="5325"/>
                  </a:lnTo>
                  <a:lnTo>
                    <a:pt x="1233" y="5239"/>
                  </a:lnTo>
                  <a:lnTo>
                    <a:pt x="1259" y="5143"/>
                  </a:lnTo>
                  <a:lnTo>
                    <a:pt x="1280" y="5046"/>
                  </a:lnTo>
                  <a:lnTo>
                    <a:pt x="1296" y="4939"/>
                  </a:lnTo>
                  <a:lnTo>
                    <a:pt x="1310" y="4829"/>
                  </a:lnTo>
                  <a:lnTo>
                    <a:pt x="1319" y="4713"/>
                  </a:lnTo>
                  <a:lnTo>
                    <a:pt x="1326" y="4594"/>
                  </a:lnTo>
                  <a:lnTo>
                    <a:pt x="1331" y="4469"/>
                  </a:lnTo>
                  <a:lnTo>
                    <a:pt x="1333" y="4343"/>
                  </a:lnTo>
                  <a:lnTo>
                    <a:pt x="1336" y="4213"/>
                  </a:lnTo>
                  <a:lnTo>
                    <a:pt x="1333" y="4080"/>
                  </a:lnTo>
                  <a:lnTo>
                    <a:pt x="1331" y="3945"/>
                  </a:lnTo>
                  <a:lnTo>
                    <a:pt x="1329" y="3808"/>
                  </a:lnTo>
                  <a:lnTo>
                    <a:pt x="1329" y="3810"/>
                  </a:lnTo>
                  <a:lnTo>
                    <a:pt x="1315" y="3421"/>
                  </a:lnTo>
                  <a:lnTo>
                    <a:pt x="1303" y="3324"/>
                  </a:lnTo>
                  <a:lnTo>
                    <a:pt x="1287" y="3233"/>
                  </a:lnTo>
                  <a:lnTo>
                    <a:pt x="1266" y="3147"/>
                  </a:lnTo>
                  <a:lnTo>
                    <a:pt x="1238" y="3065"/>
                  </a:lnTo>
                  <a:lnTo>
                    <a:pt x="1203" y="2986"/>
                  </a:lnTo>
                  <a:lnTo>
                    <a:pt x="1161" y="2905"/>
                  </a:lnTo>
                  <a:lnTo>
                    <a:pt x="1133" y="2867"/>
                  </a:lnTo>
                  <a:lnTo>
                    <a:pt x="1110" y="2839"/>
                  </a:lnTo>
                  <a:lnTo>
                    <a:pt x="1091" y="2818"/>
                  </a:lnTo>
                  <a:lnTo>
                    <a:pt x="1075" y="2802"/>
                  </a:lnTo>
                  <a:lnTo>
                    <a:pt x="1107" y="2732"/>
                  </a:lnTo>
                  <a:lnTo>
                    <a:pt x="1135" y="2653"/>
                  </a:lnTo>
                  <a:lnTo>
                    <a:pt x="1161" y="2569"/>
                  </a:lnTo>
                  <a:lnTo>
                    <a:pt x="1182" y="2481"/>
                  </a:lnTo>
                  <a:lnTo>
                    <a:pt x="1198" y="2390"/>
                  </a:lnTo>
                  <a:lnTo>
                    <a:pt x="1214" y="2304"/>
                  </a:lnTo>
                  <a:lnTo>
                    <a:pt x="1226" y="2223"/>
                  </a:lnTo>
                  <a:lnTo>
                    <a:pt x="1235" y="2148"/>
                  </a:lnTo>
                  <a:lnTo>
                    <a:pt x="1238" y="1990"/>
                  </a:lnTo>
                  <a:lnTo>
                    <a:pt x="1245" y="1836"/>
                  </a:lnTo>
                  <a:lnTo>
                    <a:pt x="1254" y="1692"/>
                  </a:lnTo>
                  <a:lnTo>
                    <a:pt x="1254" y="1685"/>
                  </a:lnTo>
                  <a:lnTo>
                    <a:pt x="1270" y="1497"/>
                  </a:lnTo>
                  <a:lnTo>
                    <a:pt x="1291" y="1322"/>
                  </a:lnTo>
                  <a:lnTo>
                    <a:pt x="1317" y="1159"/>
                  </a:lnTo>
                  <a:lnTo>
                    <a:pt x="1345" y="1008"/>
                  </a:lnTo>
                  <a:lnTo>
                    <a:pt x="1380" y="868"/>
                  </a:lnTo>
                  <a:lnTo>
                    <a:pt x="1417" y="740"/>
                  </a:lnTo>
                  <a:lnTo>
                    <a:pt x="1459" y="622"/>
                  </a:lnTo>
                  <a:lnTo>
                    <a:pt x="1505" y="512"/>
                  </a:lnTo>
                  <a:lnTo>
                    <a:pt x="1557" y="414"/>
                  </a:lnTo>
                  <a:lnTo>
                    <a:pt x="1610" y="326"/>
                  </a:lnTo>
                  <a:lnTo>
                    <a:pt x="1666" y="245"/>
                  </a:lnTo>
                  <a:lnTo>
                    <a:pt x="1727" y="172"/>
                  </a:lnTo>
                  <a:lnTo>
                    <a:pt x="1792" y="107"/>
                  </a:lnTo>
                  <a:lnTo>
                    <a:pt x="1859" y="51"/>
                  </a:lnTo>
                  <a:lnTo>
                    <a:pt x="1929" y="0"/>
                  </a:lnTo>
                  <a:close/>
                </a:path>
              </a:pathLst>
            </a:custGeom>
            <a:solidFill>
              <a:srgbClr val="FFFFFF"/>
            </a:solidFill>
            <a:ln w="0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>
                <a:solidFill>
                  <a:srgbClr val="000000"/>
                </a:solidFill>
              </a:endParaRPr>
            </a:p>
          </p:txBody>
        </p:sp>
      </p:grpSp>
      <p:sp>
        <p:nvSpPr>
          <p:cNvPr id="33" name="Rectangle 20"/>
          <p:cNvSpPr>
            <a:spLocks noChangeArrowheads="1"/>
          </p:cNvSpPr>
          <p:nvPr/>
        </p:nvSpPr>
        <p:spPr bwMode="auto">
          <a:xfrm>
            <a:off x="228600" y="228600"/>
            <a:ext cx="9601200" cy="7315200"/>
          </a:xfrm>
          <a:prstGeom prst="rect">
            <a:avLst/>
          </a:prstGeom>
          <a:noFill/>
          <a:ln w="38100">
            <a:solidFill>
              <a:schemeClr val="accent1"/>
            </a:solidFill>
            <a:miter lim="800000"/>
            <a:headEnd/>
            <a:tailEnd/>
          </a:ln>
        </p:spPr>
        <p:txBody>
          <a:bodyPr wrap="none" lIns="101847" tIns="50923" rIns="101847" bIns="50923" anchor="ctr"/>
          <a:lstStyle/>
          <a:p>
            <a:pPr>
              <a:defRPr/>
            </a:pPr>
            <a:endParaRPr lang="en-US" dirty="0">
              <a:solidFill>
                <a:srgbClr val="000000"/>
              </a:solidFill>
            </a:endParaRPr>
          </a:p>
        </p:txBody>
      </p:sp>
      <p:pic>
        <p:nvPicPr>
          <p:cNvPr id="28" name="Picture 27" descr="GUGG_logo_262.gif"/>
          <p:cNvPicPr>
            <a:picLocks noChangeAspect="1"/>
          </p:cNvPicPr>
          <p:nvPr userDrawn="1"/>
        </p:nvPicPr>
        <p:blipFill>
          <a:blip r:embed="rId3" cstate="print"/>
          <a:stretch>
            <a:fillRect/>
          </a:stretch>
        </p:blipFill>
        <p:spPr>
          <a:xfrm>
            <a:off x="3992880" y="468949"/>
            <a:ext cx="2072640" cy="153375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timing>
    <p:tnLst>
      <p:par>
        <p:cTn id="1" dur="indefinite" restart="never" nodeType="tmRoot"/>
      </p:par>
    </p:tnLst>
  </p:timing>
  <p:txStyles>
    <p:titleStyle>
      <a:lvl1pPr algn="ctr" rtl="0" eaLnBrk="0" fontAlgn="base" hangingPunct="0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Cambria" pitchFamily="18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Cambria" pitchFamily="18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Cambria" pitchFamily="18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Cambria" pitchFamily="18" charset="0"/>
        </a:defRPr>
      </a:lvl5pPr>
      <a:lvl6pPr marL="509292" algn="ctr" rtl="0" fontAlgn="base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Cambria" pitchFamily="18" charset="0"/>
        </a:defRPr>
      </a:lvl6pPr>
      <a:lvl7pPr marL="1018586" algn="ctr" rtl="0" fontAlgn="base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Cambria" pitchFamily="18" charset="0"/>
        </a:defRPr>
      </a:lvl7pPr>
      <a:lvl8pPr marL="1527879" algn="ctr" rtl="0" fontAlgn="base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Cambria" pitchFamily="18" charset="0"/>
        </a:defRPr>
      </a:lvl8pPr>
      <a:lvl9pPr marL="2037173" algn="ctr" rtl="0" fontAlgn="base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Cambria" pitchFamily="18" charset="0"/>
        </a:defRPr>
      </a:lvl9pPr>
    </p:titleStyle>
    <p:bodyStyle>
      <a:lvl1pPr marL="380202" indent="-380202" algn="l" rtl="0" eaLnBrk="0" fontAlgn="base" hangingPunct="0">
        <a:spcBef>
          <a:spcPct val="20000"/>
        </a:spcBef>
        <a:spcAft>
          <a:spcPct val="0"/>
        </a:spcAft>
        <a:buChar char="•"/>
        <a:defRPr sz="3600">
          <a:solidFill>
            <a:schemeClr val="tx1"/>
          </a:solidFill>
          <a:latin typeface="+mn-lt"/>
          <a:ea typeface="+mn-ea"/>
          <a:cs typeface="+mn-cs"/>
        </a:defRPr>
      </a:lvl1pPr>
      <a:lvl2pPr marL="825834" indent="-316540" algn="l" rtl="0" eaLnBrk="0" fontAlgn="base" hangingPunct="0">
        <a:spcBef>
          <a:spcPct val="20000"/>
        </a:spcBef>
        <a:spcAft>
          <a:spcPct val="0"/>
        </a:spcAft>
        <a:buChar char="–"/>
        <a:defRPr sz="3100">
          <a:solidFill>
            <a:schemeClr val="tx1"/>
          </a:solidFill>
          <a:latin typeface="+mn-lt"/>
        </a:defRPr>
      </a:lvl2pPr>
      <a:lvl3pPr marL="1271465" indent="-252880" algn="l" rtl="0" eaLnBrk="0" fontAlgn="base" hangingPunct="0">
        <a:spcBef>
          <a:spcPct val="20000"/>
        </a:spcBef>
        <a:spcAft>
          <a:spcPct val="0"/>
        </a:spcAft>
        <a:buChar char="•"/>
        <a:defRPr sz="2700">
          <a:solidFill>
            <a:schemeClr val="tx1"/>
          </a:solidFill>
          <a:latin typeface="+mn-lt"/>
        </a:defRPr>
      </a:lvl3pPr>
      <a:lvl4pPr marL="1780758" indent="-252880" algn="l" rtl="0" eaLnBrk="0" fontAlgn="base" hangingPunct="0">
        <a:spcBef>
          <a:spcPct val="20000"/>
        </a:spcBef>
        <a:spcAft>
          <a:spcPct val="0"/>
        </a:spcAft>
        <a:buChar char="–"/>
        <a:defRPr sz="2200">
          <a:solidFill>
            <a:schemeClr val="tx1"/>
          </a:solidFill>
          <a:latin typeface="+mn-lt"/>
        </a:defRPr>
      </a:lvl4pPr>
      <a:lvl5pPr marL="2290051" indent="-252880" algn="l" rtl="0" eaLnBrk="0" fontAlgn="base" hangingPunct="0">
        <a:spcBef>
          <a:spcPct val="20000"/>
        </a:spcBef>
        <a:spcAft>
          <a:spcPct val="0"/>
        </a:spcAft>
        <a:buChar char="»"/>
        <a:defRPr sz="2200">
          <a:solidFill>
            <a:schemeClr val="tx1"/>
          </a:solidFill>
          <a:latin typeface="+mn-lt"/>
        </a:defRPr>
      </a:lvl5pPr>
      <a:lvl6pPr marL="2799345" indent="-252880" algn="l" rtl="0" fontAlgn="base">
        <a:spcBef>
          <a:spcPct val="20000"/>
        </a:spcBef>
        <a:spcAft>
          <a:spcPct val="0"/>
        </a:spcAft>
        <a:buChar char="»"/>
        <a:defRPr sz="2200">
          <a:solidFill>
            <a:schemeClr val="tx1"/>
          </a:solidFill>
          <a:latin typeface="+mn-lt"/>
        </a:defRPr>
      </a:lvl6pPr>
      <a:lvl7pPr marL="3308637" indent="-252880" algn="l" rtl="0" fontAlgn="base">
        <a:spcBef>
          <a:spcPct val="20000"/>
        </a:spcBef>
        <a:spcAft>
          <a:spcPct val="0"/>
        </a:spcAft>
        <a:buChar char="»"/>
        <a:defRPr sz="2200">
          <a:solidFill>
            <a:schemeClr val="tx1"/>
          </a:solidFill>
          <a:latin typeface="+mn-lt"/>
        </a:defRPr>
      </a:lvl7pPr>
      <a:lvl8pPr marL="3817931" indent="-252880" algn="l" rtl="0" fontAlgn="base">
        <a:spcBef>
          <a:spcPct val="20000"/>
        </a:spcBef>
        <a:spcAft>
          <a:spcPct val="0"/>
        </a:spcAft>
        <a:buChar char="»"/>
        <a:defRPr sz="2200">
          <a:solidFill>
            <a:schemeClr val="tx1"/>
          </a:solidFill>
          <a:latin typeface="+mn-lt"/>
        </a:defRPr>
      </a:lvl8pPr>
      <a:lvl9pPr marL="4327224" indent="-252880" algn="l" rtl="0" fontAlgn="base">
        <a:spcBef>
          <a:spcPct val="20000"/>
        </a:spcBef>
        <a:spcAft>
          <a:spcPct val="0"/>
        </a:spcAft>
        <a:buChar char="»"/>
        <a:defRPr sz="22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509292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018586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527879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37173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46466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3055758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565052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4074344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7918" name="Picture 30" descr="Cello_CoverDesigns_Cellobluestrip-01"/>
          <p:cNvPicPr>
            <a:picLocks noChangeAspect="1" noChangeArrowheads="1"/>
          </p:cNvPicPr>
          <p:nvPr userDrawn="1"/>
        </p:nvPicPr>
        <p:blipFill>
          <a:blip r:embed="rId2" cstate="print"/>
          <a:srcRect b="3510"/>
          <a:stretch>
            <a:fillRect/>
          </a:stretch>
        </p:blipFill>
        <p:spPr bwMode="auto">
          <a:xfrm>
            <a:off x="228600" y="4697402"/>
            <a:ext cx="9601200" cy="482500"/>
          </a:xfrm>
          <a:prstGeom prst="rect">
            <a:avLst/>
          </a:prstGeom>
          <a:noFill/>
        </p:spPr>
      </p:pic>
      <p:pic>
        <p:nvPicPr>
          <p:cNvPr id="37892" name="Picture 33" descr="Cello_CoverDesigns_FINAL_2-02"/>
          <p:cNvPicPr>
            <a:picLocks noChangeAspect="1" noChangeArrowheads="1"/>
          </p:cNvPicPr>
          <p:nvPr/>
        </p:nvPicPr>
        <p:blipFill>
          <a:blip r:embed="rId3" cstate="print"/>
          <a:srcRect b="13019"/>
          <a:stretch>
            <a:fillRect/>
          </a:stretch>
        </p:blipFill>
        <p:spPr bwMode="auto">
          <a:xfrm>
            <a:off x="228600" y="788038"/>
            <a:ext cx="9601200" cy="385374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33" name="Rectangle 20"/>
          <p:cNvSpPr>
            <a:spLocks noChangeArrowheads="1"/>
          </p:cNvSpPr>
          <p:nvPr/>
        </p:nvSpPr>
        <p:spPr bwMode="auto">
          <a:xfrm>
            <a:off x="228600" y="228600"/>
            <a:ext cx="9601200" cy="7315200"/>
          </a:xfrm>
          <a:prstGeom prst="rect">
            <a:avLst/>
          </a:prstGeom>
          <a:noFill/>
          <a:ln w="38100">
            <a:solidFill>
              <a:srgbClr val="DAD6D3"/>
            </a:solidFill>
            <a:miter lim="800000"/>
            <a:headEnd/>
            <a:tailEnd/>
          </a:ln>
          <a:effectLst/>
        </p:spPr>
        <p:txBody>
          <a:bodyPr wrap="none" lIns="101847" tIns="50923" rIns="101847" bIns="50923" anchor="ctr"/>
          <a:lstStyle/>
          <a:p>
            <a:pPr>
              <a:defRPr/>
            </a:pPr>
            <a:endParaRPr lang="en-US" dirty="0">
              <a:solidFill>
                <a:srgbClr val="000000"/>
              </a:solidFill>
            </a:endParaRPr>
          </a:p>
        </p:txBody>
      </p:sp>
      <p:grpSp>
        <p:nvGrpSpPr>
          <p:cNvPr id="4" name="Group 33"/>
          <p:cNvGrpSpPr>
            <a:grpSpLocks/>
          </p:cNvGrpSpPr>
          <p:nvPr/>
        </p:nvGrpSpPr>
        <p:grpSpPr bwMode="auto">
          <a:xfrm>
            <a:off x="3775395" y="3762061"/>
            <a:ext cx="2507615" cy="3319462"/>
            <a:chOff x="2173" y="2091"/>
            <a:chExt cx="1436" cy="1845"/>
          </a:xfrm>
        </p:grpSpPr>
        <p:sp>
          <p:nvSpPr>
            <p:cNvPr id="323607" name="Freeform 23"/>
            <p:cNvSpPr>
              <a:spLocks/>
            </p:cNvSpPr>
            <p:nvPr userDrawn="1"/>
          </p:nvSpPr>
          <p:spPr bwMode="auto">
            <a:xfrm>
              <a:off x="2191" y="3620"/>
              <a:ext cx="280" cy="316"/>
            </a:xfrm>
            <a:custGeom>
              <a:avLst/>
              <a:gdLst/>
              <a:ahLst/>
              <a:cxnLst>
                <a:cxn ang="0">
                  <a:pos x="828" y="5"/>
                </a:cxn>
                <a:cxn ang="0">
                  <a:pos x="996" y="23"/>
                </a:cxn>
                <a:cxn ang="0">
                  <a:pos x="1126" y="42"/>
                </a:cxn>
                <a:cxn ang="0">
                  <a:pos x="1112" y="133"/>
                </a:cxn>
                <a:cxn ang="0">
                  <a:pos x="1101" y="247"/>
                </a:cxn>
                <a:cxn ang="0">
                  <a:pos x="1096" y="352"/>
                </a:cxn>
                <a:cxn ang="0">
                  <a:pos x="1070" y="361"/>
                </a:cxn>
                <a:cxn ang="0">
                  <a:pos x="1033" y="356"/>
                </a:cxn>
                <a:cxn ang="0">
                  <a:pos x="1012" y="244"/>
                </a:cxn>
                <a:cxn ang="0">
                  <a:pos x="984" y="177"/>
                </a:cxn>
                <a:cxn ang="0">
                  <a:pos x="940" y="135"/>
                </a:cxn>
                <a:cxn ang="0">
                  <a:pos x="859" y="98"/>
                </a:cxn>
                <a:cxn ang="0">
                  <a:pos x="733" y="77"/>
                </a:cxn>
                <a:cxn ang="0">
                  <a:pos x="584" y="79"/>
                </a:cxn>
                <a:cxn ang="0">
                  <a:pos x="449" y="121"/>
                </a:cxn>
                <a:cxn ang="0">
                  <a:pos x="342" y="200"/>
                </a:cxn>
                <a:cxn ang="0">
                  <a:pos x="265" y="312"/>
                </a:cxn>
                <a:cxn ang="0">
                  <a:pos x="216" y="456"/>
                </a:cxn>
                <a:cxn ang="0">
                  <a:pos x="200" y="631"/>
                </a:cxn>
                <a:cxn ang="0">
                  <a:pos x="214" y="775"/>
                </a:cxn>
                <a:cxn ang="0">
                  <a:pos x="251" y="908"/>
                </a:cxn>
                <a:cxn ang="0">
                  <a:pos x="316" y="1024"/>
                </a:cxn>
                <a:cxn ang="0">
                  <a:pos x="405" y="1117"/>
                </a:cxn>
                <a:cxn ang="0">
                  <a:pos x="521" y="1185"/>
                </a:cxn>
                <a:cxn ang="0">
                  <a:pos x="661" y="1222"/>
                </a:cxn>
                <a:cxn ang="0">
                  <a:pos x="791" y="1224"/>
                </a:cxn>
                <a:cxn ang="0">
                  <a:pos x="887" y="1201"/>
                </a:cxn>
                <a:cxn ang="0">
                  <a:pos x="961" y="1157"/>
                </a:cxn>
                <a:cxn ang="0">
                  <a:pos x="1036" y="1075"/>
                </a:cxn>
                <a:cxn ang="0">
                  <a:pos x="1112" y="959"/>
                </a:cxn>
                <a:cxn ang="0">
                  <a:pos x="1140" y="971"/>
                </a:cxn>
                <a:cxn ang="0">
                  <a:pos x="1161" y="992"/>
                </a:cxn>
                <a:cxn ang="0">
                  <a:pos x="1136" y="1066"/>
                </a:cxn>
                <a:cxn ang="0">
                  <a:pos x="1094" y="1150"/>
                </a:cxn>
                <a:cxn ang="0">
                  <a:pos x="1049" y="1222"/>
                </a:cxn>
                <a:cxn ang="0">
                  <a:pos x="1008" y="1264"/>
                </a:cxn>
                <a:cxn ang="0">
                  <a:pos x="928" y="1287"/>
                </a:cxn>
                <a:cxn ang="0">
                  <a:pos x="821" y="1306"/>
                </a:cxn>
                <a:cxn ang="0">
                  <a:pos x="700" y="1315"/>
                </a:cxn>
                <a:cxn ang="0">
                  <a:pos x="507" y="1299"/>
                </a:cxn>
                <a:cxn ang="0">
                  <a:pos x="342" y="1248"/>
                </a:cxn>
                <a:cxn ang="0">
                  <a:pos x="209" y="1164"/>
                </a:cxn>
                <a:cxn ang="0">
                  <a:pos x="107" y="1052"/>
                </a:cxn>
                <a:cxn ang="0">
                  <a:pos x="39" y="910"/>
                </a:cxn>
                <a:cxn ang="0">
                  <a:pos x="5" y="742"/>
                </a:cxn>
                <a:cxn ang="0">
                  <a:pos x="5" y="577"/>
                </a:cxn>
                <a:cxn ang="0">
                  <a:pos x="32" y="435"/>
                </a:cxn>
                <a:cxn ang="0">
                  <a:pos x="95" y="303"/>
                </a:cxn>
                <a:cxn ang="0">
                  <a:pos x="188" y="186"/>
                </a:cxn>
                <a:cxn ang="0">
                  <a:pos x="319" y="93"/>
                </a:cxn>
                <a:cxn ang="0">
                  <a:pos x="461" y="35"/>
                </a:cxn>
                <a:cxn ang="0">
                  <a:pos x="633" y="5"/>
                </a:cxn>
              </a:cxnLst>
              <a:rect l="0" t="0" r="r" b="b"/>
              <a:pathLst>
                <a:path w="1161" h="1315">
                  <a:moveTo>
                    <a:pt x="731" y="0"/>
                  </a:moveTo>
                  <a:lnTo>
                    <a:pt x="828" y="5"/>
                  </a:lnTo>
                  <a:lnTo>
                    <a:pt x="917" y="12"/>
                  </a:lnTo>
                  <a:lnTo>
                    <a:pt x="996" y="23"/>
                  </a:lnTo>
                  <a:lnTo>
                    <a:pt x="1066" y="35"/>
                  </a:lnTo>
                  <a:lnTo>
                    <a:pt x="1126" y="42"/>
                  </a:lnTo>
                  <a:lnTo>
                    <a:pt x="1119" y="84"/>
                  </a:lnTo>
                  <a:lnTo>
                    <a:pt x="1112" y="133"/>
                  </a:lnTo>
                  <a:lnTo>
                    <a:pt x="1108" y="189"/>
                  </a:lnTo>
                  <a:lnTo>
                    <a:pt x="1101" y="247"/>
                  </a:lnTo>
                  <a:lnTo>
                    <a:pt x="1098" y="303"/>
                  </a:lnTo>
                  <a:lnTo>
                    <a:pt x="1096" y="352"/>
                  </a:lnTo>
                  <a:lnTo>
                    <a:pt x="1087" y="356"/>
                  </a:lnTo>
                  <a:lnTo>
                    <a:pt x="1070" y="361"/>
                  </a:lnTo>
                  <a:lnTo>
                    <a:pt x="1040" y="361"/>
                  </a:lnTo>
                  <a:lnTo>
                    <a:pt x="1033" y="356"/>
                  </a:lnTo>
                  <a:lnTo>
                    <a:pt x="1024" y="293"/>
                  </a:lnTo>
                  <a:lnTo>
                    <a:pt x="1012" y="244"/>
                  </a:lnTo>
                  <a:lnTo>
                    <a:pt x="1001" y="207"/>
                  </a:lnTo>
                  <a:lnTo>
                    <a:pt x="984" y="177"/>
                  </a:lnTo>
                  <a:lnTo>
                    <a:pt x="966" y="154"/>
                  </a:lnTo>
                  <a:lnTo>
                    <a:pt x="940" y="135"/>
                  </a:lnTo>
                  <a:lnTo>
                    <a:pt x="912" y="119"/>
                  </a:lnTo>
                  <a:lnTo>
                    <a:pt x="859" y="98"/>
                  </a:lnTo>
                  <a:lnTo>
                    <a:pt x="798" y="84"/>
                  </a:lnTo>
                  <a:lnTo>
                    <a:pt x="733" y="77"/>
                  </a:lnTo>
                  <a:lnTo>
                    <a:pt x="661" y="75"/>
                  </a:lnTo>
                  <a:lnTo>
                    <a:pt x="584" y="79"/>
                  </a:lnTo>
                  <a:lnTo>
                    <a:pt x="514" y="96"/>
                  </a:lnTo>
                  <a:lnTo>
                    <a:pt x="449" y="121"/>
                  </a:lnTo>
                  <a:lnTo>
                    <a:pt x="393" y="156"/>
                  </a:lnTo>
                  <a:lnTo>
                    <a:pt x="342" y="200"/>
                  </a:lnTo>
                  <a:lnTo>
                    <a:pt x="300" y="251"/>
                  </a:lnTo>
                  <a:lnTo>
                    <a:pt x="265" y="312"/>
                  </a:lnTo>
                  <a:lnTo>
                    <a:pt x="237" y="382"/>
                  </a:lnTo>
                  <a:lnTo>
                    <a:pt x="216" y="456"/>
                  </a:lnTo>
                  <a:lnTo>
                    <a:pt x="205" y="540"/>
                  </a:lnTo>
                  <a:lnTo>
                    <a:pt x="200" y="631"/>
                  </a:lnTo>
                  <a:lnTo>
                    <a:pt x="202" y="705"/>
                  </a:lnTo>
                  <a:lnTo>
                    <a:pt x="214" y="775"/>
                  </a:lnTo>
                  <a:lnTo>
                    <a:pt x="228" y="845"/>
                  </a:lnTo>
                  <a:lnTo>
                    <a:pt x="251" y="908"/>
                  </a:lnTo>
                  <a:lnTo>
                    <a:pt x="281" y="968"/>
                  </a:lnTo>
                  <a:lnTo>
                    <a:pt x="316" y="1024"/>
                  </a:lnTo>
                  <a:lnTo>
                    <a:pt x="358" y="1075"/>
                  </a:lnTo>
                  <a:lnTo>
                    <a:pt x="405" y="1117"/>
                  </a:lnTo>
                  <a:lnTo>
                    <a:pt x="458" y="1157"/>
                  </a:lnTo>
                  <a:lnTo>
                    <a:pt x="521" y="1185"/>
                  </a:lnTo>
                  <a:lnTo>
                    <a:pt x="586" y="1208"/>
                  </a:lnTo>
                  <a:lnTo>
                    <a:pt x="661" y="1222"/>
                  </a:lnTo>
                  <a:lnTo>
                    <a:pt x="740" y="1227"/>
                  </a:lnTo>
                  <a:lnTo>
                    <a:pt x="791" y="1224"/>
                  </a:lnTo>
                  <a:lnTo>
                    <a:pt x="840" y="1215"/>
                  </a:lnTo>
                  <a:lnTo>
                    <a:pt x="887" y="1201"/>
                  </a:lnTo>
                  <a:lnTo>
                    <a:pt x="928" y="1182"/>
                  </a:lnTo>
                  <a:lnTo>
                    <a:pt x="961" y="1157"/>
                  </a:lnTo>
                  <a:lnTo>
                    <a:pt x="998" y="1122"/>
                  </a:lnTo>
                  <a:lnTo>
                    <a:pt x="1036" y="1075"/>
                  </a:lnTo>
                  <a:lnTo>
                    <a:pt x="1075" y="1022"/>
                  </a:lnTo>
                  <a:lnTo>
                    <a:pt x="1112" y="959"/>
                  </a:lnTo>
                  <a:lnTo>
                    <a:pt x="1124" y="961"/>
                  </a:lnTo>
                  <a:lnTo>
                    <a:pt x="1140" y="971"/>
                  </a:lnTo>
                  <a:lnTo>
                    <a:pt x="1154" y="980"/>
                  </a:lnTo>
                  <a:lnTo>
                    <a:pt x="1161" y="992"/>
                  </a:lnTo>
                  <a:lnTo>
                    <a:pt x="1152" y="1026"/>
                  </a:lnTo>
                  <a:lnTo>
                    <a:pt x="1136" y="1066"/>
                  </a:lnTo>
                  <a:lnTo>
                    <a:pt x="1117" y="1108"/>
                  </a:lnTo>
                  <a:lnTo>
                    <a:pt x="1094" y="1150"/>
                  </a:lnTo>
                  <a:lnTo>
                    <a:pt x="1073" y="1187"/>
                  </a:lnTo>
                  <a:lnTo>
                    <a:pt x="1049" y="1222"/>
                  </a:lnTo>
                  <a:lnTo>
                    <a:pt x="1026" y="1248"/>
                  </a:lnTo>
                  <a:lnTo>
                    <a:pt x="1008" y="1264"/>
                  </a:lnTo>
                  <a:lnTo>
                    <a:pt x="973" y="1275"/>
                  </a:lnTo>
                  <a:lnTo>
                    <a:pt x="928" y="1287"/>
                  </a:lnTo>
                  <a:lnTo>
                    <a:pt x="877" y="1296"/>
                  </a:lnTo>
                  <a:lnTo>
                    <a:pt x="821" y="1306"/>
                  </a:lnTo>
                  <a:lnTo>
                    <a:pt x="761" y="1313"/>
                  </a:lnTo>
                  <a:lnTo>
                    <a:pt x="700" y="1315"/>
                  </a:lnTo>
                  <a:lnTo>
                    <a:pt x="600" y="1310"/>
                  </a:lnTo>
                  <a:lnTo>
                    <a:pt x="507" y="1299"/>
                  </a:lnTo>
                  <a:lnTo>
                    <a:pt x="421" y="1275"/>
                  </a:lnTo>
                  <a:lnTo>
                    <a:pt x="342" y="1248"/>
                  </a:lnTo>
                  <a:lnTo>
                    <a:pt x="272" y="1210"/>
                  </a:lnTo>
                  <a:lnTo>
                    <a:pt x="209" y="1164"/>
                  </a:lnTo>
                  <a:lnTo>
                    <a:pt x="153" y="1113"/>
                  </a:lnTo>
                  <a:lnTo>
                    <a:pt x="107" y="1052"/>
                  </a:lnTo>
                  <a:lnTo>
                    <a:pt x="70" y="985"/>
                  </a:lnTo>
                  <a:lnTo>
                    <a:pt x="39" y="910"/>
                  </a:lnTo>
                  <a:lnTo>
                    <a:pt x="18" y="831"/>
                  </a:lnTo>
                  <a:lnTo>
                    <a:pt x="5" y="742"/>
                  </a:lnTo>
                  <a:lnTo>
                    <a:pt x="0" y="649"/>
                  </a:lnTo>
                  <a:lnTo>
                    <a:pt x="5" y="577"/>
                  </a:lnTo>
                  <a:lnTo>
                    <a:pt x="14" y="505"/>
                  </a:lnTo>
                  <a:lnTo>
                    <a:pt x="32" y="435"/>
                  </a:lnTo>
                  <a:lnTo>
                    <a:pt x="60" y="365"/>
                  </a:lnTo>
                  <a:lnTo>
                    <a:pt x="95" y="303"/>
                  </a:lnTo>
                  <a:lnTo>
                    <a:pt x="137" y="242"/>
                  </a:lnTo>
                  <a:lnTo>
                    <a:pt x="188" y="186"/>
                  </a:lnTo>
                  <a:lnTo>
                    <a:pt x="249" y="137"/>
                  </a:lnTo>
                  <a:lnTo>
                    <a:pt x="319" y="93"/>
                  </a:lnTo>
                  <a:lnTo>
                    <a:pt x="386" y="61"/>
                  </a:lnTo>
                  <a:lnTo>
                    <a:pt x="461" y="35"/>
                  </a:lnTo>
                  <a:lnTo>
                    <a:pt x="542" y="16"/>
                  </a:lnTo>
                  <a:lnTo>
                    <a:pt x="633" y="5"/>
                  </a:lnTo>
                  <a:lnTo>
                    <a:pt x="731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>
                <a:solidFill>
                  <a:srgbClr val="000000"/>
                </a:solidFill>
              </a:endParaRPr>
            </a:p>
          </p:txBody>
        </p:sp>
        <p:sp>
          <p:nvSpPr>
            <p:cNvPr id="323608" name="Freeform 24"/>
            <p:cNvSpPr>
              <a:spLocks/>
            </p:cNvSpPr>
            <p:nvPr userDrawn="1"/>
          </p:nvSpPr>
          <p:spPr bwMode="auto">
            <a:xfrm>
              <a:off x="2487" y="3627"/>
              <a:ext cx="255" cy="302"/>
            </a:xfrm>
            <a:custGeom>
              <a:avLst/>
              <a:gdLst/>
              <a:ahLst/>
              <a:cxnLst>
                <a:cxn ang="0">
                  <a:pos x="147" y="2"/>
                </a:cxn>
                <a:cxn ang="0">
                  <a:pos x="777" y="9"/>
                </a:cxn>
                <a:cxn ang="0">
                  <a:pos x="919" y="5"/>
                </a:cxn>
                <a:cxn ang="0">
                  <a:pos x="957" y="7"/>
                </a:cxn>
                <a:cxn ang="0">
                  <a:pos x="952" y="56"/>
                </a:cxn>
                <a:cxn ang="0">
                  <a:pos x="929" y="235"/>
                </a:cxn>
                <a:cxn ang="0">
                  <a:pos x="901" y="296"/>
                </a:cxn>
                <a:cxn ang="0">
                  <a:pos x="861" y="291"/>
                </a:cxn>
                <a:cxn ang="0">
                  <a:pos x="845" y="191"/>
                </a:cxn>
                <a:cxn ang="0">
                  <a:pos x="817" y="123"/>
                </a:cxn>
                <a:cxn ang="0">
                  <a:pos x="738" y="93"/>
                </a:cxn>
                <a:cxn ang="0">
                  <a:pos x="475" y="91"/>
                </a:cxn>
                <a:cxn ang="0">
                  <a:pos x="421" y="98"/>
                </a:cxn>
                <a:cxn ang="0">
                  <a:pos x="405" y="130"/>
                </a:cxn>
                <a:cxn ang="0">
                  <a:pos x="403" y="563"/>
                </a:cxn>
                <a:cxn ang="0">
                  <a:pos x="459" y="573"/>
                </a:cxn>
                <a:cxn ang="0">
                  <a:pos x="628" y="573"/>
                </a:cxn>
                <a:cxn ang="0">
                  <a:pos x="745" y="563"/>
                </a:cxn>
                <a:cxn ang="0">
                  <a:pos x="784" y="526"/>
                </a:cxn>
                <a:cxn ang="0">
                  <a:pos x="812" y="426"/>
                </a:cxn>
                <a:cxn ang="0">
                  <a:pos x="868" y="428"/>
                </a:cxn>
                <a:cxn ang="0">
                  <a:pos x="870" y="517"/>
                </a:cxn>
                <a:cxn ang="0">
                  <a:pos x="868" y="754"/>
                </a:cxn>
                <a:cxn ang="0">
                  <a:pos x="836" y="815"/>
                </a:cxn>
                <a:cxn ang="0">
                  <a:pos x="798" y="780"/>
                </a:cxn>
                <a:cxn ang="0">
                  <a:pos x="770" y="694"/>
                </a:cxn>
                <a:cxn ang="0">
                  <a:pos x="717" y="668"/>
                </a:cxn>
                <a:cxn ang="0">
                  <a:pos x="596" y="663"/>
                </a:cxn>
                <a:cxn ang="0">
                  <a:pos x="452" y="663"/>
                </a:cxn>
                <a:cxn ang="0">
                  <a:pos x="407" y="668"/>
                </a:cxn>
                <a:cxn ang="0">
                  <a:pos x="405" y="977"/>
                </a:cxn>
                <a:cxn ang="0">
                  <a:pos x="412" y="1110"/>
                </a:cxn>
                <a:cxn ang="0">
                  <a:pos x="454" y="1159"/>
                </a:cxn>
                <a:cxn ang="0">
                  <a:pos x="561" y="1168"/>
                </a:cxn>
                <a:cxn ang="0">
                  <a:pos x="791" y="1171"/>
                </a:cxn>
                <a:cxn ang="0">
                  <a:pos x="866" y="1143"/>
                </a:cxn>
                <a:cxn ang="0">
                  <a:pos x="924" y="1078"/>
                </a:cxn>
                <a:cxn ang="0">
                  <a:pos x="1003" y="929"/>
                </a:cxn>
                <a:cxn ang="0">
                  <a:pos x="1050" y="943"/>
                </a:cxn>
                <a:cxn ang="0">
                  <a:pos x="1045" y="1022"/>
                </a:cxn>
                <a:cxn ang="0">
                  <a:pos x="1005" y="1157"/>
                </a:cxn>
                <a:cxn ang="0">
                  <a:pos x="971" y="1238"/>
                </a:cxn>
                <a:cxn ang="0">
                  <a:pos x="926" y="1257"/>
                </a:cxn>
                <a:cxn ang="0">
                  <a:pos x="654" y="1257"/>
                </a:cxn>
                <a:cxn ang="0">
                  <a:pos x="230" y="1250"/>
                </a:cxn>
                <a:cxn ang="0">
                  <a:pos x="7" y="1257"/>
                </a:cxn>
                <a:cxn ang="0">
                  <a:pos x="2" y="1210"/>
                </a:cxn>
                <a:cxn ang="0">
                  <a:pos x="93" y="1189"/>
                </a:cxn>
                <a:cxn ang="0">
                  <a:pos x="184" y="1168"/>
                </a:cxn>
                <a:cxn ang="0">
                  <a:pos x="223" y="1105"/>
                </a:cxn>
                <a:cxn ang="0">
                  <a:pos x="230" y="1008"/>
                </a:cxn>
                <a:cxn ang="0">
                  <a:pos x="228" y="182"/>
                </a:cxn>
                <a:cxn ang="0">
                  <a:pos x="209" y="98"/>
                </a:cxn>
                <a:cxn ang="0">
                  <a:pos x="140" y="70"/>
                </a:cxn>
                <a:cxn ang="0">
                  <a:pos x="56" y="47"/>
                </a:cxn>
                <a:cxn ang="0">
                  <a:pos x="63" y="0"/>
                </a:cxn>
              </a:cxnLst>
              <a:rect l="0" t="0" r="r" b="b"/>
              <a:pathLst>
                <a:path w="1061" h="1259">
                  <a:moveTo>
                    <a:pt x="63" y="0"/>
                  </a:moveTo>
                  <a:lnTo>
                    <a:pt x="98" y="0"/>
                  </a:lnTo>
                  <a:lnTo>
                    <a:pt x="147" y="2"/>
                  </a:lnTo>
                  <a:lnTo>
                    <a:pt x="203" y="7"/>
                  </a:lnTo>
                  <a:lnTo>
                    <a:pt x="265" y="9"/>
                  </a:lnTo>
                  <a:lnTo>
                    <a:pt x="777" y="9"/>
                  </a:lnTo>
                  <a:lnTo>
                    <a:pt x="829" y="7"/>
                  </a:lnTo>
                  <a:lnTo>
                    <a:pt x="877" y="7"/>
                  </a:lnTo>
                  <a:lnTo>
                    <a:pt x="919" y="5"/>
                  </a:lnTo>
                  <a:lnTo>
                    <a:pt x="952" y="0"/>
                  </a:lnTo>
                  <a:lnTo>
                    <a:pt x="954" y="2"/>
                  </a:lnTo>
                  <a:lnTo>
                    <a:pt x="957" y="7"/>
                  </a:lnTo>
                  <a:lnTo>
                    <a:pt x="961" y="9"/>
                  </a:lnTo>
                  <a:lnTo>
                    <a:pt x="961" y="12"/>
                  </a:lnTo>
                  <a:lnTo>
                    <a:pt x="952" y="56"/>
                  </a:lnTo>
                  <a:lnTo>
                    <a:pt x="943" y="112"/>
                  </a:lnTo>
                  <a:lnTo>
                    <a:pt x="936" y="172"/>
                  </a:lnTo>
                  <a:lnTo>
                    <a:pt x="929" y="235"/>
                  </a:lnTo>
                  <a:lnTo>
                    <a:pt x="924" y="289"/>
                  </a:lnTo>
                  <a:lnTo>
                    <a:pt x="915" y="293"/>
                  </a:lnTo>
                  <a:lnTo>
                    <a:pt x="901" y="296"/>
                  </a:lnTo>
                  <a:lnTo>
                    <a:pt x="884" y="296"/>
                  </a:lnTo>
                  <a:lnTo>
                    <a:pt x="870" y="293"/>
                  </a:lnTo>
                  <a:lnTo>
                    <a:pt x="861" y="291"/>
                  </a:lnTo>
                  <a:lnTo>
                    <a:pt x="856" y="251"/>
                  </a:lnTo>
                  <a:lnTo>
                    <a:pt x="852" y="219"/>
                  </a:lnTo>
                  <a:lnTo>
                    <a:pt x="845" y="191"/>
                  </a:lnTo>
                  <a:lnTo>
                    <a:pt x="840" y="168"/>
                  </a:lnTo>
                  <a:lnTo>
                    <a:pt x="831" y="142"/>
                  </a:lnTo>
                  <a:lnTo>
                    <a:pt x="817" y="123"/>
                  </a:lnTo>
                  <a:lnTo>
                    <a:pt x="798" y="107"/>
                  </a:lnTo>
                  <a:lnTo>
                    <a:pt x="773" y="98"/>
                  </a:lnTo>
                  <a:lnTo>
                    <a:pt x="738" y="93"/>
                  </a:lnTo>
                  <a:lnTo>
                    <a:pt x="719" y="93"/>
                  </a:lnTo>
                  <a:lnTo>
                    <a:pt x="687" y="91"/>
                  </a:lnTo>
                  <a:lnTo>
                    <a:pt x="475" y="91"/>
                  </a:lnTo>
                  <a:lnTo>
                    <a:pt x="447" y="93"/>
                  </a:lnTo>
                  <a:lnTo>
                    <a:pt x="431" y="93"/>
                  </a:lnTo>
                  <a:lnTo>
                    <a:pt x="421" y="98"/>
                  </a:lnTo>
                  <a:lnTo>
                    <a:pt x="412" y="109"/>
                  </a:lnTo>
                  <a:lnTo>
                    <a:pt x="407" y="121"/>
                  </a:lnTo>
                  <a:lnTo>
                    <a:pt x="405" y="130"/>
                  </a:lnTo>
                  <a:lnTo>
                    <a:pt x="405" y="186"/>
                  </a:lnTo>
                  <a:lnTo>
                    <a:pt x="403" y="249"/>
                  </a:lnTo>
                  <a:lnTo>
                    <a:pt x="403" y="563"/>
                  </a:lnTo>
                  <a:lnTo>
                    <a:pt x="405" y="568"/>
                  </a:lnTo>
                  <a:lnTo>
                    <a:pt x="414" y="573"/>
                  </a:lnTo>
                  <a:lnTo>
                    <a:pt x="459" y="573"/>
                  </a:lnTo>
                  <a:lnTo>
                    <a:pt x="512" y="575"/>
                  </a:lnTo>
                  <a:lnTo>
                    <a:pt x="570" y="575"/>
                  </a:lnTo>
                  <a:lnTo>
                    <a:pt x="628" y="573"/>
                  </a:lnTo>
                  <a:lnTo>
                    <a:pt x="680" y="570"/>
                  </a:lnTo>
                  <a:lnTo>
                    <a:pt x="721" y="568"/>
                  </a:lnTo>
                  <a:lnTo>
                    <a:pt x="745" y="563"/>
                  </a:lnTo>
                  <a:lnTo>
                    <a:pt x="763" y="554"/>
                  </a:lnTo>
                  <a:lnTo>
                    <a:pt x="775" y="542"/>
                  </a:lnTo>
                  <a:lnTo>
                    <a:pt x="784" y="526"/>
                  </a:lnTo>
                  <a:lnTo>
                    <a:pt x="791" y="507"/>
                  </a:lnTo>
                  <a:lnTo>
                    <a:pt x="803" y="470"/>
                  </a:lnTo>
                  <a:lnTo>
                    <a:pt x="812" y="426"/>
                  </a:lnTo>
                  <a:lnTo>
                    <a:pt x="829" y="424"/>
                  </a:lnTo>
                  <a:lnTo>
                    <a:pt x="850" y="424"/>
                  </a:lnTo>
                  <a:lnTo>
                    <a:pt x="868" y="428"/>
                  </a:lnTo>
                  <a:lnTo>
                    <a:pt x="880" y="433"/>
                  </a:lnTo>
                  <a:lnTo>
                    <a:pt x="875" y="470"/>
                  </a:lnTo>
                  <a:lnTo>
                    <a:pt x="870" y="517"/>
                  </a:lnTo>
                  <a:lnTo>
                    <a:pt x="866" y="624"/>
                  </a:lnTo>
                  <a:lnTo>
                    <a:pt x="866" y="694"/>
                  </a:lnTo>
                  <a:lnTo>
                    <a:pt x="868" y="754"/>
                  </a:lnTo>
                  <a:lnTo>
                    <a:pt x="870" y="808"/>
                  </a:lnTo>
                  <a:lnTo>
                    <a:pt x="856" y="812"/>
                  </a:lnTo>
                  <a:lnTo>
                    <a:pt x="836" y="815"/>
                  </a:lnTo>
                  <a:lnTo>
                    <a:pt x="815" y="815"/>
                  </a:lnTo>
                  <a:lnTo>
                    <a:pt x="801" y="808"/>
                  </a:lnTo>
                  <a:lnTo>
                    <a:pt x="798" y="780"/>
                  </a:lnTo>
                  <a:lnTo>
                    <a:pt x="789" y="742"/>
                  </a:lnTo>
                  <a:lnTo>
                    <a:pt x="780" y="710"/>
                  </a:lnTo>
                  <a:lnTo>
                    <a:pt x="770" y="694"/>
                  </a:lnTo>
                  <a:lnTo>
                    <a:pt x="759" y="682"/>
                  </a:lnTo>
                  <a:lnTo>
                    <a:pt x="740" y="673"/>
                  </a:lnTo>
                  <a:lnTo>
                    <a:pt x="717" y="668"/>
                  </a:lnTo>
                  <a:lnTo>
                    <a:pt x="684" y="666"/>
                  </a:lnTo>
                  <a:lnTo>
                    <a:pt x="642" y="663"/>
                  </a:lnTo>
                  <a:lnTo>
                    <a:pt x="596" y="663"/>
                  </a:lnTo>
                  <a:lnTo>
                    <a:pt x="545" y="661"/>
                  </a:lnTo>
                  <a:lnTo>
                    <a:pt x="496" y="661"/>
                  </a:lnTo>
                  <a:lnTo>
                    <a:pt x="452" y="663"/>
                  </a:lnTo>
                  <a:lnTo>
                    <a:pt x="414" y="663"/>
                  </a:lnTo>
                  <a:lnTo>
                    <a:pt x="410" y="666"/>
                  </a:lnTo>
                  <a:lnTo>
                    <a:pt x="407" y="668"/>
                  </a:lnTo>
                  <a:lnTo>
                    <a:pt x="403" y="675"/>
                  </a:lnTo>
                  <a:lnTo>
                    <a:pt x="403" y="912"/>
                  </a:lnTo>
                  <a:lnTo>
                    <a:pt x="405" y="977"/>
                  </a:lnTo>
                  <a:lnTo>
                    <a:pt x="405" y="1036"/>
                  </a:lnTo>
                  <a:lnTo>
                    <a:pt x="407" y="1082"/>
                  </a:lnTo>
                  <a:lnTo>
                    <a:pt x="412" y="1110"/>
                  </a:lnTo>
                  <a:lnTo>
                    <a:pt x="421" y="1133"/>
                  </a:lnTo>
                  <a:lnTo>
                    <a:pt x="438" y="1150"/>
                  </a:lnTo>
                  <a:lnTo>
                    <a:pt x="454" y="1159"/>
                  </a:lnTo>
                  <a:lnTo>
                    <a:pt x="479" y="1164"/>
                  </a:lnTo>
                  <a:lnTo>
                    <a:pt x="517" y="1166"/>
                  </a:lnTo>
                  <a:lnTo>
                    <a:pt x="561" y="1168"/>
                  </a:lnTo>
                  <a:lnTo>
                    <a:pt x="663" y="1173"/>
                  </a:lnTo>
                  <a:lnTo>
                    <a:pt x="752" y="1173"/>
                  </a:lnTo>
                  <a:lnTo>
                    <a:pt x="791" y="1171"/>
                  </a:lnTo>
                  <a:lnTo>
                    <a:pt x="822" y="1164"/>
                  </a:lnTo>
                  <a:lnTo>
                    <a:pt x="847" y="1157"/>
                  </a:lnTo>
                  <a:lnTo>
                    <a:pt x="866" y="1143"/>
                  </a:lnTo>
                  <a:lnTo>
                    <a:pt x="884" y="1126"/>
                  </a:lnTo>
                  <a:lnTo>
                    <a:pt x="903" y="1105"/>
                  </a:lnTo>
                  <a:lnTo>
                    <a:pt x="924" y="1078"/>
                  </a:lnTo>
                  <a:lnTo>
                    <a:pt x="945" y="1045"/>
                  </a:lnTo>
                  <a:lnTo>
                    <a:pt x="987" y="966"/>
                  </a:lnTo>
                  <a:lnTo>
                    <a:pt x="1003" y="929"/>
                  </a:lnTo>
                  <a:lnTo>
                    <a:pt x="1015" y="929"/>
                  </a:lnTo>
                  <a:lnTo>
                    <a:pt x="1033" y="936"/>
                  </a:lnTo>
                  <a:lnTo>
                    <a:pt x="1050" y="943"/>
                  </a:lnTo>
                  <a:lnTo>
                    <a:pt x="1061" y="950"/>
                  </a:lnTo>
                  <a:lnTo>
                    <a:pt x="1054" y="982"/>
                  </a:lnTo>
                  <a:lnTo>
                    <a:pt x="1045" y="1022"/>
                  </a:lnTo>
                  <a:lnTo>
                    <a:pt x="1033" y="1066"/>
                  </a:lnTo>
                  <a:lnTo>
                    <a:pt x="1019" y="1112"/>
                  </a:lnTo>
                  <a:lnTo>
                    <a:pt x="1005" y="1157"/>
                  </a:lnTo>
                  <a:lnTo>
                    <a:pt x="991" y="1196"/>
                  </a:lnTo>
                  <a:lnTo>
                    <a:pt x="978" y="1226"/>
                  </a:lnTo>
                  <a:lnTo>
                    <a:pt x="971" y="1238"/>
                  </a:lnTo>
                  <a:lnTo>
                    <a:pt x="961" y="1245"/>
                  </a:lnTo>
                  <a:lnTo>
                    <a:pt x="947" y="1252"/>
                  </a:lnTo>
                  <a:lnTo>
                    <a:pt x="926" y="1257"/>
                  </a:lnTo>
                  <a:lnTo>
                    <a:pt x="896" y="1259"/>
                  </a:lnTo>
                  <a:lnTo>
                    <a:pt x="752" y="1259"/>
                  </a:lnTo>
                  <a:lnTo>
                    <a:pt x="654" y="1257"/>
                  </a:lnTo>
                  <a:lnTo>
                    <a:pt x="554" y="1252"/>
                  </a:lnTo>
                  <a:lnTo>
                    <a:pt x="445" y="1250"/>
                  </a:lnTo>
                  <a:lnTo>
                    <a:pt x="230" y="1250"/>
                  </a:lnTo>
                  <a:lnTo>
                    <a:pt x="147" y="1254"/>
                  </a:lnTo>
                  <a:lnTo>
                    <a:pt x="72" y="1257"/>
                  </a:lnTo>
                  <a:lnTo>
                    <a:pt x="7" y="1257"/>
                  </a:lnTo>
                  <a:lnTo>
                    <a:pt x="2" y="1245"/>
                  </a:lnTo>
                  <a:lnTo>
                    <a:pt x="0" y="1229"/>
                  </a:lnTo>
                  <a:lnTo>
                    <a:pt x="2" y="1210"/>
                  </a:lnTo>
                  <a:lnTo>
                    <a:pt x="7" y="1199"/>
                  </a:lnTo>
                  <a:lnTo>
                    <a:pt x="51" y="1194"/>
                  </a:lnTo>
                  <a:lnTo>
                    <a:pt x="93" y="1189"/>
                  </a:lnTo>
                  <a:lnTo>
                    <a:pt x="128" y="1185"/>
                  </a:lnTo>
                  <a:lnTo>
                    <a:pt x="158" y="1178"/>
                  </a:lnTo>
                  <a:lnTo>
                    <a:pt x="184" y="1168"/>
                  </a:lnTo>
                  <a:lnTo>
                    <a:pt x="203" y="1154"/>
                  </a:lnTo>
                  <a:lnTo>
                    <a:pt x="214" y="1133"/>
                  </a:lnTo>
                  <a:lnTo>
                    <a:pt x="223" y="1105"/>
                  </a:lnTo>
                  <a:lnTo>
                    <a:pt x="228" y="1068"/>
                  </a:lnTo>
                  <a:lnTo>
                    <a:pt x="228" y="1045"/>
                  </a:lnTo>
                  <a:lnTo>
                    <a:pt x="230" y="1008"/>
                  </a:lnTo>
                  <a:lnTo>
                    <a:pt x="230" y="244"/>
                  </a:lnTo>
                  <a:lnTo>
                    <a:pt x="228" y="205"/>
                  </a:lnTo>
                  <a:lnTo>
                    <a:pt x="228" y="182"/>
                  </a:lnTo>
                  <a:lnTo>
                    <a:pt x="226" y="144"/>
                  </a:lnTo>
                  <a:lnTo>
                    <a:pt x="219" y="116"/>
                  </a:lnTo>
                  <a:lnTo>
                    <a:pt x="209" y="98"/>
                  </a:lnTo>
                  <a:lnTo>
                    <a:pt x="193" y="86"/>
                  </a:lnTo>
                  <a:lnTo>
                    <a:pt x="168" y="77"/>
                  </a:lnTo>
                  <a:lnTo>
                    <a:pt x="140" y="70"/>
                  </a:lnTo>
                  <a:lnTo>
                    <a:pt x="102" y="63"/>
                  </a:lnTo>
                  <a:lnTo>
                    <a:pt x="61" y="58"/>
                  </a:lnTo>
                  <a:lnTo>
                    <a:pt x="56" y="47"/>
                  </a:lnTo>
                  <a:lnTo>
                    <a:pt x="54" y="30"/>
                  </a:lnTo>
                  <a:lnTo>
                    <a:pt x="58" y="12"/>
                  </a:lnTo>
                  <a:lnTo>
                    <a:pt x="63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>
                <a:solidFill>
                  <a:srgbClr val="000000"/>
                </a:solidFill>
              </a:endParaRPr>
            </a:p>
          </p:txBody>
        </p:sp>
        <p:sp>
          <p:nvSpPr>
            <p:cNvPr id="323609" name="Freeform 25"/>
            <p:cNvSpPr>
              <a:spLocks/>
            </p:cNvSpPr>
            <p:nvPr userDrawn="1"/>
          </p:nvSpPr>
          <p:spPr bwMode="auto">
            <a:xfrm>
              <a:off x="2760" y="3627"/>
              <a:ext cx="256" cy="303"/>
            </a:xfrm>
            <a:custGeom>
              <a:avLst/>
              <a:gdLst/>
              <a:ahLst/>
              <a:cxnLst>
                <a:cxn ang="0">
                  <a:pos x="74" y="0"/>
                </a:cxn>
                <a:cxn ang="0">
                  <a:pos x="165" y="5"/>
                </a:cxn>
                <a:cxn ang="0">
                  <a:pos x="370" y="7"/>
                </a:cxn>
                <a:cxn ang="0">
                  <a:pos x="479" y="3"/>
                </a:cxn>
                <a:cxn ang="0">
                  <a:pos x="547" y="0"/>
                </a:cxn>
                <a:cxn ang="0">
                  <a:pos x="554" y="31"/>
                </a:cxn>
                <a:cxn ang="0">
                  <a:pos x="547" y="59"/>
                </a:cxn>
                <a:cxn ang="0">
                  <a:pos x="486" y="68"/>
                </a:cxn>
                <a:cxn ang="0">
                  <a:pos x="444" y="75"/>
                </a:cxn>
                <a:cxn ang="0">
                  <a:pos x="405" y="98"/>
                </a:cxn>
                <a:cxn ang="0">
                  <a:pos x="391" y="133"/>
                </a:cxn>
                <a:cxn ang="0">
                  <a:pos x="386" y="200"/>
                </a:cxn>
                <a:cxn ang="0">
                  <a:pos x="384" y="331"/>
                </a:cxn>
                <a:cxn ang="0">
                  <a:pos x="381" y="498"/>
                </a:cxn>
                <a:cxn ang="0">
                  <a:pos x="384" y="982"/>
                </a:cxn>
                <a:cxn ang="0">
                  <a:pos x="388" y="1096"/>
                </a:cxn>
                <a:cxn ang="0">
                  <a:pos x="405" y="1136"/>
                </a:cxn>
                <a:cxn ang="0">
                  <a:pos x="428" y="1155"/>
                </a:cxn>
                <a:cxn ang="0">
                  <a:pos x="489" y="1164"/>
                </a:cxn>
                <a:cxn ang="0">
                  <a:pos x="582" y="1169"/>
                </a:cxn>
                <a:cxn ang="0">
                  <a:pos x="763" y="1171"/>
                </a:cxn>
                <a:cxn ang="0">
                  <a:pos x="812" y="1159"/>
                </a:cxn>
                <a:cxn ang="0">
                  <a:pos x="861" y="1124"/>
                </a:cxn>
                <a:cxn ang="0">
                  <a:pos x="907" y="1062"/>
                </a:cxn>
                <a:cxn ang="0">
                  <a:pos x="956" y="973"/>
                </a:cxn>
                <a:cxn ang="0">
                  <a:pos x="1003" y="873"/>
                </a:cxn>
                <a:cxn ang="0">
                  <a:pos x="1035" y="878"/>
                </a:cxn>
                <a:cxn ang="0">
                  <a:pos x="1063" y="896"/>
                </a:cxn>
                <a:cxn ang="0">
                  <a:pos x="1045" y="973"/>
                </a:cxn>
                <a:cxn ang="0">
                  <a:pos x="1019" y="1071"/>
                </a:cxn>
                <a:cxn ang="0">
                  <a:pos x="987" y="1164"/>
                </a:cxn>
                <a:cxn ang="0">
                  <a:pos x="959" y="1231"/>
                </a:cxn>
                <a:cxn ang="0">
                  <a:pos x="935" y="1252"/>
                </a:cxn>
                <a:cxn ang="0">
                  <a:pos x="875" y="1259"/>
                </a:cxn>
                <a:cxn ang="0">
                  <a:pos x="775" y="1257"/>
                </a:cxn>
                <a:cxn ang="0">
                  <a:pos x="644" y="1255"/>
                </a:cxn>
                <a:cxn ang="0">
                  <a:pos x="507" y="1252"/>
                </a:cxn>
                <a:cxn ang="0">
                  <a:pos x="384" y="1250"/>
                </a:cxn>
                <a:cxn ang="0">
                  <a:pos x="251" y="1248"/>
                </a:cxn>
                <a:cxn ang="0">
                  <a:pos x="156" y="1250"/>
                </a:cxn>
                <a:cxn ang="0">
                  <a:pos x="65" y="1252"/>
                </a:cxn>
                <a:cxn ang="0">
                  <a:pos x="7" y="1255"/>
                </a:cxn>
                <a:cxn ang="0">
                  <a:pos x="2" y="1231"/>
                </a:cxn>
                <a:cxn ang="0">
                  <a:pos x="2" y="1204"/>
                </a:cxn>
                <a:cxn ang="0">
                  <a:pos x="49" y="1192"/>
                </a:cxn>
                <a:cxn ang="0">
                  <a:pos x="111" y="1185"/>
                </a:cxn>
                <a:cxn ang="0">
                  <a:pos x="170" y="1166"/>
                </a:cxn>
                <a:cxn ang="0">
                  <a:pos x="198" y="1127"/>
                </a:cxn>
                <a:cxn ang="0">
                  <a:pos x="205" y="1062"/>
                </a:cxn>
                <a:cxn ang="0">
                  <a:pos x="207" y="952"/>
                </a:cxn>
                <a:cxn ang="0">
                  <a:pos x="212" y="787"/>
                </a:cxn>
                <a:cxn ang="0">
                  <a:pos x="209" y="268"/>
                </a:cxn>
                <a:cxn ang="0">
                  <a:pos x="207" y="194"/>
                </a:cxn>
                <a:cxn ang="0">
                  <a:pos x="200" y="119"/>
                </a:cxn>
                <a:cxn ang="0">
                  <a:pos x="170" y="84"/>
                </a:cxn>
                <a:cxn ang="0">
                  <a:pos x="118" y="70"/>
                </a:cxn>
                <a:cxn ang="0">
                  <a:pos x="60" y="61"/>
                </a:cxn>
                <a:cxn ang="0">
                  <a:pos x="28" y="47"/>
                </a:cxn>
                <a:cxn ang="0">
                  <a:pos x="30" y="12"/>
                </a:cxn>
              </a:cxnLst>
              <a:rect l="0" t="0" r="r" b="b"/>
              <a:pathLst>
                <a:path w="1063" h="1259">
                  <a:moveTo>
                    <a:pt x="37" y="0"/>
                  </a:moveTo>
                  <a:lnTo>
                    <a:pt x="74" y="0"/>
                  </a:lnTo>
                  <a:lnTo>
                    <a:pt x="114" y="3"/>
                  </a:lnTo>
                  <a:lnTo>
                    <a:pt x="165" y="5"/>
                  </a:lnTo>
                  <a:lnTo>
                    <a:pt x="223" y="7"/>
                  </a:lnTo>
                  <a:lnTo>
                    <a:pt x="370" y="7"/>
                  </a:lnTo>
                  <a:lnTo>
                    <a:pt x="430" y="5"/>
                  </a:lnTo>
                  <a:lnTo>
                    <a:pt x="479" y="3"/>
                  </a:lnTo>
                  <a:lnTo>
                    <a:pt x="516" y="0"/>
                  </a:lnTo>
                  <a:lnTo>
                    <a:pt x="547" y="0"/>
                  </a:lnTo>
                  <a:lnTo>
                    <a:pt x="551" y="12"/>
                  </a:lnTo>
                  <a:lnTo>
                    <a:pt x="554" y="31"/>
                  </a:lnTo>
                  <a:lnTo>
                    <a:pt x="551" y="47"/>
                  </a:lnTo>
                  <a:lnTo>
                    <a:pt x="547" y="59"/>
                  </a:lnTo>
                  <a:lnTo>
                    <a:pt x="512" y="63"/>
                  </a:lnTo>
                  <a:lnTo>
                    <a:pt x="486" y="68"/>
                  </a:lnTo>
                  <a:lnTo>
                    <a:pt x="463" y="70"/>
                  </a:lnTo>
                  <a:lnTo>
                    <a:pt x="444" y="75"/>
                  </a:lnTo>
                  <a:lnTo>
                    <a:pt x="421" y="84"/>
                  </a:lnTo>
                  <a:lnTo>
                    <a:pt x="405" y="98"/>
                  </a:lnTo>
                  <a:lnTo>
                    <a:pt x="395" y="114"/>
                  </a:lnTo>
                  <a:lnTo>
                    <a:pt x="391" y="133"/>
                  </a:lnTo>
                  <a:lnTo>
                    <a:pt x="388" y="156"/>
                  </a:lnTo>
                  <a:lnTo>
                    <a:pt x="386" y="200"/>
                  </a:lnTo>
                  <a:lnTo>
                    <a:pt x="386" y="259"/>
                  </a:lnTo>
                  <a:lnTo>
                    <a:pt x="384" y="331"/>
                  </a:lnTo>
                  <a:lnTo>
                    <a:pt x="384" y="410"/>
                  </a:lnTo>
                  <a:lnTo>
                    <a:pt x="381" y="498"/>
                  </a:lnTo>
                  <a:lnTo>
                    <a:pt x="381" y="906"/>
                  </a:lnTo>
                  <a:lnTo>
                    <a:pt x="384" y="982"/>
                  </a:lnTo>
                  <a:lnTo>
                    <a:pt x="386" y="1048"/>
                  </a:lnTo>
                  <a:lnTo>
                    <a:pt x="388" y="1096"/>
                  </a:lnTo>
                  <a:lnTo>
                    <a:pt x="393" y="1120"/>
                  </a:lnTo>
                  <a:lnTo>
                    <a:pt x="405" y="1136"/>
                  </a:lnTo>
                  <a:lnTo>
                    <a:pt x="416" y="1148"/>
                  </a:lnTo>
                  <a:lnTo>
                    <a:pt x="428" y="1155"/>
                  </a:lnTo>
                  <a:lnTo>
                    <a:pt x="454" y="1159"/>
                  </a:lnTo>
                  <a:lnTo>
                    <a:pt x="489" y="1164"/>
                  </a:lnTo>
                  <a:lnTo>
                    <a:pt x="533" y="1166"/>
                  </a:lnTo>
                  <a:lnTo>
                    <a:pt x="582" y="1169"/>
                  </a:lnTo>
                  <a:lnTo>
                    <a:pt x="633" y="1171"/>
                  </a:lnTo>
                  <a:lnTo>
                    <a:pt x="763" y="1171"/>
                  </a:lnTo>
                  <a:lnTo>
                    <a:pt x="789" y="1169"/>
                  </a:lnTo>
                  <a:lnTo>
                    <a:pt x="812" y="1159"/>
                  </a:lnTo>
                  <a:lnTo>
                    <a:pt x="835" y="1148"/>
                  </a:lnTo>
                  <a:lnTo>
                    <a:pt x="861" y="1124"/>
                  </a:lnTo>
                  <a:lnTo>
                    <a:pt x="884" y="1094"/>
                  </a:lnTo>
                  <a:lnTo>
                    <a:pt x="907" y="1062"/>
                  </a:lnTo>
                  <a:lnTo>
                    <a:pt x="931" y="1020"/>
                  </a:lnTo>
                  <a:lnTo>
                    <a:pt x="956" y="973"/>
                  </a:lnTo>
                  <a:lnTo>
                    <a:pt x="980" y="924"/>
                  </a:lnTo>
                  <a:lnTo>
                    <a:pt x="1003" y="873"/>
                  </a:lnTo>
                  <a:lnTo>
                    <a:pt x="1017" y="873"/>
                  </a:lnTo>
                  <a:lnTo>
                    <a:pt x="1035" y="878"/>
                  </a:lnTo>
                  <a:lnTo>
                    <a:pt x="1052" y="887"/>
                  </a:lnTo>
                  <a:lnTo>
                    <a:pt x="1063" y="896"/>
                  </a:lnTo>
                  <a:lnTo>
                    <a:pt x="1056" y="931"/>
                  </a:lnTo>
                  <a:lnTo>
                    <a:pt x="1045" y="973"/>
                  </a:lnTo>
                  <a:lnTo>
                    <a:pt x="1033" y="1020"/>
                  </a:lnTo>
                  <a:lnTo>
                    <a:pt x="1019" y="1071"/>
                  </a:lnTo>
                  <a:lnTo>
                    <a:pt x="1003" y="1120"/>
                  </a:lnTo>
                  <a:lnTo>
                    <a:pt x="987" y="1164"/>
                  </a:lnTo>
                  <a:lnTo>
                    <a:pt x="973" y="1204"/>
                  </a:lnTo>
                  <a:lnTo>
                    <a:pt x="959" y="1231"/>
                  </a:lnTo>
                  <a:lnTo>
                    <a:pt x="949" y="1243"/>
                  </a:lnTo>
                  <a:lnTo>
                    <a:pt x="935" y="1252"/>
                  </a:lnTo>
                  <a:lnTo>
                    <a:pt x="910" y="1257"/>
                  </a:lnTo>
                  <a:lnTo>
                    <a:pt x="875" y="1259"/>
                  </a:lnTo>
                  <a:lnTo>
                    <a:pt x="831" y="1259"/>
                  </a:lnTo>
                  <a:lnTo>
                    <a:pt x="775" y="1257"/>
                  </a:lnTo>
                  <a:lnTo>
                    <a:pt x="712" y="1257"/>
                  </a:lnTo>
                  <a:lnTo>
                    <a:pt x="644" y="1255"/>
                  </a:lnTo>
                  <a:lnTo>
                    <a:pt x="575" y="1255"/>
                  </a:lnTo>
                  <a:lnTo>
                    <a:pt x="507" y="1252"/>
                  </a:lnTo>
                  <a:lnTo>
                    <a:pt x="442" y="1250"/>
                  </a:lnTo>
                  <a:lnTo>
                    <a:pt x="384" y="1250"/>
                  </a:lnTo>
                  <a:lnTo>
                    <a:pt x="333" y="1248"/>
                  </a:lnTo>
                  <a:lnTo>
                    <a:pt x="251" y="1248"/>
                  </a:lnTo>
                  <a:lnTo>
                    <a:pt x="205" y="1250"/>
                  </a:lnTo>
                  <a:lnTo>
                    <a:pt x="156" y="1250"/>
                  </a:lnTo>
                  <a:lnTo>
                    <a:pt x="107" y="1252"/>
                  </a:lnTo>
                  <a:lnTo>
                    <a:pt x="65" y="1252"/>
                  </a:lnTo>
                  <a:lnTo>
                    <a:pt x="30" y="1255"/>
                  </a:lnTo>
                  <a:lnTo>
                    <a:pt x="7" y="1255"/>
                  </a:lnTo>
                  <a:lnTo>
                    <a:pt x="2" y="1245"/>
                  </a:lnTo>
                  <a:lnTo>
                    <a:pt x="2" y="1231"/>
                  </a:lnTo>
                  <a:lnTo>
                    <a:pt x="0" y="1218"/>
                  </a:lnTo>
                  <a:lnTo>
                    <a:pt x="2" y="1204"/>
                  </a:lnTo>
                  <a:lnTo>
                    <a:pt x="7" y="1197"/>
                  </a:lnTo>
                  <a:lnTo>
                    <a:pt x="49" y="1192"/>
                  </a:lnTo>
                  <a:lnTo>
                    <a:pt x="81" y="1187"/>
                  </a:lnTo>
                  <a:lnTo>
                    <a:pt x="111" y="1185"/>
                  </a:lnTo>
                  <a:lnTo>
                    <a:pt x="139" y="1178"/>
                  </a:lnTo>
                  <a:lnTo>
                    <a:pt x="170" y="1166"/>
                  </a:lnTo>
                  <a:lnTo>
                    <a:pt x="188" y="1150"/>
                  </a:lnTo>
                  <a:lnTo>
                    <a:pt x="198" y="1127"/>
                  </a:lnTo>
                  <a:lnTo>
                    <a:pt x="202" y="1094"/>
                  </a:lnTo>
                  <a:lnTo>
                    <a:pt x="205" y="1062"/>
                  </a:lnTo>
                  <a:lnTo>
                    <a:pt x="207" y="1015"/>
                  </a:lnTo>
                  <a:lnTo>
                    <a:pt x="207" y="952"/>
                  </a:lnTo>
                  <a:lnTo>
                    <a:pt x="209" y="875"/>
                  </a:lnTo>
                  <a:lnTo>
                    <a:pt x="212" y="787"/>
                  </a:lnTo>
                  <a:lnTo>
                    <a:pt x="212" y="326"/>
                  </a:lnTo>
                  <a:lnTo>
                    <a:pt x="209" y="268"/>
                  </a:lnTo>
                  <a:lnTo>
                    <a:pt x="209" y="226"/>
                  </a:lnTo>
                  <a:lnTo>
                    <a:pt x="207" y="194"/>
                  </a:lnTo>
                  <a:lnTo>
                    <a:pt x="205" y="149"/>
                  </a:lnTo>
                  <a:lnTo>
                    <a:pt x="200" y="119"/>
                  </a:lnTo>
                  <a:lnTo>
                    <a:pt x="188" y="98"/>
                  </a:lnTo>
                  <a:lnTo>
                    <a:pt x="170" y="84"/>
                  </a:lnTo>
                  <a:lnTo>
                    <a:pt x="142" y="75"/>
                  </a:lnTo>
                  <a:lnTo>
                    <a:pt x="118" y="70"/>
                  </a:lnTo>
                  <a:lnTo>
                    <a:pt x="91" y="66"/>
                  </a:lnTo>
                  <a:lnTo>
                    <a:pt x="60" y="61"/>
                  </a:lnTo>
                  <a:lnTo>
                    <a:pt x="32" y="59"/>
                  </a:lnTo>
                  <a:lnTo>
                    <a:pt x="28" y="47"/>
                  </a:lnTo>
                  <a:lnTo>
                    <a:pt x="28" y="28"/>
                  </a:lnTo>
                  <a:lnTo>
                    <a:pt x="30" y="12"/>
                  </a:lnTo>
                  <a:lnTo>
                    <a:pt x="37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>
                <a:solidFill>
                  <a:srgbClr val="000000"/>
                </a:solidFill>
              </a:endParaRPr>
            </a:p>
          </p:txBody>
        </p:sp>
        <p:sp>
          <p:nvSpPr>
            <p:cNvPr id="323610" name="Freeform 26"/>
            <p:cNvSpPr>
              <a:spLocks/>
            </p:cNvSpPr>
            <p:nvPr userDrawn="1"/>
          </p:nvSpPr>
          <p:spPr bwMode="auto">
            <a:xfrm>
              <a:off x="3028" y="3627"/>
              <a:ext cx="256" cy="303"/>
            </a:xfrm>
            <a:custGeom>
              <a:avLst/>
              <a:gdLst/>
              <a:ahLst/>
              <a:cxnLst>
                <a:cxn ang="0">
                  <a:pos x="74" y="0"/>
                </a:cxn>
                <a:cxn ang="0">
                  <a:pos x="165" y="5"/>
                </a:cxn>
                <a:cxn ang="0">
                  <a:pos x="370" y="7"/>
                </a:cxn>
                <a:cxn ang="0">
                  <a:pos x="479" y="3"/>
                </a:cxn>
                <a:cxn ang="0">
                  <a:pos x="544" y="0"/>
                </a:cxn>
                <a:cxn ang="0">
                  <a:pos x="553" y="31"/>
                </a:cxn>
                <a:cxn ang="0">
                  <a:pos x="544" y="59"/>
                </a:cxn>
                <a:cxn ang="0">
                  <a:pos x="470" y="70"/>
                </a:cxn>
                <a:cxn ang="0">
                  <a:pos x="418" y="84"/>
                </a:cxn>
                <a:cxn ang="0">
                  <a:pos x="393" y="114"/>
                </a:cxn>
                <a:cxn ang="0">
                  <a:pos x="388" y="156"/>
                </a:cxn>
                <a:cxn ang="0">
                  <a:pos x="386" y="259"/>
                </a:cxn>
                <a:cxn ang="0">
                  <a:pos x="384" y="410"/>
                </a:cxn>
                <a:cxn ang="0">
                  <a:pos x="381" y="906"/>
                </a:cxn>
                <a:cxn ang="0">
                  <a:pos x="386" y="1048"/>
                </a:cxn>
                <a:cxn ang="0">
                  <a:pos x="393" y="1120"/>
                </a:cxn>
                <a:cxn ang="0">
                  <a:pos x="416" y="1148"/>
                </a:cxn>
                <a:cxn ang="0">
                  <a:pos x="451" y="1159"/>
                </a:cxn>
                <a:cxn ang="0">
                  <a:pos x="533" y="1166"/>
                </a:cxn>
                <a:cxn ang="0">
                  <a:pos x="763" y="1171"/>
                </a:cxn>
                <a:cxn ang="0">
                  <a:pos x="823" y="1155"/>
                </a:cxn>
                <a:cxn ang="0">
                  <a:pos x="882" y="1094"/>
                </a:cxn>
                <a:cxn ang="0">
                  <a:pos x="931" y="1020"/>
                </a:cxn>
                <a:cxn ang="0">
                  <a:pos x="979" y="924"/>
                </a:cxn>
                <a:cxn ang="0">
                  <a:pos x="1017" y="873"/>
                </a:cxn>
                <a:cxn ang="0">
                  <a:pos x="1052" y="887"/>
                </a:cxn>
                <a:cxn ang="0">
                  <a:pos x="1054" y="931"/>
                </a:cxn>
                <a:cxn ang="0">
                  <a:pos x="1031" y="1020"/>
                </a:cxn>
                <a:cxn ang="0">
                  <a:pos x="1000" y="1120"/>
                </a:cxn>
                <a:cxn ang="0">
                  <a:pos x="970" y="1204"/>
                </a:cxn>
                <a:cxn ang="0">
                  <a:pos x="949" y="1243"/>
                </a:cxn>
                <a:cxn ang="0">
                  <a:pos x="910" y="1257"/>
                </a:cxn>
                <a:cxn ang="0">
                  <a:pos x="830" y="1259"/>
                </a:cxn>
                <a:cxn ang="0">
                  <a:pos x="712" y="1257"/>
                </a:cxn>
                <a:cxn ang="0">
                  <a:pos x="574" y="1255"/>
                </a:cxn>
                <a:cxn ang="0">
                  <a:pos x="442" y="1250"/>
                </a:cxn>
                <a:cxn ang="0">
                  <a:pos x="332" y="1248"/>
                </a:cxn>
                <a:cxn ang="0">
                  <a:pos x="202" y="1250"/>
                </a:cxn>
                <a:cxn ang="0">
                  <a:pos x="107" y="1252"/>
                </a:cxn>
                <a:cxn ang="0">
                  <a:pos x="30" y="1255"/>
                </a:cxn>
                <a:cxn ang="0">
                  <a:pos x="2" y="1245"/>
                </a:cxn>
                <a:cxn ang="0">
                  <a:pos x="0" y="1218"/>
                </a:cxn>
                <a:cxn ang="0">
                  <a:pos x="7" y="1197"/>
                </a:cxn>
                <a:cxn ang="0">
                  <a:pos x="81" y="1187"/>
                </a:cxn>
                <a:cxn ang="0">
                  <a:pos x="139" y="1178"/>
                </a:cxn>
                <a:cxn ang="0">
                  <a:pos x="186" y="1150"/>
                </a:cxn>
                <a:cxn ang="0">
                  <a:pos x="202" y="1094"/>
                </a:cxn>
                <a:cxn ang="0">
                  <a:pos x="204" y="1015"/>
                </a:cxn>
                <a:cxn ang="0">
                  <a:pos x="207" y="875"/>
                </a:cxn>
                <a:cxn ang="0">
                  <a:pos x="209" y="268"/>
                </a:cxn>
                <a:cxn ang="0">
                  <a:pos x="207" y="194"/>
                </a:cxn>
                <a:cxn ang="0">
                  <a:pos x="197" y="119"/>
                </a:cxn>
                <a:cxn ang="0">
                  <a:pos x="169" y="84"/>
                </a:cxn>
                <a:cxn ang="0">
                  <a:pos x="118" y="70"/>
                </a:cxn>
                <a:cxn ang="0">
                  <a:pos x="60" y="61"/>
                </a:cxn>
                <a:cxn ang="0">
                  <a:pos x="27" y="47"/>
                </a:cxn>
                <a:cxn ang="0">
                  <a:pos x="30" y="12"/>
                </a:cxn>
              </a:cxnLst>
              <a:rect l="0" t="0" r="r" b="b"/>
              <a:pathLst>
                <a:path w="1061" h="1259">
                  <a:moveTo>
                    <a:pt x="37" y="0"/>
                  </a:moveTo>
                  <a:lnTo>
                    <a:pt x="74" y="0"/>
                  </a:lnTo>
                  <a:lnTo>
                    <a:pt x="114" y="3"/>
                  </a:lnTo>
                  <a:lnTo>
                    <a:pt x="165" y="5"/>
                  </a:lnTo>
                  <a:lnTo>
                    <a:pt x="223" y="7"/>
                  </a:lnTo>
                  <a:lnTo>
                    <a:pt x="370" y="7"/>
                  </a:lnTo>
                  <a:lnTo>
                    <a:pt x="430" y="5"/>
                  </a:lnTo>
                  <a:lnTo>
                    <a:pt x="479" y="3"/>
                  </a:lnTo>
                  <a:lnTo>
                    <a:pt x="516" y="0"/>
                  </a:lnTo>
                  <a:lnTo>
                    <a:pt x="544" y="0"/>
                  </a:lnTo>
                  <a:lnTo>
                    <a:pt x="551" y="12"/>
                  </a:lnTo>
                  <a:lnTo>
                    <a:pt x="553" y="31"/>
                  </a:lnTo>
                  <a:lnTo>
                    <a:pt x="551" y="47"/>
                  </a:lnTo>
                  <a:lnTo>
                    <a:pt x="544" y="59"/>
                  </a:lnTo>
                  <a:lnTo>
                    <a:pt x="502" y="63"/>
                  </a:lnTo>
                  <a:lnTo>
                    <a:pt x="470" y="70"/>
                  </a:lnTo>
                  <a:lnTo>
                    <a:pt x="442" y="75"/>
                  </a:lnTo>
                  <a:lnTo>
                    <a:pt x="418" y="84"/>
                  </a:lnTo>
                  <a:lnTo>
                    <a:pt x="402" y="98"/>
                  </a:lnTo>
                  <a:lnTo>
                    <a:pt x="393" y="114"/>
                  </a:lnTo>
                  <a:lnTo>
                    <a:pt x="391" y="133"/>
                  </a:lnTo>
                  <a:lnTo>
                    <a:pt x="388" y="156"/>
                  </a:lnTo>
                  <a:lnTo>
                    <a:pt x="386" y="200"/>
                  </a:lnTo>
                  <a:lnTo>
                    <a:pt x="386" y="259"/>
                  </a:lnTo>
                  <a:lnTo>
                    <a:pt x="384" y="331"/>
                  </a:lnTo>
                  <a:lnTo>
                    <a:pt x="384" y="410"/>
                  </a:lnTo>
                  <a:lnTo>
                    <a:pt x="381" y="498"/>
                  </a:lnTo>
                  <a:lnTo>
                    <a:pt x="381" y="906"/>
                  </a:lnTo>
                  <a:lnTo>
                    <a:pt x="384" y="982"/>
                  </a:lnTo>
                  <a:lnTo>
                    <a:pt x="386" y="1048"/>
                  </a:lnTo>
                  <a:lnTo>
                    <a:pt x="388" y="1096"/>
                  </a:lnTo>
                  <a:lnTo>
                    <a:pt x="393" y="1120"/>
                  </a:lnTo>
                  <a:lnTo>
                    <a:pt x="405" y="1136"/>
                  </a:lnTo>
                  <a:lnTo>
                    <a:pt x="416" y="1148"/>
                  </a:lnTo>
                  <a:lnTo>
                    <a:pt x="425" y="1155"/>
                  </a:lnTo>
                  <a:lnTo>
                    <a:pt x="451" y="1159"/>
                  </a:lnTo>
                  <a:lnTo>
                    <a:pt x="488" y="1164"/>
                  </a:lnTo>
                  <a:lnTo>
                    <a:pt x="533" y="1166"/>
                  </a:lnTo>
                  <a:lnTo>
                    <a:pt x="630" y="1171"/>
                  </a:lnTo>
                  <a:lnTo>
                    <a:pt x="763" y="1171"/>
                  </a:lnTo>
                  <a:lnTo>
                    <a:pt x="793" y="1166"/>
                  </a:lnTo>
                  <a:lnTo>
                    <a:pt x="823" y="1155"/>
                  </a:lnTo>
                  <a:lnTo>
                    <a:pt x="851" y="1131"/>
                  </a:lnTo>
                  <a:lnTo>
                    <a:pt x="882" y="1094"/>
                  </a:lnTo>
                  <a:lnTo>
                    <a:pt x="905" y="1062"/>
                  </a:lnTo>
                  <a:lnTo>
                    <a:pt x="931" y="1020"/>
                  </a:lnTo>
                  <a:lnTo>
                    <a:pt x="956" y="973"/>
                  </a:lnTo>
                  <a:lnTo>
                    <a:pt x="979" y="924"/>
                  </a:lnTo>
                  <a:lnTo>
                    <a:pt x="1000" y="873"/>
                  </a:lnTo>
                  <a:lnTo>
                    <a:pt x="1017" y="873"/>
                  </a:lnTo>
                  <a:lnTo>
                    <a:pt x="1035" y="878"/>
                  </a:lnTo>
                  <a:lnTo>
                    <a:pt x="1052" y="887"/>
                  </a:lnTo>
                  <a:lnTo>
                    <a:pt x="1061" y="896"/>
                  </a:lnTo>
                  <a:lnTo>
                    <a:pt x="1054" y="931"/>
                  </a:lnTo>
                  <a:lnTo>
                    <a:pt x="1045" y="973"/>
                  </a:lnTo>
                  <a:lnTo>
                    <a:pt x="1031" y="1020"/>
                  </a:lnTo>
                  <a:lnTo>
                    <a:pt x="1017" y="1071"/>
                  </a:lnTo>
                  <a:lnTo>
                    <a:pt x="1000" y="1120"/>
                  </a:lnTo>
                  <a:lnTo>
                    <a:pt x="986" y="1164"/>
                  </a:lnTo>
                  <a:lnTo>
                    <a:pt x="970" y="1204"/>
                  </a:lnTo>
                  <a:lnTo>
                    <a:pt x="956" y="1231"/>
                  </a:lnTo>
                  <a:lnTo>
                    <a:pt x="949" y="1243"/>
                  </a:lnTo>
                  <a:lnTo>
                    <a:pt x="933" y="1252"/>
                  </a:lnTo>
                  <a:lnTo>
                    <a:pt x="910" y="1257"/>
                  </a:lnTo>
                  <a:lnTo>
                    <a:pt x="875" y="1259"/>
                  </a:lnTo>
                  <a:lnTo>
                    <a:pt x="830" y="1259"/>
                  </a:lnTo>
                  <a:lnTo>
                    <a:pt x="775" y="1257"/>
                  </a:lnTo>
                  <a:lnTo>
                    <a:pt x="712" y="1257"/>
                  </a:lnTo>
                  <a:lnTo>
                    <a:pt x="644" y="1255"/>
                  </a:lnTo>
                  <a:lnTo>
                    <a:pt x="574" y="1255"/>
                  </a:lnTo>
                  <a:lnTo>
                    <a:pt x="507" y="1252"/>
                  </a:lnTo>
                  <a:lnTo>
                    <a:pt x="442" y="1250"/>
                  </a:lnTo>
                  <a:lnTo>
                    <a:pt x="381" y="1250"/>
                  </a:lnTo>
                  <a:lnTo>
                    <a:pt x="332" y="1248"/>
                  </a:lnTo>
                  <a:lnTo>
                    <a:pt x="251" y="1248"/>
                  </a:lnTo>
                  <a:lnTo>
                    <a:pt x="202" y="1250"/>
                  </a:lnTo>
                  <a:lnTo>
                    <a:pt x="153" y="1250"/>
                  </a:lnTo>
                  <a:lnTo>
                    <a:pt x="107" y="1252"/>
                  </a:lnTo>
                  <a:lnTo>
                    <a:pt x="65" y="1252"/>
                  </a:lnTo>
                  <a:lnTo>
                    <a:pt x="30" y="1255"/>
                  </a:lnTo>
                  <a:lnTo>
                    <a:pt x="7" y="1255"/>
                  </a:lnTo>
                  <a:lnTo>
                    <a:pt x="2" y="1245"/>
                  </a:lnTo>
                  <a:lnTo>
                    <a:pt x="0" y="1231"/>
                  </a:lnTo>
                  <a:lnTo>
                    <a:pt x="0" y="1218"/>
                  </a:lnTo>
                  <a:lnTo>
                    <a:pt x="2" y="1204"/>
                  </a:lnTo>
                  <a:lnTo>
                    <a:pt x="7" y="1197"/>
                  </a:lnTo>
                  <a:lnTo>
                    <a:pt x="48" y="1192"/>
                  </a:lnTo>
                  <a:lnTo>
                    <a:pt x="81" y="1187"/>
                  </a:lnTo>
                  <a:lnTo>
                    <a:pt x="111" y="1185"/>
                  </a:lnTo>
                  <a:lnTo>
                    <a:pt x="139" y="1178"/>
                  </a:lnTo>
                  <a:lnTo>
                    <a:pt x="167" y="1166"/>
                  </a:lnTo>
                  <a:lnTo>
                    <a:pt x="186" y="1150"/>
                  </a:lnTo>
                  <a:lnTo>
                    <a:pt x="197" y="1127"/>
                  </a:lnTo>
                  <a:lnTo>
                    <a:pt x="202" y="1094"/>
                  </a:lnTo>
                  <a:lnTo>
                    <a:pt x="204" y="1062"/>
                  </a:lnTo>
                  <a:lnTo>
                    <a:pt x="204" y="1015"/>
                  </a:lnTo>
                  <a:lnTo>
                    <a:pt x="207" y="952"/>
                  </a:lnTo>
                  <a:lnTo>
                    <a:pt x="207" y="875"/>
                  </a:lnTo>
                  <a:lnTo>
                    <a:pt x="209" y="787"/>
                  </a:lnTo>
                  <a:lnTo>
                    <a:pt x="209" y="268"/>
                  </a:lnTo>
                  <a:lnTo>
                    <a:pt x="207" y="226"/>
                  </a:lnTo>
                  <a:lnTo>
                    <a:pt x="207" y="194"/>
                  </a:lnTo>
                  <a:lnTo>
                    <a:pt x="204" y="149"/>
                  </a:lnTo>
                  <a:lnTo>
                    <a:pt x="197" y="119"/>
                  </a:lnTo>
                  <a:lnTo>
                    <a:pt x="188" y="98"/>
                  </a:lnTo>
                  <a:lnTo>
                    <a:pt x="169" y="84"/>
                  </a:lnTo>
                  <a:lnTo>
                    <a:pt x="142" y="75"/>
                  </a:lnTo>
                  <a:lnTo>
                    <a:pt x="118" y="70"/>
                  </a:lnTo>
                  <a:lnTo>
                    <a:pt x="90" y="66"/>
                  </a:lnTo>
                  <a:lnTo>
                    <a:pt x="60" y="61"/>
                  </a:lnTo>
                  <a:lnTo>
                    <a:pt x="30" y="59"/>
                  </a:lnTo>
                  <a:lnTo>
                    <a:pt x="27" y="47"/>
                  </a:lnTo>
                  <a:lnTo>
                    <a:pt x="27" y="28"/>
                  </a:lnTo>
                  <a:lnTo>
                    <a:pt x="30" y="12"/>
                  </a:lnTo>
                  <a:lnTo>
                    <a:pt x="37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>
                <a:solidFill>
                  <a:srgbClr val="000000"/>
                </a:solidFill>
              </a:endParaRPr>
            </a:p>
          </p:txBody>
        </p:sp>
        <p:sp>
          <p:nvSpPr>
            <p:cNvPr id="323611" name="Freeform 27"/>
            <p:cNvSpPr>
              <a:spLocks noEditPoints="1"/>
            </p:cNvSpPr>
            <p:nvPr userDrawn="1"/>
          </p:nvSpPr>
          <p:spPr bwMode="auto">
            <a:xfrm>
              <a:off x="3300" y="3620"/>
              <a:ext cx="309" cy="316"/>
            </a:xfrm>
            <a:custGeom>
              <a:avLst/>
              <a:gdLst/>
              <a:ahLst/>
              <a:cxnLst>
                <a:cxn ang="0">
                  <a:pos x="528" y="86"/>
                </a:cxn>
                <a:cxn ang="0">
                  <a:pos x="414" y="126"/>
                </a:cxn>
                <a:cxn ang="0">
                  <a:pos x="318" y="207"/>
                </a:cxn>
                <a:cxn ang="0">
                  <a:pos x="251" y="319"/>
                </a:cxn>
                <a:cxn ang="0">
                  <a:pos x="211" y="452"/>
                </a:cxn>
                <a:cxn ang="0">
                  <a:pos x="197" y="601"/>
                </a:cxn>
                <a:cxn ang="0">
                  <a:pos x="209" y="742"/>
                </a:cxn>
                <a:cxn ang="0">
                  <a:pos x="246" y="882"/>
                </a:cxn>
                <a:cxn ang="0">
                  <a:pos x="309" y="1008"/>
                </a:cxn>
                <a:cxn ang="0">
                  <a:pos x="398" y="1115"/>
                </a:cxn>
                <a:cxn ang="0">
                  <a:pos x="509" y="1187"/>
                </a:cxn>
                <a:cxn ang="0">
                  <a:pos x="635" y="1222"/>
                </a:cxn>
                <a:cxn ang="0">
                  <a:pos x="768" y="1222"/>
                </a:cxn>
                <a:cxn ang="0">
                  <a:pos x="879" y="1185"/>
                </a:cxn>
                <a:cxn ang="0">
                  <a:pos x="972" y="1108"/>
                </a:cxn>
                <a:cxn ang="0">
                  <a:pos x="1042" y="992"/>
                </a:cxn>
                <a:cxn ang="0">
                  <a:pos x="1080" y="854"/>
                </a:cxn>
                <a:cxn ang="0">
                  <a:pos x="1091" y="701"/>
                </a:cxn>
                <a:cxn ang="0">
                  <a:pos x="1077" y="540"/>
                </a:cxn>
                <a:cxn ang="0">
                  <a:pos x="1035" y="391"/>
                </a:cxn>
                <a:cxn ang="0">
                  <a:pos x="963" y="263"/>
                </a:cxn>
                <a:cxn ang="0">
                  <a:pos x="861" y="163"/>
                </a:cxn>
                <a:cxn ang="0">
                  <a:pos x="740" y="102"/>
                </a:cxn>
                <a:cxn ang="0">
                  <a:pos x="595" y="82"/>
                </a:cxn>
                <a:cxn ang="0">
                  <a:pos x="754" y="5"/>
                </a:cxn>
                <a:cxn ang="0">
                  <a:pos x="917" y="44"/>
                </a:cxn>
                <a:cxn ang="0">
                  <a:pos x="1049" y="119"/>
                </a:cxn>
                <a:cxn ang="0">
                  <a:pos x="1152" y="219"/>
                </a:cxn>
                <a:cxn ang="0">
                  <a:pos x="1226" y="342"/>
                </a:cxn>
                <a:cxn ang="0">
                  <a:pos x="1270" y="482"/>
                </a:cxn>
                <a:cxn ang="0">
                  <a:pos x="1284" y="631"/>
                </a:cxn>
                <a:cxn ang="0">
                  <a:pos x="1270" y="794"/>
                </a:cxn>
                <a:cxn ang="0">
                  <a:pos x="1228" y="929"/>
                </a:cxn>
                <a:cxn ang="0">
                  <a:pos x="1161" y="1050"/>
                </a:cxn>
                <a:cxn ang="0">
                  <a:pos x="1054" y="1164"/>
                </a:cxn>
                <a:cxn ang="0">
                  <a:pos x="924" y="1248"/>
                </a:cxn>
                <a:cxn ang="0">
                  <a:pos x="782" y="1299"/>
                </a:cxn>
                <a:cxn ang="0">
                  <a:pos x="630" y="1315"/>
                </a:cxn>
                <a:cxn ang="0">
                  <a:pos x="449" y="1292"/>
                </a:cxn>
                <a:cxn ang="0">
                  <a:pos x="295" y="1229"/>
                </a:cxn>
                <a:cxn ang="0">
                  <a:pos x="174" y="1131"/>
                </a:cxn>
                <a:cxn ang="0">
                  <a:pos x="74" y="987"/>
                </a:cxn>
                <a:cxn ang="0">
                  <a:pos x="18" y="824"/>
                </a:cxn>
                <a:cxn ang="0">
                  <a:pos x="0" y="647"/>
                </a:cxn>
                <a:cxn ang="0">
                  <a:pos x="21" y="477"/>
                </a:cxn>
                <a:cxn ang="0">
                  <a:pos x="81" y="326"/>
                </a:cxn>
                <a:cxn ang="0">
                  <a:pos x="172" y="203"/>
                </a:cxn>
                <a:cxn ang="0">
                  <a:pos x="291" y="109"/>
                </a:cxn>
                <a:cxn ang="0">
                  <a:pos x="430" y="42"/>
                </a:cxn>
                <a:cxn ang="0">
                  <a:pos x="584" y="5"/>
                </a:cxn>
              </a:cxnLst>
              <a:rect l="0" t="0" r="r" b="b"/>
              <a:pathLst>
                <a:path w="1284" h="1315">
                  <a:moveTo>
                    <a:pt x="595" y="82"/>
                  </a:moveTo>
                  <a:lnTo>
                    <a:pt x="528" y="86"/>
                  </a:lnTo>
                  <a:lnTo>
                    <a:pt x="467" y="102"/>
                  </a:lnTo>
                  <a:lnTo>
                    <a:pt x="414" y="126"/>
                  </a:lnTo>
                  <a:lnTo>
                    <a:pt x="363" y="163"/>
                  </a:lnTo>
                  <a:lnTo>
                    <a:pt x="318" y="207"/>
                  </a:lnTo>
                  <a:lnTo>
                    <a:pt x="281" y="258"/>
                  </a:lnTo>
                  <a:lnTo>
                    <a:pt x="251" y="319"/>
                  </a:lnTo>
                  <a:lnTo>
                    <a:pt x="228" y="382"/>
                  </a:lnTo>
                  <a:lnTo>
                    <a:pt x="211" y="452"/>
                  </a:lnTo>
                  <a:lnTo>
                    <a:pt x="200" y="524"/>
                  </a:lnTo>
                  <a:lnTo>
                    <a:pt x="197" y="601"/>
                  </a:lnTo>
                  <a:lnTo>
                    <a:pt x="200" y="673"/>
                  </a:lnTo>
                  <a:lnTo>
                    <a:pt x="209" y="742"/>
                  </a:lnTo>
                  <a:lnTo>
                    <a:pt x="225" y="815"/>
                  </a:lnTo>
                  <a:lnTo>
                    <a:pt x="246" y="882"/>
                  </a:lnTo>
                  <a:lnTo>
                    <a:pt x="274" y="947"/>
                  </a:lnTo>
                  <a:lnTo>
                    <a:pt x="309" y="1008"/>
                  </a:lnTo>
                  <a:lnTo>
                    <a:pt x="349" y="1066"/>
                  </a:lnTo>
                  <a:lnTo>
                    <a:pt x="398" y="1115"/>
                  </a:lnTo>
                  <a:lnTo>
                    <a:pt x="453" y="1157"/>
                  </a:lnTo>
                  <a:lnTo>
                    <a:pt x="509" y="1187"/>
                  </a:lnTo>
                  <a:lnTo>
                    <a:pt x="570" y="1208"/>
                  </a:lnTo>
                  <a:lnTo>
                    <a:pt x="635" y="1222"/>
                  </a:lnTo>
                  <a:lnTo>
                    <a:pt x="707" y="1227"/>
                  </a:lnTo>
                  <a:lnTo>
                    <a:pt x="768" y="1222"/>
                  </a:lnTo>
                  <a:lnTo>
                    <a:pt x="826" y="1208"/>
                  </a:lnTo>
                  <a:lnTo>
                    <a:pt x="879" y="1185"/>
                  </a:lnTo>
                  <a:lnTo>
                    <a:pt x="924" y="1154"/>
                  </a:lnTo>
                  <a:lnTo>
                    <a:pt x="972" y="1108"/>
                  </a:lnTo>
                  <a:lnTo>
                    <a:pt x="1010" y="1054"/>
                  </a:lnTo>
                  <a:lnTo>
                    <a:pt x="1042" y="992"/>
                  </a:lnTo>
                  <a:lnTo>
                    <a:pt x="1063" y="926"/>
                  </a:lnTo>
                  <a:lnTo>
                    <a:pt x="1080" y="854"/>
                  </a:lnTo>
                  <a:lnTo>
                    <a:pt x="1089" y="780"/>
                  </a:lnTo>
                  <a:lnTo>
                    <a:pt x="1091" y="701"/>
                  </a:lnTo>
                  <a:lnTo>
                    <a:pt x="1089" y="619"/>
                  </a:lnTo>
                  <a:lnTo>
                    <a:pt x="1077" y="540"/>
                  </a:lnTo>
                  <a:lnTo>
                    <a:pt x="1061" y="463"/>
                  </a:lnTo>
                  <a:lnTo>
                    <a:pt x="1035" y="391"/>
                  </a:lnTo>
                  <a:lnTo>
                    <a:pt x="1003" y="324"/>
                  </a:lnTo>
                  <a:lnTo>
                    <a:pt x="963" y="263"/>
                  </a:lnTo>
                  <a:lnTo>
                    <a:pt x="917" y="210"/>
                  </a:lnTo>
                  <a:lnTo>
                    <a:pt x="861" y="163"/>
                  </a:lnTo>
                  <a:lnTo>
                    <a:pt x="803" y="128"/>
                  </a:lnTo>
                  <a:lnTo>
                    <a:pt x="740" y="102"/>
                  </a:lnTo>
                  <a:lnTo>
                    <a:pt x="670" y="86"/>
                  </a:lnTo>
                  <a:lnTo>
                    <a:pt x="595" y="82"/>
                  </a:lnTo>
                  <a:close/>
                  <a:moveTo>
                    <a:pt x="663" y="0"/>
                  </a:moveTo>
                  <a:lnTo>
                    <a:pt x="754" y="5"/>
                  </a:lnTo>
                  <a:lnTo>
                    <a:pt x="840" y="21"/>
                  </a:lnTo>
                  <a:lnTo>
                    <a:pt x="917" y="44"/>
                  </a:lnTo>
                  <a:lnTo>
                    <a:pt x="986" y="77"/>
                  </a:lnTo>
                  <a:lnTo>
                    <a:pt x="1049" y="119"/>
                  </a:lnTo>
                  <a:lnTo>
                    <a:pt x="1105" y="165"/>
                  </a:lnTo>
                  <a:lnTo>
                    <a:pt x="1152" y="219"/>
                  </a:lnTo>
                  <a:lnTo>
                    <a:pt x="1194" y="279"/>
                  </a:lnTo>
                  <a:lnTo>
                    <a:pt x="1226" y="342"/>
                  </a:lnTo>
                  <a:lnTo>
                    <a:pt x="1252" y="412"/>
                  </a:lnTo>
                  <a:lnTo>
                    <a:pt x="1270" y="482"/>
                  </a:lnTo>
                  <a:lnTo>
                    <a:pt x="1280" y="556"/>
                  </a:lnTo>
                  <a:lnTo>
                    <a:pt x="1284" y="631"/>
                  </a:lnTo>
                  <a:lnTo>
                    <a:pt x="1282" y="715"/>
                  </a:lnTo>
                  <a:lnTo>
                    <a:pt x="1270" y="794"/>
                  </a:lnTo>
                  <a:lnTo>
                    <a:pt x="1254" y="864"/>
                  </a:lnTo>
                  <a:lnTo>
                    <a:pt x="1228" y="929"/>
                  </a:lnTo>
                  <a:lnTo>
                    <a:pt x="1198" y="992"/>
                  </a:lnTo>
                  <a:lnTo>
                    <a:pt x="1161" y="1050"/>
                  </a:lnTo>
                  <a:lnTo>
                    <a:pt x="1110" y="1110"/>
                  </a:lnTo>
                  <a:lnTo>
                    <a:pt x="1054" y="1164"/>
                  </a:lnTo>
                  <a:lnTo>
                    <a:pt x="991" y="1210"/>
                  </a:lnTo>
                  <a:lnTo>
                    <a:pt x="924" y="1248"/>
                  </a:lnTo>
                  <a:lnTo>
                    <a:pt x="854" y="1278"/>
                  </a:lnTo>
                  <a:lnTo>
                    <a:pt x="782" y="1299"/>
                  </a:lnTo>
                  <a:lnTo>
                    <a:pt x="707" y="1310"/>
                  </a:lnTo>
                  <a:lnTo>
                    <a:pt x="630" y="1315"/>
                  </a:lnTo>
                  <a:lnTo>
                    <a:pt x="537" y="1310"/>
                  </a:lnTo>
                  <a:lnTo>
                    <a:pt x="449" y="1292"/>
                  </a:lnTo>
                  <a:lnTo>
                    <a:pt x="370" y="1266"/>
                  </a:lnTo>
                  <a:lnTo>
                    <a:pt x="295" y="1229"/>
                  </a:lnTo>
                  <a:lnTo>
                    <a:pt x="230" y="1185"/>
                  </a:lnTo>
                  <a:lnTo>
                    <a:pt x="174" y="1131"/>
                  </a:lnTo>
                  <a:lnTo>
                    <a:pt x="118" y="1061"/>
                  </a:lnTo>
                  <a:lnTo>
                    <a:pt x="74" y="987"/>
                  </a:lnTo>
                  <a:lnTo>
                    <a:pt x="42" y="908"/>
                  </a:lnTo>
                  <a:lnTo>
                    <a:pt x="18" y="824"/>
                  </a:lnTo>
                  <a:lnTo>
                    <a:pt x="4" y="738"/>
                  </a:lnTo>
                  <a:lnTo>
                    <a:pt x="0" y="647"/>
                  </a:lnTo>
                  <a:lnTo>
                    <a:pt x="4" y="561"/>
                  </a:lnTo>
                  <a:lnTo>
                    <a:pt x="21" y="477"/>
                  </a:lnTo>
                  <a:lnTo>
                    <a:pt x="46" y="398"/>
                  </a:lnTo>
                  <a:lnTo>
                    <a:pt x="81" y="326"/>
                  </a:lnTo>
                  <a:lnTo>
                    <a:pt x="125" y="256"/>
                  </a:lnTo>
                  <a:lnTo>
                    <a:pt x="172" y="203"/>
                  </a:lnTo>
                  <a:lnTo>
                    <a:pt x="228" y="151"/>
                  </a:lnTo>
                  <a:lnTo>
                    <a:pt x="291" y="109"/>
                  </a:lnTo>
                  <a:lnTo>
                    <a:pt x="358" y="72"/>
                  </a:lnTo>
                  <a:lnTo>
                    <a:pt x="430" y="42"/>
                  </a:lnTo>
                  <a:lnTo>
                    <a:pt x="507" y="19"/>
                  </a:lnTo>
                  <a:lnTo>
                    <a:pt x="584" y="5"/>
                  </a:lnTo>
                  <a:lnTo>
                    <a:pt x="663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>
                <a:solidFill>
                  <a:srgbClr val="000000"/>
                </a:solidFill>
              </a:endParaRPr>
            </a:p>
          </p:txBody>
        </p:sp>
        <p:sp>
          <p:nvSpPr>
            <p:cNvPr id="323612" name="Freeform 28"/>
            <p:cNvSpPr>
              <a:spLocks/>
            </p:cNvSpPr>
            <p:nvPr userDrawn="1"/>
          </p:nvSpPr>
          <p:spPr bwMode="auto">
            <a:xfrm>
              <a:off x="2180" y="2093"/>
              <a:ext cx="1417" cy="1417"/>
            </a:xfrm>
            <a:custGeom>
              <a:avLst/>
              <a:gdLst/>
              <a:ahLst/>
              <a:cxnLst>
                <a:cxn ang="0">
                  <a:pos x="228" y="0"/>
                </a:cxn>
                <a:cxn ang="0">
                  <a:pos x="5665" y="0"/>
                </a:cxn>
                <a:cxn ang="0">
                  <a:pos x="5716" y="7"/>
                </a:cxn>
                <a:cxn ang="0">
                  <a:pos x="5765" y="23"/>
                </a:cxn>
                <a:cxn ang="0">
                  <a:pos x="5807" y="51"/>
                </a:cxn>
                <a:cxn ang="0">
                  <a:pos x="5842" y="86"/>
                </a:cxn>
                <a:cxn ang="0">
                  <a:pos x="5870" y="128"/>
                </a:cxn>
                <a:cxn ang="0">
                  <a:pos x="5886" y="177"/>
                </a:cxn>
                <a:cxn ang="0">
                  <a:pos x="5893" y="228"/>
                </a:cxn>
                <a:cxn ang="0">
                  <a:pos x="5893" y="5662"/>
                </a:cxn>
                <a:cxn ang="0">
                  <a:pos x="5886" y="5716"/>
                </a:cxn>
                <a:cxn ang="0">
                  <a:pos x="5870" y="5765"/>
                </a:cxn>
                <a:cxn ang="0">
                  <a:pos x="5842" y="5807"/>
                </a:cxn>
                <a:cxn ang="0">
                  <a:pos x="5807" y="5841"/>
                </a:cxn>
                <a:cxn ang="0">
                  <a:pos x="5765" y="5869"/>
                </a:cxn>
                <a:cxn ang="0">
                  <a:pos x="5716" y="5886"/>
                </a:cxn>
                <a:cxn ang="0">
                  <a:pos x="5665" y="5893"/>
                </a:cxn>
                <a:cxn ang="0">
                  <a:pos x="228" y="5893"/>
                </a:cxn>
                <a:cxn ang="0">
                  <a:pos x="177" y="5886"/>
                </a:cxn>
                <a:cxn ang="0">
                  <a:pos x="128" y="5869"/>
                </a:cxn>
                <a:cxn ang="0">
                  <a:pos x="86" y="5841"/>
                </a:cxn>
                <a:cxn ang="0">
                  <a:pos x="52" y="5807"/>
                </a:cxn>
                <a:cxn ang="0">
                  <a:pos x="24" y="5765"/>
                </a:cxn>
                <a:cxn ang="0">
                  <a:pos x="7" y="5716"/>
                </a:cxn>
                <a:cxn ang="0">
                  <a:pos x="0" y="5662"/>
                </a:cxn>
                <a:cxn ang="0">
                  <a:pos x="0" y="228"/>
                </a:cxn>
                <a:cxn ang="0">
                  <a:pos x="7" y="177"/>
                </a:cxn>
                <a:cxn ang="0">
                  <a:pos x="24" y="128"/>
                </a:cxn>
                <a:cxn ang="0">
                  <a:pos x="52" y="86"/>
                </a:cxn>
                <a:cxn ang="0">
                  <a:pos x="86" y="51"/>
                </a:cxn>
                <a:cxn ang="0">
                  <a:pos x="128" y="23"/>
                </a:cxn>
                <a:cxn ang="0">
                  <a:pos x="177" y="7"/>
                </a:cxn>
                <a:cxn ang="0">
                  <a:pos x="228" y="0"/>
                </a:cxn>
              </a:cxnLst>
              <a:rect l="0" t="0" r="r" b="b"/>
              <a:pathLst>
                <a:path w="5893" h="5893">
                  <a:moveTo>
                    <a:pt x="228" y="0"/>
                  </a:moveTo>
                  <a:lnTo>
                    <a:pt x="5665" y="0"/>
                  </a:lnTo>
                  <a:lnTo>
                    <a:pt x="5716" y="7"/>
                  </a:lnTo>
                  <a:lnTo>
                    <a:pt x="5765" y="23"/>
                  </a:lnTo>
                  <a:lnTo>
                    <a:pt x="5807" y="51"/>
                  </a:lnTo>
                  <a:lnTo>
                    <a:pt x="5842" y="86"/>
                  </a:lnTo>
                  <a:lnTo>
                    <a:pt x="5870" y="128"/>
                  </a:lnTo>
                  <a:lnTo>
                    <a:pt x="5886" y="177"/>
                  </a:lnTo>
                  <a:lnTo>
                    <a:pt x="5893" y="228"/>
                  </a:lnTo>
                  <a:lnTo>
                    <a:pt x="5893" y="5662"/>
                  </a:lnTo>
                  <a:lnTo>
                    <a:pt x="5886" y="5716"/>
                  </a:lnTo>
                  <a:lnTo>
                    <a:pt x="5870" y="5765"/>
                  </a:lnTo>
                  <a:lnTo>
                    <a:pt x="5842" y="5807"/>
                  </a:lnTo>
                  <a:lnTo>
                    <a:pt x="5807" y="5841"/>
                  </a:lnTo>
                  <a:lnTo>
                    <a:pt x="5765" y="5869"/>
                  </a:lnTo>
                  <a:lnTo>
                    <a:pt x="5716" y="5886"/>
                  </a:lnTo>
                  <a:lnTo>
                    <a:pt x="5665" y="5893"/>
                  </a:lnTo>
                  <a:lnTo>
                    <a:pt x="228" y="5893"/>
                  </a:lnTo>
                  <a:lnTo>
                    <a:pt x="177" y="5886"/>
                  </a:lnTo>
                  <a:lnTo>
                    <a:pt x="128" y="5869"/>
                  </a:lnTo>
                  <a:lnTo>
                    <a:pt x="86" y="5841"/>
                  </a:lnTo>
                  <a:lnTo>
                    <a:pt x="52" y="5807"/>
                  </a:lnTo>
                  <a:lnTo>
                    <a:pt x="24" y="5765"/>
                  </a:lnTo>
                  <a:lnTo>
                    <a:pt x="7" y="5716"/>
                  </a:lnTo>
                  <a:lnTo>
                    <a:pt x="0" y="5662"/>
                  </a:lnTo>
                  <a:lnTo>
                    <a:pt x="0" y="228"/>
                  </a:lnTo>
                  <a:lnTo>
                    <a:pt x="7" y="177"/>
                  </a:lnTo>
                  <a:lnTo>
                    <a:pt x="24" y="128"/>
                  </a:lnTo>
                  <a:lnTo>
                    <a:pt x="52" y="86"/>
                  </a:lnTo>
                  <a:lnTo>
                    <a:pt x="86" y="51"/>
                  </a:lnTo>
                  <a:lnTo>
                    <a:pt x="128" y="23"/>
                  </a:lnTo>
                  <a:lnTo>
                    <a:pt x="177" y="7"/>
                  </a:lnTo>
                  <a:lnTo>
                    <a:pt x="228" y="0"/>
                  </a:lnTo>
                  <a:close/>
                </a:path>
              </a:pathLst>
            </a:custGeom>
            <a:solidFill>
              <a:srgbClr val="FFFFFF"/>
            </a:solidFill>
            <a:ln w="0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>
                <a:solidFill>
                  <a:srgbClr val="000000"/>
                </a:solidFill>
              </a:endParaRPr>
            </a:p>
          </p:txBody>
        </p:sp>
        <p:sp>
          <p:nvSpPr>
            <p:cNvPr id="323613" name="Freeform 29"/>
            <p:cNvSpPr>
              <a:spLocks noEditPoints="1"/>
            </p:cNvSpPr>
            <p:nvPr userDrawn="1"/>
          </p:nvSpPr>
          <p:spPr bwMode="auto">
            <a:xfrm>
              <a:off x="2173" y="2091"/>
              <a:ext cx="1421" cy="1421"/>
            </a:xfrm>
            <a:custGeom>
              <a:avLst/>
              <a:gdLst/>
              <a:ahLst/>
              <a:cxnLst>
                <a:cxn ang="0">
                  <a:pos x="191" y="23"/>
                </a:cxn>
                <a:cxn ang="0">
                  <a:pos x="116" y="56"/>
                </a:cxn>
                <a:cxn ang="0">
                  <a:pos x="56" y="116"/>
                </a:cxn>
                <a:cxn ang="0">
                  <a:pos x="23" y="190"/>
                </a:cxn>
                <a:cxn ang="0">
                  <a:pos x="19" y="5671"/>
                </a:cxn>
                <a:cxn ang="0">
                  <a:pos x="35" y="5755"/>
                </a:cxn>
                <a:cxn ang="0">
                  <a:pos x="84" y="5827"/>
                </a:cxn>
                <a:cxn ang="0">
                  <a:pos x="156" y="5876"/>
                </a:cxn>
                <a:cxn ang="0">
                  <a:pos x="214" y="5892"/>
                </a:cxn>
                <a:cxn ang="0">
                  <a:pos x="5721" y="5888"/>
                </a:cxn>
                <a:cxn ang="0">
                  <a:pos x="5795" y="5855"/>
                </a:cxn>
                <a:cxn ang="0">
                  <a:pos x="5856" y="5795"/>
                </a:cxn>
                <a:cxn ang="0">
                  <a:pos x="5888" y="5718"/>
                </a:cxn>
                <a:cxn ang="0">
                  <a:pos x="5893" y="214"/>
                </a:cxn>
                <a:cxn ang="0">
                  <a:pos x="5877" y="156"/>
                </a:cxn>
                <a:cxn ang="0">
                  <a:pos x="5828" y="83"/>
                </a:cxn>
                <a:cxn ang="0">
                  <a:pos x="5756" y="35"/>
                </a:cxn>
                <a:cxn ang="0">
                  <a:pos x="5674" y="18"/>
                </a:cxn>
                <a:cxn ang="0">
                  <a:pos x="237" y="0"/>
                </a:cxn>
                <a:cxn ang="0">
                  <a:pos x="5721" y="4"/>
                </a:cxn>
                <a:cxn ang="0">
                  <a:pos x="5809" y="42"/>
                </a:cxn>
                <a:cxn ang="0">
                  <a:pos x="5870" y="102"/>
                </a:cxn>
                <a:cxn ang="0">
                  <a:pos x="5907" y="190"/>
                </a:cxn>
                <a:cxn ang="0">
                  <a:pos x="5911" y="5694"/>
                </a:cxn>
                <a:cxn ang="0">
                  <a:pos x="5893" y="5762"/>
                </a:cxn>
                <a:cxn ang="0">
                  <a:pos x="5870" y="5809"/>
                </a:cxn>
                <a:cxn ang="0">
                  <a:pos x="5809" y="5869"/>
                </a:cxn>
                <a:cxn ang="0">
                  <a:pos x="5721" y="5906"/>
                </a:cxn>
                <a:cxn ang="0">
                  <a:pos x="214" y="5911"/>
                </a:cxn>
                <a:cxn ang="0">
                  <a:pos x="142" y="5890"/>
                </a:cxn>
                <a:cxn ang="0">
                  <a:pos x="70" y="5841"/>
                </a:cxn>
                <a:cxn ang="0">
                  <a:pos x="21" y="5769"/>
                </a:cxn>
                <a:cxn ang="0">
                  <a:pos x="5" y="5718"/>
                </a:cxn>
                <a:cxn ang="0">
                  <a:pos x="0" y="237"/>
                </a:cxn>
                <a:cxn ang="0">
                  <a:pos x="21" y="142"/>
                </a:cxn>
                <a:cxn ang="0">
                  <a:pos x="70" y="69"/>
                </a:cxn>
                <a:cxn ang="0">
                  <a:pos x="142" y="21"/>
                </a:cxn>
                <a:cxn ang="0">
                  <a:pos x="237" y="0"/>
                </a:cxn>
              </a:cxnLst>
              <a:rect l="0" t="0" r="r" b="b"/>
              <a:pathLst>
                <a:path w="5911" h="5911">
                  <a:moveTo>
                    <a:pt x="237" y="18"/>
                  </a:moveTo>
                  <a:lnTo>
                    <a:pt x="191" y="23"/>
                  </a:lnTo>
                  <a:lnTo>
                    <a:pt x="156" y="35"/>
                  </a:lnTo>
                  <a:lnTo>
                    <a:pt x="116" y="56"/>
                  </a:lnTo>
                  <a:lnTo>
                    <a:pt x="84" y="83"/>
                  </a:lnTo>
                  <a:lnTo>
                    <a:pt x="56" y="116"/>
                  </a:lnTo>
                  <a:lnTo>
                    <a:pt x="35" y="156"/>
                  </a:lnTo>
                  <a:lnTo>
                    <a:pt x="23" y="190"/>
                  </a:lnTo>
                  <a:lnTo>
                    <a:pt x="19" y="237"/>
                  </a:lnTo>
                  <a:lnTo>
                    <a:pt x="19" y="5671"/>
                  </a:lnTo>
                  <a:lnTo>
                    <a:pt x="23" y="5718"/>
                  </a:lnTo>
                  <a:lnTo>
                    <a:pt x="35" y="5755"/>
                  </a:lnTo>
                  <a:lnTo>
                    <a:pt x="56" y="5795"/>
                  </a:lnTo>
                  <a:lnTo>
                    <a:pt x="84" y="5827"/>
                  </a:lnTo>
                  <a:lnTo>
                    <a:pt x="116" y="5855"/>
                  </a:lnTo>
                  <a:lnTo>
                    <a:pt x="156" y="5876"/>
                  </a:lnTo>
                  <a:lnTo>
                    <a:pt x="191" y="5888"/>
                  </a:lnTo>
                  <a:lnTo>
                    <a:pt x="214" y="5892"/>
                  </a:lnTo>
                  <a:lnTo>
                    <a:pt x="5697" y="5892"/>
                  </a:lnTo>
                  <a:lnTo>
                    <a:pt x="5721" y="5888"/>
                  </a:lnTo>
                  <a:lnTo>
                    <a:pt x="5756" y="5876"/>
                  </a:lnTo>
                  <a:lnTo>
                    <a:pt x="5795" y="5855"/>
                  </a:lnTo>
                  <a:lnTo>
                    <a:pt x="5828" y="5827"/>
                  </a:lnTo>
                  <a:lnTo>
                    <a:pt x="5856" y="5795"/>
                  </a:lnTo>
                  <a:lnTo>
                    <a:pt x="5877" y="5755"/>
                  </a:lnTo>
                  <a:lnTo>
                    <a:pt x="5888" y="5718"/>
                  </a:lnTo>
                  <a:lnTo>
                    <a:pt x="5893" y="5694"/>
                  </a:lnTo>
                  <a:lnTo>
                    <a:pt x="5893" y="214"/>
                  </a:lnTo>
                  <a:lnTo>
                    <a:pt x="5888" y="190"/>
                  </a:lnTo>
                  <a:lnTo>
                    <a:pt x="5877" y="156"/>
                  </a:lnTo>
                  <a:lnTo>
                    <a:pt x="5856" y="116"/>
                  </a:lnTo>
                  <a:lnTo>
                    <a:pt x="5828" y="83"/>
                  </a:lnTo>
                  <a:lnTo>
                    <a:pt x="5795" y="56"/>
                  </a:lnTo>
                  <a:lnTo>
                    <a:pt x="5756" y="35"/>
                  </a:lnTo>
                  <a:lnTo>
                    <a:pt x="5721" y="23"/>
                  </a:lnTo>
                  <a:lnTo>
                    <a:pt x="5674" y="18"/>
                  </a:lnTo>
                  <a:lnTo>
                    <a:pt x="237" y="18"/>
                  </a:lnTo>
                  <a:close/>
                  <a:moveTo>
                    <a:pt x="237" y="0"/>
                  </a:moveTo>
                  <a:lnTo>
                    <a:pt x="5674" y="0"/>
                  </a:lnTo>
                  <a:lnTo>
                    <a:pt x="5721" y="4"/>
                  </a:lnTo>
                  <a:lnTo>
                    <a:pt x="5769" y="21"/>
                  </a:lnTo>
                  <a:lnTo>
                    <a:pt x="5809" y="42"/>
                  </a:lnTo>
                  <a:lnTo>
                    <a:pt x="5842" y="69"/>
                  </a:lnTo>
                  <a:lnTo>
                    <a:pt x="5870" y="102"/>
                  </a:lnTo>
                  <a:lnTo>
                    <a:pt x="5891" y="142"/>
                  </a:lnTo>
                  <a:lnTo>
                    <a:pt x="5907" y="190"/>
                  </a:lnTo>
                  <a:lnTo>
                    <a:pt x="5911" y="214"/>
                  </a:lnTo>
                  <a:lnTo>
                    <a:pt x="5911" y="5694"/>
                  </a:lnTo>
                  <a:lnTo>
                    <a:pt x="5907" y="5718"/>
                  </a:lnTo>
                  <a:lnTo>
                    <a:pt x="5893" y="5762"/>
                  </a:lnTo>
                  <a:lnTo>
                    <a:pt x="5891" y="5769"/>
                  </a:lnTo>
                  <a:lnTo>
                    <a:pt x="5870" y="5809"/>
                  </a:lnTo>
                  <a:lnTo>
                    <a:pt x="5842" y="5841"/>
                  </a:lnTo>
                  <a:lnTo>
                    <a:pt x="5809" y="5869"/>
                  </a:lnTo>
                  <a:lnTo>
                    <a:pt x="5769" y="5890"/>
                  </a:lnTo>
                  <a:lnTo>
                    <a:pt x="5721" y="5906"/>
                  </a:lnTo>
                  <a:lnTo>
                    <a:pt x="5697" y="5911"/>
                  </a:lnTo>
                  <a:lnTo>
                    <a:pt x="214" y="5911"/>
                  </a:lnTo>
                  <a:lnTo>
                    <a:pt x="191" y="5906"/>
                  </a:lnTo>
                  <a:lnTo>
                    <a:pt x="142" y="5890"/>
                  </a:lnTo>
                  <a:lnTo>
                    <a:pt x="102" y="5869"/>
                  </a:lnTo>
                  <a:lnTo>
                    <a:pt x="70" y="5841"/>
                  </a:lnTo>
                  <a:lnTo>
                    <a:pt x="42" y="5809"/>
                  </a:lnTo>
                  <a:lnTo>
                    <a:pt x="21" y="5769"/>
                  </a:lnTo>
                  <a:lnTo>
                    <a:pt x="19" y="5762"/>
                  </a:lnTo>
                  <a:lnTo>
                    <a:pt x="5" y="5718"/>
                  </a:lnTo>
                  <a:lnTo>
                    <a:pt x="0" y="5671"/>
                  </a:lnTo>
                  <a:lnTo>
                    <a:pt x="0" y="237"/>
                  </a:lnTo>
                  <a:lnTo>
                    <a:pt x="5" y="190"/>
                  </a:lnTo>
                  <a:lnTo>
                    <a:pt x="21" y="142"/>
                  </a:lnTo>
                  <a:lnTo>
                    <a:pt x="42" y="102"/>
                  </a:lnTo>
                  <a:lnTo>
                    <a:pt x="70" y="69"/>
                  </a:lnTo>
                  <a:lnTo>
                    <a:pt x="102" y="42"/>
                  </a:lnTo>
                  <a:lnTo>
                    <a:pt x="142" y="21"/>
                  </a:lnTo>
                  <a:lnTo>
                    <a:pt x="191" y="4"/>
                  </a:lnTo>
                  <a:lnTo>
                    <a:pt x="237" y="0"/>
                  </a:lnTo>
                  <a:close/>
                </a:path>
              </a:pathLst>
            </a:custGeom>
            <a:solidFill>
              <a:srgbClr val="FFFFFF"/>
            </a:solidFill>
            <a:ln w="0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>
                <a:solidFill>
                  <a:srgbClr val="000000"/>
                </a:solidFill>
              </a:endParaRPr>
            </a:p>
          </p:txBody>
        </p:sp>
        <p:sp>
          <p:nvSpPr>
            <p:cNvPr id="323614" name="Freeform 30"/>
            <p:cNvSpPr>
              <a:spLocks/>
            </p:cNvSpPr>
            <p:nvPr userDrawn="1"/>
          </p:nvSpPr>
          <p:spPr bwMode="auto">
            <a:xfrm>
              <a:off x="2189" y="2105"/>
              <a:ext cx="799" cy="1392"/>
            </a:xfrm>
            <a:custGeom>
              <a:avLst/>
              <a:gdLst/>
              <a:ahLst/>
              <a:cxnLst>
                <a:cxn ang="0">
                  <a:pos x="3256" y="51"/>
                </a:cxn>
                <a:cxn ang="0">
                  <a:pos x="3063" y="245"/>
                </a:cxn>
                <a:cxn ang="0">
                  <a:pos x="2902" y="512"/>
                </a:cxn>
                <a:cxn ang="0">
                  <a:pos x="2777" y="868"/>
                </a:cxn>
                <a:cxn ang="0">
                  <a:pos x="2688" y="1322"/>
                </a:cxn>
                <a:cxn ang="0">
                  <a:pos x="2651" y="1692"/>
                </a:cxn>
                <a:cxn ang="0">
                  <a:pos x="2632" y="2148"/>
                </a:cxn>
                <a:cxn ang="0">
                  <a:pos x="2595" y="2390"/>
                </a:cxn>
                <a:cxn ang="0">
                  <a:pos x="2532" y="2653"/>
                </a:cxn>
                <a:cxn ang="0">
                  <a:pos x="2488" y="2818"/>
                </a:cxn>
                <a:cxn ang="0">
                  <a:pos x="2558" y="2905"/>
                </a:cxn>
                <a:cxn ang="0">
                  <a:pos x="2663" y="3147"/>
                </a:cxn>
                <a:cxn ang="0">
                  <a:pos x="2712" y="3421"/>
                </a:cxn>
                <a:cxn ang="0">
                  <a:pos x="2728" y="3945"/>
                </a:cxn>
                <a:cxn ang="0">
                  <a:pos x="2730" y="4343"/>
                </a:cxn>
                <a:cxn ang="0">
                  <a:pos x="2716" y="4713"/>
                </a:cxn>
                <a:cxn ang="0">
                  <a:pos x="2677" y="5046"/>
                </a:cxn>
                <a:cxn ang="0">
                  <a:pos x="2600" y="5325"/>
                </a:cxn>
                <a:cxn ang="0">
                  <a:pos x="2479" y="5539"/>
                </a:cxn>
                <a:cxn ang="0">
                  <a:pos x="2304" y="5674"/>
                </a:cxn>
                <a:cxn ang="0">
                  <a:pos x="2111" y="5742"/>
                </a:cxn>
                <a:cxn ang="0">
                  <a:pos x="1978" y="5749"/>
                </a:cxn>
                <a:cxn ang="0">
                  <a:pos x="1897" y="5716"/>
                </a:cxn>
                <a:cxn ang="0">
                  <a:pos x="1853" y="5662"/>
                </a:cxn>
                <a:cxn ang="0">
                  <a:pos x="1834" y="5609"/>
                </a:cxn>
                <a:cxn ang="0">
                  <a:pos x="1843" y="5562"/>
                </a:cxn>
                <a:cxn ang="0">
                  <a:pos x="1897" y="5506"/>
                </a:cxn>
                <a:cxn ang="0">
                  <a:pos x="1960" y="5418"/>
                </a:cxn>
                <a:cxn ang="0">
                  <a:pos x="2004" y="5271"/>
                </a:cxn>
                <a:cxn ang="0">
                  <a:pos x="1969" y="5153"/>
                </a:cxn>
                <a:cxn ang="0">
                  <a:pos x="1836" y="5046"/>
                </a:cxn>
                <a:cxn ang="0">
                  <a:pos x="1667" y="4999"/>
                </a:cxn>
                <a:cxn ang="0">
                  <a:pos x="1541" y="5039"/>
                </a:cxn>
                <a:cxn ang="0">
                  <a:pos x="1457" y="5136"/>
                </a:cxn>
                <a:cxn ang="0">
                  <a:pos x="1408" y="5269"/>
                </a:cxn>
                <a:cxn ang="0">
                  <a:pos x="1397" y="5409"/>
                </a:cxn>
                <a:cxn ang="0">
                  <a:pos x="1415" y="5530"/>
                </a:cxn>
                <a:cxn ang="0">
                  <a:pos x="1511" y="5683"/>
                </a:cxn>
                <a:cxn ang="0">
                  <a:pos x="177" y="5788"/>
                </a:cxn>
                <a:cxn ang="0">
                  <a:pos x="51" y="5737"/>
                </a:cxn>
                <a:cxn ang="0">
                  <a:pos x="0" y="5611"/>
                </a:cxn>
                <a:cxn ang="0">
                  <a:pos x="23" y="89"/>
                </a:cxn>
                <a:cxn ang="0">
                  <a:pos x="131" y="7"/>
                </a:cxn>
              </a:cxnLst>
              <a:rect l="0" t="0" r="r" b="b"/>
              <a:pathLst>
                <a:path w="3326" h="5788">
                  <a:moveTo>
                    <a:pt x="177" y="0"/>
                  </a:moveTo>
                  <a:lnTo>
                    <a:pt x="3326" y="0"/>
                  </a:lnTo>
                  <a:lnTo>
                    <a:pt x="3256" y="51"/>
                  </a:lnTo>
                  <a:lnTo>
                    <a:pt x="3189" y="107"/>
                  </a:lnTo>
                  <a:lnTo>
                    <a:pt x="3124" y="172"/>
                  </a:lnTo>
                  <a:lnTo>
                    <a:pt x="3063" y="245"/>
                  </a:lnTo>
                  <a:lnTo>
                    <a:pt x="3007" y="326"/>
                  </a:lnTo>
                  <a:lnTo>
                    <a:pt x="2954" y="414"/>
                  </a:lnTo>
                  <a:lnTo>
                    <a:pt x="2902" y="512"/>
                  </a:lnTo>
                  <a:lnTo>
                    <a:pt x="2856" y="622"/>
                  </a:lnTo>
                  <a:lnTo>
                    <a:pt x="2814" y="740"/>
                  </a:lnTo>
                  <a:lnTo>
                    <a:pt x="2777" y="868"/>
                  </a:lnTo>
                  <a:lnTo>
                    <a:pt x="2742" y="1008"/>
                  </a:lnTo>
                  <a:lnTo>
                    <a:pt x="2714" y="1159"/>
                  </a:lnTo>
                  <a:lnTo>
                    <a:pt x="2688" y="1322"/>
                  </a:lnTo>
                  <a:lnTo>
                    <a:pt x="2667" y="1497"/>
                  </a:lnTo>
                  <a:lnTo>
                    <a:pt x="2651" y="1685"/>
                  </a:lnTo>
                  <a:lnTo>
                    <a:pt x="2651" y="1692"/>
                  </a:lnTo>
                  <a:lnTo>
                    <a:pt x="2642" y="1836"/>
                  </a:lnTo>
                  <a:lnTo>
                    <a:pt x="2635" y="1990"/>
                  </a:lnTo>
                  <a:lnTo>
                    <a:pt x="2632" y="2148"/>
                  </a:lnTo>
                  <a:lnTo>
                    <a:pt x="2623" y="2223"/>
                  </a:lnTo>
                  <a:lnTo>
                    <a:pt x="2611" y="2304"/>
                  </a:lnTo>
                  <a:lnTo>
                    <a:pt x="2595" y="2390"/>
                  </a:lnTo>
                  <a:lnTo>
                    <a:pt x="2579" y="2481"/>
                  </a:lnTo>
                  <a:lnTo>
                    <a:pt x="2558" y="2569"/>
                  </a:lnTo>
                  <a:lnTo>
                    <a:pt x="2532" y="2653"/>
                  </a:lnTo>
                  <a:lnTo>
                    <a:pt x="2504" y="2732"/>
                  </a:lnTo>
                  <a:lnTo>
                    <a:pt x="2472" y="2802"/>
                  </a:lnTo>
                  <a:lnTo>
                    <a:pt x="2488" y="2818"/>
                  </a:lnTo>
                  <a:lnTo>
                    <a:pt x="2507" y="2839"/>
                  </a:lnTo>
                  <a:lnTo>
                    <a:pt x="2530" y="2867"/>
                  </a:lnTo>
                  <a:lnTo>
                    <a:pt x="2558" y="2905"/>
                  </a:lnTo>
                  <a:lnTo>
                    <a:pt x="2600" y="2986"/>
                  </a:lnTo>
                  <a:lnTo>
                    <a:pt x="2635" y="3065"/>
                  </a:lnTo>
                  <a:lnTo>
                    <a:pt x="2663" y="3147"/>
                  </a:lnTo>
                  <a:lnTo>
                    <a:pt x="2684" y="3233"/>
                  </a:lnTo>
                  <a:lnTo>
                    <a:pt x="2700" y="3324"/>
                  </a:lnTo>
                  <a:lnTo>
                    <a:pt x="2712" y="3421"/>
                  </a:lnTo>
                  <a:lnTo>
                    <a:pt x="2726" y="3810"/>
                  </a:lnTo>
                  <a:lnTo>
                    <a:pt x="2726" y="3808"/>
                  </a:lnTo>
                  <a:lnTo>
                    <a:pt x="2728" y="3945"/>
                  </a:lnTo>
                  <a:lnTo>
                    <a:pt x="2730" y="4080"/>
                  </a:lnTo>
                  <a:lnTo>
                    <a:pt x="2733" y="4213"/>
                  </a:lnTo>
                  <a:lnTo>
                    <a:pt x="2730" y="4343"/>
                  </a:lnTo>
                  <a:lnTo>
                    <a:pt x="2728" y="4469"/>
                  </a:lnTo>
                  <a:lnTo>
                    <a:pt x="2723" y="4594"/>
                  </a:lnTo>
                  <a:lnTo>
                    <a:pt x="2716" y="4713"/>
                  </a:lnTo>
                  <a:lnTo>
                    <a:pt x="2707" y="4829"/>
                  </a:lnTo>
                  <a:lnTo>
                    <a:pt x="2693" y="4939"/>
                  </a:lnTo>
                  <a:lnTo>
                    <a:pt x="2677" y="5046"/>
                  </a:lnTo>
                  <a:lnTo>
                    <a:pt x="2656" y="5143"/>
                  </a:lnTo>
                  <a:lnTo>
                    <a:pt x="2630" y="5239"/>
                  </a:lnTo>
                  <a:lnTo>
                    <a:pt x="2600" y="5325"/>
                  </a:lnTo>
                  <a:lnTo>
                    <a:pt x="2565" y="5404"/>
                  </a:lnTo>
                  <a:lnTo>
                    <a:pt x="2525" y="5474"/>
                  </a:lnTo>
                  <a:lnTo>
                    <a:pt x="2479" y="5539"/>
                  </a:lnTo>
                  <a:lnTo>
                    <a:pt x="2428" y="5593"/>
                  </a:lnTo>
                  <a:lnTo>
                    <a:pt x="2369" y="5639"/>
                  </a:lnTo>
                  <a:lnTo>
                    <a:pt x="2304" y="5674"/>
                  </a:lnTo>
                  <a:lnTo>
                    <a:pt x="2232" y="5704"/>
                  </a:lnTo>
                  <a:lnTo>
                    <a:pt x="2167" y="5728"/>
                  </a:lnTo>
                  <a:lnTo>
                    <a:pt x="2111" y="5742"/>
                  </a:lnTo>
                  <a:lnTo>
                    <a:pt x="2060" y="5749"/>
                  </a:lnTo>
                  <a:lnTo>
                    <a:pt x="2016" y="5751"/>
                  </a:lnTo>
                  <a:lnTo>
                    <a:pt x="1978" y="5749"/>
                  </a:lnTo>
                  <a:lnTo>
                    <a:pt x="1946" y="5742"/>
                  </a:lnTo>
                  <a:lnTo>
                    <a:pt x="1918" y="5730"/>
                  </a:lnTo>
                  <a:lnTo>
                    <a:pt x="1897" y="5716"/>
                  </a:lnTo>
                  <a:lnTo>
                    <a:pt x="1878" y="5697"/>
                  </a:lnTo>
                  <a:lnTo>
                    <a:pt x="1864" y="5681"/>
                  </a:lnTo>
                  <a:lnTo>
                    <a:pt x="1853" y="5662"/>
                  </a:lnTo>
                  <a:lnTo>
                    <a:pt x="1843" y="5644"/>
                  </a:lnTo>
                  <a:lnTo>
                    <a:pt x="1839" y="5625"/>
                  </a:lnTo>
                  <a:lnTo>
                    <a:pt x="1834" y="5609"/>
                  </a:lnTo>
                  <a:lnTo>
                    <a:pt x="1832" y="5595"/>
                  </a:lnTo>
                  <a:lnTo>
                    <a:pt x="1832" y="5574"/>
                  </a:lnTo>
                  <a:lnTo>
                    <a:pt x="1843" y="5562"/>
                  </a:lnTo>
                  <a:lnTo>
                    <a:pt x="1860" y="5548"/>
                  </a:lnTo>
                  <a:lnTo>
                    <a:pt x="1876" y="5530"/>
                  </a:lnTo>
                  <a:lnTo>
                    <a:pt x="1897" y="5506"/>
                  </a:lnTo>
                  <a:lnTo>
                    <a:pt x="1918" y="5481"/>
                  </a:lnTo>
                  <a:lnTo>
                    <a:pt x="1939" y="5451"/>
                  </a:lnTo>
                  <a:lnTo>
                    <a:pt x="1960" y="5418"/>
                  </a:lnTo>
                  <a:lnTo>
                    <a:pt x="1992" y="5348"/>
                  </a:lnTo>
                  <a:lnTo>
                    <a:pt x="2002" y="5309"/>
                  </a:lnTo>
                  <a:lnTo>
                    <a:pt x="2004" y="5271"/>
                  </a:lnTo>
                  <a:lnTo>
                    <a:pt x="2002" y="5232"/>
                  </a:lnTo>
                  <a:lnTo>
                    <a:pt x="1990" y="5192"/>
                  </a:lnTo>
                  <a:lnTo>
                    <a:pt x="1969" y="5153"/>
                  </a:lnTo>
                  <a:lnTo>
                    <a:pt x="1937" y="5116"/>
                  </a:lnTo>
                  <a:lnTo>
                    <a:pt x="1892" y="5081"/>
                  </a:lnTo>
                  <a:lnTo>
                    <a:pt x="1836" y="5046"/>
                  </a:lnTo>
                  <a:lnTo>
                    <a:pt x="1776" y="5020"/>
                  </a:lnTo>
                  <a:lnTo>
                    <a:pt x="1718" y="5004"/>
                  </a:lnTo>
                  <a:lnTo>
                    <a:pt x="1667" y="4999"/>
                  </a:lnTo>
                  <a:lnTo>
                    <a:pt x="1620" y="5004"/>
                  </a:lnTo>
                  <a:lnTo>
                    <a:pt x="1578" y="5018"/>
                  </a:lnTo>
                  <a:lnTo>
                    <a:pt x="1541" y="5039"/>
                  </a:lnTo>
                  <a:lnTo>
                    <a:pt x="1508" y="5067"/>
                  </a:lnTo>
                  <a:lnTo>
                    <a:pt x="1480" y="5099"/>
                  </a:lnTo>
                  <a:lnTo>
                    <a:pt x="1457" y="5136"/>
                  </a:lnTo>
                  <a:lnTo>
                    <a:pt x="1436" y="5178"/>
                  </a:lnTo>
                  <a:lnTo>
                    <a:pt x="1420" y="5223"/>
                  </a:lnTo>
                  <a:lnTo>
                    <a:pt x="1408" y="5269"/>
                  </a:lnTo>
                  <a:lnTo>
                    <a:pt x="1401" y="5316"/>
                  </a:lnTo>
                  <a:lnTo>
                    <a:pt x="1397" y="5362"/>
                  </a:lnTo>
                  <a:lnTo>
                    <a:pt x="1397" y="5409"/>
                  </a:lnTo>
                  <a:lnTo>
                    <a:pt x="1399" y="5453"/>
                  </a:lnTo>
                  <a:lnTo>
                    <a:pt x="1406" y="5493"/>
                  </a:lnTo>
                  <a:lnTo>
                    <a:pt x="1415" y="5530"/>
                  </a:lnTo>
                  <a:lnTo>
                    <a:pt x="1436" y="5579"/>
                  </a:lnTo>
                  <a:lnTo>
                    <a:pt x="1469" y="5630"/>
                  </a:lnTo>
                  <a:lnTo>
                    <a:pt x="1511" y="5683"/>
                  </a:lnTo>
                  <a:lnTo>
                    <a:pt x="1564" y="5737"/>
                  </a:lnTo>
                  <a:lnTo>
                    <a:pt x="1625" y="5788"/>
                  </a:lnTo>
                  <a:lnTo>
                    <a:pt x="177" y="5788"/>
                  </a:lnTo>
                  <a:lnTo>
                    <a:pt x="131" y="5781"/>
                  </a:lnTo>
                  <a:lnTo>
                    <a:pt x="89" y="5765"/>
                  </a:lnTo>
                  <a:lnTo>
                    <a:pt x="51" y="5737"/>
                  </a:lnTo>
                  <a:lnTo>
                    <a:pt x="23" y="5700"/>
                  </a:lnTo>
                  <a:lnTo>
                    <a:pt x="7" y="5658"/>
                  </a:lnTo>
                  <a:lnTo>
                    <a:pt x="0" y="5611"/>
                  </a:lnTo>
                  <a:lnTo>
                    <a:pt x="0" y="177"/>
                  </a:lnTo>
                  <a:lnTo>
                    <a:pt x="7" y="130"/>
                  </a:lnTo>
                  <a:lnTo>
                    <a:pt x="23" y="89"/>
                  </a:lnTo>
                  <a:lnTo>
                    <a:pt x="51" y="51"/>
                  </a:lnTo>
                  <a:lnTo>
                    <a:pt x="89" y="23"/>
                  </a:lnTo>
                  <a:lnTo>
                    <a:pt x="131" y="7"/>
                  </a:lnTo>
                  <a:lnTo>
                    <a:pt x="177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>
                <a:solidFill>
                  <a:srgbClr val="000000"/>
                </a:solidFill>
              </a:endParaRPr>
            </a:p>
          </p:txBody>
        </p:sp>
        <p:sp>
          <p:nvSpPr>
            <p:cNvPr id="323615" name="Freeform 31"/>
            <p:cNvSpPr>
              <a:spLocks/>
            </p:cNvSpPr>
            <p:nvPr userDrawn="1"/>
          </p:nvSpPr>
          <p:spPr bwMode="auto">
            <a:xfrm>
              <a:off x="2796" y="2105"/>
              <a:ext cx="784" cy="1392"/>
            </a:xfrm>
            <a:custGeom>
              <a:avLst/>
              <a:gdLst/>
              <a:ahLst/>
              <a:cxnLst>
                <a:cxn ang="0">
                  <a:pos x="3130" y="7"/>
                </a:cxn>
                <a:cxn ang="0">
                  <a:pos x="3237" y="89"/>
                </a:cxn>
                <a:cxn ang="0">
                  <a:pos x="3260" y="5611"/>
                </a:cxn>
                <a:cxn ang="0">
                  <a:pos x="3209" y="5737"/>
                </a:cxn>
                <a:cxn ang="0">
                  <a:pos x="3083" y="5788"/>
                </a:cxn>
                <a:cxn ang="0">
                  <a:pos x="137" y="5681"/>
                </a:cxn>
                <a:cxn ang="0">
                  <a:pos x="321" y="5465"/>
                </a:cxn>
                <a:cxn ang="0">
                  <a:pos x="470" y="5169"/>
                </a:cxn>
                <a:cxn ang="0">
                  <a:pos x="586" y="4780"/>
                </a:cxn>
                <a:cxn ang="0">
                  <a:pos x="661" y="4292"/>
                </a:cxn>
                <a:cxn ang="0">
                  <a:pos x="686" y="3954"/>
                </a:cxn>
                <a:cxn ang="0">
                  <a:pos x="707" y="3547"/>
                </a:cxn>
                <a:cxn ang="0">
                  <a:pos x="777" y="3261"/>
                </a:cxn>
                <a:cxn ang="0">
                  <a:pos x="840" y="3068"/>
                </a:cxn>
                <a:cxn ang="0">
                  <a:pos x="770" y="2979"/>
                </a:cxn>
                <a:cxn ang="0">
                  <a:pos x="677" y="2735"/>
                </a:cxn>
                <a:cxn ang="0">
                  <a:pos x="623" y="2460"/>
                </a:cxn>
                <a:cxn ang="0">
                  <a:pos x="598" y="1843"/>
                </a:cxn>
                <a:cxn ang="0">
                  <a:pos x="596" y="1445"/>
                </a:cxn>
                <a:cxn ang="0">
                  <a:pos x="609" y="1075"/>
                </a:cxn>
                <a:cxn ang="0">
                  <a:pos x="651" y="745"/>
                </a:cxn>
                <a:cxn ang="0">
                  <a:pos x="726" y="466"/>
                </a:cxn>
                <a:cxn ang="0">
                  <a:pos x="847" y="252"/>
                </a:cxn>
                <a:cxn ang="0">
                  <a:pos x="1021" y="114"/>
                </a:cxn>
                <a:cxn ang="0">
                  <a:pos x="1217" y="47"/>
                </a:cxn>
                <a:cxn ang="0">
                  <a:pos x="1350" y="40"/>
                </a:cxn>
                <a:cxn ang="0">
                  <a:pos x="1431" y="72"/>
                </a:cxn>
                <a:cxn ang="0">
                  <a:pos x="1475" y="126"/>
                </a:cxn>
                <a:cxn ang="0">
                  <a:pos x="1494" y="179"/>
                </a:cxn>
                <a:cxn ang="0">
                  <a:pos x="1485" y="226"/>
                </a:cxn>
                <a:cxn ang="0">
                  <a:pos x="1431" y="282"/>
                </a:cxn>
                <a:cxn ang="0">
                  <a:pos x="1368" y="370"/>
                </a:cxn>
                <a:cxn ang="0">
                  <a:pos x="1324" y="517"/>
                </a:cxn>
                <a:cxn ang="0">
                  <a:pos x="1359" y="636"/>
                </a:cxn>
                <a:cxn ang="0">
                  <a:pos x="1492" y="743"/>
                </a:cxn>
                <a:cxn ang="0">
                  <a:pos x="1659" y="789"/>
                </a:cxn>
                <a:cxn ang="0">
                  <a:pos x="1785" y="752"/>
                </a:cxn>
                <a:cxn ang="0">
                  <a:pos x="1871" y="654"/>
                </a:cxn>
                <a:cxn ang="0">
                  <a:pos x="1917" y="521"/>
                </a:cxn>
                <a:cxn ang="0">
                  <a:pos x="1931" y="382"/>
                </a:cxn>
                <a:cxn ang="0">
                  <a:pos x="1913" y="261"/>
                </a:cxn>
                <a:cxn ang="0">
                  <a:pos x="1817" y="105"/>
                </a:cxn>
              </a:cxnLst>
              <a:rect l="0" t="0" r="r" b="b"/>
              <a:pathLst>
                <a:path w="3260" h="5788">
                  <a:moveTo>
                    <a:pt x="1701" y="0"/>
                  </a:moveTo>
                  <a:lnTo>
                    <a:pt x="3083" y="0"/>
                  </a:lnTo>
                  <a:lnTo>
                    <a:pt x="3130" y="7"/>
                  </a:lnTo>
                  <a:lnTo>
                    <a:pt x="3172" y="23"/>
                  </a:lnTo>
                  <a:lnTo>
                    <a:pt x="3209" y="51"/>
                  </a:lnTo>
                  <a:lnTo>
                    <a:pt x="3237" y="89"/>
                  </a:lnTo>
                  <a:lnTo>
                    <a:pt x="3253" y="130"/>
                  </a:lnTo>
                  <a:lnTo>
                    <a:pt x="3260" y="177"/>
                  </a:lnTo>
                  <a:lnTo>
                    <a:pt x="3260" y="5611"/>
                  </a:lnTo>
                  <a:lnTo>
                    <a:pt x="3253" y="5658"/>
                  </a:lnTo>
                  <a:lnTo>
                    <a:pt x="3237" y="5700"/>
                  </a:lnTo>
                  <a:lnTo>
                    <a:pt x="3209" y="5737"/>
                  </a:lnTo>
                  <a:lnTo>
                    <a:pt x="3172" y="5765"/>
                  </a:lnTo>
                  <a:lnTo>
                    <a:pt x="3130" y="5781"/>
                  </a:lnTo>
                  <a:lnTo>
                    <a:pt x="3083" y="5788"/>
                  </a:lnTo>
                  <a:lnTo>
                    <a:pt x="0" y="5788"/>
                  </a:lnTo>
                  <a:lnTo>
                    <a:pt x="70" y="5737"/>
                  </a:lnTo>
                  <a:lnTo>
                    <a:pt x="137" y="5681"/>
                  </a:lnTo>
                  <a:lnTo>
                    <a:pt x="202" y="5616"/>
                  </a:lnTo>
                  <a:lnTo>
                    <a:pt x="263" y="5544"/>
                  </a:lnTo>
                  <a:lnTo>
                    <a:pt x="321" y="5465"/>
                  </a:lnTo>
                  <a:lnTo>
                    <a:pt x="374" y="5374"/>
                  </a:lnTo>
                  <a:lnTo>
                    <a:pt x="426" y="5276"/>
                  </a:lnTo>
                  <a:lnTo>
                    <a:pt x="470" y="5169"/>
                  </a:lnTo>
                  <a:lnTo>
                    <a:pt x="514" y="5050"/>
                  </a:lnTo>
                  <a:lnTo>
                    <a:pt x="551" y="4920"/>
                  </a:lnTo>
                  <a:lnTo>
                    <a:pt x="586" y="4780"/>
                  </a:lnTo>
                  <a:lnTo>
                    <a:pt x="614" y="4629"/>
                  </a:lnTo>
                  <a:lnTo>
                    <a:pt x="640" y="4466"/>
                  </a:lnTo>
                  <a:lnTo>
                    <a:pt x="661" y="4292"/>
                  </a:lnTo>
                  <a:lnTo>
                    <a:pt x="677" y="4103"/>
                  </a:lnTo>
                  <a:lnTo>
                    <a:pt x="677" y="4098"/>
                  </a:lnTo>
                  <a:lnTo>
                    <a:pt x="686" y="3954"/>
                  </a:lnTo>
                  <a:lnTo>
                    <a:pt x="691" y="3801"/>
                  </a:lnTo>
                  <a:lnTo>
                    <a:pt x="696" y="3640"/>
                  </a:lnTo>
                  <a:lnTo>
                    <a:pt x="707" y="3547"/>
                  </a:lnTo>
                  <a:lnTo>
                    <a:pt x="726" y="3452"/>
                  </a:lnTo>
                  <a:lnTo>
                    <a:pt x="749" y="3356"/>
                  </a:lnTo>
                  <a:lnTo>
                    <a:pt x="777" y="3261"/>
                  </a:lnTo>
                  <a:lnTo>
                    <a:pt x="814" y="3170"/>
                  </a:lnTo>
                  <a:lnTo>
                    <a:pt x="856" y="3084"/>
                  </a:lnTo>
                  <a:lnTo>
                    <a:pt x="840" y="3068"/>
                  </a:lnTo>
                  <a:lnTo>
                    <a:pt x="821" y="3044"/>
                  </a:lnTo>
                  <a:lnTo>
                    <a:pt x="798" y="3016"/>
                  </a:lnTo>
                  <a:lnTo>
                    <a:pt x="770" y="2979"/>
                  </a:lnTo>
                  <a:lnTo>
                    <a:pt x="733" y="2905"/>
                  </a:lnTo>
                  <a:lnTo>
                    <a:pt x="703" y="2823"/>
                  </a:lnTo>
                  <a:lnTo>
                    <a:pt x="677" y="2735"/>
                  </a:lnTo>
                  <a:lnTo>
                    <a:pt x="656" y="2644"/>
                  </a:lnTo>
                  <a:lnTo>
                    <a:pt x="637" y="2551"/>
                  </a:lnTo>
                  <a:lnTo>
                    <a:pt x="623" y="2460"/>
                  </a:lnTo>
                  <a:lnTo>
                    <a:pt x="614" y="2369"/>
                  </a:lnTo>
                  <a:lnTo>
                    <a:pt x="600" y="1981"/>
                  </a:lnTo>
                  <a:lnTo>
                    <a:pt x="598" y="1843"/>
                  </a:lnTo>
                  <a:lnTo>
                    <a:pt x="596" y="1708"/>
                  </a:lnTo>
                  <a:lnTo>
                    <a:pt x="593" y="1576"/>
                  </a:lnTo>
                  <a:lnTo>
                    <a:pt x="596" y="1445"/>
                  </a:lnTo>
                  <a:lnTo>
                    <a:pt x="598" y="1320"/>
                  </a:lnTo>
                  <a:lnTo>
                    <a:pt x="602" y="1196"/>
                  </a:lnTo>
                  <a:lnTo>
                    <a:pt x="609" y="1075"/>
                  </a:lnTo>
                  <a:lnTo>
                    <a:pt x="619" y="959"/>
                  </a:lnTo>
                  <a:lnTo>
                    <a:pt x="633" y="850"/>
                  </a:lnTo>
                  <a:lnTo>
                    <a:pt x="651" y="745"/>
                  </a:lnTo>
                  <a:lnTo>
                    <a:pt x="672" y="645"/>
                  </a:lnTo>
                  <a:lnTo>
                    <a:pt x="698" y="552"/>
                  </a:lnTo>
                  <a:lnTo>
                    <a:pt x="726" y="466"/>
                  </a:lnTo>
                  <a:lnTo>
                    <a:pt x="761" y="386"/>
                  </a:lnTo>
                  <a:lnTo>
                    <a:pt x="803" y="314"/>
                  </a:lnTo>
                  <a:lnTo>
                    <a:pt x="847" y="252"/>
                  </a:lnTo>
                  <a:lnTo>
                    <a:pt x="898" y="196"/>
                  </a:lnTo>
                  <a:lnTo>
                    <a:pt x="956" y="151"/>
                  </a:lnTo>
                  <a:lnTo>
                    <a:pt x="1021" y="114"/>
                  </a:lnTo>
                  <a:lnTo>
                    <a:pt x="1094" y="84"/>
                  </a:lnTo>
                  <a:lnTo>
                    <a:pt x="1159" y="61"/>
                  </a:lnTo>
                  <a:lnTo>
                    <a:pt x="1217" y="47"/>
                  </a:lnTo>
                  <a:lnTo>
                    <a:pt x="1268" y="40"/>
                  </a:lnTo>
                  <a:lnTo>
                    <a:pt x="1312" y="37"/>
                  </a:lnTo>
                  <a:lnTo>
                    <a:pt x="1350" y="40"/>
                  </a:lnTo>
                  <a:lnTo>
                    <a:pt x="1382" y="47"/>
                  </a:lnTo>
                  <a:lnTo>
                    <a:pt x="1410" y="58"/>
                  </a:lnTo>
                  <a:lnTo>
                    <a:pt x="1431" y="72"/>
                  </a:lnTo>
                  <a:lnTo>
                    <a:pt x="1450" y="91"/>
                  </a:lnTo>
                  <a:lnTo>
                    <a:pt x="1464" y="107"/>
                  </a:lnTo>
                  <a:lnTo>
                    <a:pt x="1475" y="126"/>
                  </a:lnTo>
                  <a:lnTo>
                    <a:pt x="1485" y="144"/>
                  </a:lnTo>
                  <a:lnTo>
                    <a:pt x="1489" y="163"/>
                  </a:lnTo>
                  <a:lnTo>
                    <a:pt x="1494" y="179"/>
                  </a:lnTo>
                  <a:lnTo>
                    <a:pt x="1496" y="193"/>
                  </a:lnTo>
                  <a:lnTo>
                    <a:pt x="1496" y="214"/>
                  </a:lnTo>
                  <a:lnTo>
                    <a:pt x="1485" y="226"/>
                  </a:lnTo>
                  <a:lnTo>
                    <a:pt x="1468" y="240"/>
                  </a:lnTo>
                  <a:lnTo>
                    <a:pt x="1452" y="258"/>
                  </a:lnTo>
                  <a:lnTo>
                    <a:pt x="1431" y="282"/>
                  </a:lnTo>
                  <a:lnTo>
                    <a:pt x="1410" y="307"/>
                  </a:lnTo>
                  <a:lnTo>
                    <a:pt x="1389" y="338"/>
                  </a:lnTo>
                  <a:lnTo>
                    <a:pt x="1368" y="370"/>
                  </a:lnTo>
                  <a:lnTo>
                    <a:pt x="1336" y="440"/>
                  </a:lnTo>
                  <a:lnTo>
                    <a:pt x="1326" y="480"/>
                  </a:lnTo>
                  <a:lnTo>
                    <a:pt x="1324" y="517"/>
                  </a:lnTo>
                  <a:lnTo>
                    <a:pt x="1326" y="556"/>
                  </a:lnTo>
                  <a:lnTo>
                    <a:pt x="1338" y="596"/>
                  </a:lnTo>
                  <a:lnTo>
                    <a:pt x="1359" y="636"/>
                  </a:lnTo>
                  <a:lnTo>
                    <a:pt x="1391" y="673"/>
                  </a:lnTo>
                  <a:lnTo>
                    <a:pt x="1436" y="708"/>
                  </a:lnTo>
                  <a:lnTo>
                    <a:pt x="1492" y="743"/>
                  </a:lnTo>
                  <a:lnTo>
                    <a:pt x="1552" y="770"/>
                  </a:lnTo>
                  <a:lnTo>
                    <a:pt x="1608" y="784"/>
                  </a:lnTo>
                  <a:lnTo>
                    <a:pt x="1659" y="789"/>
                  </a:lnTo>
                  <a:lnTo>
                    <a:pt x="1706" y="784"/>
                  </a:lnTo>
                  <a:lnTo>
                    <a:pt x="1748" y="773"/>
                  </a:lnTo>
                  <a:lnTo>
                    <a:pt x="1785" y="752"/>
                  </a:lnTo>
                  <a:lnTo>
                    <a:pt x="1817" y="724"/>
                  </a:lnTo>
                  <a:lnTo>
                    <a:pt x="1848" y="691"/>
                  </a:lnTo>
                  <a:lnTo>
                    <a:pt x="1871" y="654"/>
                  </a:lnTo>
                  <a:lnTo>
                    <a:pt x="1890" y="612"/>
                  </a:lnTo>
                  <a:lnTo>
                    <a:pt x="1906" y="568"/>
                  </a:lnTo>
                  <a:lnTo>
                    <a:pt x="1917" y="521"/>
                  </a:lnTo>
                  <a:lnTo>
                    <a:pt x="1927" y="475"/>
                  </a:lnTo>
                  <a:lnTo>
                    <a:pt x="1931" y="428"/>
                  </a:lnTo>
                  <a:lnTo>
                    <a:pt x="1931" y="382"/>
                  </a:lnTo>
                  <a:lnTo>
                    <a:pt x="1929" y="338"/>
                  </a:lnTo>
                  <a:lnTo>
                    <a:pt x="1922" y="298"/>
                  </a:lnTo>
                  <a:lnTo>
                    <a:pt x="1913" y="261"/>
                  </a:lnTo>
                  <a:lnTo>
                    <a:pt x="1892" y="212"/>
                  </a:lnTo>
                  <a:lnTo>
                    <a:pt x="1859" y="158"/>
                  </a:lnTo>
                  <a:lnTo>
                    <a:pt x="1817" y="105"/>
                  </a:lnTo>
                  <a:lnTo>
                    <a:pt x="1764" y="51"/>
                  </a:lnTo>
                  <a:lnTo>
                    <a:pt x="1701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>
                <a:solidFill>
                  <a:srgbClr val="000000"/>
                </a:solidFill>
              </a:endParaRPr>
            </a:p>
          </p:txBody>
        </p:sp>
        <p:sp>
          <p:nvSpPr>
            <p:cNvPr id="323616" name="Freeform 32"/>
            <p:cNvSpPr>
              <a:spLocks/>
            </p:cNvSpPr>
            <p:nvPr userDrawn="1"/>
          </p:nvSpPr>
          <p:spPr bwMode="auto">
            <a:xfrm>
              <a:off x="2524" y="2105"/>
              <a:ext cx="736" cy="1392"/>
            </a:xfrm>
            <a:custGeom>
              <a:avLst/>
              <a:gdLst/>
              <a:ahLst/>
              <a:cxnLst>
                <a:cxn ang="0">
                  <a:pos x="2948" y="105"/>
                </a:cxn>
                <a:cxn ang="0">
                  <a:pos x="3053" y="298"/>
                </a:cxn>
                <a:cxn ang="0">
                  <a:pos x="3058" y="475"/>
                </a:cxn>
                <a:cxn ang="0">
                  <a:pos x="3002" y="654"/>
                </a:cxn>
                <a:cxn ang="0">
                  <a:pos x="2879" y="773"/>
                </a:cxn>
                <a:cxn ang="0">
                  <a:pos x="2683" y="770"/>
                </a:cxn>
                <a:cxn ang="0">
                  <a:pos x="2490" y="636"/>
                </a:cxn>
                <a:cxn ang="0">
                  <a:pos x="2457" y="480"/>
                </a:cxn>
                <a:cxn ang="0">
                  <a:pos x="2541" y="307"/>
                </a:cxn>
                <a:cxn ang="0">
                  <a:pos x="2616" y="226"/>
                </a:cxn>
                <a:cxn ang="0">
                  <a:pos x="2620" y="163"/>
                </a:cxn>
                <a:cxn ang="0">
                  <a:pos x="2581" y="91"/>
                </a:cxn>
                <a:cxn ang="0">
                  <a:pos x="2481" y="40"/>
                </a:cxn>
                <a:cxn ang="0">
                  <a:pos x="2290" y="61"/>
                </a:cxn>
                <a:cxn ang="0">
                  <a:pos x="2029" y="196"/>
                </a:cxn>
                <a:cxn ang="0">
                  <a:pos x="1857" y="466"/>
                </a:cxn>
                <a:cxn ang="0">
                  <a:pos x="1764" y="850"/>
                </a:cxn>
                <a:cxn ang="0">
                  <a:pos x="1729" y="1320"/>
                </a:cxn>
                <a:cxn ang="0">
                  <a:pos x="1729" y="1843"/>
                </a:cxn>
                <a:cxn ang="0">
                  <a:pos x="1768" y="2551"/>
                </a:cxn>
                <a:cxn ang="0">
                  <a:pos x="1864" y="2905"/>
                </a:cxn>
                <a:cxn ang="0">
                  <a:pos x="1971" y="3068"/>
                </a:cxn>
                <a:cxn ang="0">
                  <a:pos x="1880" y="3356"/>
                </a:cxn>
                <a:cxn ang="0">
                  <a:pos x="1822" y="3801"/>
                </a:cxn>
                <a:cxn ang="0">
                  <a:pos x="1792" y="4292"/>
                </a:cxn>
                <a:cxn ang="0">
                  <a:pos x="1682" y="4920"/>
                </a:cxn>
                <a:cxn ang="0">
                  <a:pos x="1505" y="5374"/>
                </a:cxn>
                <a:cxn ang="0">
                  <a:pos x="1268" y="5681"/>
                </a:cxn>
                <a:cxn ang="0">
                  <a:pos x="167" y="5737"/>
                </a:cxn>
                <a:cxn ang="0">
                  <a:pos x="18" y="5530"/>
                </a:cxn>
                <a:cxn ang="0">
                  <a:pos x="0" y="5362"/>
                </a:cxn>
                <a:cxn ang="0">
                  <a:pos x="39" y="5178"/>
                </a:cxn>
                <a:cxn ang="0">
                  <a:pos x="144" y="5039"/>
                </a:cxn>
                <a:cxn ang="0">
                  <a:pos x="321" y="5004"/>
                </a:cxn>
                <a:cxn ang="0">
                  <a:pos x="540" y="5116"/>
                </a:cxn>
                <a:cxn ang="0">
                  <a:pos x="607" y="5271"/>
                </a:cxn>
                <a:cxn ang="0">
                  <a:pos x="542" y="5451"/>
                </a:cxn>
                <a:cxn ang="0">
                  <a:pos x="463" y="5548"/>
                </a:cxn>
                <a:cxn ang="0">
                  <a:pos x="437" y="5609"/>
                </a:cxn>
                <a:cxn ang="0">
                  <a:pos x="467" y="5681"/>
                </a:cxn>
                <a:cxn ang="0">
                  <a:pos x="549" y="5742"/>
                </a:cxn>
                <a:cxn ang="0">
                  <a:pos x="714" y="5742"/>
                </a:cxn>
                <a:cxn ang="0">
                  <a:pos x="972" y="5639"/>
                </a:cxn>
                <a:cxn ang="0">
                  <a:pos x="1168" y="5404"/>
                </a:cxn>
                <a:cxn ang="0">
                  <a:pos x="1280" y="5046"/>
                </a:cxn>
                <a:cxn ang="0">
                  <a:pos x="1326" y="4594"/>
                </a:cxn>
                <a:cxn ang="0">
                  <a:pos x="1333" y="4080"/>
                </a:cxn>
                <a:cxn ang="0">
                  <a:pos x="1315" y="3421"/>
                </a:cxn>
                <a:cxn ang="0">
                  <a:pos x="1238" y="3065"/>
                </a:cxn>
                <a:cxn ang="0">
                  <a:pos x="1110" y="2839"/>
                </a:cxn>
                <a:cxn ang="0">
                  <a:pos x="1135" y="2653"/>
                </a:cxn>
                <a:cxn ang="0">
                  <a:pos x="1214" y="2304"/>
                </a:cxn>
                <a:cxn ang="0">
                  <a:pos x="1245" y="1836"/>
                </a:cxn>
                <a:cxn ang="0">
                  <a:pos x="1291" y="1322"/>
                </a:cxn>
                <a:cxn ang="0">
                  <a:pos x="1417" y="740"/>
                </a:cxn>
                <a:cxn ang="0">
                  <a:pos x="1610" y="326"/>
                </a:cxn>
                <a:cxn ang="0">
                  <a:pos x="1859" y="51"/>
                </a:cxn>
              </a:cxnLst>
              <a:rect l="0" t="0" r="r" b="b"/>
              <a:pathLst>
                <a:path w="3062" h="5788">
                  <a:moveTo>
                    <a:pt x="1929" y="0"/>
                  </a:moveTo>
                  <a:lnTo>
                    <a:pt x="2832" y="0"/>
                  </a:lnTo>
                  <a:lnTo>
                    <a:pt x="2895" y="51"/>
                  </a:lnTo>
                  <a:lnTo>
                    <a:pt x="2948" y="105"/>
                  </a:lnTo>
                  <a:lnTo>
                    <a:pt x="2990" y="158"/>
                  </a:lnTo>
                  <a:lnTo>
                    <a:pt x="3023" y="212"/>
                  </a:lnTo>
                  <a:lnTo>
                    <a:pt x="3044" y="261"/>
                  </a:lnTo>
                  <a:lnTo>
                    <a:pt x="3053" y="298"/>
                  </a:lnTo>
                  <a:lnTo>
                    <a:pt x="3060" y="338"/>
                  </a:lnTo>
                  <a:lnTo>
                    <a:pt x="3062" y="382"/>
                  </a:lnTo>
                  <a:lnTo>
                    <a:pt x="3062" y="428"/>
                  </a:lnTo>
                  <a:lnTo>
                    <a:pt x="3058" y="475"/>
                  </a:lnTo>
                  <a:lnTo>
                    <a:pt x="3048" y="521"/>
                  </a:lnTo>
                  <a:lnTo>
                    <a:pt x="3037" y="568"/>
                  </a:lnTo>
                  <a:lnTo>
                    <a:pt x="3021" y="612"/>
                  </a:lnTo>
                  <a:lnTo>
                    <a:pt x="3002" y="654"/>
                  </a:lnTo>
                  <a:lnTo>
                    <a:pt x="2979" y="691"/>
                  </a:lnTo>
                  <a:lnTo>
                    <a:pt x="2948" y="724"/>
                  </a:lnTo>
                  <a:lnTo>
                    <a:pt x="2916" y="752"/>
                  </a:lnTo>
                  <a:lnTo>
                    <a:pt x="2879" y="773"/>
                  </a:lnTo>
                  <a:lnTo>
                    <a:pt x="2837" y="784"/>
                  </a:lnTo>
                  <a:lnTo>
                    <a:pt x="2790" y="789"/>
                  </a:lnTo>
                  <a:lnTo>
                    <a:pt x="2739" y="784"/>
                  </a:lnTo>
                  <a:lnTo>
                    <a:pt x="2683" y="770"/>
                  </a:lnTo>
                  <a:lnTo>
                    <a:pt x="2623" y="743"/>
                  </a:lnTo>
                  <a:lnTo>
                    <a:pt x="2567" y="708"/>
                  </a:lnTo>
                  <a:lnTo>
                    <a:pt x="2522" y="673"/>
                  </a:lnTo>
                  <a:lnTo>
                    <a:pt x="2490" y="636"/>
                  </a:lnTo>
                  <a:lnTo>
                    <a:pt x="2469" y="596"/>
                  </a:lnTo>
                  <a:lnTo>
                    <a:pt x="2457" y="556"/>
                  </a:lnTo>
                  <a:lnTo>
                    <a:pt x="2455" y="517"/>
                  </a:lnTo>
                  <a:lnTo>
                    <a:pt x="2457" y="480"/>
                  </a:lnTo>
                  <a:lnTo>
                    <a:pt x="2467" y="440"/>
                  </a:lnTo>
                  <a:lnTo>
                    <a:pt x="2499" y="370"/>
                  </a:lnTo>
                  <a:lnTo>
                    <a:pt x="2520" y="338"/>
                  </a:lnTo>
                  <a:lnTo>
                    <a:pt x="2541" y="307"/>
                  </a:lnTo>
                  <a:lnTo>
                    <a:pt x="2562" y="282"/>
                  </a:lnTo>
                  <a:lnTo>
                    <a:pt x="2583" y="258"/>
                  </a:lnTo>
                  <a:lnTo>
                    <a:pt x="2599" y="240"/>
                  </a:lnTo>
                  <a:lnTo>
                    <a:pt x="2616" y="226"/>
                  </a:lnTo>
                  <a:lnTo>
                    <a:pt x="2627" y="214"/>
                  </a:lnTo>
                  <a:lnTo>
                    <a:pt x="2627" y="193"/>
                  </a:lnTo>
                  <a:lnTo>
                    <a:pt x="2625" y="179"/>
                  </a:lnTo>
                  <a:lnTo>
                    <a:pt x="2620" y="163"/>
                  </a:lnTo>
                  <a:lnTo>
                    <a:pt x="2616" y="144"/>
                  </a:lnTo>
                  <a:lnTo>
                    <a:pt x="2606" y="126"/>
                  </a:lnTo>
                  <a:lnTo>
                    <a:pt x="2595" y="107"/>
                  </a:lnTo>
                  <a:lnTo>
                    <a:pt x="2581" y="91"/>
                  </a:lnTo>
                  <a:lnTo>
                    <a:pt x="2562" y="72"/>
                  </a:lnTo>
                  <a:lnTo>
                    <a:pt x="2541" y="58"/>
                  </a:lnTo>
                  <a:lnTo>
                    <a:pt x="2513" y="47"/>
                  </a:lnTo>
                  <a:lnTo>
                    <a:pt x="2481" y="40"/>
                  </a:lnTo>
                  <a:lnTo>
                    <a:pt x="2443" y="37"/>
                  </a:lnTo>
                  <a:lnTo>
                    <a:pt x="2399" y="40"/>
                  </a:lnTo>
                  <a:lnTo>
                    <a:pt x="2348" y="47"/>
                  </a:lnTo>
                  <a:lnTo>
                    <a:pt x="2290" y="61"/>
                  </a:lnTo>
                  <a:lnTo>
                    <a:pt x="2225" y="84"/>
                  </a:lnTo>
                  <a:lnTo>
                    <a:pt x="2152" y="114"/>
                  </a:lnTo>
                  <a:lnTo>
                    <a:pt x="2087" y="151"/>
                  </a:lnTo>
                  <a:lnTo>
                    <a:pt x="2029" y="196"/>
                  </a:lnTo>
                  <a:lnTo>
                    <a:pt x="1978" y="252"/>
                  </a:lnTo>
                  <a:lnTo>
                    <a:pt x="1934" y="314"/>
                  </a:lnTo>
                  <a:lnTo>
                    <a:pt x="1892" y="386"/>
                  </a:lnTo>
                  <a:lnTo>
                    <a:pt x="1857" y="466"/>
                  </a:lnTo>
                  <a:lnTo>
                    <a:pt x="1829" y="552"/>
                  </a:lnTo>
                  <a:lnTo>
                    <a:pt x="1803" y="645"/>
                  </a:lnTo>
                  <a:lnTo>
                    <a:pt x="1782" y="745"/>
                  </a:lnTo>
                  <a:lnTo>
                    <a:pt x="1764" y="850"/>
                  </a:lnTo>
                  <a:lnTo>
                    <a:pt x="1750" y="959"/>
                  </a:lnTo>
                  <a:lnTo>
                    <a:pt x="1740" y="1075"/>
                  </a:lnTo>
                  <a:lnTo>
                    <a:pt x="1733" y="1196"/>
                  </a:lnTo>
                  <a:lnTo>
                    <a:pt x="1729" y="1320"/>
                  </a:lnTo>
                  <a:lnTo>
                    <a:pt x="1727" y="1445"/>
                  </a:lnTo>
                  <a:lnTo>
                    <a:pt x="1724" y="1576"/>
                  </a:lnTo>
                  <a:lnTo>
                    <a:pt x="1727" y="1708"/>
                  </a:lnTo>
                  <a:lnTo>
                    <a:pt x="1729" y="1843"/>
                  </a:lnTo>
                  <a:lnTo>
                    <a:pt x="1731" y="1981"/>
                  </a:lnTo>
                  <a:lnTo>
                    <a:pt x="1745" y="2369"/>
                  </a:lnTo>
                  <a:lnTo>
                    <a:pt x="1754" y="2460"/>
                  </a:lnTo>
                  <a:lnTo>
                    <a:pt x="1768" y="2551"/>
                  </a:lnTo>
                  <a:lnTo>
                    <a:pt x="1787" y="2644"/>
                  </a:lnTo>
                  <a:lnTo>
                    <a:pt x="1808" y="2735"/>
                  </a:lnTo>
                  <a:lnTo>
                    <a:pt x="1834" y="2823"/>
                  </a:lnTo>
                  <a:lnTo>
                    <a:pt x="1864" y="2905"/>
                  </a:lnTo>
                  <a:lnTo>
                    <a:pt x="1901" y="2979"/>
                  </a:lnTo>
                  <a:lnTo>
                    <a:pt x="1929" y="3016"/>
                  </a:lnTo>
                  <a:lnTo>
                    <a:pt x="1952" y="3044"/>
                  </a:lnTo>
                  <a:lnTo>
                    <a:pt x="1971" y="3068"/>
                  </a:lnTo>
                  <a:lnTo>
                    <a:pt x="1987" y="3084"/>
                  </a:lnTo>
                  <a:lnTo>
                    <a:pt x="1945" y="3170"/>
                  </a:lnTo>
                  <a:lnTo>
                    <a:pt x="1908" y="3261"/>
                  </a:lnTo>
                  <a:lnTo>
                    <a:pt x="1880" y="3356"/>
                  </a:lnTo>
                  <a:lnTo>
                    <a:pt x="1857" y="3452"/>
                  </a:lnTo>
                  <a:lnTo>
                    <a:pt x="1838" y="3547"/>
                  </a:lnTo>
                  <a:lnTo>
                    <a:pt x="1827" y="3640"/>
                  </a:lnTo>
                  <a:lnTo>
                    <a:pt x="1822" y="3801"/>
                  </a:lnTo>
                  <a:lnTo>
                    <a:pt x="1817" y="3954"/>
                  </a:lnTo>
                  <a:lnTo>
                    <a:pt x="1808" y="4098"/>
                  </a:lnTo>
                  <a:lnTo>
                    <a:pt x="1808" y="4103"/>
                  </a:lnTo>
                  <a:lnTo>
                    <a:pt x="1792" y="4292"/>
                  </a:lnTo>
                  <a:lnTo>
                    <a:pt x="1771" y="4466"/>
                  </a:lnTo>
                  <a:lnTo>
                    <a:pt x="1745" y="4629"/>
                  </a:lnTo>
                  <a:lnTo>
                    <a:pt x="1717" y="4780"/>
                  </a:lnTo>
                  <a:lnTo>
                    <a:pt x="1682" y="4920"/>
                  </a:lnTo>
                  <a:lnTo>
                    <a:pt x="1645" y="5050"/>
                  </a:lnTo>
                  <a:lnTo>
                    <a:pt x="1601" y="5169"/>
                  </a:lnTo>
                  <a:lnTo>
                    <a:pt x="1557" y="5276"/>
                  </a:lnTo>
                  <a:lnTo>
                    <a:pt x="1505" y="5374"/>
                  </a:lnTo>
                  <a:lnTo>
                    <a:pt x="1452" y="5465"/>
                  </a:lnTo>
                  <a:lnTo>
                    <a:pt x="1394" y="5544"/>
                  </a:lnTo>
                  <a:lnTo>
                    <a:pt x="1333" y="5616"/>
                  </a:lnTo>
                  <a:lnTo>
                    <a:pt x="1268" y="5681"/>
                  </a:lnTo>
                  <a:lnTo>
                    <a:pt x="1201" y="5737"/>
                  </a:lnTo>
                  <a:lnTo>
                    <a:pt x="1131" y="5788"/>
                  </a:lnTo>
                  <a:lnTo>
                    <a:pt x="228" y="5788"/>
                  </a:lnTo>
                  <a:lnTo>
                    <a:pt x="167" y="5737"/>
                  </a:lnTo>
                  <a:lnTo>
                    <a:pt x="114" y="5683"/>
                  </a:lnTo>
                  <a:lnTo>
                    <a:pt x="72" y="5630"/>
                  </a:lnTo>
                  <a:lnTo>
                    <a:pt x="39" y="5579"/>
                  </a:lnTo>
                  <a:lnTo>
                    <a:pt x="18" y="5530"/>
                  </a:lnTo>
                  <a:lnTo>
                    <a:pt x="9" y="5493"/>
                  </a:lnTo>
                  <a:lnTo>
                    <a:pt x="2" y="5453"/>
                  </a:lnTo>
                  <a:lnTo>
                    <a:pt x="0" y="5409"/>
                  </a:lnTo>
                  <a:lnTo>
                    <a:pt x="0" y="5362"/>
                  </a:lnTo>
                  <a:lnTo>
                    <a:pt x="4" y="5316"/>
                  </a:lnTo>
                  <a:lnTo>
                    <a:pt x="11" y="5269"/>
                  </a:lnTo>
                  <a:lnTo>
                    <a:pt x="23" y="5223"/>
                  </a:lnTo>
                  <a:lnTo>
                    <a:pt x="39" y="5178"/>
                  </a:lnTo>
                  <a:lnTo>
                    <a:pt x="60" y="5136"/>
                  </a:lnTo>
                  <a:lnTo>
                    <a:pt x="83" y="5099"/>
                  </a:lnTo>
                  <a:lnTo>
                    <a:pt x="111" y="5067"/>
                  </a:lnTo>
                  <a:lnTo>
                    <a:pt x="144" y="5039"/>
                  </a:lnTo>
                  <a:lnTo>
                    <a:pt x="181" y="5018"/>
                  </a:lnTo>
                  <a:lnTo>
                    <a:pt x="223" y="5004"/>
                  </a:lnTo>
                  <a:lnTo>
                    <a:pt x="270" y="4999"/>
                  </a:lnTo>
                  <a:lnTo>
                    <a:pt x="321" y="5004"/>
                  </a:lnTo>
                  <a:lnTo>
                    <a:pt x="379" y="5020"/>
                  </a:lnTo>
                  <a:lnTo>
                    <a:pt x="439" y="5046"/>
                  </a:lnTo>
                  <a:lnTo>
                    <a:pt x="495" y="5081"/>
                  </a:lnTo>
                  <a:lnTo>
                    <a:pt x="540" y="5116"/>
                  </a:lnTo>
                  <a:lnTo>
                    <a:pt x="572" y="5153"/>
                  </a:lnTo>
                  <a:lnTo>
                    <a:pt x="593" y="5192"/>
                  </a:lnTo>
                  <a:lnTo>
                    <a:pt x="605" y="5232"/>
                  </a:lnTo>
                  <a:lnTo>
                    <a:pt x="607" y="5271"/>
                  </a:lnTo>
                  <a:lnTo>
                    <a:pt x="605" y="5309"/>
                  </a:lnTo>
                  <a:lnTo>
                    <a:pt x="595" y="5348"/>
                  </a:lnTo>
                  <a:lnTo>
                    <a:pt x="563" y="5418"/>
                  </a:lnTo>
                  <a:lnTo>
                    <a:pt x="542" y="5451"/>
                  </a:lnTo>
                  <a:lnTo>
                    <a:pt x="521" y="5481"/>
                  </a:lnTo>
                  <a:lnTo>
                    <a:pt x="500" y="5506"/>
                  </a:lnTo>
                  <a:lnTo>
                    <a:pt x="479" y="5530"/>
                  </a:lnTo>
                  <a:lnTo>
                    <a:pt x="463" y="5548"/>
                  </a:lnTo>
                  <a:lnTo>
                    <a:pt x="446" y="5562"/>
                  </a:lnTo>
                  <a:lnTo>
                    <a:pt x="435" y="5574"/>
                  </a:lnTo>
                  <a:lnTo>
                    <a:pt x="435" y="5595"/>
                  </a:lnTo>
                  <a:lnTo>
                    <a:pt x="437" y="5609"/>
                  </a:lnTo>
                  <a:lnTo>
                    <a:pt x="442" y="5625"/>
                  </a:lnTo>
                  <a:lnTo>
                    <a:pt x="446" y="5644"/>
                  </a:lnTo>
                  <a:lnTo>
                    <a:pt x="456" y="5662"/>
                  </a:lnTo>
                  <a:lnTo>
                    <a:pt x="467" y="5681"/>
                  </a:lnTo>
                  <a:lnTo>
                    <a:pt x="481" y="5697"/>
                  </a:lnTo>
                  <a:lnTo>
                    <a:pt x="500" y="5716"/>
                  </a:lnTo>
                  <a:lnTo>
                    <a:pt x="521" y="5730"/>
                  </a:lnTo>
                  <a:lnTo>
                    <a:pt x="549" y="5742"/>
                  </a:lnTo>
                  <a:lnTo>
                    <a:pt x="581" y="5749"/>
                  </a:lnTo>
                  <a:lnTo>
                    <a:pt x="619" y="5751"/>
                  </a:lnTo>
                  <a:lnTo>
                    <a:pt x="663" y="5749"/>
                  </a:lnTo>
                  <a:lnTo>
                    <a:pt x="714" y="5742"/>
                  </a:lnTo>
                  <a:lnTo>
                    <a:pt x="770" y="5728"/>
                  </a:lnTo>
                  <a:lnTo>
                    <a:pt x="835" y="5704"/>
                  </a:lnTo>
                  <a:lnTo>
                    <a:pt x="907" y="5674"/>
                  </a:lnTo>
                  <a:lnTo>
                    <a:pt x="972" y="5639"/>
                  </a:lnTo>
                  <a:lnTo>
                    <a:pt x="1031" y="5593"/>
                  </a:lnTo>
                  <a:lnTo>
                    <a:pt x="1082" y="5539"/>
                  </a:lnTo>
                  <a:lnTo>
                    <a:pt x="1128" y="5474"/>
                  </a:lnTo>
                  <a:lnTo>
                    <a:pt x="1168" y="5404"/>
                  </a:lnTo>
                  <a:lnTo>
                    <a:pt x="1203" y="5325"/>
                  </a:lnTo>
                  <a:lnTo>
                    <a:pt x="1233" y="5239"/>
                  </a:lnTo>
                  <a:lnTo>
                    <a:pt x="1259" y="5143"/>
                  </a:lnTo>
                  <a:lnTo>
                    <a:pt x="1280" y="5046"/>
                  </a:lnTo>
                  <a:lnTo>
                    <a:pt x="1296" y="4939"/>
                  </a:lnTo>
                  <a:lnTo>
                    <a:pt x="1310" y="4829"/>
                  </a:lnTo>
                  <a:lnTo>
                    <a:pt x="1319" y="4713"/>
                  </a:lnTo>
                  <a:lnTo>
                    <a:pt x="1326" y="4594"/>
                  </a:lnTo>
                  <a:lnTo>
                    <a:pt x="1331" y="4469"/>
                  </a:lnTo>
                  <a:lnTo>
                    <a:pt x="1333" y="4343"/>
                  </a:lnTo>
                  <a:lnTo>
                    <a:pt x="1336" y="4213"/>
                  </a:lnTo>
                  <a:lnTo>
                    <a:pt x="1333" y="4080"/>
                  </a:lnTo>
                  <a:lnTo>
                    <a:pt x="1331" y="3945"/>
                  </a:lnTo>
                  <a:lnTo>
                    <a:pt x="1329" y="3808"/>
                  </a:lnTo>
                  <a:lnTo>
                    <a:pt x="1329" y="3810"/>
                  </a:lnTo>
                  <a:lnTo>
                    <a:pt x="1315" y="3421"/>
                  </a:lnTo>
                  <a:lnTo>
                    <a:pt x="1303" y="3324"/>
                  </a:lnTo>
                  <a:lnTo>
                    <a:pt x="1287" y="3233"/>
                  </a:lnTo>
                  <a:lnTo>
                    <a:pt x="1266" y="3147"/>
                  </a:lnTo>
                  <a:lnTo>
                    <a:pt x="1238" y="3065"/>
                  </a:lnTo>
                  <a:lnTo>
                    <a:pt x="1203" y="2986"/>
                  </a:lnTo>
                  <a:lnTo>
                    <a:pt x="1161" y="2905"/>
                  </a:lnTo>
                  <a:lnTo>
                    <a:pt x="1133" y="2867"/>
                  </a:lnTo>
                  <a:lnTo>
                    <a:pt x="1110" y="2839"/>
                  </a:lnTo>
                  <a:lnTo>
                    <a:pt x="1091" y="2818"/>
                  </a:lnTo>
                  <a:lnTo>
                    <a:pt x="1075" y="2802"/>
                  </a:lnTo>
                  <a:lnTo>
                    <a:pt x="1107" y="2732"/>
                  </a:lnTo>
                  <a:lnTo>
                    <a:pt x="1135" y="2653"/>
                  </a:lnTo>
                  <a:lnTo>
                    <a:pt x="1161" y="2569"/>
                  </a:lnTo>
                  <a:lnTo>
                    <a:pt x="1182" y="2481"/>
                  </a:lnTo>
                  <a:lnTo>
                    <a:pt x="1198" y="2390"/>
                  </a:lnTo>
                  <a:lnTo>
                    <a:pt x="1214" y="2304"/>
                  </a:lnTo>
                  <a:lnTo>
                    <a:pt x="1226" y="2223"/>
                  </a:lnTo>
                  <a:lnTo>
                    <a:pt x="1235" y="2148"/>
                  </a:lnTo>
                  <a:lnTo>
                    <a:pt x="1238" y="1990"/>
                  </a:lnTo>
                  <a:lnTo>
                    <a:pt x="1245" y="1836"/>
                  </a:lnTo>
                  <a:lnTo>
                    <a:pt x="1254" y="1692"/>
                  </a:lnTo>
                  <a:lnTo>
                    <a:pt x="1254" y="1685"/>
                  </a:lnTo>
                  <a:lnTo>
                    <a:pt x="1270" y="1497"/>
                  </a:lnTo>
                  <a:lnTo>
                    <a:pt x="1291" y="1322"/>
                  </a:lnTo>
                  <a:lnTo>
                    <a:pt x="1317" y="1159"/>
                  </a:lnTo>
                  <a:lnTo>
                    <a:pt x="1345" y="1008"/>
                  </a:lnTo>
                  <a:lnTo>
                    <a:pt x="1380" y="868"/>
                  </a:lnTo>
                  <a:lnTo>
                    <a:pt x="1417" y="740"/>
                  </a:lnTo>
                  <a:lnTo>
                    <a:pt x="1459" y="622"/>
                  </a:lnTo>
                  <a:lnTo>
                    <a:pt x="1505" y="512"/>
                  </a:lnTo>
                  <a:lnTo>
                    <a:pt x="1557" y="414"/>
                  </a:lnTo>
                  <a:lnTo>
                    <a:pt x="1610" y="326"/>
                  </a:lnTo>
                  <a:lnTo>
                    <a:pt x="1666" y="245"/>
                  </a:lnTo>
                  <a:lnTo>
                    <a:pt x="1727" y="172"/>
                  </a:lnTo>
                  <a:lnTo>
                    <a:pt x="1792" y="107"/>
                  </a:lnTo>
                  <a:lnTo>
                    <a:pt x="1859" y="51"/>
                  </a:lnTo>
                  <a:lnTo>
                    <a:pt x="1929" y="0"/>
                  </a:lnTo>
                  <a:close/>
                </a:path>
              </a:pathLst>
            </a:custGeom>
            <a:solidFill>
              <a:srgbClr val="FFFFFF"/>
            </a:solidFill>
            <a:ln w="0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>
                <a:solidFill>
                  <a:srgbClr val="000000"/>
                </a:solidFill>
              </a:endParaRPr>
            </a:p>
          </p:txBody>
        </p:sp>
      </p:grpSp>
      <p:pic>
        <p:nvPicPr>
          <p:cNvPr id="27" name="Picture 26" descr="GUGG_logo_262.gif"/>
          <p:cNvPicPr>
            <a:picLocks noChangeAspect="1"/>
          </p:cNvPicPr>
          <p:nvPr userDrawn="1"/>
        </p:nvPicPr>
        <p:blipFill>
          <a:blip r:embed="rId4" cstate="print"/>
          <a:stretch>
            <a:fillRect/>
          </a:stretch>
        </p:blipFill>
        <p:spPr>
          <a:xfrm>
            <a:off x="3992880" y="468949"/>
            <a:ext cx="2072640" cy="153375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Cambria" pitchFamily="18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Cambria" pitchFamily="18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Cambria" pitchFamily="18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Cambria" pitchFamily="18" charset="0"/>
        </a:defRPr>
      </a:lvl5pPr>
      <a:lvl6pPr marL="509235" algn="ctr" rtl="0" fontAlgn="base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Cambria" pitchFamily="18" charset="0"/>
        </a:defRPr>
      </a:lvl6pPr>
      <a:lvl7pPr marL="1018472" algn="ctr" rtl="0" fontAlgn="base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Cambria" pitchFamily="18" charset="0"/>
        </a:defRPr>
      </a:lvl7pPr>
      <a:lvl8pPr marL="1527709" algn="ctr" rtl="0" fontAlgn="base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Cambria" pitchFamily="18" charset="0"/>
        </a:defRPr>
      </a:lvl8pPr>
      <a:lvl9pPr marL="2036945" algn="ctr" rtl="0" fontAlgn="base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Cambria" pitchFamily="18" charset="0"/>
        </a:defRPr>
      </a:lvl9pPr>
    </p:titleStyle>
    <p:bodyStyle>
      <a:lvl1pPr marL="380202" indent="-380202" algn="l" rtl="0" eaLnBrk="0" fontAlgn="base" hangingPunct="0">
        <a:spcBef>
          <a:spcPct val="20000"/>
        </a:spcBef>
        <a:spcAft>
          <a:spcPct val="0"/>
        </a:spcAft>
        <a:buChar char="•"/>
        <a:defRPr sz="3600">
          <a:solidFill>
            <a:schemeClr val="tx1"/>
          </a:solidFill>
          <a:latin typeface="+mn-lt"/>
          <a:ea typeface="+mn-ea"/>
          <a:cs typeface="+mn-cs"/>
        </a:defRPr>
      </a:lvl1pPr>
      <a:lvl2pPr marL="825834" indent="-316540" algn="l" rtl="0" eaLnBrk="0" fontAlgn="base" hangingPunct="0">
        <a:spcBef>
          <a:spcPct val="20000"/>
        </a:spcBef>
        <a:spcAft>
          <a:spcPct val="0"/>
        </a:spcAft>
        <a:buChar char="–"/>
        <a:defRPr sz="3100">
          <a:solidFill>
            <a:schemeClr val="tx1"/>
          </a:solidFill>
          <a:latin typeface="+mn-lt"/>
        </a:defRPr>
      </a:lvl2pPr>
      <a:lvl3pPr marL="1271465" indent="-252880" algn="l" rtl="0" eaLnBrk="0" fontAlgn="base" hangingPunct="0">
        <a:spcBef>
          <a:spcPct val="20000"/>
        </a:spcBef>
        <a:spcAft>
          <a:spcPct val="0"/>
        </a:spcAft>
        <a:buChar char="•"/>
        <a:defRPr sz="2700">
          <a:solidFill>
            <a:schemeClr val="tx1"/>
          </a:solidFill>
          <a:latin typeface="+mn-lt"/>
        </a:defRPr>
      </a:lvl3pPr>
      <a:lvl4pPr marL="1780758" indent="-252880" algn="l" rtl="0" eaLnBrk="0" fontAlgn="base" hangingPunct="0">
        <a:spcBef>
          <a:spcPct val="20000"/>
        </a:spcBef>
        <a:spcAft>
          <a:spcPct val="0"/>
        </a:spcAft>
        <a:buChar char="–"/>
        <a:defRPr sz="2200">
          <a:solidFill>
            <a:schemeClr val="tx1"/>
          </a:solidFill>
          <a:latin typeface="+mn-lt"/>
        </a:defRPr>
      </a:lvl4pPr>
      <a:lvl5pPr marL="2290051" indent="-252880" algn="l" rtl="0" eaLnBrk="0" fontAlgn="base" hangingPunct="0">
        <a:spcBef>
          <a:spcPct val="20000"/>
        </a:spcBef>
        <a:spcAft>
          <a:spcPct val="0"/>
        </a:spcAft>
        <a:buChar char="»"/>
        <a:defRPr sz="2200">
          <a:solidFill>
            <a:schemeClr val="tx1"/>
          </a:solidFill>
          <a:latin typeface="+mn-lt"/>
        </a:defRPr>
      </a:lvl5pPr>
      <a:lvl6pPr marL="2800798" indent="-254617" algn="l" rtl="0" fontAlgn="base">
        <a:spcBef>
          <a:spcPct val="20000"/>
        </a:spcBef>
        <a:spcAft>
          <a:spcPct val="0"/>
        </a:spcAft>
        <a:buChar char="»"/>
        <a:defRPr sz="2200">
          <a:solidFill>
            <a:schemeClr val="tx1"/>
          </a:solidFill>
          <a:latin typeface="+mn-lt"/>
        </a:defRPr>
      </a:lvl6pPr>
      <a:lvl7pPr marL="3310035" indent="-254617" algn="l" rtl="0" fontAlgn="base">
        <a:spcBef>
          <a:spcPct val="20000"/>
        </a:spcBef>
        <a:spcAft>
          <a:spcPct val="0"/>
        </a:spcAft>
        <a:buChar char="»"/>
        <a:defRPr sz="2200">
          <a:solidFill>
            <a:schemeClr val="tx1"/>
          </a:solidFill>
          <a:latin typeface="+mn-lt"/>
        </a:defRPr>
      </a:lvl7pPr>
      <a:lvl8pPr marL="3819270" indent="-254617" algn="l" rtl="0" fontAlgn="base">
        <a:spcBef>
          <a:spcPct val="20000"/>
        </a:spcBef>
        <a:spcAft>
          <a:spcPct val="0"/>
        </a:spcAft>
        <a:buChar char="»"/>
        <a:defRPr sz="2200">
          <a:solidFill>
            <a:schemeClr val="tx1"/>
          </a:solidFill>
          <a:latin typeface="+mn-lt"/>
        </a:defRPr>
      </a:lvl8pPr>
      <a:lvl9pPr marL="4328505" indent="-254617" algn="l" rtl="0" fontAlgn="base">
        <a:spcBef>
          <a:spcPct val="20000"/>
        </a:spcBef>
        <a:spcAft>
          <a:spcPct val="0"/>
        </a:spcAft>
        <a:buChar char="»"/>
        <a:defRPr sz="22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1018472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509235" algn="l" defTabSz="1018472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018472" algn="l" defTabSz="1018472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527709" algn="l" defTabSz="1018472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36945" algn="l" defTabSz="1018472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46180" algn="l" defTabSz="1018472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3055417" algn="l" defTabSz="1018472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564653" algn="l" defTabSz="1018472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4073887" algn="l" defTabSz="1018472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228600" y="1265238"/>
            <a:ext cx="9601200" cy="568420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101859" tIns="50929" rIns="101859" bIns="50929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</p:txBody>
      </p:sp>
      <p:sp>
        <p:nvSpPr>
          <p:cNvPr id="3123" name="Rectangle 51"/>
          <p:cNvSpPr>
            <a:spLocks noChangeArrowheads="1"/>
          </p:cNvSpPr>
          <p:nvPr/>
        </p:nvSpPr>
        <p:spPr bwMode="auto">
          <a:xfrm>
            <a:off x="228600" y="230121"/>
            <a:ext cx="9601200" cy="649224"/>
          </a:xfrm>
          <a:prstGeom prst="rect">
            <a:avLst/>
          </a:prstGeom>
          <a:solidFill>
            <a:srgbClr val="2E398A"/>
          </a:solidFill>
          <a:ln w="9525">
            <a:noFill/>
            <a:miter lim="800000"/>
            <a:headEnd/>
            <a:tailEnd/>
          </a:ln>
          <a:effectLst/>
        </p:spPr>
        <p:txBody>
          <a:bodyPr wrap="none" lIns="101859" tIns="50929" rIns="101859" bIns="50929" anchor="ctr"/>
          <a:lstStyle/>
          <a:p>
            <a:pPr defTabSz="1018824">
              <a:defRPr/>
            </a:pPr>
            <a:endParaRPr lang="en-US" sz="2000" dirty="0">
              <a:solidFill>
                <a:srgbClr val="000000"/>
              </a:solidFill>
            </a:endParaRPr>
          </a:p>
        </p:txBody>
      </p:sp>
      <p:sp>
        <p:nvSpPr>
          <p:cNvPr id="1029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2518974" y="220861"/>
            <a:ext cx="7280116" cy="64410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101859" tIns="50929" rIns="101859" bIns="50929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dirty="0" smtClean="0"/>
              <a:t>Click to edit Master title style</a:t>
            </a:r>
          </a:p>
        </p:txBody>
      </p:sp>
      <p:sp>
        <p:nvSpPr>
          <p:cNvPr id="3272" name="Rectangle 200"/>
          <p:cNvSpPr>
            <a:spLocks noChangeArrowheads="1"/>
          </p:cNvSpPr>
          <p:nvPr/>
        </p:nvSpPr>
        <p:spPr bwMode="auto">
          <a:xfrm>
            <a:off x="228601" y="7333576"/>
            <a:ext cx="827723" cy="213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lIns="0" tIns="0" rIns="0" bIns="0" anchor="b"/>
          <a:lstStyle/>
          <a:p>
            <a:pPr defTabSz="1018824">
              <a:defRPr/>
            </a:pPr>
            <a:r>
              <a:rPr lang="en-US" sz="900" b="1" dirty="0">
                <a:solidFill>
                  <a:srgbClr val="203353"/>
                </a:solidFill>
                <a:latin typeface="Calibri"/>
              </a:rPr>
              <a:t>PAGE </a:t>
            </a:r>
            <a:fld id="{54B17DE0-6D87-48AB-BBA0-9128AA86CC3B}" type="slidenum">
              <a:rPr lang="en-US" sz="900" b="1">
                <a:solidFill>
                  <a:srgbClr val="203353"/>
                </a:solidFill>
                <a:latin typeface="Calibri"/>
              </a:rPr>
              <a:pPr defTabSz="1018824">
                <a:defRPr/>
              </a:pPr>
              <a:t>‹#›</a:t>
            </a:fld>
            <a:endParaRPr lang="en-US" sz="900" b="1" dirty="0">
              <a:solidFill>
                <a:srgbClr val="203353"/>
              </a:solidFill>
              <a:latin typeface="Calibri"/>
            </a:endParaRPr>
          </a:p>
        </p:txBody>
      </p:sp>
      <p:pic>
        <p:nvPicPr>
          <p:cNvPr id="1032" name="Picture 20" descr="Cello_LOGO_Horizontal_Short.png"/>
          <p:cNvPicPr>
            <a:picLocks noChangeAspect="1"/>
          </p:cNvPicPr>
          <p:nvPr userDrawn="1"/>
        </p:nvPicPr>
        <p:blipFill>
          <a:blip r:embed="rId7" cstate="print"/>
          <a:srcRect/>
          <a:stretch>
            <a:fillRect/>
          </a:stretch>
        </p:blipFill>
        <p:spPr bwMode="auto">
          <a:xfrm>
            <a:off x="308121" y="322236"/>
            <a:ext cx="2416810" cy="45159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cxnSp>
        <p:nvCxnSpPr>
          <p:cNvPr id="21" name="Straight Connector 20"/>
          <p:cNvCxnSpPr/>
          <p:nvPr userDrawn="1"/>
        </p:nvCxnSpPr>
        <p:spPr>
          <a:xfrm>
            <a:off x="228600" y="7240271"/>
            <a:ext cx="9601200" cy="0"/>
          </a:xfrm>
          <a:prstGeom prst="line">
            <a:avLst/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1604796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48" r:id="rId1"/>
    <p:sldLayoutId id="2147483849" r:id="rId2"/>
    <p:sldLayoutId id="2147483850" r:id="rId3"/>
    <p:sldLayoutId id="2147483851" r:id="rId4"/>
    <p:sldLayoutId id="2147483852" r:id="rId5"/>
  </p:sldLayoutIdLst>
  <p:timing>
    <p:tnLst>
      <p:par>
        <p:cTn id="1" dur="indefinite" restart="never" nodeType="tmRoot"/>
      </p:par>
    </p:tnLst>
  </p:timing>
  <p:txStyles>
    <p:titleStyle>
      <a:lvl1pPr algn="r" rtl="0" eaLnBrk="0" fontAlgn="base" hangingPunct="0">
        <a:spcBef>
          <a:spcPct val="0"/>
        </a:spcBef>
        <a:spcAft>
          <a:spcPct val="0"/>
        </a:spcAft>
        <a:defRPr sz="1400" b="1">
          <a:solidFill>
            <a:schemeClr val="bg1"/>
          </a:solidFill>
          <a:latin typeface="Calibri" pitchFamily="34" charset="0"/>
          <a:ea typeface="+mj-ea"/>
          <a:cs typeface="+mj-cs"/>
        </a:defRPr>
      </a:lvl1pPr>
      <a:lvl2pPr algn="r" rtl="0" eaLnBrk="0" fontAlgn="base" hangingPunct="0">
        <a:spcBef>
          <a:spcPct val="0"/>
        </a:spcBef>
        <a:spcAft>
          <a:spcPct val="0"/>
        </a:spcAft>
        <a:defRPr sz="1400" b="1">
          <a:solidFill>
            <a:schemeClr val="bg1"/>
          </a:solidFill>
          <a:latin typeface="Calibri" pitchFamily="34" charset="0"/>
        </a:defRPr>
      </a:lvl2pPr>
      <a:lvl3pPr algn="r" rtl="0" eaLnBrk="0" fontAlgn="base" hangingPunct="0">
        <a:spcBef>
          <a:spcPct val="0"/>
        </a:spcBef>
        <a:spcAft>
          <a:spcPct val="0"/>
        </a:spcAft>
        <a:defRPr sz="1400" b="1">
          <a:solidFill>
            <a:schemeClr val="bg1"/>
          </a:solidFill>
          <a:latin typeface="Calibri" pitchFamily="34" charset="0"/>
        </a:defRPr>
      </a:lvl3pPr>
      <a:lvl4pPr algn="r" rtl="0" eaLnBrk="0" fontAlgn="base" hangingPunct="0">
        <a:spcBef>
          <a:spcPct val="0"/>
        </a:spcBef>
        <a:spcAft>
          <a:spcPct val="0"/>
        </a:spcAft>
        <a:defRPr sz="1400" b="1">
          <a:solidFill>
            <a:schemeClr val="bg1"/>
          </a:solidFill>
          <a:latin typeface="Calibri" pitchFamily="34" charset="0"/>
        </a:defRPr>
      </a:lvl4pPr>
      <a:lvl5pPr algn="r" rtl="0" eaLnBrk="0" fontAlgn="base" hangingPunct="0">
        <a:spcBef>
          <a:spcPct val="0"/>
        </a:spcBef>
        <a:spcAft>
          <a:spcPct val="0"/>
        </a:spcAft>
        <a:defRPr sz="1400" b="1">
          <a:solidFill>
            <a:schemeClr val="bg1"/>
          </a:solidFill>
          <a:latin typeface="Calibri" pitchFamily="34" charset="0"/>
        </a:defRPr>
      </a:lvl5pPr>
      <a:lvl6pPr marL="509295" algn="r" rtl="0" fontAlgn="base">
        <a:spcBef>
          <a:spcPct val="0"/>
        </a:spcBef>
        <a:spcAft>
          <a:spcPct val="0"/>
        </a:spcAft>
        <a:defRPr sz="1900">
          <a:solidFill>
            <a:schemeClr val="bg1"/>
          </a:solidFill>
          <a:latin typeface="Calisto MT" pitchFamily="18" charset="0"/>
        </a:defRPr>
      </a:lvl6pPr>
      <a:lvl7pPr marL="1018592" algn="r" rtl="0" fontAlgn="base">
        <a:spcBef>
          <a:spcPct val="0"/>
        </a:spcBef>
        <a:spcAft>
          <a:spcPct val="0"/>
        </a:spcAft>
        <a:defRPr sz="1900">
          <a:solidFill>
            <a:schemeClr val="bg1"/>
          </a:solidFill>
          <a:latin typeface="Calisto MT" pitchFamily="18" charset="0"/>
        </a:defRPr>
      </a:lvl7pPr>
      <a:lvl8pPr marL="1527887" algn="r" rtl="0" fontAlgn="base">
        <a:spcBef>
          <a:spcPct val="0"/>
        </a:spcBef>
        <a:spcAft>
          <a:spcPct val="0"/>
        </a:spcAft>
        <a:defRPr sz="1900">
          <a:solidFill>
            <a:schemeClr val="bg1"/>
          </a:solidFill>
          <a:latin typeface="Calisto MT" pitchFamily="18" charset="0"/>
        </a:defRPr>
      </a:lvl8pPr>
      <a:lvl9pPr marL="2037183" algn="r" rtl="0" fontAlgn="base">
        <a:spcBef>
          <a:spcPct val="0"/>
        </a:spcBef>
        <a:spcAft>
          <a:spcPct val="0"/>
        </a:spcAft>
        <a:defRPr sz="1900">
          <a:solidFill>
            <a:schemeClr val="bg1"/>
          </a:solidFill>
          <a:latin typeface="Calisto MT" pitchFamily="18" charset="0"/>
        </a:defRPr>
      </a:lvl9pPr>
    </p:titleStyle>
    <p:bodyStyle>
      <a:lvl1pPr marL="187470" indent="-187470" algn="l" rtl="0" eaLnBrk="0" fontAlgn="base" hangingPunct="0">
        <a:spcBef>
          <a:spcPct val="110000"/>
        </a:spcBef>
        <a:spcAft>
          <a:spcPct val="0"/>
        </a:spcAft>
        <a:buClr>
          <a:schemeClr val="tx2"/>
        </a:buClr>
        <a:buChar char="•"/>
        <a:defRPr sz="1200">
          <a:solidFill>
            <a:schemeClr val="tx1"/>
          </a:solidFill>
          <a:latin typeface="+mn-lt"/>
          <a:ea typeface="+mn-ea"/>
          <a:cs typeface="+mn-cs"/>
        </a:defRPr>
      </a:lvl1pPr>
      <a:lvl2pPr marL="376709" indent="-185703" algn="l" rtl="0" eaLnBrk="0" fontAlgn="base" hangingPunct="0">
        <a:spcBef>
          <a:spcPct val="47000"/>
        </a:spcBef>
        <a:spcAft>
          <a:spcPct val="0"/>
        </a:spcAft>
        <a:buClr>
          <a:schemeClr val="tx2"/>
        </a:buClr>
        <a:buFont typeface="Times" pitchFamily="18" charset="0"/>
        <a:buChar char="–"/>
        <a:defRPr sz="1200">
          <a:solidFill>
            <a:schemeClr val="tx1"/>
          </a:solidFill>
          <a:latin typeface="+mn-lt"/>
        </a:defRPr>
      </a:lvl2pPr>
      <a:lvl3pPr marL="565948" indent="-185703" algn="l" rtl="0" eaLnBrk="0" fontAlgn="base" hangingPunct="0">
        <a:spcBef>
          <a:spcPct val="20000"/>
        </a:spcBef>
        <a:spcAft>
          <a:spcPct val="0"/>
        </a:spcAft>
        <a:buClr>
          <a:schemeClr val="tx2"/>
        </a:buClr>
        <a:buFont typeface="Times" pitchFamily="18" charset="0"/>
        <a:buChar char="–"/>
        <a:defRPr sz="1200">
          <a:solidFill>
            <a:schemeClr val="tx1"/>
          </a:solidFill>
          <a:latin typeface="+mn-lt"/>
        </a:defRPr>
      </a:lvl3pPr>
      <a:lvl4pPr marL="1780966" indent="-252909" algn="l" rtl="0" eaLnBrk="0" fontAlgn="base" hangingPunct="0">
        <a:spcBef>
          <a:spcPct val="20000"/>
        </a:spcBef>
        <a:spcAft>
          <a:spcPct val="0"/>
        </a:spcAft>
        <a:buChar char="–"/>
        <a:defRPr sz="1600">
          <a:solidFill>
            <a:schemeClr val="tx1"/>
          </a:solidFill>
          <a:latin typeface="Arial" charset="0"/>
        </a:defRPr>
      </a:lvl4pPr>
      <a:lvl5pPr marL="2290319" indent="-252909" algn="l" rtl="0" eaLnBrk="0" fontAlgn="base" hangingPunct="0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Arial" charset="0"/>
        </a:defRPr>
      </a:lvl5pPr>
      <a:lvl6pPr marL="2801126" indent="-254647" algn="l" rtl="0" fontAlgn="base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Arial" charset="0"/>
        </a:defRPr>
      </a:lvl6pPr>
      <a:lvl7pPr marL="3310422" indent="-254647" algn="l" rtl="0" fontAlgn="base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Arial" charset="0"/>
        </a:defRPr>
      </a:lvl7pPr>
      <a:lvl8pPr marL="3819717" indent="-254647" algn="l" rtl="0" fontAlgn="base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Arial" charset="0"/>
        </a:defRPr>
      </a:lvl8pPr>
      <a:lvl9pPr marL="4329012" indent="-254647" algn="l" rtl="0" fontAlgn="base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Arial" charset="0"/>
        </a:defRPr>
      </a:lvl9pPr>
    </p:bodyStyle>
    <p:otherStyle>
      <a:defPPr>
        <a:defRPr lang="en-US"/>
      </a:defPPr>
      <a:lvl1pPr marL="0" algn="l" defTabSz="1018592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509295" algn="l" defTabSz="1018592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018592" algn="l" defTabSz="1018592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527887" algn="l" defTabSz="1018592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37183" algn="l" defTabSz="1018592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46478" algn="l" defTabSz="1018592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3055774" algn="l" defTabSz="1018592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565070" algn="l" defTabSz="1018592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4074364" algn="l" defTabSz="1018592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5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228600" y="1265238"/>
            <a:ext cx="9601200" cy="568420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101692" tIns="50847" rIns="101692" bIns="50847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</p:txBody>
      </p:sp>
      <p:sp>
        <p:nvSpPr>
          <p:cNvPr id="3123" name="Rectangle 51"/>
          <p:cNvSpPr>
            <a:spLocks noChangeArrowheads="1"/>
          </p:cNvSpPr>
          <p:nvPr/>
        </p:nvSpPr>
        <p:spPr bwMode="auto">
          <a:xfrm>
            <a:off x="228600" y="230124"/>
            <a:ext cx="9601200" cy="649224"/>
          </a:xfrm>
          <a:prstGeom prst="rect">
            <a:avLst/>
          </a:prstGeom>
          <a:solidFill>
            <a:srgbClr val="2E398A"/>
          </a:solidFill>
          <a:ln w="9525">
            <a:noFill/>
            <a:miter lim="800000"/>
            <a:headEnd/>
            <a:tailEnd/>
          </a:ln>
          <a:effectLst/>
        </p:spPr>
        <p:txBody>
          <a:bodyPr wrap="none" lIns="101692" tIns="50847" rIns="101692" bIns="50847" anchor="ctr"/>
          <a:lstStyle/>
          <a:p>
            <a:pPr defTabSz="1017157">
              <a:defRPr/>
            </a:pPr>
            <a:endParaRPr lang="en-US" sz="2000" dirty="0">
              <a:solidFill>
                <a:srgbClr val="000000"/>
              </a:solidFill>
            </a:endParaRPr>
          </a:p>
        </p:txBody>
      </p:sp>
      <p:sp>
        <p:nvSpPr>
          <p:cNvPr id="1029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2518975" y="220861"/>
            <a:ext cx="7280116" cy="64410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101692" tIns="50847" rIns="101692" bIns="50847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dirty="0" smtClean="0"/>
              <a:t>Click to edit Master title style</a:t>
            </a:r>
          </a:p>
        </p:txBody>
      </p:sp>
      <p:sp>
        <p:nvSpPr>
          <p:cNvPr id="3272" name="Rectangle 200"/>
          <p:cNvSpPr>
            <a:spLocks noChangeArrowheads="1"/>
          </p:cNvSpPr>
          <p:nvPr/>
        </p:nvSpPr>
        <p:spPr bwMode="auto">
          <a:xfrm>
            <a:off x="228617" y="7333576"/>
            <a:ext cx="827723" cy="213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lIns="0" tIns="0" rIns="0" bIns="0" anchor="b"/>
          <a:lstStyle/>
          <a:p>
            <a:pPr defTabSz="1017157">
              <a:defRPr/>
            </a:pPr>
            <a:r>
              <a:rPr lang="en-US" sz="900" b="1" dirty="0">
                <a:solidFill>
                  <a:srgbClr val="203353"/>
                </a:solidFill>
                <a:latin typeface="Calibri"/>
              </a:rPr>
              <a:t>PAGE </a:t>
            </a:r>
            <a:fld id="{54B17DE0-6D87-48AB-BBA0-9128AA86CC3B}" type="slidenum">
              <a:rPr lang="en-US" sz="900" b="1">
                <a:solidFill>
                  <a:srgbClr val="203353"/>
                </a:solidFill>
                <a:latin typeface="Calibri"/>
              </a:rPr>
              <a:pPr defTabSz="1017157">
                <a:defRPr/>
              </a:pPr>
              <a:t>‹#›</a:t>
            </a:fld>
            <a:endParaRPr lang="en-US" sz="900" b="1" dirty="0">
              <a:solidFill>
                <a:srgbClr val="203353"/>
              </a:solidFill>
              <a:latin typeface="Calibri"/>
            </a:endParaRPr>
          </a:p>
        </p:txBody>
      </p:sp>
      <p:pic>
        <p:nvPicPr>
          <p:cNvPr id="1032" name="Picture 20" descr="Cello_LOGO_Horizontal_Short.png"/>
          <p:cNvPicPr>
            <a:picLocks noChangeAspect="1"/>
          </p:cNvPicPr>
          <p:nvPr userDrawn="1"/>
        </p:nvPicPr>
        <p:blipFill>
          <a:blip r:embed="rId7" cstate="print"/>
          <a:srcRect/>
          <a:stretch>
            <a:fillRect/>
          </a:stretch>
        </p:blipFill>
        <p:spPr bwMode="auto">
          <a:xfrm>
            <a:off x="308121" y="322236"/>
            <a:ext cx="2416810" cy="45159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cxnSp>
        <p:nvCxnSpPr>
          <p:cNvPr id="21" name="Straight Connector 20"/>
          <p:cNvCxnSpPr/>
          <p:nvPr userDrawn="1"/>
        </p:nvCxnSpPr>
        <p:spPr>
          <a:xfrm>
            <a:off x="228600" y="7240271"/>
            <a:ext cx="9601200" cy="0"/>
          </a:xfrm>
          <a:prstGeom prst="line">
            <a:avLst/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94716977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54" r:id="rId1"/>
    <p:sldLayoutId id="2147483855" r:id="rId2"/>
    <p:sldLayoutId id="2147483856" r:id="rId3"/>
    <p:sldLayoutId id="2147483857" r:id="rId4"/>
    <p:sldLayoutId id="2147483858" r:id="rId5"/>
  </p:sldLayoutIdLst>
  <p:timing>
    <p:tnLst>
      <p:par>
        <p:cTn id="1" dur="indefinite" restart="never" nodeType="tmRoot"/>
      </p:par>
    </p:tnLst>
  </p:timing>
  <p:txStyles>
    <p:titleStyle>
      <a:lvl1pPr algn="r" rtl="0" eaLnBrk="0" fontAlgn="base" hangingPunct="0">
        <a:spcBef>
          <a:spcPct val="0"/>
        </a:spcBef>
        <a:spcAft>
          <a:spcPct val="0"/>
        </a:spcAft>
        <a:defRPr sz="1400" b="1">
          <a:solidFill>
            <a:schemeClr val="bg1"/>
          </a:solidFill>
          <a:latin typeface="Calibri" pitchFamily="34" charset="0"/>
          <a:ea typeface="+mj-ea"/>
          <a:cs typeface="+mj-cs"/>
        </a:defRPr>
      </a:lvl1pPr>
      <a:lvl2pPr algn="r" rtl="0" eaLnBrk="0" fontAlgn="base" hangingPunct="0">
        <a:spcBef>
          <a:spcPct val="0"/>
        </a:spcBef>
        <a:spcAft>
          <a:spcPct val="0"/>
        </a:spcAft>
        <a:defRPr sz="1400" b="1">
          <a:solidFill>
            <a:schemeClr val="bg1"/>
          </a:solidFill>
          <a:latin typeface="Calibri" pitchFamily="34" charset="0"/>
        </a:defRPr>
      </a:lvl2pPr>
      <a:lvl3pPr algn="r" rtl="0" eaLnBrk="0" fontAlgn="base" hangingPunct="0">
        <a:spcBef>
          <a:spcPct val="0"/>
        </a:spcBef>
        <a:spcAft>
          <a:spcPct val="0"/>
        </a:spcAft>
        <a:defRPr sz="1400" b="1">
          <a:solidFill>
            <a:schemeClr val="bg1"/>
          </a:solidFill>
          <a:latin typeface="Calibri" pitchFamily="34" charset="0"/>
        </a:defRPr>
      </a:lvl3pPr>
      <a:lvl4pPr algn="r" rtl="0" eaLnBrk="0" fontAlgn="base" hangingPunct="0">
        <a:spcBef>
          <a:spcPct val="0"/>
        </a:spcBef>
        <a:spcAft>
          <a:spcPct val="0"/>
        </a:spcAft>
        <a:defRPr sz="1400" b="1">
          <a:solidFill>
            <a:schemeClr val="bg1"/>
          </a:solidFill>
          <a:latin typeface="Calibri" pitchFamily="34" charset="0"/>
        </a:defRPr>
      </a:lvl4pPr>
      <a:lvl5pPr algn="r" rtl="0" eaLnBrk="0" fontAlgn="base" hangingPunct="0">
        <a:spcBef>
          <a:spcPct val="0"/>
        </a:spcBef>
        <a:spcAft>
          <a:spcPct val="0"/>
        </a:spcAft>
        <a:defRPr sz="1400" b="1">
          <a:solidFill>
            <a:schemeClr val="bg1"/>
          </a:solidFill>
          <a:latin typeface="Calibri" pitchFamily="34" charset="0"/>
        </a:defRPr>
      </a:lvl5pPr>
      <a:lvl6pPr marL="508463" algn="r" rtl="0" fontAlgn="base">
        <a:spcBef>
          <a:spcPct val="0"/>
        </a:spcBef>
        <a:spcAft>
          <a:spcPct val="0"/>
        </a:spcAft>
        <a:defRPr sz="1900">
          <a:solidFill>
            <a:schemeClr val="bg1"/>
          </a:solidFill>
          <a:latin typeface="Calisto MT" pitchFamily="18" charset="0"/>
        </a:defRPr>
      </a:lvl6pPr>
      <a:lvl7pPr marL="1016925" algn="r" rtl="0" fontAlgn="base">
        <a:spcBef>
          <a:spcPct val="0"/>
        </a:spcBef>
        <a:spcAft>
          <a:spcPct val="0"/>
        </a:spcAft>
        <a:defRPr sz="1900">
          <a:solidFill>
            <a:schemeClr val="bg1"/>
          </a:solidFill>
          <a:latin typeface="Calisto MT" pitchFamily="18" charset="0"/>
        </a:defRPr>
      </a:lvl7pPr>
      <a:lvl8pPr marL="1525388" algn="r" rtl="0" fontAlgn="base">
        <a:spcBef>
          <a:spcPct val="0"/>
        </a:spcBef>
        <a:spcAft>
          <a:spcPct val="0"/>
        </a:spcAft>
        <a:defRPr sz="1900">
          <a:solidFill>
            <a:schemeClr val="bg1"/>
          </a:solidFill>
          <a:latin typeface="Calisto MT" pitchFamily="18" charset="0"/>
        </a:defRPr>
      </a:lvl8pPr>
      <a:lvl9pPr marL="2033851" algn="r" rtl="0" fontAlgn="base">
        <a:spcBef>
          <a:spcPct val="0"/>
        </a:spcBef>
        <a:spcAft>
          <a:spcPct val="0"/>
        </a:spcAft>
        <a:defRPr sz="1900">
          <a:solidFill>
            <a:schemeClr val="bg1"/>
          </a:solidFill>
          <a:latin typeface="Calisto MT" pitchFamily="18" charset="0"/>
        </a:defRPr>
      </a:lvl9pPr>
    </p:titleStyle>
    <p:bodyStyle>
      <a:lvl1pPr marL="187164" indent="-187164" algn="l" rtl="0" eaLnBrk="0" fontAlgn="base" hangingPunct="0">
        <a:spcBef>
          <a:spcPct val="110000"/>
        </a:spcBef>
        <a:spcAft>
          <a:spcPct val="0"/>
        </a:spcAft>
        <a:buClr>
          <a:schemeClr val="tx2"/>
        </a:buClr>
        <a:buChar char="•"/>
        <a:defRPr sz="1200">
          <a:solidFill>
            <a:schemeClr val="tx1"/>
          </a:solidFill>
          <a:latin typeface="+mn-lt"/>
          <a:ea typeface="+mn-ea"/>
          <a:cs typeface="+mn-cs"/>
        </a:defRPr>
      </a:lvl1pPr>
      <a:lvl2pPr marL="376093" indent="-185400" algn="l" rtl="0" eaLnBrk="0" fontAlgn="base" hangingPunct="0">
        <a:spcBef>
          <a:spcPct val="47000"/>
        </a:spcBef>
        <a:spcAft>
          <a:spcPct val="0"/>
        </a:spcAft>
        <a:buClr>
          <a:schemeClr val="tx2"/>
        </a:buClr>
        <a:buFont typeface="Times" pitchFamily="18" charset="0"/>
        <a:buChar char="–"/>
        <a:defRPr sz="1200">
          <a:solidFill>
            <a:schemeClr val="tx1"/>
          </a:solidFill>
          <a:latin typeface="+mn-lt"/>
        </a:defRPr>
      </a:lvl2pPr>
      <a:lvl3pPr marL="565023" indent="-185400" algn="l" rtl="0" eaLnBrk="0" fontAlgn="base" hangingPunct="0">
        <a:spcBef>
          <a:spcPct val="20000"/>
        </a:spcBef>
        <a:spcAft>
          <a:spcPct val="0"/>
        </a:spcAft>
        <a:buClr>
          <a:schemeClr val="tx2"/>
        </a:buClr>
        <a:buFont typeface="Times" pitchFamily="18" charset="0"/>
        <a:buChar char="–"/>
        <a:defRPr sz="1200">
          <a:solidFill>
            <a:schemeClr val="tx1"/>
          </a:solidFill>
          <a:latin typeface="+mn-lt"/>
        </a:defRPr>
      </a:lvl3pPr>
      <a:lvl4pPr marL="1778054" indent="-252500" algn="l" rtl="0" eaLnBrk="0" fontAlgn="base" hangingPunct="0">
        <a:spcBef>
          <a:spcPct val="20000"/>
        </a:spcBef>
        <a:spcAft>
          <a:spcPct val="0"/>
        </a:spcAft>
        <a:buChar char="–"/>
        <a:defRPr sz="1600">
          <a:solidFill>
            <a:schemeClr val="tx1"/>
          </a:solidFill>
          <a:latin typeface="Arial" charset="0"/>
        </a:defRPr>
      </a:lvl4pPr>
      <a:lvl5pPr marL="2286573" indent="-252500" algn="l" rtl="0" eaLnBrk="0" fontAlgn="base" hangingPunct="0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Arial" charset="0"/>
        </a:defRPr>
      </a:lvl5pPr>
      <a:lvl6pPr marL="2796545" indent="-254235" algn="l" rtl="0" fontAlgn="base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Arial" charset="0"/>
        </a:defRPr>
      </a:lvl6pPr>
      <a:lvl7pPr marL="3305008" indent="-254235" algn="l" rtl="0" fontAlgn="base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Arial" charset="0"/>
        </a:defRPr>
      </a:lvl7pPr>
      <a:lvl8pPr marL="3813470" indent="-254235" algn="l" rtl="0" fontAlgn="base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Arial" charset="0"/>
        </a:defRPr>
      </a:lvl8pPr>
      <a:lvl9pPr marL="4321928" indent="-254235" algn="l" rtl="0" fontAlgn="base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Arial" charset="0"/>
        </a:defRPr>
      </a:lvl9pPr>
    </p:bodyStyle>
    <p:otherStyle>
      <a:defPPr>
        <a:defRPr lang="en-US"/>
      </a:defPPr>
      <a:lvl1pPr marL="0" algn="l" defTabSz="1016925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508463" algn="l" defTabSz="1016925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016925" algn="l" defTabSz="1016925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525388" algn="l" defTabSz="1016925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33851" algn="l" defTabSz="1016925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42312" algn="l" defTabSz="1016925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3050775" algn="l" defTabSz="1016925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559239" algn="l" defTabSz="1016925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4067698" algn="l" defTabSz="1016925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Relationship Id="rId5" Type="http://schemas.openxmlformats.org/officeDocument/2006/relationships/chart" Target="../charts/chart2.xml"/><Relationship Id="rId4" Type="http://schemas.openxmlformats.org/officeDocument/2006/relationships/image" Target="../media/image9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Relationship Id="rId6" Type="http://schemas.openxmlformats.org/officeDocument/2006/relationships/chart" Target="../charts/chart3.xml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6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Relationship Id="rId5" Type="http://schemas.openxmlformats.org/officeDocument/2006/relationships/chart" Target="../charts/chart4.xml"/><Relationship Id="rId4" Type="http://schemas.openxmlformats.org/officeDocument/2006/relationships/image" Target="../media/image16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0.png"/><Relationship Id="rId4" Type="http://schemas.openxmlformats.org/officeDocument/2006/relationships/image" Target="../media/image19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Relationship Id="rId6" Type="http://schemas.openxmlformats.org/officeDocument/2006/relationships/chart" Target="../charts/chart5.xml"/><Relationship Id="rId5" Type="http://schemas.openxmlformats.org/officeDocument/2006/relationships/image" Target="../media/image20.png"/><Relationship Id="rId4" Type="http://schemas.openxmlformats.org/officeDocument/2006/relationships/image" Target="../media/image19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chart" Target="../charts/chart7.xml"/><Relationship Id="rId2" Type="http://schemas.openxmlformats.org/officeDocument/2006/relationships/chart" Target="../charts/chart6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Relationship Id="rId5" Type="http://schemas.openxmlformats.org/officeDocument/2006/relationships/chart" Target="../charts/chart8.xml"/><Relationship Id="rId4" Type="http://schemas.openxmlformats.org/officeDocument/2006/relationships/image" Target="../media/image23.png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27.png"/><Relationship Id="rId3" Type="http://schemas.openxmlformats.org/officeDocument/2006/relationships/image" Target="../media/image22.png"/><Relationship Id="rId7" Type="http://schemas.openxmlformats.org/officeDocument/2006/relationships/image" Target="../media/image26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5.png"/><Relationship Id="rId5" Type="http://schemas.openxmlformats.org/officeDocument/2006/relationships/image" Target="../media/image24.png"/><Relationship Id="rId4" Type="http://schemas.openxmlformats.org/officeDocument/2006/relationships/image" Target="../media/image23.png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270.png"/><Relationship Id="rId3" Type="http://schemas.openxmlformats.org/officeDocument/2006/relationships/image" Target="../media/image22.png"/><Relationship Id="rId7" Type="http://schemas.openxmlformats.org/officeDocument/2006/relationships/image" Target="../media/image26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5.png"/><Relationship Id="rId5" Type="http://schemas.openxmlformats.org/officeDocument/2006/relationships/image" Target="../media/image24.png"/><Relationship Id="rId4" Type="http://schemas.openxmlformats.org/officeDocument/2006/relationships/image" Target="../media/image23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0.xml"/><Relationship Id="rId2" Type="http://schemas.openxmlformats.org/officeDocument/2006/relationships/chart" Target="../charts/chart9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2.xml"/><Relationship Id="rId2" Type="http://schemas.openxmlformats.org/officeDocument/2006/relationships/chart" Target="../charts/chart11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chart" Target="../charts/chart19.xml"/><Relationship Id="rId3" Type="http://schemas.openxmlformats.org/officeDocument/2006/relationships/chart" Target="../charts/chart14.xml"/><Relationship Id="rId7" Type="http://schemas.openxmlformats.org/officeDocument/2006/relationships/chart" Target="../charts/chart18.xml"/><Relationship Id="rId2" Type="http://schemas.openxmlformats.org/officeDocument/2006/relationships/chart" Target="../charts/chart13.xml"/><Relationship Id="rId1" Type="http://schemas.openxmlformats.org/officeDocument/2006/relationships/slideLayout" Target="../slideLayouts/slideLayout2.xml"/><Relationship Id="rId6" Type="http://schemas.openxmlformats.org/officeDocument/2006/relationships/chart" Target="../charts/chart17.xml"/><Relationship Id="rId5" Type="http://schemas.openxmlformats.org/officeDocument/2006/relationships/chart" Target="../charts/chart16.xml"/><Relationship Id="rId4" Type="http://schemas.openxmlformats.org/officeDocument/2006/relationships/chart" Target="../charts/chart15.xml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image" Target="../media/image34.png"/><Relationship Id="rId3" Type="http://schemas.openxmlformats.org/officeDocument/2006/relationships/image" Target="../media/image29.png"/><Relationship Id="rId7" Type="http://schemas.openxmlformats.org/officeDocument/2006/relationships/image" Target="../media/image33.png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2.png"/><Relationship Id="rId5" Type="http://schemas.openxmlformats.org/officeDocument/2006/relationships/image" Target="../media/image31.png"/><Relationship Id="rId4" Type="http://schemas.openxmlformats.org/officeDocument/2006/relationships/image" Target="../media/image30.png"/><Relationship Id="rId9" Type="http://schemas.openxmlformats.org/officeDocument/2006/relationships/chart" Target="../charts/chart20.xml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image" Target="../media/image39.png"/><Relationship Id="rId3" Type="http://schemas.openxmlformats.org/officeDocument/2006/relationships/image" Target="../media/image35.png"/><Relationship Id="rId7" Type="http://schemas.openxmlformats.org/officeDocument/2006/relationships/chart" Target="../charts/chart21.xml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8.png"/><Relationship Id="rId5" Type="http://schemas.openxmlformats.org/officeDocument/2006/relationships/image" Target="../media/image37.png"/><Relationship Id="rId4" Type="http://schemas.openxmlformats.org/officeDocument/2006/relationships/image" Target="../media/image36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3.xml"/><Relationship Id="rId2" Type="http://schemas.openxmlformats.org/officeDocument/2006/relationships/chart" Target="../charts/chart22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5.xml"/><Relationship Id="rId2" Type="http://schemas.openxmlformats.org/officeDocument/2006/relationships/chart" Target="../charts/chart24.xml"/><Relationship Id="rId1" Type="http://schemas.openxmlformats.org/officeDocument/2006/relationships/slideLayout" Target="../slideLayouts/slideLayout2.xml"/><Relationship Id="rId4" Type="http://schemas.openxmlformats.org/officeDocument/2006/relationships/chart" Target="../charts/chart26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8.xml"/><Relationship Id="rId2" Type="http://schemas.openxmlformats.org/officeDocument/2006/relationships/chart" Target="../charts/chart27.xml"/><Relationship Id="rId1" Type="http://schemas.openxmlformats.org/officeDocument/2006/relationships/slideLayout" Target="../slideLayouts/slideLayout2.xml"/><Relationship Id="rId5" Type="http://schemas.openxmlformats.org/officeDocument/2006/relationships/chart" Target="../charts/chart30.xml"/><Relationship Id="rId4" Type="http://schemas.openxmlformats.org/officeDocument/2006/relationships/chart" Target="../charts/chart29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chart" Target="../charts/chart32.xml"/><Relationship Id="rId2" Type="http://schemas.openxmlformats.org/officeDocument/2006/relationships/chart" Target="../charts/chart31.xml"/><Relationship Id="rId1" Type="http://schemas.openxmlformats.org/officeDocument/2006/relationships/slideLayout" Target="../slideLayouts/slideLayout2.xml"/><Relationship Id="rId5" Type="http://schemas.openxmlformats.org/officeDocument/2006/relationships/chart" Target="../charts/chart34.xml"/><Relationship Id="rId4" Type="http://schemas.openxmlformats.org/officeDocument/2006/relationships/chart" Target="../charts/chart3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chart" Target="../charts/chart35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Box 88"/>
          <p:cNvSpPr txBox="1">
            <a:spLocks noChangeArrowheads="1"/>
          </p:cNvSpPr>
          <p:nvPr/>
        </p:nvSpPr>
        <p:spPr bwMode="auto">
          <a:xfrm>
            <a:off x="1562100" y="6084608"/>
            <a:ext cx="8129597" cy="74917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101847" tIns="50923" rIns="101847" bIns="50923" numCol="1" anchor="t" anchorCtr="0" compatLnSpc="1">
            <a:prstTxWarp prst="textNoShape">
              <a:avLst/>
            </a:prstTxWarp>
            <a:spAutoFit/>
          </a:bodyPr>
          <a:lstStyle/>
          <a:p>
            <a:pPr algn="r" defTabSz="1018586"/>
            <a:r>
              <a:rPr lang="en-US" sz="2400" dirty="0" smtClean="0">
                <a:solidFill>
                  <a:srgbClr val="968880"/>
                </a:solidFill>
                <a:latin typeface="Calibri" pitchFamily="34" charset="0"/>
              </a:rPr>
              <a:t>Approximating the Percentage of </a:t>
            </a:r>
            <a:r>
              <a:rPr lang="en-US" sz="2400" dirty="0" err="1" smtClean="0">
                <a:solidFill>
                  <a:srgbClr val="968880"/>
                </a:solidFill>
                <a:latin typeface="Calibri" pitchFamily="34" charset="0"/>
              </a:rPr>
              <a:t>Refinancible</a:t>
            </a:r>
            <a:r>
              <a:rPr lang="en-US" sz="2400" dirty="0" smtClean="0">
                <a:solidFill>
                  <a:srgbClr val="968880"/>
                </a:solidFill>
                <a:latin typeface="Calibri" pitchFamily="34" charset="0"/>
              </a:rPr>
              <a:t> MBS</a:t>
            </a:r>
            <a:endParaRPr lang="en-US" sz="2400" dirty="0">
              <a:solidFill>
                <a:srgbClr val="968880"/>
              </a:solidFill>
              <a:latin typeface="Calibri" pitchFamily="34" charset="0"/>
            </a:endParaRPr>
          </a:p>
          <a:p>
            <a:pPr algn="r" defTabSz="1018586"/>
            <a:r>
              <a:rPr lang="en-US" dirty="0" smtClean="0">
                <a:solidFill>
                  <a:schemeClr val="tx2"/>
                </a:solidFill>
                <a:latin typeface="Calibri" pitchFamily="34" charset="0"/>
              </a:rPr>
              <a:t>May 2015</a:t>
            </a:r>
            <a:endParaRPr lang="en-US" dirty="0">
              <a:solidFill>
                <a:schemeClr val="tx2"/>
              </a:solidFill>
              <a:latin typeface="Arial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1537" name="Rectangle 2"/>
          <p:cNvSpPr>
            <a:spLocks noGrp="1" noChangeArrowheads="1"/>
          </p:cNvSpPr>
          <p:nvPr>
            <p:ph type="title"/>
          </p:nvPr>
        </p:nvSpPr>
        <p:spPr>
          <a:xfrm>
            <a:off x="2533587" y="270070"/>
            <a:ext cx="7280116" cy="644102"/>
          </a:xfrm>
        </p:spPr>
        <p:txBody>
          <a:bodyPr/>
          <a:lstStyle/>
          <a:p>
            <a:r>
              <a:rPr lang="en-US" dirty="0">
                <a:latin typeface="+mn-lt"/>
              </a:rPr>
              <a:t>Prepayment </a:t>
            </a:r>
            <a:r>
              <a:rPr lang="en-US" dirty="0" smtClean="0">
                <a:latin typeface="+mn-lt"/>
              </a:rPr>
              <a:t>on </a:t>
            </a:r>
            <a:r>
              <a:rPr lang="en-US" dirty="0">
                <a:latin typeface="+mn-lt"/>
              </a:rPr>
              <a:t>Residential </a:t>
            </a:r>
            <a:r>
              <a:rPr lang="en-US" dirty="0" smtClean="0">
                <a:latin typeface="+mn-lt"/>
              </a:rPr>
              <a:t>Mortgages</a:t>
            </a:r>
            <a:endParaRPr lang="en-US" sz="1200" b="0" dirty="0">
              <a:latin typeface="+mn-lt"/>
            </a:endParaRPr>
          </a:p>
        </p:txBody>
      </p:sp>
      <p:sp>
        <p:nvSpPr>
          <p:cNvPr id="2" name="TextBox 1"/>
          <p:cNvSpPr txBox="1"/>
          <p:nvPr/>
        </p:nvSpPr>
        <p:spPr>
          <a:xfrm>
            <a:off x="809626" y="2453699"/>
            <a:ext cx="8601074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latin typeface="+mn-lt"/>
                <a:cs typeface="Arial" panose="020B0604020202020204" pitchFamily="34" charset="0"/>
              </a:rPr>
              <a:t>I</a:t>
            </a:r>
            <a:r>
              <a:rPr lang="en-US" sz="1400" dirty="0" smtClean="0">
                <a:latin typeface="+mn-lt"/>
                <a:cs typeface="Arial" panose="020B0604020202020204" pitchFamily="34" charset="0"/>
              </a:rPr>
              <a:t>nvestor </a:t>
            </a:r>
            <a:r>
              <a:rPr lang="en-US" sz="1400" dirty="0">
                <a:latin typeface="+mn-lt"/>
                <a:cs typeface="Arial" panose="020B0604020202020204" pitchFamily="34" charset="0"/>
              </a:rPr>
              <a:t>in a MBS has a short position in a call option due to the </a:t>
            </a:r>
            <a:r>
              <a:rPr lang="en-US" sz="1400" dirty="0" smtClean="0">
                <a:latin typeface="+mn-lt"/>
                <a:cs typeface="Arial" panose="020B0604020202020204" pitchFamily="34" charset="0"/>
              </a:rPr>
              <a:t>homeowner’s </a:t>
            </a:r>
            <a:r>
              <a:rPr lang="en-US" sz="1400" dirty="0">
                <a:latin typeface="+mn-lt"/>
                <a:cs typeface="Arial" panose="020B0604020202020204" pitchFamily="34" charset="0"/>
              </a:rPr>
              <a:t>right to prepay, a put option due to the </a:t>
            </a:r>
            <a:r>
              <a:rPr lang="en-US" sz="1400" dirty="0" smtClean="0">
                <a:latin typeface="+mn-lt"/>
                <a:cs typeface="Arial" panose="020B0604020202020204" pitchFamily="34" charset="0"/>
              </a:rPr>
              <a:t>homeowner’s option to </a:t>
            </a:r>
            <a:r>
              <a:rPr lang="en-US" sz="1400" dirty="0">
                <a:latin typeface="+mn-lt"/>
                <a:cs typeface="Arial" panose="020B0604020202020204" pitchFamily="34" charset="0"/>
              </a:rPr>
              <a:t>default, and also a long position in a non-callable bond. </a:t>
            </a:r>
            <a:r>
              <a:rPr lang="en-US" sz="1400" dirty="0" smtClean="0">
                <a:latin typeface="+mn-lt"/>
                <a:cs typeface="Arial" panose="020B0604020202020204" pitchFamily="34" charset="0"/>
              </a:rPr>
              <a:t>Prepayments alter </a:t>
            </a:r>
            <a:r>
              <a:rPr lang="en-US" sz="1400" dirty="0">
                <a:latin typeface="+mn-lt"/>
                <a:cs typeface="Arial" panose="020B0604020202020204" pitchFamily="34" charset="0"/>
              </a:rPr>
              <a:t>the cash flow of the MBS </a:t>
            </a:r>
            <a:r>
              <a:rPr lang="en-US" sz="1400" dirty="0" smtClean="0">
                <a:latin typeface="+mn-lt"/>
                <a:cs typeface="Arial" panose="020B0604020202020204" pitchFamily="34" charset="0"/>
              </a:rPr>
              <a:t>and thus its return. So, </a:t>
            </a:r>
            <a:r>
              <a:rPr lang="en-US" sz="1400" dirty="0">
                <a:latin typeface="+mn-lt"/>
                <a:cs typeface="Arial" panose="020B0604020202020204" pitchFamily="34" charset="0"/>
              </a:rPr>
              <a:t>the key to </a:t>
            </a:r>
            <a:r>
              <a:rPr lang="en-US" sz="1400" dirty="0" smtClean="0">
                <a:latin typeface="+mn-lt"/>
                <a:cs typeface="Arial" panose="020B0604020202020204" pitchFamily="34" charset="0"/>
              </a:rPr>
              <a:t>estimating the </a:t>
            </a:r>
            <a:r>
              <a:rPr lang="en-US" sz="1400" dirty="0">
                <a:latin typeface="+mn-lt"/>
                <a:cs typeface="Arial" panose="020B0604020202020204" pitchFamily="34" charset="0"/>
              </a:rPr>
              <a:t>value of </a:t>
            </a:r>
            <a:r>
              <a:rPr lang="en-US" sz="1400" dirty="0" smtClean="0">
                <a:latin typeface="+mn-lt"/>
                <a:cs typeface="Arial" panose="020B0604020202020204" pitchFamily="34" charset="0"/>
              </a:rPr>
              <a:t>an MBS </a:t>
            </a:r>
            <a:r>
              <a:rPr lang="en-US" sz="1400" dirty="0">
                <a:latin typeface="+mn-lt"/>
                <a:cs typeface="Arial" panose="020B0604020202020204" pitchFamily="34" charset="0"/>
              </a:rPr>
              <a:t>is to accurately estimate </a:t>
            </a:r>
            <a:r>
              <a:rPr lang="en-US" sz="1400" dirty="0" smtClean="0">
                <a:latin typeface="+mn-lt"/>
                <a:cs typeface="Arial" panose="020B0604020202020204" pitchFamily="34" charset="0"/>
              </a:rPr>
              <a:t>the prepayment activity. </a:t>
            </a:r>
            <a:endParaRPr lang="en-US" sz="1400" dirty="0">
              <a:latin typeface="+mn-lt"/>
              <a:cs typeface="Arial" panose="020B0604020202020204" pitchFamily="34" charset="0"/>
            </a:endParaRPr>
          </a:p>
        </p:txBody>
      </p:sp>
      <p:cxnSp>
        <p:nvCxnSpPr>
          <p:cNvPr id="23" name="Straight Connector 22"/>
          <p:cNvCxnSpPr/>
          <p:nvPr/>
        </p:nvCxnSpPr>
        <p:spPr>
          <a:xfrm>
            <a:off x="1113632" y="1244084"/>
            <a:ext cx="7629525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TextBox 23"/>
          <p:cNvSpPr txBox="1"/>
          <p:nvPr/>
        </p:nvSpPr>
        <p:spPr>
          <a:xfrm>
            <a:off x="3186114" y="1090196"/>
            <a:ext cx="3560539" cy="338554"/>
          </a:xfrm>
          <a:prstGeom prst="rect">
            <a:avLst/>
          </a:prstGeom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sz="1600" dirty="0" smtClean="0">
                <a:cs typeface="Arial" panose="020B0604020202020204" pitchFamily="34" charset="0"/>
              </a:rPr>
              <a:t>Prepayment Importance </a:t>
            </a:r>
            <a:endParaRPr lang="en-US" sz="1600" dirty="0">
              <a:cs typeface="Arial" panose="020B0604020202020204" pitchFamily="34" charset="0"/>
            </a:endParaRPr>
          </a:p>
        </p:txBody>
      </p:sp>
      <p:sp>
        <p:nvSpPr>
          <p:cNvPr id="26" name="TextBox 25"/>
          <p:cNvSpPr txBox="1"/>
          <p:nvPr/>
        </p:nvSpPr>
        <p:spPr>
          <a:xfrm>
            <a:off x="747713" y="1639601"/>
            <a:ext cx="1927860" cy="302802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lIns="101751" tIns="50877" rIns="101751" bIns="50877" rtlCol="0">
            <a:spAutoFit/>
          </a:bodyPr>
          <a:lstStyle/>
          <a:p>
            <a:pPr algn="ctr" defTabSz="1017038" fontAlgn="auto">
              <a:spcBef>
                <a:spcPts val="0"/>
              </a:spcBef>
              <a:spcAft>
                <a:spcPts val="0"/>
              </a:spcAft>
            </a:pPr>
            <a:r>
              <a:rPr lang="en-US" sz="1300" dirty="0" smtClean="0">
                <a:solidFill>
                  <a:srgbClr val="FFFFFF"/>
                </a:solidFill>
              </a:rPr>
              <a:t>MBS Valuation</a:t>
            </a:r>
            <a:endParaRPr lang="en-US" sz="1300" dirty="0">
              <a:solidFill>
                <a:srgbClr val="FFFFFF"/>
              </a:solidFill>
            </a:endParaRPr>
          </a:p>
        </p:txBody>
      </p:sp>
      <p:sp>
        <p:nvSpPr>
          <p:cNvPr id="27" name="TextBox 26"/>
          <p:cNvSpPr txBox="1"/>
          <p:nvPr/>
        </p:nvSpPr>
        <p:spPr>
          <a:xfrm>
            <a:off x="4146233" y="1639601"/>
            <a:ext cx="1927860" cy="302802"/>
          </a:xfrm>
          <a:prstGeom prst="rect">
            <a:avLst/>
          </a:prstGeom>
          <a:solidFill>
            <a:schemeClr val="bg2">
              <a:lumMod val="75000"/>
            </a:schemeClr>
          </a:solidFill>
          <a:ln>
            <a:noFill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lIns="101751" tIns="50877" rIns="101751" bIns="50877" rtlCol="0">
            <a:spAutoFit/>
          </a:bodyPr>
          <a:lstStyle/>
          <a:p>
            <a:pPr algn="ctr" defTabSz="1017038" fontAlgn="auto">
              <a:spcBef>
                <a:spcPts val="0"/>
              </a:spcBef>
              <a:spcAft>
                <a:spcPts val="0"/>
              </a:spcAft>
            </a:pPr>
            <a:r>
              <a:rPr lang="en-US" sz="1300" dirty="0" smtClean="0">
                <a:solidFill>
                  <a:schemeClr val="tx1"/>
                </a:solidFill>
              </a:rPr>
              <a:t>Cash Flow</a:t>
            </a:r>
            <a:endParaRPr lang="en-US" sz="1300" dirty="0">
              <a:solidFill>
                <a:schemeClr val="tx1"/>
              </a:solidFill>
            </a:endParaRPr>
          </a:p>
        </p:txBody>
      </p:sp>
      <p:sp>
        <p:nvSpPr>
          <p:cNvPr id="28" name="TextBox 27"/>
          <p:cNvSpPr txBox="1"/>
          <p:nvPr/>
        </p:nvSpPr>
        <p:spPr>
          <a:xfrm>
            <a:off x="7541895" y="1640600"/>
            <a:ext cx="1927860" cy="287414"/>
          </a:xfrm>
          <a:prstGeom prst="rect">
            <a:avLst/>
          </a:prstGeom>
          <a:solidFill>
            <a:schemeClr val="bg2">
              <a:lumMod val="75000"/>
            </a:schemeClr>
          </a:solidFill>
          <a:ln>
            <a:noFill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lIns="101751" tIns="50877" rIns="101751" bIns="50877" rtlCol="0">
            <a:spAutoFit/>
          </a:bodyPr>
          <a:lstStyle/>
          <a:p>
            <a:pPr algn="ctr" defTabSz="1017038" fontAlgn="auto">
              <a:spcBef>
                <a:spcPts val="0"/>
              </a:spcBef>
              <a:spcAft>
                <a:spcPts val="0"/>
              </a:spcAft>
            </a:pPr>
            <a:r>
              <a:rPr lang="en-US" sz="1200" dirty="0" smtClean="0">
                <a:cs typeface="Arial" panose="020B0604020202020204" pitchFamily="34" charset="0"/>
              </a:rPr>
              <a:t>Prepayment</a:t>
            </a:r>
            <a:endParaRPr lang="en-US" sz="1300" dirty="0">
              <a:solidFill>
                <a:schemeClr val="tx1"/>
              </a:solidFill>
            </a:endParaRPr>
          </a:p>
        </p:txBody>
      </p:sp>
      <p:cxnSp>
        <p:nvCxnSpPr>
          <p:cNvPr id="29" name="Straight Arrow Connector 28"/>
          <p:cNvCxnSpPr>
            <a:stCxn id="27" idx="1"/>
            <a:endCxn id="26" idx="3"/>
          </p:cNvCxnSpPr>
          <p:nvPr/>
        </p:nvCxnSpPr>
        <p:spPr>
          <a:xfrm flipH="1">
            <a:off x="2675573" y="1791002"/>
            <a:ext cx="1470660" cy="0"/>
          </a:xfrm>
          <a:prstGeom prst="straightConnector1">
            <a:avLst/>
          </a:prstGeom>
          <a:ln w="38100"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Straight Arrow Connector 30"/>
          <p:cNvCxnSpPr>
            <a:stCxn id="28" idx="1"/>
            <a:endCxn id="27" idx="3"/>
          </p:cNvCxnSpPr>
          <p:nvPr/>
        </p:nvCxnSpPr>
        <p:spPr>
          <a:xfrm flipH="1">
            <a:off x="6074093" y="1784307"/>
            <a:ext cx="1467802" cy="6695"/>
          </a:xfrm>
          <a:prstGeom prst="straightConnector1">
            <a:avLst/>
          </a:prstGeom>
          <a:ln w="38100"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Curved Connector 36"/>
          <p:cNvCxnSpPr>
            <a:stCxn id="28" idx="2"/>
            <a:endCxn id="26" idx="2"/>
          </p:cNvCxnSpPr>
          <p:nvPr/>
        </p:nvCxnSpPr>
        <p:spPr>
          <a:xfrm rot="5400000">
            <a:off x="5101540" y="-1461883"/>
            <a:ext cx="14389" cy="6794182"/>
          </a:xfrm>
          <a:prstGeom prst="curvedConnector3">
            <a:avLst>
              <a:gd name="adj1" fmla="val 2880249"/>
            </a:avLst>
          </a:prstGeom>
          <a:ln w="57150">
            <a:solidFill>
              <a:schemeClr val="accent1">
                <a:lumMod val="40000"/>
                <a:lumOff val="60000"/>
              </a:schemeClr>
            </a:solidFill>
            <a:headEnd type="stealth"/>
            <a:tailEnd type="stealt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33" name="Chart 32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4012923603"/>
              </p:ext>
            </p:extLst>
          </p:nvPr>
        </p:nvGraphicFramePr>
        <p:xfrm>
          <a:off x="237220" y="3438525"/>
          <a:ext cx="9515475" cy="329088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3" name="TextBox 2"/>
          <p:cNvSpPr txBox="1"/>
          <p:nvPr/>
        </p:nvSpPr>
        <p:spPr>
          <a:xfrm>
            <a:off x="809626" y="6406247"/>
            <a:ext cx="297942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>
                <a:solidFill>
                  <a:srgbClr val="FF0000"/>
                </a:solidFill>
              </a:rPr>
              <a:t>Good slide but Investment committee already knows this. Let’s skip.</a:t>
            </a:r>
            <a:endParaRPr lang="en-US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4590796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1537" name="Rectangle 2"/>
          <p:cNvSpPr>
            <a:spLocks noGrp="1" noChangeArrowheads="1"/>
          </p:cNvSpPr>
          <p:nvPr>
            <p:ph type="title"/>
          </p:nvPr>
        </p:nvSpPr>
        <p:spPr>
          <a:xfrm>
            <a:off x="2533587" y="270070"/>
            <a:ext cx="7280116" cy="644102"/>
          </a:xfrm>
        </p:spPr>
        <p:txBody>
          <a:bodyPr/>
          <a:lstStyle/>
          <a:p>
            <a:r>
              <a:rPr lang="en-US" dirty="0" smtClean="0"/>
              <a:t>APPROXIMATING THE REFINANCIBLE UNIVERSE</a:t>
            </a:r>
            <a:endParaRPr lang="en-US" sz="1200" b="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/>
              <p:cNvSpPr txBox="1"/>
              <p:nvPr/>
            </p:nvSpPr>
            <p:spPr>
              <a:xfrm>
                <a:off x="640375" y="4995386"/>
                <a:ext cx="2421304" cy="52322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400" b="0" i="1" smtClean="0">
                          <a:latin typeface="Cambria Math"/>
                        </a:rPr>
                        <m:t>𝐼𝑛𝑐𝑒𝑛𝑡𝑖𝑣𝑒</m:t>
                      </m:r>
                      <m:r>
                        <a:rPr lang="en-US" sz="1400" b="0" i="1" smtClean="0">
                          <a:latin typeface="Cambria Math"/>
                        </a:rPr>
                        <m:t>=</m:t>
                      </m:r>
                      <m:r>
                        <a:rPr lang="en-US" sz="1400" b="0" i="1" smtClean="0">
                          <a:latin typeface="Cambria Math"/>
                        </a:rPr>
                        <m:t>𝑊𝐴𝐶</m:t>
                      </m:r>
                      <m:r>
                        <a:rPr lang="en-US" sz="1400" b="0" i="1" smtClean="0">
                          <a:latin typeface="Cambria Math"/>
                        </a:rPr>
                        <m:t> −</m:t>
                      </m:r>
                      <m:r>
                        <a:rPr lang="en-US" sz="1400" b="0" i="1" smtClean="0">
                          <a:latin typeface="Cambria Math"/>
                        </a:rPr>
                        <m:t>𝑃𝑀𝑀𝑆</m:t>
                      </m:r>
                    </m:oMath>
                  </m:oMathPara>
                </a14:m>
                <a:endParaRPr lang="en-US" sz="1400" b="0" dirty="0" smtClean="0"/>
              </a:p>
              <a:p>
                <a:r>
                  <a:rPr lang="en-US" sz="1400" i="1" dirty="0">
                    <a:latin typeface="Cambria Math"/>
                  </a:rPr>
                  <a:t>Threshold = 50 bps</a:t>
                </a:r>
              </a:p>
            </p:txBody>
          </p:sp>
        </mc:Choice>
        <mc:Fallback xmlns="">
          <p:sp>
            <p:nvSpPr>
              <p:cNvPr id="3" name="TextBox 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0375" y="4995386"/>
                <a:ext cx="2421304" cy="523220"/>
              </a:xfrm>
              <a:prstGeom prst="rect">
                <a:avLst/>
              </a:prstGeom>
              <a:blipFill rotWithShape="1">
                <a:blip r:embed="rId2"/>
                <a:stretch>
                  <a:fillRect l="-504" b="-930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9" name="TextBox 18"/>
              <p:cNvSpPr txBox="1"/>
              <p:nvPr/>
            </p:nvSpPr>
            <p:spPr>
              <a:xfrm>
                <a:off x="3743976" y="5103106"/>
                <a:ext cx="2049407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400" b="0" i="1" smtClean="0">
                          <a:latin typeface="Cambria Math"/>
                        </a:rPr>
                        <m:t>𝐼𝑛𝑐𝑒𝑛𝑡𝑖𝑣𝑒</m:t>
                      </m:r>
                      <m:r>
                        <a:rPr lang="en-US" sz="1400" b="0" i="1" smtClean="0">
                          <a:latin typeface="Cambria Math"/>
                        </a:rPr>
                        <m:t>≥</m:t>
                      </m:r>
                      <m:r>
                        <a:rPr lang="en-US" sz="1400" b="0" i="1" smtClean="0">
                          <a:latin typeface="Cambria Math"/>
                        </a:rPr>
                        <m:t>𝑇h𝑟𝑒𝑠h𝑜𝑙𝑑</m:t>
                      </m:r>
                    </m:oMath>
                  </m:oMathPara>
                </a14:m>
                <a:endParaRPr lang="en-US" sz="1400" i="1" dirty="0">
                  <a:latin typeface="Cambria Math"/>
                </a:endParaRPr>
              </a:p>
            </p:txBody>
          </p:sp>
        </mc:Choice>
        <mc:Fallback xmlns="">
          <p:sp>
            <p:nvSpPr>
              <p:cNvPr id="19" name="TextBox 1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43976" y="5103106"/>
                <a:ext cx="2049407" cy="307777"/>
              </a:xfrm>
              <a:prstGeom prst="rect">
                <a:avLst/>
              </a:prstGeom>
              <a:blipFill rotWithShape="1"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0" name="TextBox 19"/>
              <p:cNvSpPr txBox="1"/>
              <p:nvPr/>
            </p:nvSpPr>
            <p:spPr>
              <a:xfrm>
                <a:off x="658218" y="6326743"/>
                <a:ext cx="4828181" cy="54662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400" b="0" i="1" smtClean="0">
                          <a:latin typeface="Cambria Math"/>
                        </a:rPr>
                        <m:t>𝑅𝑒𝑓𝑖𝑛𝑎𝑛𝑐𝑖𝑏𝑙𝑒</m:t>
                      </m:r>
                      <m:r>
                        <a:rPr lang="en-US" sz="1400" b="0" i="1" smtClean="0">
                          <a:latin typeface="Cambria Math"/>
                        </a:rPr>
                        <m:t> </m:t>
                      </m:r>
                      <m:r>
                        <a:rPr lang="en-US" sz="1400" b="0" i="1" smtClean="0">
                          <a:latin typeface="Cambria Math"/>
                        </a:rPr>
                        <m:t>𝑃𝑒𝑟𝑐𝑒𝑛𝑡𝑎𝑔𝑒</m:t>
                      </m:r>
                      <m:r>
                        <a:rPr lang="en-US" sz="1400" b="0" i="1" smtClean="0">
                          <a:latin typeface="Cambria Math"/>
                        </a:rPr>
                        <m:t>= </m:t>
                      </m:r>
                      <m:f>
                        <m:fPr>
                          <m:ctrlPr>
                            <a:rPr lang="en-US" sz="1400" b="0" i="1" smtClean="0">
                              <a:latin typeface="Cambria Math"/>
                            </a:rPr>
                          </m:ctrlPr>
                        </m:fPr>
                        <m:num>
                          <m:nary>
                            <m:naryPr>
                              <m:chr m:val="∑"/>
                              <m:subHide m:val="on"/>
                              <m:supHide m:val="on"/>
                              <m:ctrlPr>
                                <a:rPr lang="en-US" sz="1400" b="0" i="1" smtClean="0">
                                  <a:latin typeface="Cambria Math"/>
                                </a:rPr>
                              </m:ctrlPr>
                            </m:naryPr>
                            <m:sub/>
                            <m:sup/>
                            <m:e>
                              <m:r>
                                <a:rPr lang="en-US" sz="1400" i="1">
                                  <a:latin typeface="Cambria Math"/>
                                </a:rPr>
                                <m:t>𝑅𝑒𝑓𝑖𝑛𝑎𝑛𝑐𝑖𝑏𝑙𝑒</m:t>
                              </m:r>
                              <m:r>
                                <a:rPr lang="en-US" sz="1400" i="1">
                                  <a:latin typeface="Cambria Math"/>
                                </a:rPr>
                                <m:t> </m:t>
                              </m:r>
                              <m:r>
                                <a:rPr lang="en-US" sz="1400" i="1">
                                  <a:latin typeface="Cambria Math"/>
                                </a:rPr>
                                <m:t>𝑃𝑜𝑜𝑙</m:t>
                              </m:r>
                              <m:r>
                                <a:rPr lang="en-US" sz="1400" i="1">
                                  <a:latin typeface="Cambria Math"/>
                                </a:rPr>
                                <m:t> </m:t>
                              </m:r>
                              <m:r>
                                <a:rPr lang="en-US" sz="1400" i="1">
                                  <a:latin typeface="Cambria Math"/>
                                </a:rPr>
                                <m:t>𝐵𝑎𝑙𝑎𝑛𝑐𝑒</m:t>
                              </m:r>
                            </m:e>
                          </m:nary>
                        </m:num>
                        <m:den>
                          <m:r>
                            <a:rPr lang="en-US" sz="1400" b="0" i="1" smtClean="0">
                              <a:latin typeface="Cambria Math"/>
                            </a:rPr>
                            <m:t>𝑇𝑜𝑡𝑎𝑙</m:t>
                          </m:r>
                          <m:r>
                            <a:rPr lang="en-US" sz="1400" b="0" i="1" smtClean="0">
                              <a:latin typeface="Cambria Math"/>
                            </a:rPr>
                            <m:t> </m:t>
                          </m:r>
                          <m:r>
                            <a:rPr lang="en-US" sz="1400" b="0" i="1" smtClean="0">
                              <a:latin typeface="Cambria Math"/>
                            </a:rPr>
                            <m:t>𝐵𝑎𝑙𝑎𝑛𝑐𝑒</m:t>
                          </m:r>
                          <m:r>
                            <a:rPr lang="en-US" sz="1400" b="0" i="1" smtClean="0">
                              <a:latin typeface="Cambria Math"/>
                            </a:rPr>
                            <m:t> </m:t>
                          </m:r>
                          <m:r>
                            <a:rPr lang="en-US" sz="1400" b="0" i="1" smtClean="0">
                              <a:latin typeface="Cambria Math"/>
                            </a:rPr>
                            <m:t>𝑜𝑓</m:t>
                          </m:r>
                          <m:r>
                            <a:rPr lang="en-US" sz="1400" b="0" i="1" smtClean="0">
                              <a:latin typeface="Cambria Math"/>
                            </a:rPr>
                            <m:t> </m:t>
                          </m:r>
                          <m:r>
                            <a:rPr lang="en-US" sz="1400" b="0" i="1" smtClean="0">
                              <a:latin typeface="Cambria Math"/>
                            </a:rPr>
                            <m:t>𝑈𝑛𝑖𝑣𝑒𝑟𝑠𝑒</m:t>
                          </m:r>
                        </m:den>
                      </m:f>
                    </m:oMath>
                  </m:oMathPara>
                </a14:m>
                <a:endParaRPr lang="en-US" sz="1400" i="1" dirty="0">
                  <a:latin typeface="Cambria Math"/>
                </a:endParaRPr>
              </a:p>
            </p:txBody>
          </p:sp>
        </mc:Choice>
        <mc:Fallback xmlns="">
          <p:sp>
            <p:nvSpPr>
              <p:cNvPr id="20" name="TextBox 1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8218" y="6326743"/>
                <a:ext cx="4828181" cy="546625"/>
              </a:xfrm>
              <a:prstGeom prst="rect">
                <a:avLst/>
              </a:prstGeom>
              <a:blipFill rotWithShape="1">
                <a:blip r:embed="rId4"/>
                <a:stretch>
                  <a:fillRect t="-58889" b="-4444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21" name="Chart 20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656900370"/>
              </p:ext>
            </p:extLst>
          </p:nvPr>
        </p:nvGraphicFramePr>
        <p:xfrm>
          <a:off x="237220" y="1209674"/>
          <a:ext cx="9515475" cy="3218497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  <p:sp>
        <p:nvSpPr>
          <p:cNvPr id="5" name="Isosceles Triangle 4"/>
          <p:cNvSpPr/>
          <p:nvPr/>
        </p:nvSpPr>
        <p:spPr>
          <a:xfrm rot="5400000">
            <a:off x="3069595" y="5157981"/>
            <a:ext cx="599003" cy="272206"/>
          </a:xfrm>
          <a:prstGeom prst="triangle">
            <a:avLst/>
          </a:prstGeom>
          <a:ln>
            <a:noFill/>
          </a:ln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Isosceles Triangle 24"/>
          <p:cNvSpPr/>
          <p:nvPr/>
        </p:nvSpPr>
        <p:spPr>
          <a:xfrm rot="10800000">
            <a:off x="2926719" y="5882688"/>
            <a:ext cx="2559680" cy="272206"/>
          </a:xfrm>
          <a:prstGeom prst="triangle">
            <a:avLst/>
          </a:prstGeom>
          <a:ln>
            <a:noFill/>
          </a:ln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34" name="Straight Connector 33"/>
          <p:cNvCxnSpPr/>
          <p:nvPr/>
        </p:nvCxnSpPr>
        <p:spPr>
          <a:xfrm>
            <a:off x="1194594" y="4709988"/>
            <a:ext cx="7629525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8" name="TextBox 37"/>
          <p:cNvSpPr txBox="1"/>
          <p:nvPr/>
        </p:nvSpPr>
        <p:spPr>
          <a:xfrm>
            <a:off x="2780090" y="4540711"/>
            <a:ext cx="4129286" cy="307777"/>
          </a:xfrm>
          <a:prstGeom prst="rect">
            <a:avLst/>
          </a:prstGeom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sz="1400" dirty="0" smtClean="0">
                <a:latin typeface="Arial" panose="020B0604020202020204" pitchFamily="34" charset="0"/>
                <a:cs typeface="Arial" panose="020B0604020202020204" pitchFamily="34" charset="0"/>
              </a:rPr>
              <a:t>How we approximate the </a:t>
            </a:r>
            <a:r>
              <a:rPr lang="en-US" sz="1400" dirty="0" err="1" smtClean="0">
                <a:latin typeface="Arial" panose="020B0604020202020204" pitchFamily="34" charset="0"/>
                <a:cs typeface="Arial" panose="020B0604020202020204" pitchFamily="34" charset="0"/>
              </a:rPr>
              <a:t>refinancible</a:t>
            </a:r>
            <a:r>
              <a:rPr lang="en-US" sz="1400" dirty="0" smtClean="0">
                <a:latin typeface="Arial" panose="020B0604020202020204" pitchFamily="34" charset="0"/>
                <a:cs typeface="Arial" panose="020B0604020202020204" pitchFamily="34" charset="0"/>
              </a:rPr>
              <a:t> universe</a:t>
            </a:r>
            <a:endParaRPr lang="en-US" sz="1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" name="Rounded Rectangle 5"/>
          <p:cNvSpPr/>
          <p:nvPr/>
        </p:nvSpPr>
        <p:spPr>
          <a:xfrm>
            <a:off x="3021968" y="6326743"/>
            <a:ext cx="2464431" cy="254261"/>
          </a:xfrm>
          <a:prstGeom prst="roundRect">
            <a:avLst/>
          </a:prstGeom>
          <a:noFill/>
          <a:ln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extBox 6"/>
          <p:cNvSpPr txBox="1"/>
          <p:nvPr/>
        </p:nvSpPr>
        <p:spPr>
          <a:xfrm>
            <a:off x="6457950" y="4941748"/>
            <a:ext cx="3161395" cy="126188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 smtClean="0">
                <a:latin typeface="+mn-lt"/>
              </a:rPr>
              <a:t>Things may affect model accuracy: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200" dirty="0" smtClean="0">
                <a:latin typeface="+mn-lt"/>
              </a:rPr>
              <a:t>100% of Pool balance </a:t>
            </a:r>
            <a:r>
              <a:rPr lang="en-US" sz="1200" dirty="0">
                <a:latin typeface="+mn-lt"/>
              </a:rPr>
              <a:t>is </a:t>
            </a:r>
            <a:r>
              <a:rPr lang="en-US" sz="1200" dirty="0" smtClean="0">
                <a:latin typeface="+mn-lt"/>
              </a:rPr>
              <a:t>counted </a:t>
            </a:r>
            <a:r>
              <a:rPr lang="en-US" sz="1200" dirty="0">
                <a:latin typeface="+mn-lt"/>
              </a:rPr>
              <a:t>in </a:t>
            </a:r>
            <a:r>
              <a:rPr lang="en-US" sz="1200" dirty="0" smtClean="0">
                <a:latin typeface="+mn-lt"/>
              </a:rPr>
              <a:t>numerator.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200" dirty="0" smtClean="0">
                <a:latin typeface="+mn-lt"/>
              </a:rPr>
              <a:t>All borrowers in a pool have the same WAC</a:t>
            </a:r>
            <a:r>
              <a:rPr lang="en-US" sz="1200" dirty="0">
                <a:latin typeface="+mn-lt"/>
              </a:rPr>
              <a:t> </a:t>
            </a:r>
            <a:r>
              <a:rPr lang="en-US" sz="1200" dirty="0" smtClean="0">
                <a:latin typeface="+mn-lt"/>
              </a:rPr>
              <a:t>and hence the same incentive.</a:t>
            </a:r>
          </a:p>
          <a:p>
            <a:endParaRPr lang="en-US" sz="1400" dirty="0">
              <a:latin typeface="+mn-lt"/>
            </a:endParaRPr>
          </a:p>
        </p:txBody>
      </p:sp>
      <p:sp>
        <p:nvSpPr>
          <p:cNvPr id="40" name="Rounded Rectangle 39"/>
          <p:cNvSpPr/>
          <p:nvPr/>
        </p:nvSpPr>
        <p:spPr>
          <a:xfrm>
            <a:off x="1709830" y="5002735"/>
            <a:ext cx="519020" cy="254261"/>
          </a:xfrm>
          <a:prstGeom prst="roundRect">
            <a:avLst/>
          </a:prstGeom>
          <a:noFill/>
          <a:ln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9" name="Straight Connector 8"/>
          <p:cNvCxnSpPr/>
          <p:nvPr/>
        </p:nvCxnSpPr>
        <p:spPr>
          <a:xfrm>
            <a:off x="6191250" y="5042207"/>
            <a:ext cx="0" cy="1739593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1" name="Isosceles Triangle 40"/>
          <p:cNvSpPr/>
          <p:nvPr/>
        </p:nvSpPr>
        <p:spPr>
          <a:xfrm rot="10800000">
            <a:off x="6603369" y="6141608"/>
            <a:ext cx="2559680" cy="272206"/>
          </a:xfrm>
          <a:prstGeom prst="triangle">
            <a:avLst/>
          </a:prstGeom>
          <a:ln>
            <a:noFill/>
          </a:ln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ounded Rectangle 10"/>
          <p:cNvSpPr/>
          <p:nvPr/>
        </p:nvSpPr>
        <p:spPr>
          <a:xfrm>
            <a:off x="6435408" y="6533379"/>
            <a:ext cx="2946717" cy="292364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We need a loan level model</a:t>
            </a:r>
            <a:endParaRPr lang="en-US" dirty="0"/>
          </a:p>
        </p:txBody>
      </p:sp>
      <p:cxnSp>
        <p:nvCxnSpPr>
          <p:cNvPr id="42" name="Straight Connector 41"/>
          <p:cNvCxnSpPr/>
          <p:nvPr/>
        </p:nvCxnSpPr>
        <p:spPr>
          <a:xfrm>
            <a:off x="1194594" y="1088087"/>
            <a:ext cx="7629525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3" name="TextBox 42"/>
          <p:cNvSpPr txBox="1"/>
          <p:nvPr/>
        </p:nvSpPr>
        <p:spPr>
          <a:xfrm>
            <a:off x="1851027" y="956910"/>
            <a:ext cx="6057739" cy="276999"/>
          </a:xfrm>
          <a:prstGeom prst="rect">
            <a:avLst/>
          </a:prstGeom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Historical Conventional 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Refi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 Index vs. FGLMC 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Refinancible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 Universe (50 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bp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 incentive)</a:t>
            </a:r>
          </a:p>
        </p:txBody>
      </p:sp>
    </p:spTree>
    <p:extLst>
      <p:ext uri="{BB962C8B-B14F-4D97-AF65-F5344CB8AC3E}">
        <p14:creationId xmlns:p14="http://schemas.microsoft.com/office/powerpoint/2010/main" val="389977530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19" grpId="0"/>
      <p:bldP spid="20" grpId="0"/>
      <p:bldP spid="5" grpId="0" animBg="1"/>
      <p:bldP spid="25" grpId="0" animBg="1"/>
      <p:bldP spid="38" grpId="0" animBg="1"/>
      <p:bldP spid="6" grpId="0" animBg="1"/>
      <p:bldP spid="7" grpId="0"/>
      <p:bldP spid="40" grpId="0" animBg="1"/>
      <p:bldP spid="41" grpId="0" animBg="1"/>
      <p:bldP spid="11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1537" name="Rectangle 2"/>
          <p:cNvSpPr>
            <a:spLocks noGrp="1" noChangeArrowheads="1"/>
          </p:cNvSpPr>
          <p:nvPr>
            <p:ph type="title"/>
          </p:nvPr>
        </p:nvSpPr>
        <p:spPr>
          <a:xfrm>
            <a:off x="2533587" y="270070"/>
            <a:ext cx="7280116" cy="644102"/>
          </a:xfrm>
        </p:spPr>
        <p:txBody>
          <a:bodyPr/>
          <a:lstStyle/>
          <a:p>
            <a:r>
              <a:rPr lang="en-US" dirty="0" smtClean="0"/>
              <a:t>LOAN-LEVEL APPROACH TO APPROXIMATING THE REFINANCIBLE UNIVERSE</a:t>
            </a:r>
            <a:endParaRPr lang="en-US" sz="1200" b="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/>
              <p:cNvSpPr txBox="1"/>
              <p:nvPr/>
            </p:nvSpPr>
            <p:spPr>
              <a:xfrm>
                <a:off x="230819" y="1501198"/>
                <a:ext cx="2421304" cy="52322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400" b="0" i="1" smtClean="0">
                          <a:latin typeface="Cambria Math"/>
                        </a:rPr>
                        <m:t>𝐼𝑛𝑐𝑒𝑛𝑡𝑖𝑣𝑒</m:t>
                      </m:r>
                      <m:r>
                        <a:rPr lang="en-US" sz="1400" b="0" i="1" smtClean="0">
                          <a:latin typeface="Cambria Math"/>
                        </a:rPr>
                        <m:t>=</m:t>
                      </m:r>
                      <m:r>
                        <a:rPr lang="en-US" sz="1400" b="1" i="1" smtClean="0">
                          <a:latin typeface="Cambria Math"/>
                        </a:rPr>
                        <m:t>𝑾𝑨𝑪</m:t>
                      </m:r>
                      <m:r>
                        <a:rPr lang="en-US" sz="1400" b="0" i="1" smtClean="0">
                          <a:latin typeface="Cambria Math"/>
                        </a:rPr>
                        <m:t> −</m:t>
                      </m:r>
                      <m:r>
                        <a:rPr lang="en-US" sz="1400" b="0" i="1" smtClean="0">
                          <a:latin typeface="Cambria Math"/>
                        </a:rPr>
                        <m:t>𝑃𝑀𝑀𝑆</m:t>
                      </m:r>
                    </m:oMath>
                  </m:oMathPara>
                </a14:m>
                <a:endParaRPr lang="en-US" sz="1400" b="0" dirty="0" smtClean="0"/>
              </a:p>
              <a:p>
                <a:r>
                  <a:rPr lang="en-US" sz="1400" i="1" dirty="0">
                    <a:latin typeface="Cambria Math"/>
                  </a:rPr>
                  <a:t>Threshold = 50 bps</a:t>
                </a:r>
              </a:p>
            </p:txBody>
          </p:sp>
        </mc:Choice>
        <mc:Fallback xmlns="">
          <p:sp>
            <p:nvSpPr>
              <p:cNvPr id="3" name="TextBox 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0819" y="1501198"/>
                <a:ext cx="2421304" cy="523220"/>
              </a:xfrm>
              <a:prstGeom prst="rect">
                <a:avLst/>
              </a:prstGeom>
              <a:blipFill rotWithShape="1">
                <a:blip r:embed="rId2"/>
                <a:stretch>
                  <a:fillRect l="-756" b="-930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0" name="TextBox 19"/>
              <p:cNvSpPr txBox="1"/>
              <p:nvPr/>
            </p:nvSpPr>
            <p:spPr>
              <a:xfrm>
                <a:off x="185165" y="2203905"/>
                <a:ext cx="4933915" cy="54662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400" b="0" i="1" smtClean="0">
                          <a:latin typeface="Cambria Math"/>
                        </a:rPr>
                        <m:t>𝑅𝑒𝑓𝑖𝑛𝑎𝑛𝑐𝑖𝑏𝑙𝑒</m:t>
                      </m:r>
                      <m:r>
                        <a:rPr lang="en-US" sz="1400" b="0" i="1" smtClean="0">
                          <a:latin typeface="Cambria Math"/>
                        </a:rPr>
                        <m:t> </m:t>
                      </m:r>
                      <m:r>
                        <a:rPr lang="en-US" sz="1400" b="0" i="1" smtClean="0">
                          <a:latin typeface="Cambria Math"/>
                        </a:rPr>
                        <m:t>𝑃𝑒𝑟𝑐𝑒𝑛𝑡𝑎𝑔𝑒</m:t>
                      </m:r>
                      <m:r>
                        <a:rPr lang="en-US" sz="1400" b="0" i="1" smtClean="0">
                          <a:latin typeface="Cambria Math"/>
                        </a:rPr>
                        <m:t>= </m:t>
                      </m:r>
                      <m:f>
                        <m:fPr>
                          <m:ctrlPr>
                            <a:rPr lang="en-US" sz="1400" b="0" i="1" smtClean="0">
                              <a:latin typeface="Cambria Math"/>
                            </a:rPr>
                          </m:ctrlPr>
                        </m:fPr>
                        <m:num>
                          <m:nary>
                            <m:naryPr>
                              <m:chr m:val="∑"/>
                              <m:subHide m:val="on"/>
                              <m:supHide m:val="on"/>
                              <m:ctrlPr>
                                <a:rPr lang="en-US" sz="1400" b="0" i="1" smtClean="0">
                                  <a:latin typeface="Cambria Math"/>
                                </a:rPr>
                              </m:ctrlPr>
                            </m:naryPr>
                            <m:sub/>
                            <m:sup/>
                            <m:e>
                              <m:r>
                                <a:rPr lang="en-US" sz="1400" i="1">
                                  <a:latin typeface="Cambria Math"/>
                                </a:rPr>
                                <m:t>𝑅𝑒𝑓𝑖𝑛𝑎𝑛𝑐𝑖𝑏𝑙𝑒</m:t>
                              </m:r>
                              <m:r>
                                <a:rPr lang="en-US" sz="1400" i="1">
                                  <a:latin typeface="Cambria Math"/>
                                </a:rPr>
                                <m:t> </m:t>
                              </m:r>
                              <m:r>
                                <a:rPr lang="en-US" sz="1400" b="1" i="1">
                                  <a:latin typeface="Cambria Math"/>
                                </a:rPr>
                                <m:t>𝑷𝒐𝒐𝒍</m:t>
                              </m:r>
                              <m:r>
                                <a:rPr lang="en-US" sz="1400" b="1" i="1">
                                  <a:latin typeface="Cambria Math"/>
                                </a:rPr>
                                <m:t> </m:t>
                              </m:r>
                              <m:r>
                                <a:rPr lang="en-US" sz="1400" b="0" i="1">
                                  <a:latin typeface="Cambria Math"/>
                                </a:rPr>
                                <m:t>𝐵𝑎𝑙𝑎𝑛𝑐𝑒</m:t>
                              </m:r>
                            </m:e>
                          </m:nary>
                        </m:num>
                        <m:den>
                          <m:r>
                            <a:rPr lang="en-US" sz="1400" b="0" i="1" smtClean="0">
                              <a:latin typeface="Cambria Math"/>
                            </a:rPr>
                            <m:t>𝑇𝑜𝑡𝑎𝑙</m:t>
                          </m:r>
                          <m:r>
                            <a:rPr lang="en-US" sz="1400" b="0" i="1" smtClean="0">
                              <a:latin typeface="Cambria Math"/>
                            </a:rPr>
                            <m:t> </m:t>
                          </m:r>
                          <m:r>
                            <a:rPr lang="en-US" sz="1400" b="0" i="1" smtClean="0">
                              <a:latin typeface="Cambria Math"/>
                            </a:rPr>
                            <m:t>𝐵𝑎𝑙𝑎𝑛𝑐𝑒</m:t>
                          </m:r>
                          <m:r>
                            <a:rPr lang="en-US" sz="1400" b="0" i="1" smtClean="0">
                              <a:latin typeface="Cambria Math"/>
                            </a:rPr>
                            <m:t> </m:t>
                          </m:r>
                          <m:r>
                            <a:rPr lang="en-US" sz="1400" b="0" i="1" smtClean="0">
                              <a:latin typeface="Cambria Math"/>
                            </a:rPr>
                            <m:t>𝑜𝑓</m:t>
                          </m:r>
                          <m:r>
                            <a:rPr lang="en-US" sz="1400" b="0" i="1" smtClean="0">
                              <a:latin typeface="Cambria Math"/>
                            </a:rPr>
                            <m:t> </m:t>
                          </m:r>
                          <m:r>
                            <a:rPr lang="en-US" sz="1400" b="0" i="1" smtClean="0">
                              <a:latin typeface="Cambria Math"/>
                            </a:rPr>
                            <m:t>𝑈𝑛𝑖𝑣𝑒𝑟𝑠𝑒</m:t>
                          </m:r>
                        </m:den>
                      </m:f>
                    </m:oMath>
                  </m:oMathPara>
                </a14:m>
                <a:endParaRPr lang="en-US" sz="1400" i="1" dirty="0">
                  <a:latin typeface="Cambria Math"/>
                </a:endParaRPr>
              </a:p>
            </p:txBody>
          </p:sp>
        </mc:Choice>
        <mc:Fallback xmlns="">
          <p:sp>
            <p:nvSpPr>
              <p:cNvPr id="20" name="TextBox 1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5165" y="2203905"/>
                <a:ext cx="4933915" cy="546625"/>
              </a:xfrm>
              <a:prstGeom prst="rect">
                <a:avLst/>
              </a:prstGeom>
              <a:blipFill rotWithShape="1">
                <a:blip r:embed="rId3"/>
                <a:stretch>
                  <a:fillRect t="-59551" b="-460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34" name="Straight Connector 33"/>
          <p:cNvCxnSpPr/>
          <p:nvPr/>
        </p:nvCxnSpPr>
        <p:spPr>
          <a:xfrm>
            <a:off x="432869" y="1223838"/>
            <a:ext cx="4348681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8" name="TextBox 37"/>
          <p:cNvSpPr txBox="1"/>
          <p:nvPr/>
        </p:nvSpPr>
        <p:spPr>
          <a:xfrm>
            <a:off x="1870163" y="1054561"/>
            <a:ext cx="1474093" cy="338554"/>
          </a:xfrm>
          <a:prstGeom prst="rect">
            <a:avLst/>
          </a:prstGeom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sz="1600" dirty="0" smtClean="0">
                <a:latin typeface="Arial" panose="020B0604020202020204" pitchFamily="34" charset="0"/>
                <a:cs typeface="Arial" panose="020B0604020202020204" pitchFamily="34" charset="0"/>
              </a:rPr>
              <a:t>Pool Level</a:t>
            </a:r>
            <a:endParaRPr lang="en-US" sz="16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7" name="TextBox 16"/>
              <p:cNvSpPr txBox="1"/>
              <p:nvPr/>
            </p:nvSpPr>
            <p:spPr>
              <a:xfrm>
                <a:off x="5096869" y="1501198"/>
                <a:ext cx="3195618" cy="52322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400" i="1">
                          <a:latin typeface="Cambria Math"/>
                        </a:rPr>
                        <m:t>𝐼𝑛𝑐𝑒𝑛𝑡𝑖𝑣𝑒</m:t>
                      </m:r>
                      <m:r>
                        <a:rPr lang="en-US" sz="1400" i="1">
                          <a:latin typeface="Cambria Math"/>
                        </a:rPr>
                        <m:t>=</m:t>
                      </m:r>
                      <m:r>
                        <a:rPr lang="en-US" sz="1400" b="1" i="1">
                          <a:latin typeface="Cambria Math"/>
                        </a:rPr>
                        <m:t>𝑶𝒓𝒊𝒈𝑵𝒐𝒕𝒆𝑹𝒂𝒕𝒆</m:t>
                      </m:r>
                      <m:r>
                        <a:rPr lang="en-US" sz="1400" i="1">
                          <a:latin typeface="Cambria Math"/>
                        </a:rPr>
                        <m:t>−</m:t>
                      </m:r>
                      <m:r>
                        <a:rPr lang="en-US" sz="1400" i="1">
                          <a:latin typeface="Cambria Math"/>
                        </a:rPr>
                        <m:t>𝑃𝑀𝑀𝑆</m:t>
                      </m:r>
                    </m:oMath>
                  </m:oMathPara>
                </a14:m>
                <a:endParaRPr lang="en-US" sz="1400" b="0" dirty="0" smtClean="0"/>
              </a:p>
              <a:p>
                <a:r>
                  <a:rPr lang="en-US" sz="1400" i="1" dirty="0">
                    <a:latin typeface="Cambria Math"/>
                  </a:rPr>
                  <a:t>Threshold = 50 bps</a:t>
                </a:r>
              </a:p>
            </p:txBody>
          </p:sp>
        </mc:Choice>
        <mc:Fallback xmlns="">
          <p:sp>
            <p:nvSpPr>
              <p:cNvPr id="17" name="TextBox 1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96869" y="1501198"/>
                <a:ext cx="3195618" cy="523220"/>
              </a:xfrm>
              <a:prstGeom prst="rect">
                <a:avLst/>
              </a:prstGeom>
              <a:blipFill rotWithShape="1">
                <a:blip r:embed="rId4"/>
                <a:stretch>
                  <a:fillRect l="-382" b="-930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8" name="TextBox 17"/>
              <p:cNvSpPr txBox="1"/>
              <p:nvPr/>
            </p:nvSpPr>
            <p:spPr>
              <a:xfrm>
                <a:off x="5096869" y="2203904"/>
                <a:ext cx="4896212" cy="54662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400" b="0" i="1" smtClean="0">
                          <a:latin typeface="Cambria Math"/>
                        </a:rPr>
                        <m:t>𝑅𝑒𝑓𝑖𝑛𝑎𝑛𝑐𝑖𝑏𝑙𝑒</m:t>
                      </m:r>
                      <m:r>
                        <a:rPr lang="en-US" sz="1400" b="0" i="1" smtClean="0">
                          <a:latin typeface="Cambria Math"/>
                        </a:rPr>
                        <m:t> </m:t>
                      </m:r>
                      <m:r>
                        <a:rPr lang="en-US" sz="1400" b="0" i="1" smtClean="0">
                          <a:latin typeface="Cambria Math"/>
                        </a:rPr>
                        <m:t>𝑃𝑒𝑟𝑐𝑒𝑛𝑡𝑎𝑔𝑒</m:t>
                      </m:r>
                      <m:r>
                        <a:rPr lang="en-US" sz="1400" b="0" i="1" smtClean="0">
                          <a:latin typeface="Cambria Math"/>
                        </a:rPr>
                        <m:t>= </m:t>
                      </m:r>
                      <m:f>
                        <m:fPr>
                          <m:ctrlPr>
                            <a:rPr lang="en-US" sz="1400" b="0" i="1" smtClean="0">
                              <a:latin typeface="Cambria Math"/>
                            </a:rPr>
                          </m:ctrlPr>
                        </m:fPr>
                        <m:num>
                          <m:nary>
                            <m:naryPr>
                              <m:chr m:val="∑"/>
                              <m:subHide m:val="on"/>
                              <m:supHide m:val="on"/>
                              <m:ctrlPr>
                                <a:rPr lang="en-US" sz="1400" b="0" i="1" smtClean="0">
                                  <a:latin typeface="Cambria Math"/>
                                </a:rPr>
                              </m:ctrlPr>
                            </m:naryPr>
                            <m:sub/>
                            <m:sup/>
                            <m:e>
                              <m:r>
                                <a:rPr lang="en-US" sz="1400" i="1">
                                  <a:latin typeface="Cambria Math"/>
                                </a:rPr>
                                <m:t>𝑅𝑒𝑓𝑖𝑛𝑎𝑛𝑐𝑖𝑏𝑙𝑒</m:t>
                              </m:r>
                              <m:r>
                                <a:rPr lang="en-US" sz="1400" i="1">
                                  <a:latin typeface="Cambria Math"/>
                                </a:rPr>
                                <m:t> </m:t>
                              </m:r>
                              <m:r>
                                <a:rPr lang="en-US" sz="1400" b="1" i="1" smtClean="0">
                                  <a:latin typeface="Cambria Math"/>
                                </a:rPr>
                                <m:t>𝑳𝒐𝒂𝒏</m:t>
                              </m:r>
                              <m:r>
                                <a:rPr lang="en-US" sz="1400" i="1">
                                  <a:latin typeface="Cambria Math"/>
                                </a:rPr>
                                <m:t> </m:t>
                              </m:r>
                              <m:r>
                                <a:rPr lang="en-US" sz="1400" i="1">
                                  <a:latin typeface="Cambria Math"/>
                                </a:rPr>
                                <m:t>𝐵𝑎𝑙𝑎𝑛𝑐𝑒</m:t>
                              </m:r>
                            </m:e>
                          </m:nary>
                        </m:num>
                        <m:den>
                          <m:r>
                            <a:rPr lang="en-US" sz="1400" b="0" i="1" smtClean="0">
                              <a:latin typeface="Cambria Math"/>
                            </a:rPr>
                            <m:t>𝑇𝑜𝑡𝑎𝑙</m:t>
                          </m:r>
                          <m:r>
                            <a:rPr lang="en-US" sz="1400" b="0" i="1" smtClean="0">
                              <a:latin typeface="Cambria Math"/>
                            </a:rPr>
                            <m:t> </m:t>
                          </m:r>
                          <m:r>
                            <a:rPr lang="en-US" sz="1400" b="0" i="1" smtClean="0">
                              <a:latin typeface="Cambria Math"/>
                            </a:rPr>
                            <m:t>𝐵𝑎𝑙𝑎𝑛𝑐𝑒</m:t>
                          </m:r>
                          <m:r>
                            <a:rPr lang="en-US" sz="1400" b="0" i="1" smtClean="0">
                              <a:latin typeface="Cambria Math"/>
                            </a:rPr>
                            <m:t> </m:t>
                          </m:r>
                          <m:r>
                            <a:rPr lang="en-US" sz="1400" b="0" i="1" smtClean="0">
                              <a:latin typeface="Cambria Math"/>
                            </a:rPr>
                            <m:t>𝑜𝑓</m:t>
                          </m:r>
                          <m:r>
                            <a:rPr lang="en-US" sz="1400" b="0" i="1" smtClean="0">
                              <a:latin typeface="Cambria Math"/>
                            </a:rPr>
                            <m:t> </m:t>
                          </m:r>
                          <m:r>
                            <a:rPr lang="en-US" sz="1400" b="0" i="1" smtClean="0">
                              <a:latin typeface="Cambria Math"/>
                            </a:rPr>
                            <m:t>𝑈𝑛𝑖𝑣𝑒𝑟𝑠𝑒</m:t>
                          </m:r>
                        </m:den>
                      </m:f>
                    </m:oMath>
                  </m:oMathPara>
                </a14:m>
                <a:endParaRPr lang="en-US" sz="1400" i="1" dirty="0">
                  <a:latin typeface="Cambria Math"/>
                </a:endParaRPr>
              </a:p>
            </p:txBody>
          </p:sp>
        </mc:Choice>
        <mc:Fallback xmlns="">
          <p:sp>
            <p:nvSpPr>
              <p:cNvPr id="18" name="TextBox 1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96869" y="2203904"/>
                <a:ext cx="4896212" cy="546625"/>
              </a:xfrm>
              <a:prstGeom prst="rect">
                <a:avLst/>
              </a:prstGeom>
              <a:blipFill rotWithShape="1">
                <a:blip r:embed="rId5"/>
                <a:stretch>
                  <a:fillRect t="-59551" b="-460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2" name="Straight Connector 21"/>
          <p:cNvCxnSpPr/>
          <p:nvPr/>
        </p:nvCxnSpPr>
        <p:spPr>
          <a:xfrm>
            <a:off x="5009356" y="1154621"/>
            <a:ext cx="0" cy="1595909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402738" y="2933700"/>
            <a:ext cx="4324349" cy="738664"/>
          </a:xfrm>
          <a:prstGeom prst="rect">
            <a:avLst/>
          </a:prstGeom>
          <a:noFill/>
          <a:ln w="12700">
            <a:solidFill>
              <a:srgbClr val="2E398A"/>
            </a:solidFill>
          </a:ln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 smtClean="0">
                <a:latin typeface="+mn-lt"/>
              </a:rPr>
              <a:t>All </a:t>
            </a:r>
            <a:r>
              <a:rPr lang="en-US" sz="1400" dirty="0">
                <a:latin typeface="+mn-lt"/>
              </a:rPr>
              <a:t>borrowers in a pool </a:t>
            </a:r>
            <a:r>
              <a:rPr lang="en-US" sz="1400" dirty="0" smtClean="0">
                <a:latin typeface="+mn-lt"/>
              </a:rPr>
              <a:t>have the </a:t>
            </a:r>
            <a:r>
              <a:rPr lang="en-US" sz="1400" dirty="0">
                <a:latin typeface="+mn-lt"/>
              </a:rPr>
              <a:t>same </a:t>
            </a:r>
            <a:r>
              <a:rPr lang="en-US" sz="1400" dirty="0" smtClean="0">
                <a:latin typeface="+mn-lt"/>
              </a:rPr>
              <a:t>WAC </a:t>
            </a:r>
            <a:r>
              <a:rPr lang="en-US" sz="1400" dirty="0">
                <a:latin typeface="+mn-lt"/>
              </a:rPr>
              <a:t>and </a:t>
            </a:r>
            <a:r>
              <a:rPr lang="en-US" sz="1400" dirty="0" smtClean="0">
                <a:latin typeface="+mn-lt"/>
              </a:rPr>
              <a:t>hence the same incentive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/>
              <a:t>100% Pool balance is </a:t>
            </a:r>
            <a:r>
              <a:rPr lang="en-US" sz="1400" dirty="0" smtClean="0"/>
              <a:t>counted </a:t>
            </a:r>
            <a:r>
              <a:rPr lang="en-US" sz="1400" dirty="0"/>
              <a:t>in </a:t>
            </a:r>
            <a:r>
              <a:rPr lang="en-US" sz="1400" dirty="0" smtClean="0"/>
              <a:t>the numerator</a:t>
            </a:r>
            <a:endParaRPr lang="en-US" sz="1400" dirty="0"/>
          </a:p>
        </p:txBody>
      </p:sp>
      <p:sp>
        <p:nvSpPr>
          <p:cNvPr id="24" name="TextBox 23"/>
          <p:cNvSpPr txBox="1"/>
          <p:nvPr/>
        </p:nvSpPr>
        <p:spPr>
          <a:xfrm>
            <a:off x="5294996" y="2933700"/>
            <a:ext cx="4324349" cy="738664"/>
          </a:xfrm>
          <a:prstGeom prst="rect">
            <a:avLst/>
          </a:prstGeom>
          <a:noFill/>
          <a:ln w="12700">
            <a:solidFill>
              <a:srgbClr val="2E398A"/>
            </a:solidFill>
          </a:ln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/>
              <a:t>Calculate incentive for each </a:t>
            </a:r>
            <a:r>
              <a:rPr lang="en-US" sz="1400" dirty="0" smtClean="0"/>
              <a:t>borrower</a:t>
            </a:r>
            <a:endParaRPr lang="en-US" sz="1400" dirty="0" smtClean="0">
              <a:latin typeface="+mn-lt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 smtClean="0">
                <a:latin typeface="+mn-lt"/>
              </a:rPr>
              <a:t>Only </a:t>
            </a:r>
            <a:r>
              <a:rPr lang="en-US" sz="1400" dirty="0" err="1" smtClean="0">
                <a:latin typeface="+mn-lt"/>
              </a:rPr>
              <a:t>refinancible</a:t>
            </a:r>
            <a:r>
              <a:rPr lang="en-US" sz="1400" dirty="0" smtClean="0">
                <a:latin typeface="+mn-lt"/>
              </a:rPr>
              <a:t> loans will be counted in the numerator</a:t>
            </a:r>
          </a:p>
        </p:txBody>
      </p:sp>
      <p:cxnSp>
        <p:nvCxnSpPr>
          <p:cNvPr id="26" name="Straight Connector 25"/>
          <p:cNvCxnSpPr/>
          <p:nvPr/>
        </p:nvCxnSpPr>
        <p:spPr>
          <a:xfrm>
            <a:off x="5166074" y="1223838"/>
            <a:ext cx="4348681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TextBox 26"/>
          <p:cNvSpPr txBox="1"/>
          <p:nvPr/>
        </p:nvSpPr>
        <p:spPr>
          <a:xfrm>
            <a:off x="6603368" y="1054561"/>
            <a:ext cx="1474093" cy="338554"/>
          </a:xfrm>
          <a:prstGeom prst="rect">
            <a:avLst/>
          </a:prstGeom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L</a:t>
            </a:r>
            <a:r>
              <a:rPr lang="en-US" sz="1600" dirty="0" smtClean="0">
                <a:latin typeface="Arial" panose="020B0604020202020204" pitchFamily="34" charset="0"/>
                <a:cs typeface="Arial" panose="020B0604020202020204" pitchFamily="34" charset="0"/>
              </a:rPr>
              <a:t>oan Level</a:t>
            </a:r>
            <a:endParaRPr lang="en-US" sz="16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aphicFrame>
        <p:nvGraphicFramePr>
          <p:cNvPr id="28" name="Chart 27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739881467"/>
              </p:ext>
            </p:extLst>
          </p:nvPr>
        </p:nvGraphicFramePr>
        <p:xfrm>
          <a:off x="230819" y="4143374"/>
          <a:ext cx="7152666" cy="294322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6"/>
          </a:graphicData>
        </a:graphic>
      </p:graphicFrame>
      <p:cxnSp>
        <p:nvCxnSpPr>
          <p:cNvPr id="29" name="Straight Connector 28"/>
          <p:cNvCxnSpPr/>
          <p:nvPr/>
        </p:nvCxnSpPr>
        <p:spPr>
          <a:xfrm>
            <a:off x="657225" y="4073752"/>
            <a:ext cx="6238875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TextBox 29"/>
          <p:cNvSpPr txBox="1"/>
          <p:nvPr/>
        </p:nvSpPr>
        <p:spPr>
          <a:xfrm>
            <a:off x="2384318" y="3942575"/>
            <a:ext cx="3158328" cy="276999"/>
          </a:xfrm>
          <a:prstGeom prst="rect">
            <a:avLst/>
          </a:prstGeom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sz="1200" dirty="0" smtClean="0">
                <a:latin typeface="Arial" panose="020B0604020202020204" pitchFamily="34" charset="0"/>
                <a:cs typeface="Arial" panose="020B0604020202020204" pitchFamily="34" charset="0"/>
              </a:rPr>
              <a:t>Pool Level Model vs Loan Level Model</a:t>
            </a:r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5" name="TextBox 34"/>
          <p:cNvSpPr txBox="1"/>
          <p:nvPr/>
        </p:nvSpPr>
        <p:spPr>
          <a:xfrm>
            <a:off x="7340412" y="4081074"/>
            <a:ext cx="2424349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="1" dirty="0" smtClean="0">
                <a:latin typeface="+mn-lt"/>
              </a:rPr>
              <a:t>Question:</a:t>
            </a:r>
          </a:p>
          <a:p>
            <a:r>
              <a:rPr lang="en-US" sz="1400" dirty="0" smtClean="0">
                <a:latin typeface="+mn-lt"/>
              </a:rPr>
              <a:t>Does (</a:t>
            </a:r>
            <a:r>
              <a:rPr lang="en-US" sz="1400" dirty="0" err="1" smtClean="0">
                <a:latin typeface="+mn-lt"/>
              </a:rPr>
              <a:t>OrigNoteRate</a:t>
            </a:r>
            <a:r>
              <a:rPr lang="en-US" sz="1400" dirty="0" smtClean="0">
                <a:latin typeface="+mn-lt"/>
              </a:rPr>
              <a:t> – PMMS) truly measure the incentive?</a:t>
            </a:r>
          </a:p>
          <a:p>
            <a:endParaRPr lang="en-US" sz="1400" dirty="0">
              <a:latin typeface="+mn-lt"/>
            </a:endParaRPr>
          </a:p>
        </p:txBody>
      </p:sp>
      <p:sp>
        <p:nvSpPr>
          <p:cNvPr id="36" name="TextBox 35"/>
          <p:cNvSpPr txBox="1"/>
          <p:nvPr/>
        </p:nvSpPr>
        <p:spPr>
          <a:xfrm>
            <a:off x="7340411" y="5049080"/>
            <a:ext cx="242434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 smtClean="0">
                <a:latin typeface="+mn-lt"/>
              </a:rPr>
              <a:t>Other costs should be taken into account.</a:t>
            </a:r>
            <a:endParaRPr lang="en-US" sz="1400" dirty="0">
              <a:latin typeface="+mn-lt"/>
            </a:endParaRPr>
          </a:p>
        </p:txBody>
      </p:sp>
      <p:sp>
        <p:nvSpPr>
          <p:cNvPr id="37" name="Rounded Rectangle 36"/>
          <p:cNvSpPr/>
          <p:nvPr/>
        </p:nvSpPr>
        <p:spPr>
          <a:xfrm>
            <a:off x="6175658" y="1501198"/>
            <a:ext cx="2187292" cy="261610"/>
          </a:xfrm>
          <a:prstGeom prst="roundRect">
            <a:avLst/>
          </a:prstGeom>
          <a:noFill/>
          <a:ln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9" name="Rounded Rectangle 38"/>
          <p:cNvSpPr/>
          <p:nvPr/>
        </p:nvSpPr>
        <p:spPr>
          <a:xfrm>
            <a:off x="7340409" y="5981701"/>
            <a:ext cx="2424349" cy="600074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Need loan level model with LLPA</a:t>
            </a:r>
            <a:endParaRPr lang="en-US" dirty="0"/>
          </a:p>
        </p:txBody>
      </p:sp>
      <p:sp>
        <p:nvSpPr>
          <p:cNvPr id="42" name="Isosceles Triangle 41"/>
          <p:cNvSpPr/>
          <p:nvPr/>
        </p:nvSpPr>
        <p:spPr>
          <a:xfrm rot="10800000">
            <a:off x="7778248" y="4885179"/>
            <a:ext cx="1548674" cy="150002"/>
          </a:xfrm>
          <a:prstGeom prst="triangle">
            <a:avLst/>
          </a:prstGeom>
          <a:ln>
            <a:noFill/>
          </a:ln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3" name="Isosceles Triangle 42"/>
          <p:cNvSpPr/>
          <p:nvPr/>
        </p:nvSpPr>
        <p:spPr>
          <a:xfrm rot="10800000">
            <a:off x="7805957" y="5647179"/>
            <a:ext cx="1548674" cy="150002"/>
          </a:xfrm>
          <a:prstGeom prst="triangle">
            <a:avLst/>
          </a:prstGeom>
          <a:ln>
            <a:noFill/>
          </a:ln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4648062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5" grpId="0"/>
      <p:bldP spid="36" grpId="0"/>
      <p:bldP spid="37" grpId="0" animBg="1"/>
      <p:bldP spid="39" grpId="0" animBg="1"/>
      <p:bldP spid="42" grpId="0" animBg="1"/>
      <p:bldP spid="43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1537" name="Rectangle 2"/>
          <p:cNvSpPr>
            <a:spLocks noGrp="1" noChangeArrowheads="1"/>
          </p:cNvSpPr>
          <p:nvPr>
            <p:ph type="title"/>
          </p:nvPr>
        </p:nvSpPr>
        <p:spPr>
          <a:xfrm>
            <a:off x="2533587" y="270070"/>
            <a:ext cx="7280116" cy="644102"/>
          </a:xfrm>
        </p:spPr>
        <p:txBody>
          <a:bodyPr/>
          <a:lstStyle/>
          <a:p>
            <a:r>
              <a:rPr lang="en-US" dirty="0" smtClean="0"/>
              <a:t>LOAN-LEVEL WITH LLPA: LLPA MATRIX</a:t>
            </a:r>
            <a:endParaRPr lang="en-US" sz="1200" b="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7" name="TextBox 16"/>
              <p:cNvSpPr txBox="1"/>
              <p:nvPr/>
            </p:nvSpPr>
            <p:spPr>
              <a:xfrm>
                <a:off x="318796" y="1552489"/>
                <a:ext cx="3089564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400" i="1">
                          <a:latin typeface="Cambria Math"/>
                        </a:rPr>
                        <m:t>𝐼𝑛𝑐𝑒𝑛𝑡𝑖𝑣𝑒</m:t>
                      </m:r>
                      <m:r>
                        <a:rPr lang="en-US" sz="1400" i="1">
                          <a:latin typeface="Cambria Math"/>
                        </a:rPr>
                        <m:t>=</m:t>
                      </m:r>
                      <m:r>
                        <a:rPr lang="en-US" sz="1400" b="0" i="1">
                          <a:latin typeface="Cambria Math"/>
                        </a:rPr>
                        <m:t>𝑂𝑟𝑖𝑔𝑁𝑜𝑡𝑒𝑅𝑎𝑡𝑒</m:t>
                      </m:r>
                      <m:r>
                        <a:rPr lang="en-US" sz="1400" i="1">
                          <a:latin typeface="Cambria Math"/>
                        </a:rPr>
                        <m:t>−</m:t>
                      </m:r>
                      <m:r>
                        <a:rPr lang="en-US" sz="1400" i="1">
                          <a:latin typeface="Cambria Math"/>
                        </a:rPr>
                        <m:t>𝑃𝑀𝑀𝑆</m:t>
                      </m:r>
                    </m:oMath>
                  </m:oMathPara>
                </a14:m>
                <a:endParaRPr lang="en-US" sz="1400" b="0" dirty="0" smtClean="0"/>
              </a:p>
            </p:txBody>
          </p:sp>
        </mc:Choice>
        <mc:Fallback xmlns="">
          <p:sp>
            <p:nvSpPr>
              <p:cNvPr id="17" name="TextBox 1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8796" y="1552489"/>
                <a:ext cx="3089564" cy="307777"/>
              </a:xfrm>
              <a:prstGeom prst="rect">
                <a:avLst/>
              </a:prstGeom>
              <a:blipFill rotWithShape="1">
                <a:blip r:embed="rId2"/>
                <a:stretch>
                  <a:fillRect b="-10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4" name="TextBox 23"/>
          <p:cNvSpPr txBox="1"/>
          <p:nvPr/>
        </p:nvSpPr>
        <p:spPr>
          <a:xfrm>
            <a:off x="324083" y="2183424"/>
            <a:ext cx="4324349" cy="954107"/>
          </a:xfrm>
          <a:prstGeom prst="rect">
            <a:avLst/>
          </a:prstGeom>
          <a:noFill/>
          <a:ln w="12700">
            <a:solidFill>
              <a:srgbClr val="2E398A"/>
            </a:solidFill>
          </a:ln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/>
              <a:t>Calculate incentive </a:t>
            </a:r>
            <a:r>
              <a:rPr lang="en-US" sz="1400" dirty="0" smtClean="0"/>
              <a:t>only based on the origination note rate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 smtClean="0">
                <a:latin typeface="+mn-lt"/>
              </a:rPr>
              <a:t>In reality, the available rate depends on loan/borrower/property characteristics</a:t>
            </a:r>
          </a:p>
        </p:txBody>
      </p:sp>
      <p:cxnSp>
        <p:nvCxnSpPr>
          <p:cNvPr id="26" name="Straight Connector 25"/>
          <p:cNvCxnSpPr/>
          <p:nvPr/>
        </p:nvCxnSpPr>
        <p:spPr>
          <a:xfrm>
            <a:off x="189874" y="1217718"/>
            <a:ext cx="4348681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TextBox 26"/>
          <p:cNvSpPr txBox="1"/>
          <p:nvPr/>
        </p:nvSpPr>
        <p:spPr>
          <a:xfrm>
            <a:off x="1627168" y="1048441"/>
            <a:ext cx="1474093" cy="338554"/>
          </a:xfrm>
          <a:prstGeom prst="rect">
            <a:avLst/>
          </a:prstGeom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L</a:t>
            </a:r>
            <a:r>
              <a:rPr lang="en-US" sz="1600" dirty="0" smtClean="0">
                <a:latin typeface="Arial" panose="020B0604020202020204" pitchFamily="34" charset="0"/>
                <a:cs typeface="Arial" panose="020B0604020202020204" pitchFamily="34" charset="0"/>
              </a:rPr>
              <a:t>oan Level</a:t>
            </a:r>
            <a:endParaRPr lang="en-US" sz="16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3" name="TextBox 22"/>
              <p:cNvSpPr txBox="1"/>
              <p:nvPr/>
            </p:nvSpPr>
            <p:spPr>
              <a:xfrm>
                <a:off x="5147971" y="1501198"/>
                <a:ext cx="4057521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400" i="1" smtClean="0">
                          <a:latin typeface="Cambria Math"/>
                        </a:rPr>
                        <m:t>𝐼𝑛𝑐𝑒𝑛𝑡𝑖𝑣𝑒</m:t>
                      </m:r>
                      <m:r>
                        <a:rPr lang="en-US" sz="1400" i="1" smtClean="0">
                          <a:latin typeface="Cambria Math"/>
                        </a:rPr>
                        <m:t>=</m:t>
                      </m:r>
                      <m:r>
                        <a:rPr lang="en-US" sz="1400" b="0" i="1">
                          <a:latin typeface="Cambria Math"/>
                        </a:rPr>
                        <m:t>𝑂𝑟𝑖𝑔𝑁𝑜𝑡𝑒𝑅𝑎𝑡𝑒</m:t>
                      </m:r>
                      <m:r>
                        <a:rPr lang="en-US" sz="1400" i="1">
                          <a:latin typeface="Cambria Math"/>
                        </a:rPr>
                        <m:t>−</m:t>
                      </m:r>
                      <m:r>
                        <a:rPr lang="en-US" sz="1400" b="0" i="1" smtClean="0">
                          <a:latin typeface="Cambria Math"/>
                        </a:rPr>
                        <m:t>(</m:t>
                      </m:r>
                      <m:r>
                        <a:rPr lang="en-US" sz="1400" i="1">
                          <a:latin typeface="Cambria Math"/>
                        </a:rPr>
                        <m:t>𝑃𝑀𝑀𝑆</m:t>
                      </m:r>
                      <m:r>
                        <a:rPr lang="en-US" sz="1400" b="1" i="1" smtClean="0">
                          <a:latin typeface="Cambria Math"/>
                        </a:rPr>
                        <m:t>+</m:t>
                      </m:r>
                      <m:r>
                        <a:rPr lang="en-US" sz="1400" b="1" i="1" smtClean="0">
                          <a:latin typeface="Cambria Math"/>
                        </a:rPr>
                        <m:t>𝑳𝑳𝑷𝑨</m:t>
                      </m:r>
                      <m:r>
                        <a:rPr lang="en-US" sz="1400" b="1" i="1" smtClean="0">
                          <a:latin typeface="Cambria Math"/>
                        </a:rPr>
                        <m:t>/</m:t>
                      </m:r>
                      <m:r>
                        <a:rPr lang="en-US" sz="1400" b="1" i="1" smtClean="0">
                          <a:latin typeface="Cambria Math"/>
                        </a:rPr>
                        <m:t>𝟒</m:t>
                      </m:r>
                      <m:r>
                        <a:rPr lang="en-US" sz="1400" b="0" i="1" smtClean="0">
                          <a:latin typeface="Cambria Math"/>
                        </a:rPr>
                        <m:t>)</m:t>
                      </m:r>
                    </m:oMath>
                  </m:oMathPara>
                </a14:m>
                <a:endParaRPr lang="en-US" sz="1400" b="0" dirty="0" smtClean="0"/>
              </a:p>
            </p:txBody>
          </p:sp>
        </mc:Choice>
        <mc:Fallback xmlns="">
          <p:sp>
            <p:nvSpPr>
              <p:cNvPr id="23" name="TextBox 2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147971" y="1501198"/>
                <a:ext cx="4057521" cy="307777"/>
              </a:xfrm>
              <a:prstGeom prst="rect">
                <a:avLst/>
              </a:prstGeom>
              <a:blipFill rotWithShape="1">
                <a:blip r:embed="rId3"/>
                <a:stretch>
                  <a:fillRect b="-784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1" name="TextBox 30"/>
          <p:cNvSpPr txBox="1"/>
          <p:nvPr/>
        </p:nvSpPr>
        <p:spPr>
          <a:xfrm>
            <a:off x="5147970" y="2286000"/>
            <a:ext cx="4324349" cy="738664"/>
          </a:xfrm>
          <a:prstGeom prst="rect">
            <a:avLst/>
          </a:prstGeom>
          <a:noFill/>
          <a:ln w="12700">
            <a:solidFill>
              <a:srgbClr val="2E398A"/>
            </a:solidFill>
          </a:ln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 smtClean="0"/>
              <a:t>Take the upfront  loan-level price adjustment into incentive calculation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 smtClean="0">
                <a:latin typeface="+mn-lt"/>
              </a:rPr>
              <a:t>A better proxy for the true incentive</a:t>
            </a:r>
          </a:p>
        </p:txBody>
      </p:sp>
      <p:cxnSp>
        <p:nvCxnSpPr>
          <p:cNvPr id="32" name="Straight Connector 31"/>
          <p:cNvCxnSpPr/>
          <p:nvPr/>
        </p:nvCxnSpPr>
        <p:spPr>
          <a:xfrm>
            <a:off x="5318859" y="1216236"/>
            <a:ext cx="4348681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" name="TextBox 32"/>
          <p:cNvSpPr txBox="1"/>
          <p:nvPr/>
        </p:nvSpPr>
        <p:spPr>
          <a:xfrm>
            <a:off x="6425605" y="1046959"/>
            <a:ext cx="2135188" cy="338554"/>
          </a:xfrm>
          <a:prstGeom prst="rect">
            <a:avLst/>
          </a:prstGeom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L</a:t>
            </a:r>
            <a:r>
              <a:rPr lang="en-US" sz="1600" dirty="0" smtClean="0">
                <a:latin typeface="Arial" panose="020B0604020202020204" pitchFamily="34" charset="0"/>
                <a:cs typeface="Arial" panose="020B0604020202020204" pitchFamily="34" charset="0"/>
              </a:rPr>
              <a:t>oan Level with LLPA</a:t>
            </a:r>
            <a:endParaRPr lang="en-US" sz="16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4" name="Straight Connector 3"/>
          <p:cNvCxnSpPr/>
          <p:nvPr/>
        </p:nvCxnSpPr>
        <p:spPr>
          <a:xfrm>
            <a:off x="4949844" y="1217718"/>
            <a:ext cx="0" cy="887307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47" name="TextBox 46"/>
              <p:cNvSpPr txBox="1"/>
              <p:nvPr/>
            </p:nvSpPr>
            <p:spPr>
              <a:xfrm>
                <a:off x="5147971" y="1875647"/>
                <a:ext cx="4012189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400" b="0" i="1" smtClean="0">
                          <a:latin typeface="Cambria Math"/>
                        </a:rPr>
                        <m:t>𝐿𝐿𝑃𝐴</m:t>
                      </m:r>
                      <m:r>
                        <a:rPr lang="en-US" sz="1400" b="0" i="1" smtClean="0">
                          <a:latin typeface="Cambria Math"/>
                        </a:rPr>
                        <m:t>=</m:t>
                      </m:r>
                      <m:r>
                        <a:rPr lang="en-US" sz="1400" b="0" i="1" smtClean="0">
                          <a:latin typeface="Cambria Math"/>
                        </a:rPr>
                        <m:t>𝑓</m:t>
                      </m:r>
                      <m:r>
                        <a:rPr lang="en-US" sz="1400" b="0" i="1" smtClean="0">
                          <a:latin typeface="Cambria Math"/>
                        </a:rPr>
                        <m:t>(</m:t>
                      </m:r>
                      <m:r>
                        <a:rPr lang="en-US" sz="1400" b="0" i="1" smtClean="0">
                          <a:latin typeface="Cambria Math"/>
                        </a:rPr>
                        <m:t>𝐿𝑇𝑉</m:t>
                      </m:r>
                      <m:r>
                        <a:rPr lang="en-US" sz="1400" b="0" i="1" smtClean="0">
                          <a:latin typeface="Cambria Math"/>
                        </a:rPr>
                        <m:t>, </m:t>
                      </m:r>
                      <m:r>
                        <a:rPr lang="en-US" sz="1400" b="0" i="1" smtClean="0">
                          <a:latin typeface="Cambria Math"/>
                        </a:rPr>
                        <m:t>𝐹𝐼𝐶𝑂</m:t>
                      </m:r>
                      <m:r>
                        <a:rPr lang="en-US" sz="1400" b="0" i="1" smtClean="0">
                          <a:latin typeface="Cambria Math"/>
                        </a:rPr>
                        <m:t>, </m:t>
                      </m:r>
                      <m:r>
                        <a:rPr lang="en-US" sz="1400" b="0" i="1" smtClean="0">
                          <a:latin typeface="Cambria Math"/>
                        </a:rPr>
                        <m:t>𝑃𝑟𝑜𝑝𝑒𝑟𝑡𝑦</m:t>
                      </m:r>
                      <m:r>
                        <a:rPr lang="en-US" sz="1400" b="0" i="1" smtClean="0">
                          <a:latin typeface="Cambria Math"/>
                        </a:rPr>
                        <m:t> </m:t>
                      </m:r>
                      <m:r>
                        <a:rPr lang="en-US" sz="1400" b="0" i="1" smtClean="0">
                          <a:latin typeface="Cambria Math"/>
                        </a:rPr>
                        <m:t>𝑇𝑦𝑝𝑒</m:t>
                      </m:r>
                      <m:r>
                        <a:rPr lang="en-US" sz="1400" b="0" i="1" smtClean="0">
                          <a:latin typeface="Cambria Math"/>
                        </a:rPr>
                        <m:t>, </m:t>
                      </m:r>
                      <m:r>
                        <a:rPr lang="en-US" sz="1400" b="0" i="1" smtClean="0">
                          <a:latin typeface="Cambria Math"/>
                        </a:rPr>
                        <m:t>𝐿𝑜𝑎𝑛</m:t>
                      </m:r>
                      <m:r>
                        <a:rPr lang="en-US" sz="1400" b="0" i="1" smtClean="0">
                          <a:latin typeface="Cambria Math"/>
                        </a:rPr>
                        <m:t> </m:t>
                      </m:r>
                      <m:r>
                        <a:rPr lang="en-US" sz="1400" b="0" i="1" smtClean="0">
                          <a:latin typeface="Cambria Math"/>
                        </a:rPr>
                        <m:t>𝑆𝑖𝑧𝑒</m:t>
                      </m:r>
                      <m:r>
                        <a:rPr lang="en-US" sz="1400" b="0" i="1" smtClean="0">
                          <a:latin typeface="Cambria Math"/>
                        </a:rPr>
                        <m:t>)</m:t>
                      </m:r>
                    </m:oMath>
                  </m:oMathPara>
                </a14:m>
                <a:endParaRPr lang="en-US" sz="1400" b="0" dirty="0" smtClean="0"/>
              </a:p>
            </p:txBody>
          </p:sp>
        </mc:Choice>
        <mc:Fallback xmlns="">
          <p:sp>
            <p:nvSpPr>
              <p:cNvPr id="47" name="TextBox 4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147971" y="1875647"/>
                <a:ext cx="4012189" cy="307777"/>
              </a:xfrm>
              <a:prstGeom prst="rect">
                <a:avLst/>
              </a:prstGeom>
              <a:blipFill rotWithShape="1">
                <a:blip r:embed="rId4"/>
                <a:stretch>
                  <a:fillRect b="-10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9" name="Table 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19076238"/>
              </p:ext>
            </p:extLst>
          </p:nvPr>
        </p:nvGraphicFramePr>
        <p:xfrm>
          <a:off x="396175" y="3615986"/>
          <a:ext cx="9131303" cy="2667000"/>
        </p:xfrm>
        <a:graphic>
          <a:graphicData uri="http://schemas.openxmlformats.org/drawingml/2006/table">
            <a:tbl>
              <a:tblPr/>
              <a:tblGrid>
                <a:gridCol w="2330583"/>
                <a:gridCol w="850090"/>
                <a:gridCol w="850090"/>
                <a:gridCol w="850090"/>
                <a:gridCol w="850090"/>
                <a:gridCol w="850090"/>
                <a:gridCol w="850090"/>
                <a:gridCol w="850090"/>
                <a:gridCol w="850090"/>
              </a:tblGrid>
              <a:tr h="190500"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 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BE4"/>
                    </a:solidFill>
                  </a:tcPr>
                </a:tc>
                <a:tc gridSpan="8">
                  <a:txBody>
                    <a:bodyPr/>
                    <a:lstStyle/>
                    <a:p>
                      <a:pPr algn="ctr" fontAlgn="b"/>
                      <a:r>
                        <a:rPr lang="en-US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LTV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BE4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</a:tr>
              <a:tr h="190500"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Credit Score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BE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&lt;= 60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BE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60.01-70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BE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70.01-75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BE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75.01-80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BE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80.01-85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BE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85.01-90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BE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90.01-95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BE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95.01-97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BE4"/>
                    </a:solidFill>
                  </a:tcPr>
                </a:tc>
              </a:tr>
              <a:tr h="190500"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&gt; 740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0.00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0.25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BFD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0.25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BFD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0.50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0.50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0.50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0.50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1.00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ECF5"/>
                    </a:solidFill>
                  </a:tcPr>
                </a:tc>
              </a:tr>
              <a:tr h="190500"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720 - 739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0.00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0.25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BFD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0.50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0.75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F1F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0.75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F1F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0.75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F1F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0.75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F1F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1.25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E8F3"/>
                    </a:solidFill>
                  </a:tcPr>
                </a:tc>
              </a:tr>
              <a:tr h="190500"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700 - 719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0.00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0.75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F1F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1.00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ECF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1.25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E8F3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1.25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E8F3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1.25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E8F3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1.25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E8F3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1.75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1DEEE"/>
                    </a:solidFill>
                  </a:tcPr>
                </a:tc>
              </a:tr>
              <a:tr h="190500"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680 - 699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0.25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BFD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0.75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F1F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1.50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8E3F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2.00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AD9E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1.75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1DEE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1.50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8E3F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1.50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8E3F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1.75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1DEEE"/>
                    </a:solidFill>
                  </a:tcPr>
                </a:tc>
              </a:tr>
              <a:tr h="190500"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660 - 679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0.25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BFD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1.25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E8F3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2.25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4D5E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2.75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7CBE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3.00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0C6E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2.50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DD0E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2.50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DD0E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2.50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DD0E6"/>
                    </a:solidFill>
                  </a:tcPr>
                </a:tc>
              </a:tr>
              <a:tr h="190500"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640 - 659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0.75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F1F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1.50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8E3F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2.75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7CBE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3.25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9C2D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3.50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3BDD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3.00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0C6E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3.00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0C6E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3.00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0C6E1"/>
                    </a:solidFill>
                  </a:tcPr>
                </a:tc>
              </a:tr>
              <a:tr h="190500"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620 - 639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0.75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F1F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1.75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1DEE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3.25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9C2D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3.25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9C2D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3.50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3BDD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3.50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3BDD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3.50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3BDD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3.75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CB8DA"/>
                    </a:solidFill>
                  </a:tcPr>
                </a:tc>
              </a:tr>
              <a:tr h="190500"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&lt; 620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0.75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F1F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1.75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1DEE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3.25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9C2D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3.25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9C2D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3.50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3BDD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3.50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3BDD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3.50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3BDD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4.00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5B3D7"/>
                    </a:solidFill>
                  </a:tcPr>
                </a:tc>
              </a:tr>
              <a:tr h="190500"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Product Feature (Cumulative)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BE4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 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BE4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 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BE4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 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BE4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 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BE4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 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BE4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 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BE4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 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BE4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 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BE4"/>
                    </a:solidFill>
                  </a:tcPr>
                </a:tc>
              </a:tr>
              <a:tr h="190500"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Investment Property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1.75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1DEE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1.75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1DEE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1.75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1DEE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3.00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0C6E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3.75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CB8D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N/A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N/A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N/A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90500"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2 Unit Property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1.00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ECF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1.00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ECF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1.00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ECF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1.00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ECF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1.00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ECF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N/A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N/A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N/A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90500"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Loan Size &gt; 417K (purchase &amp; rate-term)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0.00</a:t>
                      </a:r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ECF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0.00</a:t>
                      </a:r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ECF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0.00</a:t>
                      </a:r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ECF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0.00</a:t>
                      </a:r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ECF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0.00</a:t>
                      </a:r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ECF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0.00</a:t>
                      </a:r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N/A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N/A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cxnSp>
        <p:nvCxnSpPr>
          <p:cNvPr id="48" name="Straight Connector 47"/>
          <p:cNvCxnSpPr/>
          <p:nvPr/>
        </p:nvCxnSpPr>
        <p:spPr>
          <a:xfrm>
            <a:off x="1643587" y="3425278"/>
            <a:ext cx="6238875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9" name="TextBox 48"/>
          <p:cNvSpPr txBox="1"/>
          <p:nvPr/>
        </p:nvSpPr>
        <p:spPr>
          <a:xfrm>
            <a:off x="3793405" y="3256001"/>
            <a:ext cx="1948179" cy="338554"/>
          </a:xfrm>
          <a:prstGeom prst="rect">
            <a:avLst/>
          </a:prstGeom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LLPA</a:t>
            </a:r>
            <a:r>
              <a:rPr lang="en-US" sz="1200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Matrix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96174" y="6370675"/>
            <a:ext cx="927136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="1" dirty="0" smtClean="0"/>
              <a:t>e.g. </a:t>
            </a:r>
            <a:r>
              <a:rPr lang="en-US" sz="1400" dirty="0" smtClean="0"/>
              <a:t>A borrower with LTV 76, FICO 710, investment property, regular loan size, paying mortgage rate of 4.5%: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5430072" y="4382838"/>
            <a:ext cx="546823" cy="208212"/>
          </a:xfrm>
          <a:prstGeom prst="roundRect">
            <a:avLst/>
          </a:prstGeom>
          <a:noFill/>
          <a:ln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1" name="Rounded Rectangle 50"/>
          <p:cNvSpPr/>
          <p:nvPr/>
        </p:nvSpPr>
        <p:spPr>
          <a:xfrm>
            <a:off x="5430072" y="5716338"/>
            <a:ext cx="546823" cy="208212"/>
          </a:xfrm>
          <a:prstGeom prst="roundRect">
            <a:avLst/>
          </a:prstGeom>
          <a:noFill/>
          <a:ln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2" name="TextBox 51"/>
          <p:cNvSpPr txBox="1"/>
          <p:nvPr/>
        </p:nvSpPr>
        <p:spPr>
          <a:xfrm>
            <a:off x="428695" y="6678452"/>
            <a:ext cx="421445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 smtClean="0"/>
              <a:t>Without LLPA:  </a:t>
            </a:r>
          </a:p>
          <a:p>
            <a:r>
              <a:rPr lang="en-US" sz="1400" dirty="0"/>
              <a:t>I</a:t>
            </a:r>
            <a:r>
              <a:rPr lang="en-US" sz="1400" dirty="0" smtClean="0"/>
              <a:t>ncentive = 4.5% - PMMS 3.58% = 92 bps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5202918" y="6678452"/>
            <a:ext cx="461078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 smtClean="0"/>
              <a:t>With LLPA:  </a:t>
            </a:r>
          </a:p>
          <a:p>
            <a:r>
              <a:rPr lang="en-US" sz="1400" dirty="0"/>
              <a:t>I</a:t>
            </a:r>
            <a:r>
              <a:rPr lang="en-US" sz="1400" dirty="0" smtClean="0"/>
              <a:t>ncentive = 4.5% - PMMS 3.58% - (1.25+3)/4= -14.25 bps</a:t>
            </a:r>
          </a:p>
        </p:txBody>
      </p:sp>
      <p:sp>
        <p:nvSpPr>
          <p:cNvPr id="54" name="Rounded Rectangle 53"/>
          <p:cNvSpPr/>
          <p:nvPr/>
        </p:nvSpPr>
        <p:spPr>
          <a:xfrm>
            <a:off x="3793405" y="6678452"/>
            <a:ext cx="1136840" cy="298788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 err="1" smtClean="0"/>
              <a:t>Refinancible</a:t>
            </a:r>
            <a:endParaRPr lang="en-US" sz="1400" dirty="0"/>
          </a:p>
        </p:txBody>
      </p:sp>
      <p:sp>
        <p:nvSpPr>
          <p:cNvPr id="55" name="Rounded Rectangle 54"/>
          <p:cNvSpPr/>
          <p:nvPr/>
        </p:nvSpPr>
        <p:spPr>
          <a:xfrm>
            <a:off x="8390638" y="6631092"/>
            <a:ext cx="1136840" cy="298788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 smtClean="0"/>
              <a:t>Not</a:t>
            </a:r>
            <a:endParaRPr lang="en-US" sz="1400" dirty="0"/>
          </a:p>
        </p:txBody>
      </p:sp>
    </p:spTree>
    <p:extLst>
      <p:ext uri="{BB962C8B-B14F-4D97-AF65-F5344CB8AC3E}">
        <p14:creationId xmlns:p14="http://schemas.microsoft.com/office/powerpoint/2010/main" val="92891862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  <p:bldP spid="50" grpId="0" animBg="1"/>
      <p:bldP spid="51" grpId="0" animBg="1"/>
      <p:bldP spid="52" grpId="0"/>
      <p:bldP spid="53" grpId="0"/>
      <p:bldP spid="54" grpId="0" animBg="1"/>
      <p:bldP spid="55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1537" name="Rectangle 2"/>
          <p:cNvSpPr>
            <a:spLocks noGrp="1" noChangeArrowheads="1"/>
          </p:cNvSpPr>
          <p:nvPr>
            <p:ph type="title"/>
          </p:nvPr>
        </p:nvSpPr>
        <p:spPr>
          <a:xfrm>
            <a:off x="2533587" y="270070"/>
            <a:ext cx="7280116" cy="644102"/>
          </a:xfrm>
        </p:spPr>
        <p:txBody>
          <a:bodyPr/>
          <a:lstStyle/>
          <a:p>
            <a:r>
              <a:rPr lang="en-US" dirty="0" smtClean="0"/>
              <a:t>LOAN-LEVEL WITH LLPA: CALCULATION</a:t>
            </a:r>
            <a:endParaRPr lang="en-US" sz="1200" b="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7" name="TextBox 16"/>
              <p:cNvSpPr txBox="1"/>
              <p:nvPr/>
            </p:nvSpPr>
            <p:spPr>
              <a:xfrm>
                <a:off x="318796" y="1552489"/>
                <a:ext cx="3089564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400" i="1">
                          <a:latin typeface="Cambria Math"/>
                        </a:rPr>
                        <m:t>𝐼𝑛𝑐𝑒𝑛𝑡𝑖𝑣𝑒</m:t>
                      </m:r>
                      <m:r>
                        <a:rPr lang="en-US" sz="1400" i="1">
                          <a:latin typeface="Cambria Math"/>
                        </a:rPr>
                        <m:t>=</m:t>
                      </m:r>
                      <m:r>
                        <a:rPr lang="en-US" sz="1400" b="0" i="1">
                          <a:latin typeface="Cambria Math"/>
                        </a:rPr>
                        <m:t>𝑂𝑟𝑖𝑔𝑁𝑜𝑡𝑒𝑅𝑎𝑡𝑒</m:t>
                      </m:r>
                      <m:r>
                        <a:rPr lang="en-US" sz="1400" i="1">
                          <a:latin typeface="Cambria Math"/>
                        </a:rPr>
                        <m:t>−</m:t>
                      </m:r>
                      <m:r>
                        <a:rPr lang="en-US" sz="1400" i="1">
                          <a:latin typeface="Cambria Math"/>
                        </a:rPr>
                        <m:t>𝑃𝑀𝑀𝑆</m:t>
                      </m:r>
                    </m:oMath>
                  </m:oMathPara>
                </a14:m>
                <a:endParaRPr lang="en-US" sz="1400" b="0" dirty="0" smtClean="0"/>
              </a:p>
            </p:txBody>
          </p:sp>
        </mc:Choice>
        <mc:Fallback xmlns="">
          <p:sp>
            <p:nvSpPr>
              <p:cNvPr id="17" name="TextBox 1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8796" y="1552489"/>
                <a:ext cx="3089564" cy="307777"/>
              </a:xfrm>
              <a:prstGeom prst="rect">
                <a:avLst/>
              </a:prstGeom>
              <a:blipFill rotWithShape="1">
                <a:blip r:embed="rId2"/>
                <a:stretch>
                  <a:fillRect b="-10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4" name="TextBox 23"/>
          <p:cNvSpPr txBox="1"/>
          <p:nvPr/>
        </p:nvSpPr>
        <p:spPr>
          <a:xfrm>
            <a:off x="318796" y="2286000"/>
            <a:ext cx="4324349" cy="1169551"/>
          </a:xfrm>
          <a:prstGeom prst="rect">
            <a:avLst/>
          </a:prstGeom>
          <a:noFill/>
          <a:ln w="12700">
            <a:solidFill>
              <a:srgbClr val="2E398A"/>
            </a:solidFill>
          </a:ln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/>
              <a:t>Calculate incentive </a:t>
            </a:r>
            <a:r>
              <a:rPr lang="en-US" sz="1400" dirty="0" smtClean="0"/>
              <a:t>only based on the origination note rate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 smtClean="0"/>
              <a:t>In </a:t>
            </a:r>
            <a:r>
              <a:rPr lang="en-US" sz="1400" dirty="0"/>
              <a:t>reality, the available rate depends on loan/borrower/property characteristics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400" dirty="0" smtClean="0">
              <a:latin typeface="+mn-lt"/>
            </a:endParaRPr>
          </a:p>
        </p:txBody>
      </p:sp>
      <p:cxnSp>
        <p:nvCxnSpPr>
          <p:cNvPr id="26" name="Straight Connector 25"/>
          <p:cNvCxnSpPr/>
          <p:nvPr/>
        </p:nvCxnSpPr>
        <p:spPr>
          <a:xfrm>
            <a:off x="189874" y="1217718"/>
            <a:ext cx="4348681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TextBox 26"/>
          <p:cNvSpPr txBox="1"/>
          <p:nvPr/>
        </p:nvSpPr>
        <p:spPr>
          <a:xfrm>
            <a:off x="1627168" y="1048441"/>
            <a:ext cx="1474093" cy="338554"/>
          </a:xfrm>
          <a:prstGeom prst="rect">
            <a:avLst/>
          </a:prstGeom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L</a:t>
            </a:r>
            <a:r>
              <a:rPr lang="en-US" sz="1600" dirty="0" smtClean="0">
                <a:latin typeface="Arial" panose="020B0604020202020204" pitchFamily="34" charset="0"/>
                <a:cs typeface="Arial" panose="020B0604020202020204" pitchFamily="34" charset="0"/>
              </a:rPr>
              <a:t>oan Level</a:t>
            </a:r>
            <a:endParaRPr lang="en-US" sz="16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3" name="TextBox 22"/>
              <p:cNvSpPr txBox="1"/>
              <p:nvPr/>
            </p:nvSpPr>
            <p:spPr>
              <a:xfrm>
                <a:off x="5147971" y="1501198"/>
                <a:ext cx="4057521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400" i="1" smtClean="0">
                          <a:latin typeface="Cambria Math"/>
                        </a:rPr>
                        <m:t>𝐼𝑛𝑐𝑒𝑛𝑡𝑖𝑣𝑒</m:t>
                      </m:r>
                      <m:r>
                        <a:rPr lang="en-US" sz="1400" i="1" smtClean="0">
                          <a:latin typeface="Cambria Math"/>
                        </a:rPr>
                        <m:t>=</m:t>
                      </m:r>
                      <m:r>
                        <a:rPr lang="en-US" sz="1400" b="0" i="1">
                          <a:latin typeface="Cambria Math"/>
                        </a:rPr>
                        <m:t>𝑂𝑟𝑖𝑔𝑁𝑜𝑡𝑒𝑅𝑎𝑡𝑒</m:t>
                      </m:r>
                      <m:r>
                        <a:rPr lang="en-US" sz="1400" i="1">
                          <a:latin typeface="Cambria Math"/>
                        </a:rPr>
                        <m:t>−</m:t>
                      </m:r>
                      <m:r>
                        <a:rPr lang="en-US" sz="1400" b="0" i="1" smtClean="0">
                          <a:latin typeface="Cambria Math"/>
                        </a:rPr>
                        <m:t>(</m:t>
                      </m:r>
                      <m:r>
                        <a:rPr lang="en-US" sz="1400" i="1">
                          <a:latin typeface="Cambria Math"/>
                        </a:rPr>
                        <m:t>𝑃𝑀𝑀𝑆</m:t>
                      </m:r>
                      <m:r>
                        <a:rPr lang="en-US" sz="1400" b="1" i="1" smtClean="0">
                          <a:latin typeface="Cambria Math"/>
                        </a:rPr>
                        <m:t>+</m:t>
                      </m:r>
                      <m:r>
                        <a:rPr lang="en-US" sz="1400" b="1" i="1" smtClean="0">
                          <a:latin typeface="Cambria Math"/>
                        </a:rPr>
                        <m:t>𝑳𝑳𝑷𝑨</m:t>
                      </m:r>
                      <m:r>
                        <a:rPr lang="en-US" sz="1400" b="1" i="1" smtClean="0">
                          <a:latin typeface="Cambria Math"/>
                        </a:rPr>
                        <m:t>/</m:t>
                      </m:r>
                      <m:r>
                        <a:rPr lang="en-US" sz="1400" b="1" i="1" smtClean="0">
                          <a:latin typeface="Cambria Math"/>
                        </a:rPr>
                        <m:t>𝟒</m:t>
                      </m:r>
                      <m:r>
                        <a:rPr lang="en-US" sz="1400" b="0" i="1" smtClean="0">
                          <a:latin typeface="Cambria Math"/>
                        </a:rPr>
                        <m:t>)</m:t>
                      </m:r>
                    </m:oMath>
                  </m:oMathPara>
                </a14:m>
                <a:endParaRPr lang="en-US" sz="1400" b="0" dirty="0" smtClean="0"/>
              </a:p>
            </p:txBody>
          </p:sp>
        </mc:Choice>
        <mc:Fallback xmlns="">
          <p:sp>
            <p:nvSpPr>
              <p:cNvPr id="23" name="TextBox 2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147971" y="1501198"/>
                <a:ext cx="4057521" cy="307777"/>
              </a:xfrm>
              <a:prstGeom prst="rect">
                <a:avLst/>
              </a:prstGeom>
              <a:blipFill rotWithShape="1">
                <a:blip r:embed="rId3"/>
                <a:stretch>
                  <a:fillRect b="-784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1" name="TextBox 30"/>
          <p:cNvSpPr txBox="1"/>
          <p:nvPr/>
        </p:nvSpPr>
        <p:spPr>
          <a:xfrm>
            <a:off x="5147970" y="2286000"/>
            <a:ext cx="4324349" cy="738664"/>
          </a:xfrm>
          <a:prstGeom prst="rect">
            <a:avLst/>
          </a:prstGeom>
          <a:noFill/>
          <a:ln w="12700">
            <a:solidFill>
              <a:srgbClr val="2E398A"/>
            </a:solidFill>
          </a:ln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 smtClean="0"/>
              <a:t>Take the upfront  loan-level price adjustment into incentive calculation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 smtClean="0">
                <a:latin typeface="+mn-lt"/>
              </a:rPr>
              <a:t>A better proxy for the true incentive</a:t>
            </a:r>
          </a:p>
        </p:txBody>
      </p:sp>
      <p:cxnSp>
        <p:nvCxnSpPr>
          <p:cNvPr id="32" name="Straight Connector 31"/>
          <p:cNvCxnSpPr/>
          <p:nvPr/>
        </p:nvCxnSpPr>
        <p:spPr>
          <a:xfrm>
            <a:off x="5318859" y="1216236"/>
            <a:ext cx="4348681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" name="TextBox 32"/>
          <p:cNvSpPr txBox="1"/>
          <p:nvPr/>
        </p:nvSpPr>
        <p:spPr>
          <a:xfrm>
            <a:off x="6425605" y="1046959"/>
            <a:ext cx="2135188" cy="338554"/>
          </a:xfrm>
          <a:prstGeom prst="rect">
            <a:avLst/>
          </a:prstGeom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L</a:t>
            </a:r>
            <a:r>
              <a:rPr lang="en-US" sz="1600" dirty="0" smtClean="0">
                <a:latin typeface="Arial" panose="020B0604020202020204" pitchFamily="34" charset="0"/>
                <a:cs typeface="Arial" panose="020B0604020202020204" pitchFamily="34" charset="0"/>
              </a:rPr>
              <a:t>oan Level with LLPA</a:t>
            </a:r>
            <a:endParaRPr lang="en-US" sz="16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4" name="Straight Connector 3"/>
          <p:cNvCxnSpPr/>
          <p:nvPr/>
        </p:nvCxnSpPr>
        <p:spPr>
          <a:xfrm>
            <a:off x="4949844" y="1217718"/>
            <a:ext cx="0" cy="887307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47" name="TextBox 46"/>
              <p:cNvSpPr txBox="1"/>
              <p:nvPr/>
            </p:nvSpPr>
            <p:spPr>
              <a:xfrm>
                <a:off x="5147971" y="1875647"/>
                <a:ext cx="4012189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400" b="0" i="1" smtClean="0">
                          <a:latin typeface="Cambria Math"/>
                        </a:rPr>
                        <m:t>𝐿𝐿𝑃𝐴</m:t>
                      </m:r>
                      <m:r>
                        <a:rPr lang="en-US" sz="1400" b="0" i="1" smtClean="0">
                          <a:latin typeface="Cambria Math"/>
                        </a:rPr>
                        <m:t>=</m:t>
                      </m:r>
                      <m:r>
                        <a:rPr lang="en-US" sz="1400" b="0" i="1" smtClean="0">
                          <a:latin typeface="Cambria Math"/>
                        </a:rPr>
                        <m:t>𝑓</m:t>
                      </m:r>
                      <m:r>
                        <a:rPr lang="en-US" sz="1400" b="0" i="1" smtClean="0">
                          <a:latin typeface="Cambria Math"/>
                        </a:rPr>
                        <m:t>(</m:t>
                      </m:r>
                      <m:r>
                        <a:rPr lang="en-US" sz="1400" b="0" i="1" smtClean="0">
                          <a:latin typeface="Cambria Math"/>
                        </a:rPr>
                        <m:t>𝐿𝑇𝑉</m:t>
                      </m:r>
                      <m:r>
                        <a:rPr lang="en-US" sz="1400" b="0" i="1" smtClean="0">
                          <a:latin typeface="Cambria Math"/>
                        </a:rPr>
                        <m:t>, </m:t>
                      </m:r>
                      <m:r>
                        <a:rPr lang="en-US" sz="1400" b="0" i="1" smtClean="0">
                          <a:latin typeface="Cambria Math"/>
                        </a:rPr>
                        <m:t>𝐹𝐼𝐶𝑂</m:t>
                      </m:r>
                      <m:r>
                        <a:rPr lang="en-US" sz="1400" b="0" i="1" smtClean="0">
                          <a:latin typeface="Cambria Math"/>
                        </a:rPr>
                        <m:t>, </m:t>
                      </m:r>
                      <m:r>
                        <a:rPr lang="en-US" sz="1400" b="0" i="1" smtClean="0">
                          <a:latin typeface="Cambria Math"/>
                        </a:rPr>
                        <m:t>𝑃𝑟𝑜𝑝𝑒𝑟𝑡𝑦</m:t>
                      </m:r>
                      <m:r>
                        <a:rPr lang="en-US" sz="1400" b="0" i="1" smtClean="0">
                          <a:latin typeface="Cambria Math"/>
                        </a:rPr>
                        <m:t> </m:t>
                      </m:r>
                      <m:r>
                        <a:rPr lang="en-US" sz="1400" b="0" i="1" smtClean="0">
                          <a:latin typeface="Cambria Math"/>
                        </a:rPr>
                        <m:t>𝑇𝑦𝑝𝑒</m:t>
                      </m:r>
                      <m:r>
                        <a:rPr lang="en-US" sz="1400" b="0" i="1" smtClean="0">
                          <a:latin typeface="Cambria Math"/>
                        </a:rPr>
                        <m:t>, </m:t>
                      </m:r>
                      <m:r>
                        <a:rPr lang="en-US" sz="1400" b="0" i="1" smtClean="0">
                          <a:latin typeface="Cambria Math"/>
                        </a:rPr>
                        <m:t>𝐿𝑜𝑎𝑛</m:t>
                      </m:r>
                      <m:r>
                        <a:rPr lang="en-US" sz="1400" b="0" i="1" smtClean="0">
                          <a:latin typeface="Cambria Math"/>
                        </a:rPr>
                        <m:t> </m:t>
                      </m:r>
                      <m:r>
                        <a:rPr lang="en-US" sz="1400" b="0" i="1" smtClean="0">
                          <a:latin typeface="Cambria Math"/>
                        </a:rPr>
                        <m:t>𝑆𝑖𝑧𝑒</m:t>
                      </m:r>
                      <m:r>
                        <a:rPr lang="en-US" sz="1400" b="0" i="1" smtClean="0">
                          <a:latin typeface="Cambria Math"/>
                        </a:rPr>
                        <m:t>)</m:t>
                      </m:r>
                    </m:oMath>
                  </m:oMathPara>
                </a14:m>
                <a:endParaRPr lang="en-US" sz="1400" b="0" dirty="0" smtClean="0"/>
              </a:p>
            </p:txBody>
          </p:sp>
        </mc:Choice>
        <mc:Fallback xmlns="">
          <p:sp>
            <p:nvSpPr>
              <p:cNvPr id="47" name="TextBox 4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147971" y="1875647"/>
                <a:ext cx="4012189" cy="307777"/>
              </a:xfrm>
              <a:prstGeom prst="rect">
                <a:avLst/>
              </a:prstGeom>
              <a:blipFill rotWithShape="1">
                <a:blip r:embed="rId4"/>
                <a:stretch>
                  <a:fillRect b="-10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48" name="Straight Connector 47"/>
          <p:cNvCxnSpPr/>
          <p:nvPr/>
        </p:nvCxnSpPr>
        <p:spPr>
          <a:xfrm>
            <a:off x="636877" y="3852446"/>
            <a:ext cx="5935373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9" name="TextBox 48"/>
          <p:cNvSpPr txBox="1"/>
          <p:nvPr/>
        </p:nvSpPr>
        <p:spPr>
          <a:xfrm>
            <a:off x="2634295" y="3683169"/>
            <a:ext cx="2104285" cy="338554"/>
          </a:xfrm>
          <a:prstGeom prst="rect">
            <a:avLst/>
          </a:prstGeom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sz="1600" dirty="0" smtClean="0">
                <a:latin typeface="Arial" panose="020B0604020202020204" pitchFamily="34" charset="0"/>
                <a:cs typeface="Arial" panose="020B0604020202020204" pitchFamily="34" charset="0"/>
              </a:rPr>
              <a:t>Loan level with LLPA</a:t>
            </a:r>
            <a:endParaRPr lang="en-US" sz="16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aphicFrame>
        <p:nvGraphicFramePr>
          <p:cNvPr id="25" name="Chart 24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981161448"/>
              </p:ext>
            </p:extLst>
          </p:nvPr>
        </p:nvGraphicFramePr>
        <p:xfrm>
          <a:off x="232175" y="4019550"/>
          <a:ext cx="6597250" cy="293215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  <p:sp>
        <p:nvSpPr>
          <p:cNvPr id="28" name="TextBox 27"/>
          <p:cNvSpPr txBox="1"/>
          <p:nvPr/>
        </p:nvSpPr>
        <p:spPr>
          <a:xfrm>
            <a:off x="7154060" y="3716090"/>
            <a:ext cx="2424349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="1" dirty="0" smtClean="0">
                <a:latin typeface="+mn-lt"/>
              </a:rPr>
              <a:t>Problem:</a:t>
            </a:r>
          </a:p>
          <a:p>
            <a:r>
              <a:rPr lang="en-US" sz="1400" dirty="0" smtClean="0">
                <a:latin typeface="+mn-lt"/>
              </a:rPr>
              <a:t>The LLPA matrix is updated from time to time.</a:t>
            </a:r>
            <a:endParaRPr lang="en-US" sz="1400" dirty="0">
              <a:latin typeface="+mn-lt"/>
            </a:endParaRPr>
          </a:p>
        </p:txBody>
      </p:sp>
      <p:sp>
        <p:nvSpPr>
          <p:cNvPr id="29" name="TextBox 28"/>
          <p:cNvSpPr txBox="1"/>
          <p:nvPr/>
        </p:nvSpPr>
        <p:spPr>
          <a:xfrm>
            <a:off x="7154059" y="4684096"/>
            <a:ext cx="242434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latin typeface="+mn-lt"/>
              </a:rPr>
              <a:t>U</a:t>
            </a:r>
            <a:r>
              <a:rPr lang="en-US" sz="1400" dirty="0" smtClean="0">
                <a:latin typeface="+mn-lt"/>
              </a:rPr>
              <a:t>sing a constant LLPA matrix affects calculation accuracy</a:t>
            </a:r>
            <a:endParaRPr lang="en-US" sz="1400" dirty="0">
              <a:latin typeface="+mn-lt"/>
            </a:endParaRPr>
          </a:p>
        </p:txBody>
      </p:sp>
      <p:sp>
        <p:nvSpPr>
          <p:cNvPr id="30" name="Rounded Rectangle 29"/>
          <p:cNvSpPr/>
          <p:nvPr/>
        </p:nvSpPr>
        <p:spPr>
          <a:xfrm>
            <a:off x="7154056" y="5825067"/>
            <a:ext cx="2424349" cy="923925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Need loan level model with time-dependent LLPA</a:t>
            </a:r>
            <a:endParaRPr lang="en-US" dirty="0"/>
          </a:p>
        </p:txBody>
      </p:sp>
      <p:sp>
        <p:nvSpPr>
          <p:cNvPr id="34" name="Isosceles Triangle 33"/>
          <p:cNvSpPr/>
          <p:nvPr/>
        </p:nvSpPr>
        <p:spPr>
          <a:xfrm rot="10800000">
            <a:off x="7591896" y="4520195"/>
            <a:ext cx="1548674" cy="150002"/>
          </a:xfrm>
          <a:prstGeom prst="triangle">
            <a:avLst/>
          </a:prstGeom>
          <a:ln>
            <a:noFill/>
          </a:ln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5" name="Isosceles Triangle 34"/>
          <p:cNvSpPr/>
          <p:nvPr/>
        </p:nvSpPr>
        <p:spPr>
          <a:xfrm rot="10800000">
            <a:off x="7619605" y="5539370"/>
            <a:ext cx="1548674" cy="150002"/>
          </a:xfrm>
          <a:prstGeom prst="triangle">
            <a:avLst/>
          </a:prstGeom>
          <a:ln>
            <a:noFill/>
          </a:ln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0617862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8" grpId="0"/>
      <p:bldP spid="29" grpId="0"/>
      <p:bldP spid="30" grpId="0" animBg="1"/>
      <p:bldP spid="34" grpId="0" animBg="1"/>
      <p:bldP spid="35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1537" name="Rectangle 2"/>
          <p:cNvSpPr>
            <a:spLocks noGrp="1" noChangeArrowheads="1"/>
          </p:cNvSpPr>
          <p:nvPr>
            <p:ph type="title"/>
          </p:nvPr>
        </p:nvSpPr>
        <p:spPr>
          <a:xfrm>
            <a:off x="2533587" y="270070"/>
            <a:ext cx="7280116" cy="644102"/>
          </a:xfrm>
        </p:spPr>
        <p:txBody>
          <a:bodyPr/>
          <a:lstStyle/>
          <a:p>
            <a:r>
              <a:rPr lang="en-US" dirty="0" smtClean="0"/>
              <a:t>LOAN-LEVEL WITH TIME-DEPENDENT LLPA: LLPA UPDATES</a:t>
            </a:r>
            <a:endParaRPr lang="en-US" sz="1200" b="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3" name="TextBox 22"/>
              <p:cNvSpPr txBox="1"/>
              <p:nvPr/>
            </p:nvSpPr>
            <p:spPr>
              <a:xfrm>
                <a:off x="5147971" y="1501198"/>
                <a:ext cx="4218719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400" i="1" smtClean="0">
                          <a:latin typeface="Cambria Math"/>
                        </a:rPr>
                        <m:t>𝐼𝑛𝑐𝑒𝑛𝑡𝑖𝑣𝑒</m:t>
                      </m:r>
                      <m:r>
                        <a:rPr lang="en-US" sz="1400" i="1" smtClean="0">
                          <a:latin typeface="Cambria Math"/>
                        </a:rPr>
                        <m:t>=</m:t>
                      </m:r>
                      <m:r>
                        <a:rPr lang="en-US" sz="1400" b="0" i="1">
                          <a:latin typeface="Cambria Math"/>
                        </a:rPr>
                        <m:t>𝑂𝑟𝑖𝑔𝑁𝑜𝑡𝑒𝑅𝑎𝑡𝑒</m:t>
                      </m:r>
                      <m:r>
                        <a:rPr lang="en-US" sz="1400" i="1">
                          <a:latin typeface="Cambria Math"/>
                        </a:rPr>
                        <m:t>−</m:t>
                      </m:r>
                      <m:r>
                        <a:rPr lang="en-US" sz="1400" b="0" i="1" smtClean="0">
                          <a:latin typeface="Cambria Math"/>
                        </a:rPr>
                        <m:t>(</m:t>
                      </m:r>
                      <m:r>
                        <a:rPr lang="en-US" sz="1400" i="1">
                          <a:latin typeface="Cambria Math"/>
                        </a:rPr>
                        <m:t>𝑃𝑀𝑀𝑆</m:t>
                      </m:r>
                      <m:r>
                        <a:rPr lang="en-US" sz="1400" b="1" i="1" smtClean="0">
                          <a:latin typeface="Cambria Math"/>
                        </a:rPr>
                        <m:t>+</m:t>
                      </m:r>
                      <m:sSub>
                        <m:sSubPr>
                          <m:ctrlPr>
                            <a:rPr lang="en-US" sz="1400" b="1" i="1" smtClean="0">
                              <a:latin typeface="Cambria Math"/>
                            </a:rPr>
                          </m:ctrlPr>
                        </m:sSubPr>
                        <m:e>
                          <m:r>
                            <a:rPr lang="en-US" sz="1400" b="1" i="1">
                              <a:latin typeface="Cambria Math"/>
                            </a:rPr>
                            <m:t>𝑳𝑳𝑷𝑨</m:t>
                          </m:r>
                        </m:e>
                        <m:sub>
                          <m:r>
                            <a:rPr lang="en-US" sz="1400" b="1" i="1" smtClean="0">
                              <a:latin typeface="Cambria Math"/>
                            </a:rPr>
                            <m:t>𝒕</m:t>
                          </m:r>
                        </m:sub>
                      </m:sSub>
                      <m:r>
                        <a:rPr lang="en-US" sz="1400" b="0" i="1" smtClean="0">
                          <a:latin typeface="Cambria Math"/>
                        </a:rPr>
                        <m:t>/4)</m:t>
                      </m:r>
                    </m:oMath>
                  </m:oMathPara>
                </a14:m>
                <a:endParaRPr lang="en-US" sz="1400" b="0" dirty="0" smtClean="0"/>
              </a:p>
            </p:txBody>
          </p:sp>
        </mc:Choice>
        <mc:Fallback xmlns="">
          <p:sp>
            <p:nvSpPr>
              <p:cNvPr id="23" name="TextBox 2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147971" y="1501198"/>
                <a:ext cx="4218719" cy="307777"/>
              </a:xfrm>
              <a:prstGeom prst="rect">
                <a:avLst/>
              </a:prstGeom>
              <a:blipFill rotWithShape="1">
                <a:blip r:embed="rId2"/>
                <a:stretch>
                  <a:fillRect b="-784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1" name="TextBox 30"/>
          <p:cNvSpPr txBox="1"/>
          <p:nvPr/>
        </p:nvSpPr>
        <p:spPr>
          <a:xfrm>
            <a:off x="5252745" y="2286000"/>
            <a:ext cx="4324349" cy="738664"/>
          </a:xfrm>
          <a:prstGeom prst="rect">
            <a:avLst/>
          </a:prstGeom>
          <a:noFill/>
          <a:ln w="12700">
            <a:solidFill>
              <a:srgbClr val="2E398A"/>
            </a:solidFill>
          </a:ln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 smtClean="0"/>
              <a:t>Capture the LLPA updates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 smtClean="0">
                <a:latin typeface="+mn-lt"/>
              </a:rPr>
              <a:t>Calculate incentive using corresponding LLPA table, based on time </a:t>
            </a:r>
          </a:p>
        </p:txBody>
      </p:sp>
      <p:cxnSp>
        <p:nvCxnSpPr>
          <p:cNvPr id="32" name="Straight Connector 31"/>
          <p:cNvCxnSpPr/>
          <p:nvPr/>
        </p:nvCxnSpPr>
        <p:spPr>
          <a:xfrm>
            <a:off x="5204559" y="1216236"/>
            <a:ext cx="4348681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" name="TextBox 32"/>
          <p:cNvSpPr txBox="1"/>
          <p:nvPr/>
        </p:nvSpPr>
        <p:spPr>
          <a:xfrm>
            <a:off x="6425605" y="1046959"/>
            <a:ext cx="2232620" cy="338554"/>
          </a:xfrm>
          <a:prstGeom prst="rect">
            <a:avLst/>
          </a:prstGeom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sz="1600" dirty="0" smtClean="0">
                <a:latin typeface="Arial" panose="020B0604020202020204" pitchFamily="34" charset="0"/>
                <a:cs typeface="Arial" panose="020B0604020202020204" pitchFamily="34" charset="0"/>
              </a:rPr>
              <a:t>Time-dependent LLPA</a:t>
            </a:r>
            <a:endParaRPr lang="en-US" sz="16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4" name="Straight Connector 3"/>
          <p:cNvCxnSpPr/>
          <p:nvPr/>
        </p:nvCxnSpPr>
        <p:spPr>
          <a:xfrm>
            <a:off x="4949844" y="1217718"/>
            <a:ext cx="0" cy="887307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47" name="TextBox 46"/>
              <p:cNvSpPr txBox="1"/>
              <p:nvPr/>
            </p:nvSpPr>
            <p:spPr>
              <a:xfrm>
                <a:off x="5147971" y="1875647"/>
                <a:ext cx="4153894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400" b="0" i="1" smtClean="0">
                          <a:latin typeface="Cambria Math"/>
                        </a:rPr>
                        <m:t>𝐿𝐿𝑃𝐴</m:t>
                      </m:r>
                      <m:r>
                        <a:rPr lang="en-US" sz="1400" b="0" i="1" smtClean="0">
                          <a:latin typeface="Cambria Math"/>
                        </a:rPr>
                        <m:t>=</m:t>
                      </m:r>
                      <m:r>
                        <a:rPr lang="en-US" sz="1400" b="0" i="1" smtClean="0">
                          <a:latin typeface="Cambria Math"/>
                        </a:rPr>
                        <m:t>𝑓</m:t>
                      </m:r>
                      <m:r>
                        <a:rPr lang="en-US" sz="1400" b="0" i="1" smtClean="0">
                          <a:latin typeface="Cambria Math"/>
                        </a:rPr>
                        <m:t>(</m:t>
                      </m:r>
                      <m:r>
                        <a:rPr lang="en-US" sz="1400" b="0" i="1" smtClean="0">
                          <a:latin typeface="Cambria Math"/>
                        </a:rPr>
                        <m:t>𝐿𝑇𝑉</m:t>
                      </m:r>
                      <m:r>
                        <a:rPr lang="en-US" sz="1400" b="0" i="1" smtClean="0">
                          <a:latin typeface="Cambria Math"/>
                        </a:rPr>
                        <m:t>, </m:t>
                      </m:r>
                      <m:r>
                        <a:rPr lang="en-US" sz="1400" b="0" i="1" smtClean="0">
                          <a:latin typeface="Cambria Math"/>
                        </a:rPr>
                        <m:t>𝐹𝐼𝐶𝑂</m:t>
                      </m:r>
                      <m:r>
                        <a:rPr lang="en-US" sz="1400" b="0" i="1" smtClean="0">
                          <a:latin typeface="Cambria Math"/>
                        </a:rPr>
                        <m:t>, </m:t>
                      </m:r>
                      <m:r>
                        <a:rPr lang="en-US" sz="1400" b="0" i="1" smtClean="0">
                          <a:latin typeface="Cambria Math"/>
                        </a:rPr>
                        <m:t>𝑃𝑟𝑜𝑝𝑒𝑟𝑡𝑦</m:t>
                      </m:r>
                      <m:r>
                        <a:rPr lang="en-US" sz="1400" b="0" i="1" smtClean="0">
                          <a:latin typeface="Cambria Math"/>
                        </a:rPr>
                        <m:t> </m:t>
                      </m:r>
                      <m:r>
                        <a:rPr lang="en-US" sz="1400" b="0" i="1" smtClean="0">
                          <a:latin typeface="Cambria Math"/>
                        </a:rPr>
                        <m:t>𝑇𝑦𝑝𝑒</m:t>
                      </m:r>
                      <m:r>
                        <a:rPr lang="en-US" sz="1400" b="0" i="1" smtClean="0">
                          <a:latin typeface="Cambria Math"/>
                        </a:rPr>
                        <m:t>, </m:t>
                      </m:r>
                      <m:r>
                        <a:rPr lang="en-US" sz="1400" b="0" i="1" smtClean="0">
                          <a:latin typeface="Cambria Math"/>
                        </a:rPr>
                        <m:t>𝐿𝑜𝑎𝑛</m:t>
                      </m:r>
                      <m:r>
                        <a:rPr lang="en-US" sz="1400" b="0" i="1" smtClean="0">
                          <a:latin typeface="Cambria Math"/>
                        </a:rPr>
                        <m:t> </m:t>
                      </m:r>
                      <m:r>
                        <a:rPr lang="en-US" sz="1400" b="0" i="1" smtClean="0">
                          <a:latin typeface="Cambria Math"/>
                        </a:rPr>
                        <m:t>𝑆𝑖𝑧𝑒</m:t>
                      </m:r>
                      <m:r>
                        <a:rPr lang="en-US" sz="1400" b="0" i="1" smtClean="0">
                          <a:latin typeface="Cambria Math"/>
                        </a:rPr>
                        <m:t>, </m:t>
                      </m:r>
                      <m:r>
                        <a:rPr lang="en-US" sz="1400" b="1" i="1" smtClean="0">
                          <a:latin typeface="Cambria Math"/>
                        </a:rPr>
                        <m:t>𝒕</m:t>
                      </m:r>
                      <m:r>
                        <a:rPr lang="en-US" sz="1400" b="0" i="1" smtClean="0">
                          <a:latin typeface="Cambria Math"/>
                        </a:rPr>
                        <m:t>)</m:t>
                      </m:r>
                    </m:oMath>
                  </m:oMathPara>
                </a14:m>
                <a:endParaRPr lang="en-US" sz="1400" b="0" dirty="0" smtClean="0"/>
              </a:p>
            </p:txBody>
          </p:sp>
        </mc:Choice>
        <mc:Fallback xmlns="">
          <p:sp>
            <p:nvSpPr>
              <p:cNvPr id="47" name="TextBox 4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147971" y="1875647"/>
                <a:ext cx="4153894" cy="307777"/>
              </a:xfrm>
              <a:prstGeom prst="rect">
                <a:avLst/>
              </a:prstGeom>
              <a:blipFill rotWithShape="1">
                <a:blip r:embed="rId3"/>
                <a:stretch>
                  <a:fillRect b="-10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48" name="Straight Connector 47"/>
          <p:cNvCxnSpPr/>
          <p:nvPr/>
        </p:nvCxnSpPr>
        <p:spPr>
          <a:xfrm>
            <a:off x="441035" y="3602345"/>
            <a:ext cx="902085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9" name="TextBox 48"/>
          <p:cNvSpPr txBox="1"/>
          <p:nvPr/>
        </p:nvSpPr>
        <p:spPr>
          <a:xfrm>
            <a:off x="3458314" y="3427054"/>
            <a:ext cx="2800350" cy="338554"/>
          </a:xfrm>
          <a:prstGeom prst="rect">
            <a:avLst/>
          </a:prstGeom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sz="1600" dirty="0" smtClean="0">
                <a:latin typeface="Arial" panose="020B0604020202020204" pitchFamily="34" charset="0"/>
                <a:cs typeface="Arial" panose="020B0604020202020204" pitchFamily="34" charset="0"/>
              </a:rPr>
              <a:t>LLPA </a:t>
            </a: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C</a:t>
            </a:r>
            <a:r>
              <a:rPr lang="en-US" sz="1600" dirty="0" smtClean="0">
                <a:latin typeface="Arial" panose="020B0604020202020204" pitchFamily="34" charset="0"/>
                <a:cs typeface="Arial" panose="020B0604020202020204" pitchFamily="34" charset="0"/>
              </a:rPr>
              <a:t>omponent </a:t>
            </a: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U</a:t>
            </a:r>
            <a:r>
              <a:rPr lang="en-US" sz="1600" dirty="0" smtClean="0">
                <a:latin typeface="Arial" panose="020B0604020202020204" pitchFamily="34" charset="0"/>
                <a:cs typeface="Arial" panose="020B0604020202020204" pitchFamily="34" charset="0"/>
              </a:rPr>
              <a:t>pdates</a:t>
            </a:r>
            <a:endParaRPr lang="en-US" sz="16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1" name="TextBox 20"/>
              <p:cNvSpPr txBox="1"/>
              <p:nvPr/>
            </p:nvSpPr>
            <p:spPr>
              <a:xfrm>
                <a:off x="346217" y="1507759"/>
                <a:ext cx="4057521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400" i="1" smtClean="0">
                          <a:latin typeface="Cambria Math"/>
                        </a:rPr>
                        <m:t>𝐼𝑛𝑐𝑒𝑛𝑡𝑖𝑣𝑒</m:t>
                      </m:r>
                      <m:r>
                        <a:rPr lang="en-US" sz="1400" i="1" smtClean="0">
                          <a:latin typeface="Cambria Math"/>
                        </a:rPr>
                        <m:t>=</m:t>
                      </m:r>
                      <m:r>
                        <a:rPr lang="en-US" sz="1400" b="0" i="1">
                          <a:latin typeface="Cambria Math"/>
                        </a:rPr>
                        <m:t>𝑂𝑟𝑖𝑔𝑁𝑜𝑡𝑒𝑅𝑎𝑡𝑒</m:t>
                      </m:r>
                      <m:r>
                        <a:rPr lang="en-US" sz="1400" i="1">
                          <a:latin typeface="Cambria Math"/>
                        </a:rPr>
                        <m:t>−</m:t>
                      </m:r>
                      <m:r>
                        <a:rPr lang="en-US" sz="1400" b="0" i="1" smtClean="0">
                          <a:latin typeface="Cambria Math"/>
                        </a:rPr>
                        <m:t>(</m:t>
                      </m:r>
                      <m:r>
                        <a:rPr lang="en-US" sz="1400" i="1">
                          <a:latin typeface="Cambria Math"/>
                        </a:rPr>
                        <m:t>𝑃𝑀𝑀𝑆</m:t>
                      </m:r>
                      <m:r>
                        <a:rPr lang="en-US" sz="1400" b="1" i="1" smtClean="0">
                          <a:latin typeface="Cambria Math"/>
                        </a:rPr>
                        <m:t>+</m:t>
                      </m:r>
                      <m:r>
                        <a:rPr lang="en-US" sz="1400" b="1" i="1" smtClean="0">
                          <a:latin typeface="Cambria Math"/>
                        </a:rPr>
                        <m:t>𝑳𝑳𝑷𝑨</m:t>
                      </m:r>
                      <m:r>
                        <a:rPr lang="en-US" sz="1400" b="0" i="1" smtClean="0">
                          <a:latin typeface="Cambria Math"/>
                        </a:rPr>
                        <m:t>/4)</m:t>
                      </m:r>
                    </m:oMath>
                  </m:oMathPara>
                </a14:m>
                <a:endParaRPr lang="en-US" sz="1400" b="0" dirty="0" smtClean="0"/>
              </a:p>
            </p:txBody>
          </p:sp>
        </mc:Choice>
        <mc:Fallback xmlns="">
          <p:sp>
            <p:nvSpPr>
              <p:cNvPr id="21" name="TextBox 2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6217" y="1507759"/>
                <a:ext cx="4057521" cy="307777"/>
              </a:xfrm>
              <a:prstGeom prst="rect">
                <a:avLst/>
              </a:prstGeom>
              <a:blipFill rotWithShape="1">
                <a:blip r:embed="rId4"/>
                <a:stretch>
                  <a:fillRect b="-784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2" name="TextBox 21"/>
          <p:cNvSpPr txBox="1"/>
          <p:nvPr/>
        </p:nvSpPr>
        <p:spPr>
          <a:xfrm>
            <a:off x="346216" y="2292561"/>
            <a:ext cx="4324349" cy="738664"/>
          </a:xfrm>
          <a:prstGeom prst="rect">
            <a:avLst/>
          </a:prstGeom>
          <a:noFill/>
          <a:ln w="12700">
            <a:solidFill>
              <a:srgbClr val="2E398A"/>
            </a:solidFill>
          </a:ln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 smtClean="0"/>
              <a:t>Doesn’t capture LLPA changes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 smtClean="0">
                <a:latin typeface="+mn-lt"/>
              </a:rPr>
              <a:t>Refinance incentive changes when the LLPA matrix changes</a:t>
            </a:r>
          </a:p>
        </p:txBody>
      </p:sp>
      <p:cxnSp>
        <p:nvCxnSpPr>
          <p:cNvPr id="36" name="Straight Connector 35"/>
          <p:cNvCxnSpPr/>
          <p:nvPr/>
        </p:nvCxnSpPr>
        <p:spPr>
          <a:xfrm>
            <a:off x="346217" y="1229358"/>
            <a:ext cx="4348681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7" name="TextBox 36"/>
          <p:cNvSpPr txBox="1"/>
          <p:nvPr/>
        </p:nvSpPr>
        <p:spPr>
          <a:xfrm>
            <a:off x="1452963" y="1060081"/>
            <a:ext cx="2135188" cy="338554"/>
          </a:xfrm>
          <a:prstGeom prst="rect">
            <a:avLst/>
          </a:prstGeom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L</a:t>
            </a:r>
            <a:r>
              <a:rPr lang="en-US" sz="1600" dirty="0" smtClean="0">
                <a:latin typeface="Arial" panose="020B0604020202020204" pitchFamily="34" charset="0"/>
                <a:cs typeface="Arial" panose="020B0604020202020204" pitchFamily="34" charset="0"/>
              </a:rPr>
              <a:t>oan Level with LLPA</a:t>
            </a:r>
            <a:endParaRPr lang="en-US" sz="16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8" name="TextBox 37"/>
              <p:cNvSpPr txBox="1"/>
              <p:nvPr/>
            </p:nvSpPr>
            <p:spPr>
              <a:xfrm>
                <a:off x="346217" y="1882208"/>
                <a:ext cx="4012189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400" b="0" i="1" smtClean="0">
                          <a:latin typeface="Cambria Math"/>
                        </a:rPr>
                        <m:t>𝐿𝐿𝑃𝐴</m:t>
                      </m:r>
                      <m:r>
                        <a:rPr lang="en-US" sz="1400" b="0" i="1" smtClean="0">
                          <a:latin typeface="Cambria Math"/>
                        </a:rPr>
                        <m:t>=</m:t>
                      </m:r>
                      <m:r>
                        <a:rPr lang="en-US" sz="1400" b="0" i="1" smtClean="0">
                          <a:latin typeface="Cambria Math"/>
                        </a:rPr>
                        <m:t>𝑓</m:t>
                      </m:r>
                      <m:r>
                        <a:rPr lang="en-US" sz="1400" b="0" i="1" smtClean="0">
                          <a:latin typeface="Cambria Math"/>
                        </a:rPr>
                        <m:t>(</m:t>
                      </m:r>
                      <m:r>
                        <a:rPr lang="en-US" sz="1400" b="0" i="1" smtClean="0">
                          <a:latin typeface="Cambria Math"/>
                        </a:rPr>
                        <m:t>𝐿𝑇𝑉</m:t>
                      </m:r>
                      <m:r>
                        <a:rPr lang="en-US" sz="1400" b="0" i="1" smtClean="0">
                          <a:latin typeface="Cambria Math"/>
                        </a:rPr>
                        <m:t>, </m:t>
                      </m:r>
                      <m:r>
                        <a:rPr lang="en-US" sz="1400" b="0" i="1" smtClean="0">
                          <a:latin typeface="Cambria Math"/>
                        </a:rPr>
                        <m:t>𝐹𝐼𝐶𝑂</m:t>
                      </m:r>
                      <m:r>
                        <a:rPr lang="en-US" sz="1400" b="0" i="1" smtClean="0">
                          <a:latin typeface="Cambria Math"/>
                        </a:rPr>
                        <m:t>, </m:t>
                      </m:r>
                      <m:r>
                        <a:rPr lang="en-US" sz="1400" b="0" i="1" smtClean="0">
                          <a:latin typeface="Cambria Math"/>
                        </a:rPr>
                        <m:t>𝑃𝑟𝑜𝑝𝑒𝑟𝑡𝑦</m:t>
                      </m:r>
                      <m:r>
                        <a:rPr lang="en-US" sz="1400" b="0" i="1" smtClean="0">
                          <a:latin typeface="Cambria Math"/>
                        </a:rPr>
                        <m:t> </m:t>
                      </m:r>
                      <m:r>
                        <a:rPr lang="en-US" sz="1400" b="0" i="1" smtClean="0">
                          <a:latin typeface="Cambria Math"/>
                        </a:rPr>
                        <m:t>𝑇𝑦𝑝𝑒</m:t>
                      </m:r>
                      <m:r>
                        <a:rPr lang="en-US" sz="1400" b="0" i="1" smtClean="0">
                          <a:latin typeface="Cambria Math"/>
                        </a:rPr>
                        <m:t>, </m:t>
                      </m:r>
                      <m:r>
                        <a:rPr lang="en-US" sz="1400" b="0" i="1" smtClean="0">
                          <a:latin typeface="Cambria Math"/>
                        </a:rPr>
                        <m:t>𝐿𝑜𝑎𝑛</m:t>
                      </m:r>
                      <m:r>
                        <a:rPr lang="en-US" sz="1400" b="0" i="1" smtClean="0">
                          <a:latin typeface="Cambria Math"/>
                        </a:rPr>
                        <m:t> </m:t>
                      </m:r>
                      <m:r>
                        <a:rPr lang="en-US" sz="1400" b="0" i="1" smtClean="0">
                          <a:latin typeface="Cambria Math"/>
                        </a:rPr>
                        <m:t>𝑆𝑖𝑧𝑒</m:t>
                      </m:r>
                      <m:r>
                        <a:rPr lang="en-US" sz="1400" b="0" i="1" smtClean="0">
                          <a:latin typeface="Cambria Math"/>
                        </a:rPr>
                        <m:t>)</m:t>
                      </m:r>
                    </m:oMath>
                  </m:oMathPara>
                </a14:m>
                <a:endParaRPr lang="en-US" sz="1400" b="0" dirty="0" smtClean="0"/>
              </a:p>
            </p:txBody>
          </p:sp>
        </mc:Choice>
        <mc:Fallback xmlns="">
          <p:sp>
            <p:nvSpPr>
              <p:cNvPr id="38" name="TextBox 3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6217" y="1882208"/>
                <a:ext cx="4012189" cy="307777"/>
              </a:xfrm>
              <a:prstGeom prst="rect">
                <a:avLst/>
              </a:prstGeom>
              <a:blipFill rotWithShape="1">
                <a:blip r:embed="rId5"/>
                <a:stretch>
                  <a:fillRect b="-10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6" name="Table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02146207"/>
              </p:ext>
            </p:extLst>
          </p:nvPr>
        </p:nvGraphicFramePr>
        <p:xfrm>
          <a:off x="207514" y="4208638"/>
          <a:ext cx="4650975" cy="207327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30195"/>
                <a:gridCol w="930195"/>
                <a:gridCol w="930195"/>
                <a:gridCol w="930195"/>
                <a:gridCol w="930195"/>
              </a:tblGrid>
              <a:tr h="345546">
                <a:tc>
                  <a:txBody>
                    <a:bodyPr/>
                    <a:lstStyle/>
                    <a:p>
                      <a:pPr algn="ctr"/>
                      <a:r>
                        <a:rPr lang="en-US" sz="1200" dirty="0" smtClean="0"/>
                        <a:t>Component</a:t>
                      </a:r>
                      <a:endParaRPr lang="en-US" sz="12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4">
                  <a:txBody>
                    <a:bodyPr/>
                    <a:lstStyle/>
                    <a:p>
                      <a:pPr algn="ctr"/>
                      <a:r>
                        <a:rPr lang="en-US" sz="1200" dirty="0" smtClean="0"/>
                        <a:t>Updates</a:t>
                      </a:r>
                      <a:endParaRPr lang="en-US" sz="12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US" sz="1200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sz="1200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sz="1200" dirty="0"/>
                    </a:p>
                  </a:txBody>
                  <a:tcPr/>
                </a:tc>
              </a:tr>
              <a:tr h="345546">
                <a:tc>
                  <a:txBody>
                    <a:bodyPr/>
                    <a:lstStyle/>
                    <a:p>
                      <a:pPr algn="ctr"/>
                      <a:r>
                        <a:rPr lang="en-US" sz="1200" dirty="0" smtClean="0"/>
                        <a:t>LTV</a:t>
                      </a:r>
                      <a:r>
                        <a:rPr lang="en-US" sz="1200" baseline="0" dirty="0" smtClean="0"/>
                        <a:t> &amp; FICO</a:t>
                      </a:r>
                      <a:endParaRPr lang="en-US" sz="12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 smtClean="0"/>
                        <a:t>09/22/2011</a:t>
                      </a:r>
                      <a:endParaRPr lang="en-US" sz="12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1018472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dirty="0" smtClean="0"/>
                        <a:t>12/16/2013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 smtClean="0">
                          <a:solidFill>
                            <a:schemeClr val="bg1"/>
                          </a:solidFill>
                        </a:rPr>
                        <a:t>01/08/2014</a:t>
                      </a:r>
                      <a:endParaRPr lang="en-US" sz="1200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 smtClean="0">
                          <a:solidFill>
                            <a:schemeClr val="bg1"/>
                          </a:solidFill>
                        </a:rPr>
                        <a:t>01/07/2015</a:t>
                      </a:r>
                      <a:endParaRPr lang="en-US" sz="1200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50000"/>
                      </a:schemeClr>
                    </a:solidFill>
                  </a:tcPr>
                </a:tc>
              </a:tr>
              <a:tr h="345546">
                <a:tc>
                  <a:txBody>
                    <a:bodyPr/>
                    <a:lstStyle/>
                    <a:p>
                      <a:pPr algn="ctr"/>
                      <a:r>
                        <a:rPr lang="en-US" sz="1200" dirty="0" smtClean="0"/>
                        <a:t>Occupancy</a:t>
                      </a:r>
                      <a:endParaRPr lang="en-US" sz="12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11/14/2013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2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20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20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345546">
                <a:tc>
                  <a:txBody>
                    <a:bodyPr/>
                    <a:lstStyle/>
                    <a:p>
                      <a:pPr algn="ctr"/>
                      <a:r>
                        <a:rPr lang="en-US" sz="1200" dirty="0" smtClean="0"/>
                        <a:t>Unit</a:t>
                      </a:r>
                      <a:endParaRPr lang="en-US" sz="12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11/14/2013</a:t>
                      </a:r>
                      <a:endParaRPr lang="en-US" sz="12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2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2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2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345546">
                <a:tc>
                  <a:txBody>
                    <a:bodyPr/>
                    <a:lstStyle/>
                    <a:p>
                      <a:pPr algn="ctr"/>
                      <a:r>
                        <a:rPr lang="en-US" sz="1200" dirty="0" smtClean="0"/>
                        <a:t>High</a:t>
                      </a:r>
                      <a:r>
                        <a:rPr lang="en-US" sz="1200" baseline="0" dirty="0" smtClean="0"/>
                        <a:t> LTV</a:t>
                      </a:r>
                      <a:endParaRPr lang="en-US" sz="12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09/22/2011</a:t>
                      </a:r>
                      <a:endParaRPr lang="en-US" sz="12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 smtClean="0"/>
                        <a:t>12/16/2013</a:t>
                      </a:r>
                      <a:endParaRPr lang="en-US" sz="12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2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2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345546">
                <a:tc>
                  <a:txBody>
                    <a:bodyPr/>
                    <a:lstStyle/>
                    <a:p>
                      <a:pPr algn="ctr"/>
                      <a:r>
                        <a:rPr lang="en-US" sz="1200" dirty="0" smtClean="0"/>
                        <a:t>AMDC</a:t>
                      </a:r>
                      <a:endParaRPr lang="en-US" sz="12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09/22/2011</a:t>
                      </a:r>
                      <a:endParaRPr lang="en-US" sz="12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 smtClean="0"/>
                        <a:t>12/16/2013</a:t>
                      </a:r>
                      <a:endParaRPr lang="en-US" sz="12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 smtClean="0">
                          <a:solidFill>
                            <a:schemeClr val="bg1"/>
                          </a:solidFill>
                        </a:rPr>
                        <a:t>01/08/2014</a:t>
                      </a:r>
                      <a:endParaRPr lang="en-US" sz="1200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2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</a:tbl>
          </a:graphicData>
        </a:graphic>
      </p:graphicFrame>
      <p:grpSp>
        <p:nvGrpSpPr>
          <p:cNvPr id="66" name="Group 65"/>
          <p:cNvGrpSpPr/>
          <p:nvPr/>
        </p:nvGrpSpPr>
        <p:grpSpPr>
          <a:xfrm>
            <a:off x="5190481" y="3865491"/>
            <a:ext cx="4362759" cy="603746"/>
            <a:chOff x="1266825" y="1628775"/>
            <a:chExt cx="6580188" cy="431801"/>
          </a:xfrm>
        </p:grpSpPr>
        <p:sp>
          <p:nvSpPr>
            <p:cNvPr id="68" name="Text Box 4"/>
            <p:cNvSpPr txBox="1">
              <a:spLocks noChangeArrowheads="1"/>
            </p:cNvSpPr>
            <p:nvPr/>
          </p:nvSpPr>
          <p:spPr bwMode="auto">
            <a:xfrm>
              <a:off x="1865313" y="1628775"/>
              <a:ext cx="598487" cy="146050"/>
            </a:xfrm>
            <a:prstGeom prst="rect">
              <a:avLst/>
            </a:prstGeom>
            <a:noFill/>
            <a:ln w="12700" algn="ctr">
              <a:noFill/>
              <a:miter lim="800000"/>
              <a:headEnd/>
              <a:tailEnd/>
            </a:ln>
          </p:spPr>
          <p:txBody>
            <a:bodyPr lIns="0" tIns="0" rIns="0" bIns="0">
              <a:spAutoFit/>
            </a:bodyPr>
            <a:lstStyle/>
            <a:p>
              <a:pPr algn="ctr">
                <a:lnSpc>
                  <a:spcPct val="95000"/>
                </a:lnSpc>
              </a:pPr>
              <a:r>
                <a:rPr lang="en-US" sz="1000" dirty="0" smtClean="0">
                  <a:solidFill>
                    <a:schemeClr val="tx2"/>
                  </a:solidFill>
                  <a:latin typeface="Arial Unicode MS" pitchFamily="34" charset="-122"/>
                  <a:ea typeface="Arial Unicode MS" pitchFamily="34" charset="-122"/>
                  <a:cs typeface="Arial Unicode MS" pitchFamily="34" charset="-122"/>
                </a:rPr>
                <a:t>Sep 2011</a:t>
              </a:r>
              <a:endParaRPr lang="en-US" sz="1000" dirty="0">
                <a:solidFill>
                  <a:schemeClr val="tx2"/>
                </a:solidFill>
                <a:latin typeface="Arial Unicode MS" pitchFamily="34" charset="-122"/>
                <a:ea typeface="Arial Unicode MS" pitchFamily="34" charset="-122"/>
                <a:cs typeface="Arial Unicode MS" pitchFamily="34" charset="-122"/>
              </a:endParaRPr>
            </a:p>
          </p:txBody>
        </p:sp>
        <p:sp>
          <p:nvSpPr>
            <p:cNvPr id="70" name="Text Box 6"/>
            <p:cNvSpPr txBox="1">
              <a:spLocks noChangeArrowheads="1"/>
            </p:cNvSpPr>
            <p:nvPr/>
          </p:nvSpPr>
          <p:spPr bwMode="auto">
            <a:xfrm>
              <a:off x="3060700" y="1628775"/>
              <a:ext cx="598488" cy="146050"/>
            </a:xfrm>
            <a:prstGeom prst="rect">
              <a:avLst/>
            </a:prstGeom>
            <a:noFill/>
            <a:ln w="12700" algn="ctr">
              <a:noFill/>
              <a:miter lim="800000"/>
              <a:headEnd/>
              <a:tailEnd/>
            </a:ln>
          </p:spPr>
          <p:txBody>
            <a:bodyPr lIns="0" tIns="0" rIns="0" bIns="0">
              <a:spAutoFit/>
            </a:bodyPr>
            <a:lstStyle/>
            <a:p>
              <a:pPr algn="ctr">
                <a:lnSpc>
                  <a:spcPct val="95000"/>
                </a:lnSpc>
              </a:pPr>
              <a:r>
                <a:rPr lang="en-US" sz="1000" dirty="0" smtClean="0">
                  <a:solidFill>
                    <a:schemeClr val="tx2"/>
                  </a:solidFill>
                  <a:latin typeface="Arial Unicode MS" pitchFamily="34" charset="-122"/>
                  <a:ea typeface="Arial Unicode MS" pitchFamily="34" charset="-122"/>
                  <a:cs typeface="Arial Unicode MS" pitchFamily="34" charset="-122"/>
                </a:rPr>
                <a:t>Nov 2013</a:t>
              </a:r>
              <a:endParaRPr lang="en-US" sz="1000" dirty="0">
                <a:solidFill>
                  <a:schemeClr val="tx2"/>
                </a:solidFill>
                <a:latin typeface="Arial Unicode MS" pitchFamily="34" charset="-122"/>
                <a:ea typeface="Arial Unicode MS" pitchFamily="34" charset="-122"/>
                <a:cs typeface="Arial Unicode MS" pitchFamily="34" charset="-122"/>
              </a:endParaRPr>
            </a:p>
          </p:txBody>
        </p:sp>
        <p:sp>
          <p:nvSpPr>
            <p:cNvPr id="72" name="Text Box 8"/>
            <p:cNvSpPr txBox="1">
              <a:spLocks noChangeArrowheads="1"/>
            </p:cNvSpPr>
            <p:nvPr/>
          </p:nvSpPr>
          <p:spPr bwMode="auto">
            <a:xfrm>
              <a:off x="4257675" y="1628775"/>
              <a:ext cx="596900" cy="146050"/>
            </a:xfrm>
            <a:prstGeom prst="rect">
              <a:avLst/>
            </a:prstGeom>
            <a:noFill/>
            <a:ln w="12700" algn="ctr">
              <a:noFill/>
              <a:miter lim="800000"/>
              <a:headEnd/>
              <a:tailEnd/>
            </a:ln>
          </p:spPr>
          <p:txBody>
            <a:bodyPr lIns="0" tIns="0" rIns="0" bIns="0">
              <a:spAutoFit/>
            </a:bodyPr>
            <a:lstStyle/>
            <a:p>
              <a:pPr algn="ctr">
                <a:lnSpc>
                  <a:spcPct val="95000"/>
                </a:lnSpc>
              </a:pPr>
              <a:r>
                <a:rPr lang="en-US" sz="1000" dirty="0" smtClean="0">
                  <a:solidFill>
                    <a:schemeClr val="tx2"/>
                  </a:solidFill>
                  <a:latin typeface="Arial Unicode MS" pitchFamily="34" charset="-122"/>
                  <a:ea typeface="Arial Unicode MS" pitchFamily="34" charset="-122"/>
                  <a:cs typeface="Arial Unicode MS" pitchFamily="34" charset="-122"/>
                </a:rPr>
                <a:t>Dec 2013</a:t>
              </a:r>
              <a:endParaRPr lang="en-US" sz="1000" dirty="0">
                <a:solidFill>
                  <a:schemeClr val="tx2"/>
                </a:solidFill>
                <a:latin typeface="Arial Unicode MS" pitchFamily="34" charset="-122"/>
                <a:ea typeface="Arial Unicode MS" pitchFamily="34" charset="-122"/>
                <a:cs typeface="Arial Unicode MS" pitchFamily="34" charset="-122"/>
              </a:endParaRPr>
            </a:p>
          </p:txBody>
        </p:sp>
        <p:sp>
          <p:nvSpPr>
            <p:cNvPr id="74" name="Text Box 10"/>
            <p:cNvSpPr txBox="1">
              <a:spLocks noChangeArrowheads="1"/>
            </p:cNvSpPr>
            <p:nvPr/>
          </p:nvSpPr>
          <p:spPr bwMode="auto">
            <a:xfrm>
              <a:off x="5453063" y="1628775"/>
              <a:ext cx="596900" cy="146050"/>
            </a:xfrm>
            <a:prstGeom prst="rect">
              <a:avLst/>
            </a:prstGeom>
            <a:noFill/>
            <a:ln w="12700" algn="ctr">
              <a:noFill/>
              <a:miter lim="800000"/>
              <a:headEnd/>
              <a:tailEnd/>
            </a:ln>
          </p:spPr>
          <p:txBody>
            <a:bodyPr lIns="0" tIns="0" rIns="0" bIns="0">
              <a:spAutoFit/>
            </a:bodyPr>
            <a:lstStyle/>
            <a:p>
              <a:pPr algn="ctr">
                <a:lnSpc>
                  <a:spcPct val="95000"/>
                </a:lnSpc>
              </a:pPr>
              <a:r>
                <a:rPr lang="en-US" sz="1000" dirty="0" smtClean="0">
                  <a:solidFill>
                    <a:schemeClr val="tx2"/>
                  </a:solidFill>
                  <a:latin typeface="Arial Unicode MS" pitchFamily="34" charset="-122"/>
                  <a:ea typeface="Arial Unicode MS" pitchFamily="34" charset="-122"/>
                  <a:cs typeface="Arial Unicode MS" pitchFamily="34" charset="-122"/>
                </a:rPr>
                <a:t>Jan 2014</a:t>
              </a:r>
              <a:endParaRPr lang="en-US" sz="1000" dirty="0">
                <a:solidFill>
                  <a:schemeClr val="tx2"/>
                </a:solidFill>
                <a:latin typeface="Arial Unicode MS" pitchFamily="34" charset="-122"/>
                <a:ea typeface="Arial Unicode MS" pitchFamily="34" charset="-122"/>
                <a:cs typeface="Arial Unicode MS" pitchFamily="34" charset="-122"/>
              </a:endParaRPr>
            </a:p>
          </p:txBody>
        </p:sp>
        <p:sp>
          <p:nvSpPr>
            <p:cNvPr id="76" name="Text Box 12"/>
            <p:cNvSpPr txBox="1">
              <a:spLocks noChangeArrowheads="1"/>
            </p:cNvSpPr>
            <p:nvPr/>
          </p:nvSpPr>
          <p:spPr bwMode="auto">
            <a:xfrm>
              <a:off x="6650038" y="1628775"/>
              <a:ext cx="596900" cy="146050"/>
            </a:xfrm>
            <a:prstGeom prst="rect">
              <a:avLst/>
            </a:prstGeom>
            <a:noFill/>
            <a:ln w="12700" algn="ctr">
              <a:noFill/>
              <a:miter lim="800000"/>
              <a:headEnd/>
              <a:tailEnd/>
            </a:ln>
          </p:spPr>
          <p:txBody>
            <a:bodyPr lIns="0" tIns="0" rIns="0" bIns="0">
              <a:spAutoFit/>
            </a:bodyPr>
            <a:lstStyle/>
            <a:p>
              <a:pPr algn="ctr">
                <a:lnSpc>
                  <a:spcPct val="95000"/>
                </a:lnSpc>
              </a:pPr>
              <a:r>
                <a:rPr lang="en-US" sz="1000" dirty="0" smtClean="0">
                  <a:solidFill>
                    <a:schemeClr val="tx2"/>
                  </a:solidFill>
                  <a:latin typeface="Arial Unicode MS" pitchFamily="34" charset="-122"/>
                  <a:ea typeface="Arial Unicode MS" pitchFamily="34" charset="-122"/>
                  <a:cs typeface="Arial Unicode MS" pitchFamily="34" charset="-122"/>
                </a:rPr>
                <a:t>Jan 2015</a:t>
              </a:r>
              <a:endParaRPr lang="en-US" sz="1000" dirty="0">
                <a:solidFill>
                  <a:schemeClr val="tx2"/>
                </a:solidFill>
                <a:latin typeface="Arial Unicode MS" pitchFamily="34" charset="-122"/>
                <a:ea typeface="Arial Unicode MS" pitchFamily="34" charset="-122"/>
                <a:cs typeface="Arial Unicode MS" pitchFamily="34" charset="-122"/>
              </a:endParaRPr>
            </a:p>
          </p:txBody>
        </p:sp>
        <p:sp>
          <p:nvSpPr>
            <p:cNvPr id="78" name="Freeform 14"/>
            <p:cNvSpPr>
              <a:spLocks/>
            </p:cNvSpPr>
            <p:nvPr/>
          </p:nvSpPr>
          <p:spPr bwMode="auto">
            <a:xfrm>
              <a:off x="1266825" y="1916114"/>
              <a:ext cx="6580188" cy="144462"/>
            </a:xfrm>
            <a:custGeom>
              <a:avLst/>
              <a:gdLst>
                <a:gd name="T0" fmla="*/ 0 w 4490"/>
                <a:gd name="T1" fmla="*/ 2147483647 h 91"/>
                <a:gd name="T2" fmla="*/ 0 w 4490"/>
                <a:gd name="T3" fmla="*/ 0 h 91"/>
                <a:gd name="T4" fmla="*/ 2147483647 w 4490"/>
                <a:gd name="T5" fmla="*/ 0 h 91"/>
                <a:gd name="T6" fmla="*/ 2147483647 w 4490"/>
                <a:gd name="T7" fmla="*/ 2147483647 h 91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4490"/>
                <a:gd name="T13" fmla="*/ 0 h 91"/>
                <a:gd name="T14" fmla="*/ 4490 w 4490"/>
                <a:gd name="T15" fmla="*/ 91 h 91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4490" h="91">
                  <a:moveTo>
                    <a:pt x="0" y="91"/>
                  </a:moveTo>
                  <a:lnTo>
                    <a:pt x="0" y="0"/>
                  </a:lnTo>
                  <a:lnTo>
                    <a:pt x="4490" y="0"/>
                  </a:lnTo>
                  <a:lnTo>
                    <a:pt x="4490" y="91"/>
                  </a:lnTo>
                </a:path>
              </a:pathLst>
            </a:custGeom>
            <a:noFill/>
            <a:ln w="19050">
              <a:solidFill>
                <a:schemeClr val="accent5"/>
              </a:solidFill>
              <a:round/>
              <a:headEnd/>
              <a:tailEnd/>
            </a:ln>
          </p:spPr>
          <p:txBody>
            <a:bodyPr wrap="none" lIns="0" tIns="0" rIns="0" bIns="0" anchor="ctr"/>
            <a:lstStyle/>
            <a:p>
              <a:pPr>
                <a:defRPr/>
              </a:pPr>
              <a:endParaRPr lang="en-US" dirty="0">
                <a:solidFill>
                  <a:schemeClr val="tx2"/>
                </a:solidFill>
                <a:latin typeface="Arial Unicode MS" pitchFamily="34" charset="-122"/>
                <a:ea typeface="Arial Unicode MS" pitchFamily="34" charset="-122"/>
                <a:cs typeface="Arial Unicode MS" pitchFamily="34" charset="-122"/>
              </a:endParaRPr>
            </a:p>
          </p:txBody>
        </p:sp>
        <p:sp>
          <p:nvSpPr>
            <p:cNvPr id="80" name="AutoShape 16"/>
            <p:cNvSpPr>
              <a:spLocks noChangeArrowheads="1"/>
            </p:cNvSpPr>
            <p:nvPr/>
          </p:nvSpPr>
          <p:spPr bwMode="auto">
            <a:xfrm>
              <a:off x="2065338" y="1844675"/>
              <a:ext cx="133350" cy="142875"/>
            </a:xfrm>
            <a:prstGeom prst="diamond">
              <a:avLst/>
            </a:prstGeom>
            <a:solidFill>
              <a:schemeClr val="accent1"/>
            </a:solidFill>
            <a:ln w="12700" algn="ctr">
              <a:solidFill>
                <a:schemeClr val="bg1"/>
              </a:solidFill>
              <a:miter lim="800000"/>
              <a:headEnd/>
              <a:tailEnd/>
            </a:ln>
          </p:spPr>
          <p:txBody>
            <a:bodyPr wrap="none" lIns="0" tIns="0" rIns="0" bIns="0" anchor="ctr"/>
            <a:lstStyle/>
            <a:p>
              <a:pPr algn="ctr">
                <a:defRPr/>
              </a:pPr>
              <a:endParaRPr lang="en-US" sz="1000" dirty="0">
                <a:solidFill>
                  <a:schemeClr val="tx2"/>
                </a:solidFill>
                <a:latin typeface="Arial Unicode MS" pitchFamily="34" charset="-122"/>
                <a:ea typeface="Arial Unicode MS" pitchFamily="34" charset="-122"/>
                <a:cs typeface="Arial Unicode MS" pitchFamily="34" charset="-122"/>
              </a:endParaRPr>
            </a:p>
          </p:txBody>
        </p:sp>
        <p:sp>
          <p:nvSpPr>
            <p:cNvPr id="82" name="AutoShape 18"/>
            <p:cNvSpPr>
              <a:spLocks noChangeArrowheads="1"/>
            </p:cNvSpPr>
            <p:nvPr/>
          </p:nvSpPr>
          <p:spPr bwMode="auto">
            <a:xfrm>
              <a:off x="3260725" y="1844675"/>
              <a:ext cx="133350" cy="142875"/>
            </a:xfrm>
            <a:prstGeom prst="diamond">
              <a:avLst/>
            </a:prstGeom>
            <a:solidFill>
              <a:schemeClr val="accent1"/>
            </a:solidFill>
            <a:ln w="12700" algn="ctr">
              <a:solidFill>
                <a:schemeClr val="bg1"/>
              </a:solidFill>
              <a:miter lim="800000"/>
              <a:headEnd/>
              <a:tailEnd/>
            </a:ln>
          </p:spPr>
          <p:txBody>
            <a:bodyPr wrap="none" lIns="0" tIns="0" rIns="0" bIns="0" anchor="ctr"/>
            <a:lstStyle/>
            <a:p>
              <a:pPr algn="ctr">
                <a:defRPr/>
              </a:pPr>
              <a:endParaRPr lang="en-US" sz="1000" dirty="0">
                <a:solidFill>
                  <a:schemeClr val="tx2"/>
                </a:solidFill>
                <a:latin typeface="Arial Unicode MS" pitchFamily="34" charset="-122"/>
                <a:ea typeface="Arial Unicode MS" pitchFamily="34" charset="-122"/>
                <a:cs typeface="Arial Unicode MS" pitchFamily="34" charset="-122"/>
              </a:endParaRPr>
            </a:p>
          </p:txBody>
        </p:sp>
        <p:sp>
          <p:nvSpPr>
            <p:cNvPr id="84" name="AutoShape 20"/>
            <p:cNvSpPr>
              <a:spLocks noChangeArrowheads="1"/>
            </p:cNvSpPr>
            <p:nvPr/>
          </p:nvSpPr>
          <p:spPr bwMode="auto">
            <a:xfrm>
              <a:off x="4456113" y="1844675"/>
              <a:ext cx="133350" cy="142875"/>
            </a:xfrm>
            <a:prstGeom prst="diamond">
              <a:avLst/>
            </a:prstGeom>
            <a:solidFill>
              <a:schemeClr val="accent1"/>
            </a:solidFill>
            <a:ln w="12700" algn="ctr">
              <a:solidFill>
                <a:schemeClr val="bg1"/>
              </a:solidFill>
              <a:miter lim="800000"/>
              <a:headEnd/>
              <a:tailEnd/>
            </a:ln>
          </p:spPr>
          <p:txBody>
            <a:bodyPr wrap="none" lIns="0" tIns="0" rIns="0" bIns="0" anchor="ctr"/>
            <a:lstStyle/>
            <a:p>
              <a:pPr algn="ctr">
                <a:defRPr/>
              </a:pPr>
              <a:endParaRPr lang="en-US" sz="1000" dirty="0">
                <a:solidFill>
                  <a:schemeClr val="tx2"/>
                </a:solidFill>
                <a:latin typeface="Arial Unicode MS" pitchFamily="34" charset="-122"/>
                <a:ea typeface="Arial Unicode MS" pitchFamily="34" charset="-122"/>
                <a:cs typeface="Arial Unicode MS" pitchFamily="34" charset="-122"/>
              </a:endParaRPr>
            </a:p>
          </p:txBody>
        </p:sp>
        <p:sp>
          <p:nvSpPr>
            <p:cNvPr id="86" name="AutoShape 22"/>
            <p:cNvSpPr>
              <a:spLocks noChangeArrowheads="1"/>
            </p:cNvSpPr>
            <p:nvPr/>
          </p:nvSpPr>
          <p:spPr bwMode="auto">
            <a:xfrm>
              <a:off x="5651500" y="1844675"/>
              <a:ext cx="133350" cy="142875"/>
            </a:xfrm>
            <a:prstGeom prst="diamond">
              <a:avLst/>
            </a:prstGeom>
            <a:solidFill>
              <a:schemeClr val="accent1"/>
            </a:solidFill>
            <a:ln w="12700" algn="ctr">
              <a:solidFill>
                <a:schemeClr val="bg1"/>
              </a:solidFill>
              <a:miter lim="800000"/>
              <a:headEnd/>
              <a:tailEnd/>
            </a:ln>
          </p:spPr>
          <p:txBody>
            <a:bodyPr wrap="none" lIns="0" tIns="0" rIns="0" bIns="0" anchor="ctr"/>
            <a:lstStyle/>
            <a:p>
              <a:pPr algn="ctr">
                <a:defRPr/>
              </a:pPr>
              <a:endParaRPr lang="en-US" sz="1000" dirty="0">
                <a:solidFill>
                  <a:schemeClr val="tx2"/>
                </a:solidFill>
                <a:latin typeface="Arial Unicode MS" pitchFamily="34" charset="-122"/>
                <a:ea typeface="Arial Unicode MS" pitchFamily="34" charset="-122"/>
                <a:cs typeface="Arial Unicode MS" pitchFamily="34" charset="-122"/>
              </a:endParaRPr>
            </a:p>
          </p:txBody>
        </p:sp>
        <p:sp>
          <p:nvSpPr>
            <p:cNvPr id="88" name="AutoShape 24"/>
            <p:cNvSpPr>
              <a:spLocks noChangeArrowheads="1"/>
            </p:cNvSpPr>
            <p:nvPr/>
          </p:nvSpPr>
          <p:spPr bwMode="auto">
            <a:xfrm>
              <a:off x="6848475" y="1844675"/>
              <a:ext cx="133350" cy="142875"/>
            </a:xfrm>
            <a:prstGeom prst="diamond">
              <a:avLst/>
            </a:prstGeom>
            <a:solidFill>
              <a:schemeClr val="accent1"/>
            </a:solidFill>
            <a:ln w="12700" algn="ctr">
              <a:solidFill>
                <a:schemeClr val="bg1"/>
              </a:solidFill>
              <a:miter lim="800000"/>
              <a:headEnd/>
              <a:tailEnd/>
            </a:ln>
          </p:spPr>
          <p:txBody>
            <a:bodyPr wrap="none" lIns="0" tIns="0" rIns="0" bIns="0" anchor="ctr"/>
            <a:lstStyle/>
            <a:p>
              <a:pPr algn="ctr">
                <a:defRPr/>
              </a:pPr>
              <a:endParaRPr lang="en-US" sz="1000" dirty="0">
                <a:solidFill>
                  <a:schemeClr val="tx2"/>
                </a:solidFill>
                <a:latin typeface="Arial Unicode MS" pitchFamily="34" charset="-122"/>
                <a:ea typeface="Arial Unicode MS" pitchFamily="34" charset="-122"/>
                <a:cs typeface="Arial Unicode MS" pitchFamily="34" charset="-122"/>
              </a:endParaRPr>
            </a:p>
          </p:txBody>
        </p:sp>
      </p:grpSp>
      <p:graphicFrame>
        <p:nvGraphicFramePr>
          <p:cNvPr id="8" name="Table 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12718882"/>
              </p:ext>
            </p:extLst>
          </p:nvPr>
        </p:nvGraphicFramePr>
        <p:xfrm>
          <a:off x="5190479" y="4574460"/>
          <a:ext cx="4362760" cy="243840"/>
        </p:xfrm>
        <a:graphic>
          <a:graphicData uri="http://schemas.openxmlformats.org/drawingml/2006/table">
            <a:tbl>
              <a:tblPr firstRow="1" bandRow="1">
                <a:tableStyleId>{69C7853C-536D-4A76-A0AE-DD22124D55A5}</a:tableStyleId>
              </a:tblPr>
              <a:tblGrid>
                <a:gridCol w="577946"/>
                <a:gridCol w="784860"/>
                <a:gridCol w="800100"/>
                <a:gridCol w="807720"/>
                <a:gridCol w="784860"/>
                <a:gridCol w="607274"/>
              </a:tblGrid>
              <a:tr h="213360">
                <a:tc>
                  <a:txBody>
                    <a:bodyPr/>
                    <a:lstStyle/>
                    <a:p>
                      <a:r>
                        <a:rPr lang="en-US" sz="1000" dirty="0" smtClean="0">
                          <a:solidFill>
                            <a:schemeClr val="tx1"/>
                          </a:solidFill>
                        </a:rPr>
                        <a:t>Base</a:t>
                      </a:r>
                      <a:endParaRPr lang="en-US" sz="10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000" dirty="0"/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000" dirty="0"/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000" dirty="0"/>
                    </a:p>
                  </a:txBody>
                  <a:tcP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000" dirty="0"/>
                    </a:p>
                  </a:txBody>
                  <a:tcPr>
                    <a:solidFill>
                      <a:schemeClr val="accent6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000" dirty="0"/>
                    </a:p>
                  </a:txBody>
                  <a:tcPr>
                    <a:solidFill>
                      <a:schemeClr val="accent6">
                        <a:lumMod val="50000"/>
                      </a:schemeClr>
                    </a:solidFill>
                  </a:tcPr>
                </a:tc>
              </a:tr>
            </a:tbl>
          </a:graphicData>
        </a:graphic>
      </p:graphicFrame>
      <p:graphicFrame>
        <p:nvGraphicFramePr>
          <p:cNvPr id="90" name="Table 8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32419936"/>
              </p:ext>
            </p:extLst>
          </p:nvPr>
        </p:nvGraphicFramePr>
        <p:xfrm>
          <a:off x="5190479" y="4933553"/>
          <a:ext cx="4362760" cy="243840"/>
        </p:xfrm>
        <a:graphic>
          <a:graphicData uri="http://schemas.openxmlformats.org/drawingml/2006/table">
            <a:tbl>
              <a:tblPr firstRow="1" bandRow="1">
                <a:tableStyleId>{69C7853C-536D-4A76-A0AE-DD22124D55A5}</a:tableStyleId>
              </a:tblPr>
              <a:tblGrid>
                <a:gridCol w="1118966"/>
                <a:gridCol w="243840"/>
                <a:gridCol w="800100"/>
                <a:gridCol w="807720"/>
                <a:gridCol w="784860"/>
                <a:gridCol w="607274"/>
              </a:tblGrid>
              <a:tr h="213360">
                <a:tc>
                  <a:txBody>
                    <a:bodyPr/>
                    <a:lstStyle/>
                    <a:p>
                      <a:r>
                        <a:rPr lang="en-US" sz="1000" b="1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Occupancy</a:t>
                      </a:r>
                      <a:endParaRPr lang="en-US" sz="1000" b="1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000" b="1" kern="1200" dirty="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000" b="1" kern="1200" dirty="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000" b="1" kern="1200" dirty="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000" b="1" kern="1200" dirty="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000" b="1" kern="1200" dirty="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</a:tr>
            </a:tbl>
          </a:graphicData>
        </a:graphic>
      </p:graphicFrame>
      <p:graphicFrame>
        <p:nvGraphicFramePr>
          <p:cNvPr id="91" name="Table 9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31375935"/>
              </p:ext>
            </p:extLst>
          </p:nvPr>
        </p:nvGraphicFramePr>
        <p:xfrm>
          <a:off x="5190479" y="5292646"/>
          <a:ext cx="4362760" cy="243840"/>
        </p:xfrm>
        <a:graphic>
          <a:graphicData uri="http://schemas.openxmlformats.org/drawingml/2006/table">
            <a:tbl>
              <a:tblPr firstRow="1" bandRow="1">
                <a:tableStyleId>{69C7853C-536D-4A76-A0AE-DD22124D55A5}</a:tableStyleId>
              </a:tblPr>
              <a:tblGrid>
                <a:gridCol w="577946"/>
                <a:gridCol w="784860"/>
                <a:gridCol w="800100"/>
                <a:gridCol w="807720"/>
                <a:gridCol w="784860"/>
                <a:gridCol w="607274"/>
              </a:tblGrid>
              <a:tr h="213360">
                <a:tc>
                  <a:txBody>
                    <a:bodyPr/>
                    <a:lstStyle/>
                    <a:p>
                      <a:pPr marL="0" marR="0" indent="0" algn="l" defTabSz="1018472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dirty="0" smtClean="0">
                          <a:solidFill>
                            <a:schemeClr val="tx1"/>
                          </a:solidFill>
                        </a:rPr>
                        <a:t>Unit</a:t>
                      </a:r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000" dirty="0"/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000" dirty="0"/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000" dirty="0"/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000" dirty="0"/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000" dirty="0"/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</a:tr>
            </a:tbl>
          </a:graphicData>
        </a:graphic>
      </p:graphicFrame>
      <p:graphicFrame>
        <p:nvGraphicFramePr>
          <p:cNvPr id="92" name="Table 9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19185554"/>
              </p:ext>
            </p:extLst>
          </p:nvPr>
        </p:nvGraphicFramePr>
        <p:xfrm>
          <a:off x="5190479" y="5651739"/>
          <a:ext cx="4362760" cy="243840"/>
        </p:xfrm>
        <a:graphic>
          <a:graphicData uri="http://schemas.openxmlformats.org/drawingml/2006/table">
            <a:tbl>
              <a:tblPr firstRow="1" bandRow="1">
                <a:tableStyleId>{69C7853C-536D-4A76-A0AE-DD22124D55A5}</a:tableStyleId>
              </a:tblPr>
              <a:tblGrid>
                <a:gridCol w="1154526"/>
                <a:gridCol w="208280"/>
                <a:gridCol w="800100"/>
                <a:gridCol w="807720"/>
                <a:gridCol w="784860"/>
                <a:gridCol w="607274"/>
              </a:tblGrid>
              <a:tr h="213360">
                <a:tc>
                  <a:txBody>
                    <a:bodyPr/>
                    <a:lstStyle/>
                    <a:p>
                      <a:pPr marL="0" marR="0" indent="0" algn="l" defTabSz="1018472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dirty="0" smtClean="0">
                          <a:solidFill>
                            <a:schemeClr val="tx1"/>
                          </a:solidFill>
                        </a:rPr>
                        <a:t>High</a:t>
                      </a:r>
                      <a:r>
                        <a:rPr lang="en-US" sz="1000" baseline="0" dirty="0" smtClean="0">
                          <a:solidFill>
                            <a:schemeClr val="tx1"/>
                          </a:solidFill>
                        </a:rPr>
                        <a:t> LTV</a:t>
                      </a:r>
                      <a:endParaRPr lang="en-US" sz="1000" dirty="0" smtClean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000" dirty="0"/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000" dirty="0"/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000" dirty="0"/>
                    </a:p>
                  </a:txBody>
                  <a:tcP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000" dirty="0"/>
                    </a:p>
                  </a:txBody>
                  <a:tcP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000" dirty="0"/>
                    </a:p>
                  </a:txBody>
                  <a:tcP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</a:tr>
            </a:tbl>
          </a:graphicData>
        </a:graphic>
      </p:graphicFrame>
      <p:graphicFrame>
        <p:nvGraphicFramePr>
          <p:cNvPr id="93" name="Table 9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49169275"/>
              </p:ext>
            </p:extLst>
          </p:nvPr>
        </p:nvGraphicFramePr>
        <p:xfrm>
          <a:off x="5190479" y="6010831"/>
          <a:ext cx="4362760" cy="243840"/>
        </p:xfrm>
        <a:graphic>
          <a:graphicData uri="http://schemas.openxmlformats.org/drawingml/2006/table">
            <a:tbl>
              <a:tblPr firstRow="1" bandRow="1">
                <a:tableStyleId>{69C7853C-536D-4A76-A0AE-DD22124D55A5}</a:tableStyleId>
              </a:tblPr>
              <a:tblGrid>
                <a:gridCol w="577946"/>
                <a:gridCol w="784860"/>
                <a:gridCol w="800100"/>
                <a:gridCol w="807720"/>
                <a:gridCol w="784860"/>
                <a:gridCol w="607274"/>
              </a:tblGrid>
              <a:tr h="213360">
                <a:tc>
                  <a:txBody>
                    <a:bodyPr/>
                    <a:lstStyle/>
                    <a:p>
                      <a:r>
                        <a:rPr lang="en-US" sz="1000" dirty="0" smtClean="0">
                          <a:solidFill>
                            <a:schemeClr val="tx1"/>
                          </a:solidFill>
                        </a:rPr>
                        <a:t>AMDC</a:t>
                      </a:r>
                      <a:endParaRPr lang="en-US" sz="10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000" dirty="0"/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000" dirty="0"/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000" dirty="0"/>
                    </a:p>
                  </a:txBody>
                  <a:tcP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000" dirty="0"/>
                    </a:p>
                  </a:txBody>
                  <a:tcPr>
                    <a:solidFill>
                      <a:schemeClr val="accent6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000" dirty="0"/>
                    </a:p>
                  </a:txBody>
                  <a:tcPr>
                    <a:solidFill>
                      <a:schemeClr val="accent6">
                        <a:lumMod val="75000"/>
                      </a:schemeClr>
                    </a:solidFill>
                  </a:tcPr>
                </a:tc>
              </a:tr>
            </a:tbl>
          </a:graphicData>
        </a:graphic>
      </p:graphicFrame>
      <p:cxnSp>
        <p:nvCxnSpPr>
          <p:cNvPr id="10" name="Straight Connector 9"/>
          <p:cNvCxnSpPr/>
          <p:nvPr/>
        </p:nvCxnSpPr>
        <p:spPr>
          <a:xfrm flipV="1">
            <a:off x="7764780" y="4469237"/>
            <a:ext cx="0" cy="1939183"/>
          </a:xfrm>
          <a:prstGeom prst="line">
            <a:avLst/>
          </a:prstGeom>
          <a:ln w="38100">
            <a:solidFill>
              <a:srgbClr val="99663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7224918" y="6408420"/>
            <a:ext cx="134375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 smtClean="0"/>
              <a:t>e.g. </a:t>
            </a:r>
          </a:p>
          <a:p>
            <a:r>
              <a:rPr lang="en-US" sz="1200" dirty="0" smtClean="0"/>
              <a:t>as of 12/20/2013</a:t>
            </a:r>
            <a:endParaRPr lang="en-US" sz="1200" dirty="0"/>
          </a:p>
        </p:txBody>
      </p:sp>
    </p:spTree>
    <p:extLst>
      <p:ext uri="{BB962C8B-B14F-4D97-AF65-F5344CB8AC3E}">
        <p14:creationId xmlns:p14="http://schemas.microsoft.com/office/powerpoint/2010/main" val="142437411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1537" name="Rectangle 2"/>
          <p:cNvSpPr>
            <a:spLocks noGrp="1" noChangeArrowheads="1"/>
          </p:cNvSpPr>
          <p:nvPr>
            <p:ph type="title"/>
          </p:nvPr>
        </p:nvSpPr>
        <p:spPr>
          <a:xfrm>
            <a:off x="2533587" y="270070"/>
            <a:ext cx="7280116" cy="644102"/>
          </a:xfrm>
        </p:spPr>
        <p:txBody>
          <a:bodyPr/>
          <a:lstStyle/>
          <a:p>
            <a:r>
              <a:rPr lang="en-US" dirty="0" smtClean="0"/>
              <a:t>LOAN-LEVEL WITH TIME-DEPENDENT LLPA: CALCULATION</a:t>
            </a:r>
            <a:endParaRPr lang="en-US" sz="1200" b="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3" name="TextBox 22"/>
              <p:cNvSpPr txBox="1"/>
              <p:nvPr/>
            </p:nvSpPr>
            <p:spPr>
              <a:xfrm>
                <a:off x="5147971" y="1501198"/>
                <a:ext cx="4218719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400" i="1" smtClean="0">
                          <a:latin typeface="Cambria Math"/>
                        </a:rPr>
                        <m:t>𝐼𝑛𝑐𝑒𝑛𝑡𝑖𝑣𝑒</m:t>
                      </m:r>
                      <m:r>
                        <a:rPr lang="en-US" sz="1400" i="1" smtClean="0">
                          <a:latin typeface="Cambria Math"/>
                        </a:rPr>
                        <m:t>=</m:t>
                      </m:r>
                      <m:r>
                        <a:rPr lang="en-US" sz="1400" b="0" i="1">
                          <a:latin typeface="Cambria Math"/>
                        </a:rPr>
                        <m:t>𝑂𝑟𝑖𝑔𝑁𝑜𝑡𝑒𝑅𝑎𝑡𝑒</m:t>
                      </m:r>
                      <m:r>
                        <a:rPr lang="en-US" sz="1400" i="1">
                          <a:latin typeface="Cambria Math"/>
                        </a:rPr>
                        <m:t>−</m:t>
                      </m:r>
                      <m:r>
                        <a:rPr lang="en-US" sz="1400" b="0" i="1" smtClean="0">
                          <a:latin typeface="Cambria Math"/>
                        </a:rPr>
                        <m:t>(</m:t>
                      </m:r>
                      <m:r>
                        <a:rPr lang="en-US" sz="1400" i="1">
                          <a:latin typeface="Cambria Math"/>
                        </a:rPr>
                        <m:t>𝑃𝑀𝑀𝑆</m:t>
                      </m:r>
                      <m:r>
                        <a:rPr lang="en-US" sz="1400" b="1" i="1" smtClean="0">
                          <a:latin typeface="Cambria Math"/>
                        </a:rPr>
                        <m:t>+</m:t>
                      </m:r>
                      <m:sSub>
                        <m:sSubPr>
                          <m:ctrlPr>
                            <a:rPr lang="en-US" sz="1400" b="1" i="1" smtClean="0">
                              <a:latin typeface="Cambria Math"/>
                            </a:rPr>
                          </m:ctrlPr>
                        </m:sSubPr>
                        <m:e>
                          <m:r>
                            <a:rPr lang="en-US" sz="1400" b="1" i="1">
                              <a:latin typeface="Cambria Math"/>
                            </a:rPr>
                            <m:t>𝑳𝑳𝑷𝑨</m:t>
                          </m:r>
                        </m:e>
                        <m:sub>
                          <m:r>
                            <a:rPr lang="en-US" sz="1400" b="1" i="1" smtClean="0">
                              <a:latin typeface="Cambria Math"/>
                            </a:rPr>
                            <m:t>𝒕</m:t>
                          </m:r>
                        </m:sub>
                      </m:sSub>
                      <m:r>
                        <a:rPr lang="en-US" sz="1400" b="0" i="1" smtClean="0">
                          <a:latin typeface="Cambria Math"/>
                        </a:rPr>
                        <m:t>/4)</m:t>
                      </m:r>
                    </m:oMath>
                  </m:oMathPara>
                </a14:m>
                <a:endParaRPr lang="en-US" sz="1400" b="0" dirty="0" smtClean="0"/>
              </a:p>
            </p:txBody>
          </p:sp>
        </mc:Choice>
        <mc:Fallback xmlns="">
          <p:sp>
            <p:nvSpPr>
              <p:cNvPr id="23" name="TextBox 2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147971" y="1501198"/>
                <a:ext cx="4218719" cy="307777"/>
              </a:xfrm>
              <a:prstGeom prst="rect">
                <a:avLst/>
              </a:prstGeom>
              <a:blipFill rotWithShape="1">
                <a:blip r:embed="rId2"/>
                <a:stretch>
                  <a:fillRect b="-784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32" name="Straight Connector 31"/>
          <p:cNvCxnSpPr/>
          <p:nvPr/>
        </p:nvCxnSpPr>
        <p:spPr>
          <a:xfrm>
            <a:off x="5204559" y="1216236"/>
            <a:ext cx="4348681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" name="TextBox 32"/>
          <p:cNvSpPr txBox="1"/>
          <p:nvPr/>
        </p:nvSpPr>
        <p:spPr>
          <a:xfrm>
            <a:off x="6425605" y="1046959"/>
            <a:ext cx="2232620" cy="338554"/>
          </a:xfrm>
          <a:prstGeom prst="rect">
            <a:avLst/>
          </a:prstGeom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sz="1600" dirty="0" smtClean="0">
                <a:latin typeface="Arial" panose="020B0604020202020204" pitchFamily="34" charset="0"/>
                <a:cs typeface="Arial" panose="020B0604020202020204" pitchFamily="34" charset="0"/>
              </a:rPr>
              <a:t>Time-dependent LLPA</a:t>
            </a:r>
            <a:endParaRPr lang="en-US" sz="16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4" name="Straight Connector 3"/>
          <p:cNvCxnSpPr/>
          <p:nvPr/>
        </p:nvCxnSpPr>
        <p:spPr>
          <a:xfrm>
            <a:off x="4949844" y="1217718"/>
            <a:ext cx="0" cy="887307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47" name="TextBox 46"/>
              <p:cNvSpPr txBox="1"/>
              <p:nvPr/>
            </p:nvSpPr>
            <p:spPr>
              <a:xfrm>
                <a:off x="5147971" y="1875647"/>
                <a:ext cx="4153894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400" b="0" i="1" smtClean="0">
                          <a:latin typeface="Cambria Math"/>
                        </a:rPr>
                        <m:t>𝐿𝐿𝑃𝐴</m:t>
                      </m:r>
                      <m:r>
                        <a:rPr lang="en-US" sz="1400" b="0" i="1" smtClean="0">
                          <a:latin typeface="Cambria Math"/>
                        </a:rPr>
                        <m:t>=</m:t>
                      </m:r>
                      <m:r>
                        <a:rPr lang="en-US" sz="1400" b="0" i="1" smtClean="0">
                          <a:latin typeface="Cambria Math"/>
                        </a:rPr>
                        <m:t>𝑓</m:t>
                      </m:r>
                      <m:r>
                        <a:rPr lang="en-US" sz="1400" b="0" i="1" smtClean="0">
                          <a:latin typeface="Cambria Math"/>
                        </a:rPr>
                        <m:t>(</m:t>
                      </m:r>
                      <m:r>
                        <a:rPr lang="en-US" sz="1400" b="0" i="1" smtClean="0">
                          <a:latin typeface="Cambria Math"/>
                        </a:rPr>
                        <m:t>𝐿𝑇𝑉</m:t>
                      </m:r>
                      <m:r>
                        <a:rPr lang="en-US" sz="1400" b="0" i="1" smtClean="0">
                          <a:latin typeface="Cambria Math"/>
                        </a:rPr>
                        <m:t>, </m:t>
                      </m:r>
                      <m:r>
                        <a:rPr lang="en-US" sz="1400" b="0" i="1" smtClean="0">
                          <a:latin typeface="Cambria Math"/>
                        </a:rPr>
                        <m:t>𝐹𝐼𝐶𝑂</m:t>
                      </m:r>
                      <m:r>
                        <a:rPr lang="en-US" sz="1400" b="0" i="1" smtClean="0">
                          <a:latin typeface="Cambria Math"/>
                        </a:rPr>
                        <m:t>, </m:t>
                      </m:r>
                      <m:r>
                        <a:rPr lang="en-US" sz="1400" b="0" i="1" smtClean="0">
                          <a:latin typeface="Cambria Math"/>
                        </a:rPr>
                        <m:t>𝑃𝑟𝑜𝑝𝑒𝑟𝑡𝑦</m:t>
                      </m:r>
                      <m:r>
                        <a:rPr lang="en-US" sz="1400" b="0" i="1" smtClean="0">
                          <a:latin typeface="Cambria Math"/>
                        </a:rPr>
                        <m:t> </m:t>
                      </m:r>
                      <m:r>
                        <a:rPr lang="en-US" sz="1400" b="0" i="1" smtClean="0">
                          <a:latin typeface="Cambria Math"/>
                        </a:rPr>
                        <m:t>𝑇𝑦𝑝𝑒</m:t>
                      </m:r>
                      <m:r>
                        <a:rPr lang="en-US" sz="1400" b="0" i="1" smtClean="0">
                          <a:latin typeface="Cambria Math"/>
                        </a:rPr>
                        <m:t>, </m:t>
                      </m:r>
                      <m:r>
                        <a:rPr lang="en-US" sz="1400" b="0" i="1" smtClean="0">
                          <a:latin typeface="Cambria Math"/>
                        </a:rPr>
                        <m:t>𝐿𝑜𝑎𝑛</m:t>
                      </m:r>
                      <m:r>
                        <a:rPr lang="en-US" sz="1400" b="0" i="1" smtClean="0">
                          <a:latin typeface="Cambria Math"/>
                        </a:rPr>
                        <m:t> </m:t>
                      </m:r>
                      <m:r>
                        <a:rPr lang="en-US" sz="1400" b="0" i="1" smtClean="0">
                          <a:latin typeface="Cambria Math"/>
                        </a:rPr>
                        <m:t>𝑆𝑖𝑧𝑒</m:t>
                      </m:r>
                      <m:r>
                        <a:rPr lang="en-US" sz="1400" b="0" i="1" smtClean="0">
                          <a:latin typeface="Cambria Math"/>
                        </a:rPr>
                        <m:t>, </m:t>
                      </m:r>
                      <m:r>
                        <a:rPr lang="en-US" sz="1400" b="1" i="1" smtClean="0">
                          <a:latin typeface="Cambria Math"/>
                        </a:rPr>
                        <m:t>𝒕</m:t>
                      </m:r>
                      <m:r>
                        <a:rPr lang="en-US" sz="1400" b="0" i="1" smtClean="0">
                          <a:latin typeface="Cambria Math"/>
                        </a:rPr>
                        <m:t>)</m:t>
                      </m:r>
                    </m:oMath>
                  </m:oMathPara>
                </a14:m>
                <a:endParaRPr lang="en-US" sz="1400" b="0" dirty="0" smtClean="0"/>
              </a:p>
            </p:txBody>
          </p:sp>
        </mc:Choice>
        <mc:Fallback xmlns="">
          <p:sp>
            <p:nvSpPr>
              <p:cNvPr id="47" name="TextBox 4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147971" y="1875647"/>
                <a:ext cx="4153894" cy="307777"/>
              </a:xfrm>
              <a:prstGeom prst="rect">
                <a:avLst/>
              </a:prstGeom>
              <a:blipFill rotWithShape="1">
                <a:blip r:embed="rId3"/>
                <a:stretch>
                  <a:fillRect b="-10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48" name="Straight Connector 47"/>
          <p:cNvCxnSpPr/>
          <p:nvPr/>
        </p:nvCxnSpPr>
        <p:spPr>
          <a:xfrm>
            <a:off x="871625" y="3894892"/>
            <a:ext cx="5626763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9" name="TextBox 48"/>
          <p:cNvSpPr txBox="1"/>
          <p:nvPr/>
        </p:nvSpPr>
        <p:spPr>
          <a:xfrm>
            <a:off x="2566043" y="3735944"/>
            <a:ext cx="2363603" cy="338554"/>
          </a:xfrm>
          <a:prstGeom prst="rect">
            <a:avLst/>
          </a:prstGeom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sz="1600" dirty="0" smtClean="0">
                <a:latin typeface="Arial" panose="020B0604020202020204" pitchFamily="34" charset="0"/>
                <a:cs typeface="Arial" panose="020B0604020202020204" pitchFamily="34" charset="0"/>
              </a:rPr>
              <a:t>Time-dependent LLPA</a:t>
            </a:r>
            <a:endParaRPr lang="en-US" sz="16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1" name="TextBox 20"/>
              <p:cNvSpPr txBox="1"/>
              <p:nvPr/>
            </p:nvSpPr>
            <p:spPr>
              <a:xfrm>
                <a:off x="346217" y="1507759"/>
                <a:ext cx="4057521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400" i="1" smtClean="0">
                          <a:latin typeface="Cambria Math"/>
                        </a:rPr>
                        <m:t>𝐼𝑛𝑐𝑒𝑛𝑡𝑖𝑣𝑒</m:t>
                      </m:r>
                      <m:r>
                        <a:rPr lang="en-US" sz="1400" i="1" smtClean="0">
                          <a:latin typeface="Cambria Math"/>
                        </a:rPr>
                        <m:t>=</m:t>
                      </m:r>
                      <m:r>
                        <a:rPr lang="en-US" sz="1400" b="0" i="1">
                          <a:latin typeface="Cambria Math"/>
                        </a:rPr>
                        <m:t>𝑂𝑟𝑖𝑔𝑁𝑜𝑡𝑒𝑅𝑎𝑡𝑒</m:t>
                      </m:r>
                      <m:r>
                        <a:rPr lang="en-US" sz="1400" i="1">
                          <a:latin typeface="Cambria Math"/>
                        </a:rPr>
                        <m:t>−</m:t>
                      </m:r>
                      <m:r>
                        <a:rPr lang="en-US" sz="1400" b="0" i="1" smtClean="0">
                          <a:latin typeface="Cambria Math"/>
                        </a:rPr>
                        <m:t>(</m:t>
                      </m:r>
                      <m:r>
                        <a:rPr lang="en-US" sz="1400" i="1">
                          <a:latin typeface="Cambria Math"/>
                        </a:rPr>
                        <m:t>𝑃𝑀𝑀𝑆</m:t>
                      </m:r>
                      <m:r>
                        <a:rPr lang="en-US" sz="1400" b="1" i="1" smtClean="0">
                          <a:latin typeface="Cambria Math"/>
                        </a:rPr>
                        <m:t>+</m:t>
                      </m:r>
                      <m:r>
                        <a:rPr lang="en-US" sz="1400" b="1" i="1" smtClean="0">
                          <a:latin typeface="Cambria Math"/>
                        </a:rPr>
                        <m:t>𝑳𝑳𝑷𝑨</m:t>
                      </m:r>
                      <m:r>
                        <a:rPr lang="en-US" sz="1400" b="0" i="1" smtClean="0">
                          <a:latin typeface="Cambria Math"/>
                        </a:rPr>
                        <m:t>/4)</m:t>
                      </m:r>
                    </m:oMath>
                  </m:oMathPara>
                </a14:m>
                <a:endParaRPr lang="en-US" sz="1400" b="0" dirty="0" smtClean="0"/>
              </a:p>
            </p:txBody>
          </p:sp>
        </mc:Choice>
        <mc:Fallback xmlns="">
          <p:sp>
            <p:nvSpPr>
              <p:cNvPr id="21" name="TextBox 2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6217" y="1507759"/>
                <a:ext cx="4057521" cy="307777"/>
              </a:xfrm>
              <a:prstGeom prst="rect">
                <a:avLst/>
              </a:prstGeom>
              <a:blipFill rotWithShape="1">
                <a:blip r:embed="rId4"/>
                <a:stretch>
                  <a:fillRect b="-784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36" name="Straight Connector 35"/>
          <p:cNvCxnSpPr/>
          <p:nvPr/>
        </p:nvCxnSpPr>
        <p:spPr>
          <a:xfrm>
            <a:off x="346217" y="1229358"/>
            <a:ext cx="4348681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7" name="TextBox 36"/>
          <p:cNvSpPr txBox="1"/>
          <p:nvPr/>
        </p:nvSpPr>
        <p:spPr>
          <a:xfrm>
            <a:off x="1452963" y="1060081"/>
            <a:ext cx="2135188" cy="338554"/>
          </a:xfrm>
          <a:prstGeom prst="rect">
            <a:avLst/>
          </a:prstGeom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L</a:t>
            </a:r>
            <a:r>
              <a:rPr lang="en-US" sz="1600" dirty="0" smtClean="0">
                <a:latin typeface="Arial" panose="020B0604020202020204" pitchFamily="34" charset="0"/>
                <a:cs typeface="Arial" panose="020B0604020202020204" pitchFamily="34" charset="0"/>
              </a:rPr>
              <a:t>oan Level with LLPA</a:t>
            </a:r>
            <a:endParaRPr lang="en-US" sz="16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8" name="TextBox 37"/>
              <p:cNvSpPr txBox="1"/>
              <p:nvPr/>
            </p:nvSpPr>
            <p:spPr>
              <a:xfrm>
                <a:off x="346217" y="1882208"/>
                <a:ext cx="4012189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400" b="0" i="1" smtClean="0">
                          <a:latin typeface="Cambria Math"/>
                        </a:rPr>
                        <m:t>𝐿𝐿𝑃𝐴</m:t>
                      </m:r>
                      <m:r>
                        <a:rPr lang="en-US" sz="1400" b="0" i="1" smtClean="0">
                          <a:latin typeface="Cambria Math"/>
                        </a:rPr>
                        <m:t>=</m:t>
                      </m:r>
                      <m:r>
                        <a:rPr lang="en-US" sz="1400" b="0" i="1" smtClean="0">
                          <a:latin typeface="Cambria Math"/>
                        </a:rPr>
                        <m:t>𝑓</m:t>
                      </m:r>
                      <m:r>
                        <a:rPr lang="en-US" sz="1400" b="0" i="1" smtClean="0">
                          <a:latin typeface="Cambria Math"/>
                        </a:rPr>
                        <m:t>(</m:t>
                      </m:r>
                      <m:r>
                        <a:rPr lang="en-US" sz="1400" b="0" i="1" smtClean="0">
                          <a:latin typeface="Cambria Math"/>
                        </a:rPr>
                        <m:t>𝐿𝑇𝑉</m:t>
                      </m:r>
                      <m:r>
                        <a:rPr lang="en-US" sz="1400" b="0" i="1" smtClean="0">
                          <a:latin typeface="Cambria Math"/>
                        </a:rPr>
                        <m:t>, </m:t>
                      </m:r>
                      <m:r>
                        <a:rPr lang="en-US" sz="1400" b="0" i="1" smtClean="0">
                          <a:latin typeface="Cambria Math"/>
                        </a:rPr>
                        <m:t>𝐹𝐼𝐶𝑂</m:t>
                      </m:r>
                      <m:r>
                        <a:rPr lang="en-US" sz="1400" b="0" i="1" smtClean="0">
                          <a:latin typeface="Cambria Math"/>
                        </a:rPr>
                        <m:t>, </m:t>
                      </m:r>
                      <m:r>
                        <a:rPr lang="en-US" sz="1400" b="0" i="1" smtClean="0">
                          <a:latin typeface="Cambria Math"/>
                        </a:rPr>
                        <m:t>𝑃𝑟𝑜𝑝𝑒𝑟𝑡𝑦</m:t>
                      </m:r>
                      <m:r>
                        <a:rPr lang="en-US" sz="1400" b="0" i="1" smtClean="0">
                          <a:latin typeface="Cambria Math"/>
                        </a:rPr>
                        <m:t> </m:t>
                      </m:r>
                      <m:r>
                        <a:rPr lang="en-US" sz="1400" b="0" i="1" smtClean="0">
                          <a:latin typeface="Cambria Math"/>
                        </a:rPr>
                        <m:t>𝑇𝑦𝑝𝑒</m:t>
                      </m:r>
                      <m:r>
                        <a:rPr lang="en-US" sz="1400" b="0" i="1" smtClean="0">
                          <a:latin typeface="Cambria Math"/>
                        </a:rPr>
                        <m:t>, </m:t>
                      </m:r>
                      <m:r>
                        <a:rPr lang="en-US" sz="1400" b="0" i="1" smtClean="0">
                          <a:latin typeface="Cambria Math"/>
                        </a:rPr>
                        <m:t>𝐿𝑜𝑎𝑛</m:t>
                      </m:r>
                      <m:r>
                        <a:rPr lang="en-US" sz="1400" b="0" i="1" smtClean="0">
                          <a:latin typeface="Cambria Math"/>
                        </a:rPr>
                        <m:t> </m:t>
                      </m:r>
                      <m:r>
                        <a:rPr lang="en-US" sz="1400" b="0" i="1" smtClean="0">
                          <a:latin typeface="Cambria Math"/>
                        </a:rPr>
                        <m:t>𝑆𝑖𝑧𝑒</m:t>
                      </m:r>
                      <m:r>
                        <a:rPr lang="en-US" sz="1400" b="0" i="1" smtClean="0">
                          <a:latin typeface="Cambria Math"/>
                        </a:rPr>
                        <m:t>)</m:t>
                      </m:r>
                    </m:oMath>
                  </m:oMathPara>
                </a14:m>
                <a:endParaRPr lang="en-US" sz="1400" b="0" dirty="0" smtClean="0"/>
              </a:p>
            </p:txBody>
          </p:sp>
        </mc:Choice>
        <mc:Fallback xmlns="">
          <p:sp>
            <p:nvSpPr>
              <p:cNvPr id="38" name="TextBox 3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6217" y="1882208"/>
                <a:ext cx="4012189" cy="307777"/>
              </a:xfrm>
              <a:prstGeom prst="rect">
                <a:avLst/>
              </a:prstGeom>
              <a:blipFill rotWithShape="1">
                <a:blip r:embed="rId5"/>
                <a:stretch>
                  <a:fillRect b="-10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4" name="TextBox 23"/>
          <p:cNvSpPr txBox="1"/>
          <p:nvPr/>
        </p:nvSpPr>
        <p:spPr>
          <a:xfrm>
            <a:off x="5252745" y="2286000"/>
            <a:ext cx="4324349" cy="738664"/>
          </a:xfrm>
          <a:prstGeom prst="rect">
            <a:avLst/>
          </a:prstGeom>
          <a:noFill/>
          <a:ln w="12700">
            <a:solidFill>
              <a:srgbClr val="2E398A"/>
            </a:solidFill>
          </a:ln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 smtClean="0"/>
              <a:t>Captures LLPA updates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 smtClean="0">
                <a:latin typeface="+mn-lt"/>
              </a:rPr>
              <a:t>Calculate incentive using corresponding LLPA table, based on time 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46216" y="2292561"/>
            <a:ext cx="4324349" cy="738664"/>
          </a:xfrm>
          <a:prstGeom prst="rect">
            <a:avLst/>
          </a:prstGeom>
          <a:noFill/>
          <a:ln w="12700">
            <a:solidFill>
              <a:srgbClr val="2E398A"/>
            </a:solidFill>
          </a:ln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 smtClean="0"/>
              <a:t>Doesn’t capture LLPA changes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 smtClean="0">
                <a:latin typeface="+mn-lt"/>
              </a:rPr>
              <a:t>Refinance incentive should change when LLPA changes</a:t>
            </a:r>
          </a:p>
        </p:txBody>
      </p:sp>
      <p:graphicFrame>
        <p:nvGraphicFramePr>
          <p:cNvPr id="27" name="Chart 26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005208850"/>
              </p:ext>
            </p:extLst>
          </p:nvPr>
        </p:nvGraphicFramePr>
        <p:xfrm>
          <a:off x="290730" y="4091940"/>
          <a:ext cx="6445349" cy="27432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6"/>
          </a:graphicData>
        </a:graphic>
      </p:graphicFrame>
      <p:sp>
        <p:nvSpPr>
          <p:cNvPr id="39" name="TextBox 38"/>
          <p:cNvSpPr txBox="1"/>
          <p:nvPr/>
        </p:nvSpPr>
        <p:spPr>
          <a:xfrm>
            <a:off x="7032139" y="4226896"/>
            <a:ext cx="2424349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 smtClean="0">
                <a:latin typeface="+mn-lt"/>
              </a:rPr>
              <a:t>Models using constant LLPA and time-dependent LLPA show fairly similar results.</a:t>
            </a:r>
          </a:p>
          <a:p>
            <a:endParaRPr lang="en-US" sz="1400" dirty="0">
              <a:latin typeface="+mn-lt"/>
            </a:endParaRPr>
          </a:p>
          <a:p>
            <a:r>
              <a:rPr lang="en-US" sz="1400" dirty="0" smtClean="0">
                <a:latin typeface="+mn-lt"/>
              </a:rPr>
              <a:t>However, new </a:t>
            </a:r>
            <a:r>
              <a:rPr lang="en-US" sz="1400" dirty="0">
                <a:latin typeface="+mn-lt"/>
              </a:rPr>
              <a:t>time-dependent LLPA </a:t>
            </a:r>
            <a:r>
              <a:rPr lang="en-US" sz="1400" dirty="0" smtClean="0">
                <a:latin typeface="+mn-lt"/>
              </a:rPr>
              <a:t>model makes it possible to capture major LLPA changes in the future.</a:t>
            </a:r>
            <a:endParaRPr lang="en-US" sz="1400" dirty="0"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414496623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1537" name="Rectangle 2"/>
          <p:cNvSpPr>
            <a:spLocks noGrp="1" noChangeArrowheads="1"/>
          </p:cNvSpPr>
          <p:nvPr>
            <p:ph type="title"/>
          </p:nvPr>
        </p:nvSpPr>
        <p:spPr>
          <a:xfrm>
            <a:off x="2533587" y="270070"/>
            <a:ext cx="7280116" cy="644102"/>
          </a:xfrm>
        </p:spPr>
        <p:txBody>
          <a:bodyPr/>
          <a:lstStyle/>
          <a:p>
            <a:r>
              <a:rPr lang="en-US" dirty="0" smtClean="0"/>
              <a:t>REFI INDEX VS DIFFERENT LLPA INCENTIVE MODELS</a:t>
            </a:r>
            <a:endParaRPr lang="en-US" sz="1200" b="0" dirty="0"/>
          </a:p>
        </p:txBody>
      </p:sp>
      <p:graphicFrame>
        <p:nvGraphicFramePr>
          <p:cNvPr id="19" name="Chart 18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362240905"/>
              </p:ext>
            </p:extLst>
          </p:nvPr>
        </p:nvGraphicFramePr>
        <p:xfrm>
          <a:off x="1584103" y="4015740"/>
          <a:ext cx="7772400" cy="27432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graphicFrame>
        <p:nvGraphicFramePr>
          <p:cNvPr id="20" name="Chart 19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4210439525"/>
              </p:ext>
            </p:extLst>
          </p:nvPr>
        </p:nvGraphicFramePr>
        <p:xfrm>
          <a:off x="1584103" y="1130340"/>
          <a:ext cx="7772400" cy="27432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3" name="TextBox 2"/>
          <p:cNvSpPr txBox="1"/>
          <p:nvPr/>
        </p:nvSpPr>
        <p:spPr>
          <a:xfrm rot="10800000">
            <a:off x="672822" y="1234440"/>
            <a:ext cx="923330" cy="2164080"/>
          </a:xfrm>
          <a:prstGeom prst="rect">
            <a:avLst/>
          </a:prstGeom>
          <a:solidFill>
            <a:schemeClr val="accent6">
              <a:lumMod val="75000"/>
            </a:schemeClr>
          </a:solidFill>
        </p:spPr>
        <p:txBody>
          <a:bodyPr vert="eaVert" wrap="square" rtlCol="0">
            <a:spAutoFit/>
          </a:bodyPr>
          <a:lstStyle/>
          <a:p>
            <a:pPr algn="ctr"/>
            <a:r>
              <a:rPr lang="en-US" sz="1600" dirty="0" smtClean="0">
                <a:solidFill>
                  <a:schemeClr val="bg1"/>
                </a:solidFill>
                <a:latin typeface="+mn-lt"/>
              </a:rPr>
              <a:t>Pool Level</a:t>
            </a:r>
          </a:p>
          <a:p>
            <a:pPr algn="ctr"/>
            <a:r>
              <a:rPr lang="en-US" sz="1600" dirty="0" smtClean="0">
                <a:solidFill>
                  <a:schemeClr val="bg1"/>
                </a:solidFill>
                <a:latin typeface="+mn-lt"/>
              </a:rPr>
              <a:t>&amp;</a:t>
            </a:r>
          </a:p>
          <a:p>
            <a:pPr algn="ctr"/>
            <a:r>
              <a:rPr lang="en-US" sz="1600" dirty="0" err="1" smtClean="0">
                <a:solidFill>
                  <a:schemeClr val="bg1"/>
                </a:solidFill>
                <a:latin typeface="+mn-lt"/>
              </a:rPr>
              <a:t>Refi</a:t>
            </a:r>
            <a:r>
              <a:rPr lang="en-US" sz="1600" dirty="0" smtClean="0">
                <a:solidFill>
                  <a:schemeClr val="bg1"/>
                </a:solidFill>
                <a:latin typeface="+mn-lt"/>
              </a:rPr>
              <a:t> Index</a:t>
            </a:r>
            <a:endParaRPr lang="en-US" sz="1600" dirty="0">
              <a:solidFill>
                <a:schemeClr val="bg1"/>
              </a:solidFill>
              <a:latin typeface="+mn-lt"/>
            </a:endParaRPr>
          </a:p>
        </p:txBody>
      </p:sp>
      <p:sp>
        <p:nvSpPr>
          <p:cNvPr id="22" name="TextBox 21"/>
          <p:cNvSpPr txBox="1"/>
          <p:nvPr/>
        </p:nvSpPr>
        <p:spPr>
          <a:xfrm rot="10800000">
            <a:off x="672822" y="4114800"/>
            <a:ext cx="923330" cy="2164080"/>
          </a:xfrm>
          <a:prstGeom prst="rect">
            <a:avLst/>
          </a:prstGeom>
          <a:solidFill>
            <a:schemeClr val="accent6">
              <a:lumMod val="75000"/>
            </a:schemeClr>
          </a:solidFill>
        </p:spPr>
        <p:txBody>
          <a:bodyPr vert="eaVert" wrap="square" rtlCol="0">
            <a:spAutoFit/>
          </a:bodyPr>
          <a:lstStyle/>
          <a:p>
            <a:pPr algn="ctr"/>
            <a:r>
              <a:rPr lang="en-US" sz="1600" dirty="0" smtClean="0">
                <a:solidFill>
                  <a:schemeClr val="bg1"/>
                </a:solidFill>
                <a:latin typeface="+mn-lt"/>
              </a:rPr>
              <a:t>Loan Level with </a:t>
            </a:r>
          </a:p>
          <a:p>
            <a:pPr algn="ctr"/>
            <a:r>
              <a:rPr lang="en-US" sz="1600" dirty="0" smtClean="0">
                <a:solidFill>
                  <a:schemeClr val="bg1"/>
                </a:solidFill>
                <a:latin typeface="+mn-lt"/>
              </a:rPr>
              <a:t>Time-dependent LLPA</a:t>
            </a:r>
          </a:p>
          <a:p>
            <a:pPr algn="ctr"/>
            <a:r>
              <a:rPr lang="en-US" sz="1600" dirty="0" smtClean="0">
                <a:solidFill>
                  <a:schemeClr val="bg1"/>
                </a:solidFill>
                <a:latin typeface="+mn-lt"/>
              </a:rPr>
              <a:t>&amp; </a:t>
            </a:r>
            <a:r>
              <a:rPr lang="en-US" sz="1600" dirty="0" err="1" smtClean="0">
                <a:solidFill>
                  <a:schemeClr val="bg1"/>
                </a:solidFill>
                <a:latin typeface="+mn-lt"/>
              </a:rPr>
              <a:t>Refi</a:t>
            </a:r>
            <a:r>
              <a:rPr lang="en-US" sz="1600" dirty="0" smtClean="0">
                <a:solidFill>
                  <a:schemeClr val="bg1"/>
                </a:solidFill>
                <a:latin typeface="+mn-lt"/>
              </a:rPr>
              <a:t> Index</a:t>
            </a:r>
            <a:endParaRPr lang="en-US" sz="1600" dirty="0">
              <a:solidFill>
                <a:schemeClr val="bg1"/>
              </a:solidFill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235357275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1537" name="Rectangle 2"/>
          <p:cNvSpPr>
            <a:spLocks noGrp="1" noChangeArrowheads="1"/>
          </p:cNvSpPr>
          <p:nvPr>
            <p:ph type="title"/>
          </p:nvPr>
        </p:nvSpPr>
        <p:spPr>
          <a:xfrm>
            <a:off x="2533587" y="270070"/>
            <a:ext cx="7280116" cy="644102"/>
          </a:xfrm>
        </p:spPr>
        <p:txBody>
          <a:bodyPr/>
          <a:lstStyle/>
          <a:p>
            <a:r>
              <a:rPr lang="en-US" dirty="0" smtClean="0"/>
              <a:t>LOAN-LEVEL WITH TIME-DEPENDENT LLPA AND PMI</a:t>
            </a:r>
            <a:endParaRPr lang="en-US" sz="1200" b="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3" name="TextBox 22"/>
              <p:cNvSpPr txBox="1"/>
              <p:nvPr/>
            </p:nvSpPr>
            <p:spPr>
              <a:xfrm>
                <a:off x="346217" y="1318317"/>
                <a:ext cx="4507772" cy="49487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400" i="1" smtClean="0">
                          <a:latin typeface="Cambria Math"/>
                        </a:rPr>
                        <m:t>𝐼𝑛𝑐𝑒𝑛𝑡𝑖𝑣𝑒</m:t>
                      </m:r>
                      <m:r>
                        <a:rPr lang="en-US" sz="1400" i="1" smtClean="0">
                          <a:latin typeface="Cambria Math"/>
                        </a:rPr>
                        <m:t>=</m:t>
                      </m:r>
                      <m:r>
                        <a:rPr lang="en-US" sz="1400" b="0" i="1">
                          <a:latin typeface="Cambria Math"/>
                        </a:rPr>
                        <m:t>𝑂𝑟𝑖𝑔𝑁𝑜𝑡𝑒𝑅𝑎𝑡𝑒</m:t>
                      </m:r>
                      <m:r>
                        <a:rPr lang="en-US" sz="1400" i="1">
                          <a:latin typeface="Cambria Math"/>
                        </a:rPr>
                        <m:t>−</m:t>
                      </m:r>
                      <m:r>
                        <a:rPr lang="en-US" sz="1400" b="0" i="1" smtClean="0">
                          <a:latin typeface="Cambria Math"/>
                        </a:rPr>
                        <m:t>(</m:t>
                      </m:r>
                      <m:r>
                        <a:rPr lang="en-US" sz="1400" i="1">
                          <a:latin typeface="Cambria Math"/>
                        </a:rPr>
                        <m:t>𝑃𝑀𝑀𝑆</m:t>
                      </m:r>
                      <m:r>
                        <a:rPr lang="en-US" sz="1400" b="1" i="1" smtClean="0">
                          <a:latin typeface="Cambria Math"/>
                        </a:rPr>
                        <m:t>+</m:t>
                      </m:r>
                      <m:f>
                        <m:fPr>
                          <m:ctrlPr>
                            <a:rPr lang="en-US" sz="1400" b="0" i="1" smtClean="0">
                              <a:latin typeface="Cambria Math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US" sz="1400" b="1" i="1" smtClean="0">
                                  <a:latin typeface="Cambria Math"/>
                                </a:rPr>
                              </m:ctrlPr>
                            </m:sSubPr>
                            <m:e>
                              <m:r>
                                <a:rPr lang="en-US" sz="1400" b="1" i="1">
                                  <a:latin typeface="Cambria Math"/>
                                </a:rPr>
                                <m:t>𝑳𝑳𝑷𝑨</m:t>
                              </m:r>
                            </m:e>
                            <m:sub>
                              <m:r>
                                <a:rPr lang="en-US" sz="1400" b="1" i="1" smtClean="0">
                                  <a:latin typeface="Cambria Math"/>
                                </a:rPr>
                                <m:t>𝒕</m:t>
                              </m:r>
                            </m:sub>
                          </m:sSub>
                        </m:num>
                        <m:den>
                          <m:r>
                            <a:rPr lang="en-US" sz="1400" b="0" i="1" smtClean="0">
                              <a:latin typeface="Cambria Math"/>
                            </a:rPr>
                            <m:t>4</m:t>
                          </m:r>
                        </m:den>
                      </m:f>
                      <m:r>
                        <a:rPr lang="en-US" sz="1400" b="0" i="1" smtClean="0">
                          <a:latin typeface="Cambria Math"/>
                        </a:rPr>
                        <m:t>+</m:t>
                      </m:r>
                      <m:r>
                        <a:rPr lang="en-US" sz="1400" b="0" i="1" smtClean="0">
                          <a:latin typeface="Cambria Math"/>
                        </a:rPr>
                        <m:t>𝑃𝑀𝐼</m:t>
                      </m:r>
                      <m:r>
                        <a:rPr lang="en-US" sz="1400" b="0" i="1" smtClean="0">
                          <a:latin typeface="Cambria Math"/>
                        </a:rPr>
                        <m:t>)</m:t>
                      </m:r>
                    </m:oMath>
                  </m:oMathPara>
                </a14:m>
                <a:endParaRPr lang="en-US" sz="1400" b="0" dirty="0" smtClean="0"/>
              </a:p>
            </p:txBody>
          </p:sp>
        </mc:Choice>
        <mc:Fallback xmlns="">
          <p:sp>
            <p:nvSpPr>
              <p:cNvPr id="23" name="TextBox 2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6217" y="1318317"/>
                <a:ext cx="4507772" cy="494879"/>
              </a:xfrm>
              <a:prstGeom prst="rect">
                <a:avLst/>
              </a:prstGeom>
              <a:blipFill rotWithShape="1">
                <a:blip r:embed="rId2"/>
                <a:stretch>
                  <a:fillRect b="-123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7" name="TextBox 46"/>
              <p:cNvSpPr txBox="1"/>
              <p:nvPr/>
            </p:nvSpPr>
            <p:spPr>
              <a:xfrm>
                <a:off x="346217" y="1692766"/>
                <a:ext cx="4153894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400" b="0" i="1" smtClean="0">
                          <a:latin typeface="Cambria Math"/>
                        </a:rPr>
                        <m:t>𝐿𝐿𝑃𝐴</m:t>
                      </m:r>
                      <m:r>
                        <a:rPr lang="en-US" sz="1400" b="0" i="1" smtClean="0">
                          <a:latin typeface="Cambria Math"/>
                        </a:rPr>
                        <m:t>=</m:t>
                      </m:r>
                      <m:r>
                        <a:rPr lang="en-US" sz="1400" b="0" i="1" smtClean="0">
                          <a:latin typeface="Cambria Math"/>
                        </a:rPr>
                        <m:t>𝑓</m:t>
                      </m:r>
                      <m:r>
                        <a:rPr lang="en-US" sz="1400" b="0" i="1" smtClean="0">
                          <a:latin typeface="Cambria Math"/>
                        </a:rPr>
                        <m:t>(</m:t>
                      </m:r>
                      <m:r>
                        <a:rPr lang="en-US" sz="1400" b="0" i="1" smtClean="0">
                          <a:latin typeface="Cambria Math"/>
                        </a:rPr>
                        <m:t>𝐿𝑇𝑉</m:t>
                      </m:r>
                      <m:r>
                        <a:rPr lang="en-US" sz="1400" b="0" i="1" smtClean="0">
                          <a:latin typeface="Cambria Math"/>
                        </a:rPr>
                        <m:t>, </m:t>
                      </m:r>
                      <m:r>
                        <a:rPr lang="en-US" sz="1400" b="0" i="1" smtClean="0">
                          <a:latin typeface="Cambria Math"/>
                        </a:rPr>
                        <m:t>𝐹𝐼𝐶𝑂</m:t>
                      </m:r>
                      <m:r>
                        <a:rPr lang="en-US" sz="1400" b="0" i="1" smtClean="0">
                          <a:latin typeface="Cambria Math"/>
                        </a:rPr>
                        <m:t>, </m:t>
                      </m:r>
                      <m:r>
                        <a:rPr lang="en-US" sz="1400" b="0" i="1" smtClean="0">
                          <a:latin typeface="Cambria Math"/>
                        </a:rPr>
                        <m:t>𝑃𝑟𝑜𝑝𝑒𝑟𝑡𝑦</m:t>
                      </m:r>
                      <m:r>
                        <a:rPr lang="en-US" sz="1400" b="0" i="1" smtClean="0">
                          <a:latin typeface="Cambria Math"/>
                        </a:rPr>
                        <m:t> </m:t>
                      </m:r>
                      <m:r>
                        <a:rPr lang="en-US" sz="1400" b="0" i="1" smtClean="0">
                          <a:latin typeface="Cambria Math"/>
                        </a:rPr>
                        <m:t>𝑇𝑦𝑝𝑒</m:t>
                      </m:r>
                      <m:r>
                        <a:rPr lang="en-US" sz="1400" b="0" i="1" smtClean="0">
                          <a:latin typeface="Cambria Math"/>
                        </a:rPr>
                        <m:t>, </m:t>
                      </m:r>
                      <m:r>
                        <a:rPr lang="en-US" sz="1400" b="0" i="1" smtClean="0">
                          <a:latin typeface="Cambria Math"/>
                        </a:rPr>
                        <m:t>𝐿𝑜𝑎𝑛</m:t>
                      </m:r>
                      <m:r>
                        <a:rPr lang="en-US" sz="1400" b="0" i="1" smtClean="0">
                          <a:latin typeface="Cambria Math"/>
                        </a:rPr>
                        <m:t> </m:t>
                      </m:r>
                      <m:r>
                        <a:rPr lang="en-US" sz="1400" b="0" i="1" smtClean="0">
                          <a:latin typeface="Cambria Math"/>
                        </a:rPr>
                        <m:t>𝑆𝑖𝑧𝑒</m:t>
                      </m:r>
                      <m:r>
                        <a:rPr lang="en-US" sz="1400" b="0" i="1" smtClean="0">
                          <a:latin typeface="Cambria Math"/>
                        </a:rPr>
                        <m:t>, </m:t>
                      </m:r>
                      <m:r>
                        <a:rPr lang="en-US" sz="1400" b="1" i="1" smtClean="0">
                          <a:latin typeface="Cambria Math"/>
                        </a:rPr>
                        <m:t>𝒕</m:t>
                      </m:r>
                      <m:r>
                        <a:rPr lang="en-US" sz="1400" b="0" i="1" smtClean="0">
                          <a:latin typeface="Cambria Math"/>
                        </a:rPr>
                        <m:t>)</m:t>
                      </m:r>
                    </m:oMath>
                  </m:oMathPara>
                </a14:m>
                <a:endParaRPr lang="en-US" sz="1400" b="0" dirty="0" smtClean="0"/>
              </a:p>
            </p:txBody>
          </p:sp>
        </mc:Choice>
        <mc:Fallback xmlns="">
          <p:sp>
            <p:nvSpPr>
              <p:cNvPr id="47" name="TextBox 4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6217" y="1692766"/>
                <a:ext cx="4153894" cy="307777"/>
              </a:xfrm>
              <a:prstGeom prst="rect">
                <a:avLst/>
              </a:prstGeom>
              <a:blipFill rotWithShape="1">
                <a:blip r:embed="rId3"/>
                <a:stretch>
                  <a:fillRect b="-10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48" name="Straight Connector 47"/>
          <p:cNvCxnSpPr/>
          <p:nvPr/>
        </p:nvCxnSpPr>
        <p:spPr>
          <a:xfrm>
            <a:off x="871625" y="3894892"/>
            <a:ext cx="5626763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9" name="TextBox 48"/>
          <p:cNvSpPr txBox="1"/>
          <p:nvPr/>
        </p:nvSpPr>
        <p:spPr>
          <a:xfrm>
            <a:off x="2788920" y="3735944"/>
            <a:ext cx="1821180" cy="338554"/>
          </a:xfrm>
          <a:prstGeom prst="rect">
            <a:avLst/>
          </a:prstGeom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sz="1600" dirty="0" smtClean="0">
                <a:latin typeface="Arial" panose="020B0604020202020204" pitchFamily="34" charset="0"/>
                <a:cs typeface="Arial" panose="020B0604020202020204" pitchFamily="34" charset="0"/>
              </a:rPr>
              <a:t>LLPA &amp; PMI</a:t>
            </a:r>
            <a:endParaRPr lang="en-US" sz="16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36" name="Straight Connector 35"/>
          <p:cNvCxnSpPr/>
          <p:nvPr/>
        </p:nvCxnSpPr>
        <p:spPr>
          <a:xfrm>
            <a:off x="346217" y="1229358"/>
            <a:ext cx="4348681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7" name="TextBox 36"/>
          <p:cNvSpPr txBox="1"/>
          <p:nvPr/>
        </p:nvSpPr>
        <p:spPr>
          <a:xfrm>
            <a:off x="1452963" y="1060081"/>
            <a:ext cx="2135188" cy="338554"/>
          </a:xfrm>
          <a:prstGeom prst="rect">
            <a:avLst/>
          </a:prstGeom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sz="1600" dirty="0" smtClean="0">
                <a:latin typeface="Arial" panose="020B0604020202020204" pitchFamily="34" charset="0"/>
                <a:cs typeface="Arial" panose="020B0604020202020204" pitchFamily="34" charset="0"/>
              </a:rPr>
              <a:t>LLPA &amp; PMI</a:t>
            </a:r>
            <a:endParaRPr lang="en-US" sz="16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437928" y="2472443"/>
            <a:ext cx="4324349" cy="523220"/>
          </a:xfrm>
          <a:prstGeom prst="rect">
            <a:avLst/>
          </a:prstGeom>
          <a:noFill/>
          <a:ln w="12700">
            <a:solidFill>
              <a:srgbClr val="2E398A"/>
            </a:solidFill>
          </a:ln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 smtClean="0"/>
              <a:t>Capture the PMI cost, which is a major factor for high LTV borrowers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032138" y="3910637"/>
            <a:ext cx="2424349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 smtClean="0">
                <a:latin typeface="+mn-lt"/>
              </a:rPr>
              <a:t>PMI creates additional costs for high LTV borrowers.</a:t>
            </a:r>
            <a:endParaRPr lang="en-US" sz="1400" dirty="0">
              <a:latin typeface="+mn-lt"/>
            </a:endParaRPr>
          </a:p>
          <a:p>
            <a:r>
              <a:rPr lang="en-US" sz="1400" dirty="0" smtClean="0">
                <a:latin typeface="+mn-lt"/>
              </a:rPr>
              <a:t>Thus, it lowers the </a:t>
            </a:r>
            <a:r>
              <a:rPr lang="en-US" sz="1400" dirty="0" err="1" smtClean="0">
                <a:latin typeface="+mn-lt"/>
              </a:rPr>
              <a:t>refinancible</a:t>
            </a:r>
            <a:r>
              <a:rPr lang="en-US" sz="1400" dirty="0" smtClean="0">
                <a:latin typeface="+mn-lt"/>
              </a:rPr>
              <a:t> borrower percentage.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8" name="TextBox 17"/>
              <p:cNvSpPr txBox="1"/>
              <p:nvPr/>
            </p:nvSpPr>
            <p:spPr>
              <a:xfrm>
                <a:off x="346217" y="1974166"/>
                <a:ext cx="1845442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400" b="0" i="1" smtClean="0">
                          <a:latin typeface="Cambria Math"/>
                        </a:rPr>
                        <m:t>𝑃𝑀𝐼</m:t>
                      </m:r>
                      <m:r>
                        <a:rPr lang="en-US" sz="1400" b="0" i="1" smtClean="0">
                          <a:latin typeface="Cambria Math"/>
                        </a:rPr>
                        <m:t>=</m:t>
                      </m:r>
                      <m:r>
                        <a:rPr lang="en-US" sz="1400" b="0" i="1" smtClean="0">
                          <a:latin typeface="Cambria Math"/>
                        </a:rPr>
                        <m:t>𝑓</m:t>
                      </m:r>
                      <m:r>
                        <a:rPr lang="en-US" sz="1400" b="0" i="1" smtClean="0">
                          <a:latin typeface="Cambria Math"/>
                        </a:rPr>
                        <m:t>(</m:t>
                      </m:r>
                      <m:r>
                        <a:rPr lang="en-US" sz="1400" b="0" i="1" smtClean="0">
                          <a:latin typeface="Cambria Math"/>
                        </a:rPr>
                        <m:t>𝐿𝑇𝑉</m:t>
                      </m:r>
                      <m:r>
                        <a:rPr lang="en-US" sz="1400" b="0" i="1" smtClean="0">
                          <a:latin typeface="Cambria Math"/>
                        </a:rPr>
                        <m:t>, </m:t>
                      </m:r>
                      <m:r>
                        <a:rPr lang="en-US" sz="1400" b="0" i="1" smtClean="0">
                          <a:latin typeface="Cambria Math"/>
                        </a:rPr>
                        <m:t>𝐹𝐼𝐶𝑂</m:t>
                      </m:r>
                      <m:r>
                        <a:rPr lang="en-US" sz="1400" b="0" i="1" smtClean="0">
                          <a:latin typeface="Cambria Math"/>
                        </a:rPr>
                        <m:t>)</m:t>
                      </m:r>
                    </m:oMath>
                  </m:oMathPara>
                </a14:m>
                <a:endParaRPr lang="en-US" sz="1400" b="0" dirty="0" smtClean="0"/>
              </a:p>
            </p:txBody>
          </p:sp>
        </mc:Choice>
        <mc:Fallback xmlns="">
          <p:sp>
            <p:nvSpPr>
              <p:cNvPr id="18" name="TextBox 1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6217" y="1974166"/>
                <a:ext cx="1845442" cy="307777"/>
              </a:xfrm>
              <a:prstGeom prst="rect">
                <a:avLst/>
              </a:prstGeom>
              <a:blipFill rotWithShape="1">
                <a:blip r:embed="rId4"/>
                <a:stretch>
                  <a:fillRect b="-10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2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30937734"/>
              </p:ext>
            </p:extLst>
          </p:nvPr>
        </p:nvGraphicFramePr>
        <p:xfrm>
          <a:off x="5798888" y="1106379"/>
          <a:ext cx="3657600" cy="1905000"/>
        </p:xfrm>
        <a:graphic>
          <a:graphicData uri="http://schemas.openxmlformats.org/drawingml/2006/table">
            <a:tbl>
              <a:tblPr/>
              <a:tblGrid>
                <a:gridCol w="609600"/>
                <a:gridCol w="609600"/>
                <a:gridCol w="609600"/>
                <a:gridCol w="609600"/>
                <a:gridCol w="609600"/>
                <a:gridCol w="609600"/>
              </a:tblGrid>
              <a:tr h="190500"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 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BE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&lt;=80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BE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80.01-85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BE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85.01-90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BE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90.01-95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BE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95.01-97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BE4"/>
                    </a:solidFill>
                  </a:tcPr>
                </a:tc>
              </a:tr>
              <a:tr h="190500"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&gt;=760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0.00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0.21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0.37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F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0.52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4F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1.03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3C9E3"/>
                    </a:solidFill>
                  </a:tcPr>
                </a:tc>
              </a:tr>
              <a:tr h="190500"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740-759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0.00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0.24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0.41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1EAF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0.59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4E0E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1.07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0C7E2"/>
                    </a:solidFill>
                  </a:tcPr>
                </a:tc>
              </a:tr>
              <a:tr h="190500"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720-739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0.00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0.24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0.41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1EAF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0.59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4E0E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1.07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0C7E2"/>
                    </a:solidFill>
                  </a:tcPr>
                </a:tc>
              </a:tr>
              <a:tr h="190500"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700-719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0.00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0.29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0F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0.53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8E3F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0.85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D2E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1.27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1BCDC"/>
                    </a:solidFill>
                  </a:tcPr>
                </a:tc>
              </a:tr>
              <a:tr h="190500"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680-699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0.00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0.29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0F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0.53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8E3F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0.85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D2E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1.27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1BCDC"/>
                    </a:solidFill>
                  </a:tcPr>
                </a:tc>
              </a:tr>
              <a:tr h="190500"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660-679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0.00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0.34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EDF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0.66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DCED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1.10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EC5E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1.43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5B3D7"/>
                    </a:solidFill>
                  </a:tcPr>
                </a:tc>
              </a:tr>
              <a:tr h="190500"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640-659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0.00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0.34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EDF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0.66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DCED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1.10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EC5E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1.43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5B3D7"/>
                    </a:solidFill>
                  </a:tcPr>
                </a:tc>
              </a:tr>
              <a:tr h="190500"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620-639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0.00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0.34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EDF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0.66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DCED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1.10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EC5E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1.43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5B3D7"/>
                    </a:solidFill>
                  </a:tcPr>
                </a:tc>
              </a:tr>
              <a:tr h="190500"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Coverage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 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12%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25%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30%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35%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graphicFrame>
        <p:nvGraphicFramePr>
          <p:cNvPr id="20" name="Chart 19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030489542"/>
              </p:ext>
            </p:extLst>
          </p:nvPr>
        </p:nvGraphicFramePr>
        <p:xfrm>
          <a:off x="437929" y="4074498"/>
          <a:ext cx="6305772" cy="27432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  <p:sp>
        <p:nvSpPr>
          <p:cNvPr id="22" name="TextBox 21"/>
          <p:cNvSpPr txBox="1"/>
          <p:nvPr/>
        </p:nvSpPr>
        <p:spPr>
          <a:xfrm>
            <a:off x="7032139" y="5003988"/>
            <a:ext cx="2424349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 smtClean="0">
                <a:latin typeface="+mn-lt"/>
              </a:rPr>
              <a:t>High LTV charges reduce </a:t>
            </a:r>
            <a:r>
              <a:rPr lang="en-US" sz="1400" dirty="0" err="1" smtClean="0">
                <a:latin typeface="+mn-lt"/>
              </a:rPr>
              <a:t>refi</a:t>
            </a:r>
            <a:r>
              <a:rPr lang="en-US" sz="1400" dirty="0" smtClean="0">
                <a:latin typeface="+mn-lt"/>
              </a:rPr>
              <a:t> opportunities for those whose house value has declined. </a:t>
            </a:r>
          </a:p>
        </p:txBody>
      </p:sp>
      <p:sp>
        <p:nvSpPr>
          <p:cNvPr id="25" name="Isosceles Triangle 24"/>
          <p:cNvSpPr/>
          <p:nvPr/>
        </p:nvSpPr>
        <p:spPr>
          <a:xfrm rot="10800000">
            <a:off x="7363296" y="4853986"/>
            <a:ext cx="1548674" cy="150002"/>
          </a:xfrm>
          <a:prstGeom prst="triangle">
            <a:avLst/>
          </a:prstGeom>
          <a:ln>
            <a:noFill/>
          </a:ln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Isosceles Triangle 27"/>
          <p:cNvSpPr/>
          <p:nvPr/>
        </p:nvSpPr>
        <p:spPr>
          <a:xfrm rot="10800000">
            <a:off x="7363295" y="5815595"/>
            <a:ext cx="1548674" cy="150002"/>
          </a:xfrm>
          <a:prstGeom prst="triangle">
            <a:avLst/>
          </a:prstGeom>
          <a:ln>
            <a:noFill/>
          </a:ln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Rounded Rectangle 28"/>
          <p:cNvSpPr/>
          <p:nvPr/>
        </p:nvSpPr>
        <p:spPr>
          <a:xfrm>
            <a:off x="6925457" y="6020012"/>
            <a:ext cx="2424349" cy="923925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Home Affordable Refinance Program (HARP)</a:t>
            </a:r>
          </a:p>
        </p:txBody>
      </p:sp>
    </p:spTree>
    <p:extLst>
      <p:ext uri="{BB962C8B-B14F-4D97-AF65-F5344CB8AC3E}">
        <p14:creationId xmlns:p14="http://schemas.microsoft.com/office/powerpoint/2010/main" val="123701731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9" grpId="0"/>
      <p:bldP spid="22" grpId="0"/>
      <p:bldP spid="25" grpId="0" animBg="1"/>
      <p:bldP spid="28" grpId="0" animBg="1"/>
      <p:bldP spid="29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1537" name="Rectangle 2"/>
          <p:cNvSpPr>
            <a:spLocks noGrp="1" noChangeArrowheads="1"/>
          </p:cNvSpPr>
          <p:nvPr>
            <p:ph type="title"/>
          </p:nvPr>
        </p:nvSpPr>
        <p:spPr>
          <a:xfrm>
            <a:off x="2533587" y="270070"/>
            <a:ext cx="7280116" cy="644102"/>
          </a:xfrm>
        </p:spPr>
        <p:txBody>
          <a:bodyPr/>
          <a:lstStyle/>
          <a:p>
            <a:r>
              <a:rPr lang="en-US" dirty="0" smtClean="0"/>
              <a:t>HARP EFFECT: MORTGAGE CHARGES</a:t>
            </a:r>
            <a:endParaRPr lang="en-US" sz="1200" b="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3" name="TextBox 22"/>
              <p:cNvSpPr txBox="1"/>
              <p:nvPr/>
            </p:nvSpPr>
            <p:spPr>
              <a:xfrm>
                <a:off x="346217" y="1318317"/>
                <a:ext cx="4507772" cy="49487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400" i="1" smtClean="0">
                          <a:latin typeface="Cambria Math"/>
                        </a:rPr>
                        <m:t>𝐼𝑛𝑐𝑒𝑛𝑡𝑖𝑣𝑒</m:t>
                      </m:r>
                      <m:r>
                        <a:rPr lang="en-US" sz="1400" i="1" smtClean="0">
                          <a:latin typeface="Cambria Math"/>
                        </a:rPr>
                        <m:t>=</m:t>
                      </m:r>
                      <m:r>
                        <a:rPr lang="en-US" sz="1400" b="0" i="1">
                          <a:latin typeface="Cambria Math"/>
                        </a:rPr>
                        <m:t>𝑂𝑟𝑖𝑔𝑁𝑜𝑡𝑒𝑅𝑎𝑡𝑒</m:t>
                      </m:r>
                      <m:r>
                        <a:rPr lang="en-US" sz="1400" i="1">
                          <a:latin typeface="Cambria Math"/>
                        </a:rPr>
                        <m:t>−</m:t>
                      </m:r>
                      <m:r>
                        <a:rPr lang="en-US" sz="1400" b="0" i="1" smtClean="0">
                          <a:latin typeface="Cambria Math"/>
                        </a:rPr>
                        <m:t>(</m:t>
                      </m:r>
                      <m:r>
                        <a:rPr lang="en-US" sz="1400" i="1">
                          <a:latin typeface="Cambria Math"/>
                        </a:rPr>
                        <m:t>𝑃𝑀𝑀𝑆</m:t>
                      </m:r>
                      <m:r>
                        <a:rPr lang="en-US" sz="1400" b="1" i="1" smtClean="0">
                          <a:latin typeface="Cambria Math"/>
                        </a:rPr>
                        <m:t>+</m:t>
                      </m:r>
                      <m:f>
                        <m:fPr>
                          <m:ctrlPr>
                            <a:rPr lang="en-US" sz="1400" b="0" i="1" smtClean="0">
                              <a:latin typeface="Cambria Math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US" sz="1400" b="1" i="1" smtClean="0">
                                  <a:latin typeface="Cambria Math"/>
                                </a:rPr>
                              </m:ctrlPr>
                            </m:sSubPr>
                            <m:e>
                              <m:r>
                                <a:rPr lang="en-US" sz="1400" b="1" i="1">
                                  <a:latin typeface="Cambria Math"/>
                                </a:rPr>
                                <m:t>𝑳𝑳𝑷𝑨</m:t>
                              </m:r>
                            </m:e>
                            <m:sub>
                              <m:r>
                                <a:rPr lang="en-US" sz="1400" b="1" i="1" smtClean="0">
                                  <a:latin typeface="Cambria Math"/>
                                </a:rPr>
                                <m:t>𝒕</m:t>
                              </m:r>
                            </m:sub>
                          </m:sSub>
                        </m:num>
                        <m:den>
                          <m:r>
                            <a:rPr lang="en-US" sz="1400" b="0" i="1" smtClean="0">
                              <a:latin typeface="Cambria Math"/>
                            </a:rPr>
                            <m:t>4</m:t>
                          </m:r>
                        </m:den>
                      </m:f>
                      <m:r>
                        <a:rPr lang="en-US" sz="1400" b="0" i="1" smtClean="0">
                          <a:latin typeface="Cambria Math"/>
                        </a:rPr>
                        <m:t>+</m:t>
                      </m:r>
                      <m:r>
                        <a:rPr lang="en-US" sz="1400" b="0" i="1" smtClean="0">
                          <a:latin typeface="Cambria Math"/>
                        </a:rPr>
                        <m:t>𝑃𝑀𝐼</m:t>
                      </m:r>
                      <m:r>
                        <a:rPr lang="en-US" sz="1400" b="0" i="1" smtClean="0">
                          <a:latin typeface="Cambria Math"/>
                        </a:rPr>
                        <m:t>)</m:t>
                      </m:r>
                    </m:oMath>
                  </m:oMathPara>
                </a14:m>
                <a:endParaRPr lang="en-US" sz="1400" b="0" dirty="0" smtClean="0"/>
              </a:p>
            </p:txBody>
          </p:sp>
        </mc:Choice>
        <mc:Fallback xmlns="">
          <p:sp>
            <p:nvSpPr>
              <p:cNvPr id="23" name="TextBox 2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6217" y="1318317"/>
                <a:ext cx="4507772" cy="494879"/>
              </a:xfrm>
              <a:prstGeom prst="rect">
                <a:avLst/>
              </a:prstGeom>
              <a:blipFill rotWithShape="1">
                <a:blip r:embed="rId2"/>
                <a:stretch>
                  <a:fillRect b="-123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7" name="TextBox 46"/>
              <p:cNvSpPr txBox="1"/>
              <p:nvPr/>
            </p:nvSpPr>
            <p:spPr>
              <a:xfrm>
                <a:off x="346217" y="1692766"/>
                <a:ext cx="4153894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400" b="0" i="1" smtClean="0">
                          <a:latin typeface="Cambria Math"/>
                        </a:rPr>
                        <m:t>𝐿𝐿𝑃𝐴</m:t>
                      </m:r>
                      <m:r>
                        <a:rPr lang="en-US" sz="1400" b="0" i="1" smtClean="0">
                          <a:latin typeface="Cambria Math"/>
                        </a:rPr>
                        <m:t>=</m:t>
                      </m:r>
                      <m:r>
                        <a:rPr lang="en-US" sz="1400" b="0" i="1" smtClean="0">
                          <a:latin typeface="Cambria Math"/>
                        </a:rPr>
                        <m:t>𝑓</m:t>
                      </m:r>
                      <m:r>
                        <a:rPr lang="en-US" sz="1400" b="0" i="1" smtClean="0">
                          <a:latin typeface="Cambria Math"/>
                        </a:rPr>
                        <m:t>(</m:t>
                      </m:r>
                      <m:r>
                        <a:rPr lang="en-US" sz="1400" b="0" i="1" smtClean="0">
                          <a:latin typeface="Cambria Math"/>
                        </a:rPr>
                        <m:t>𝐿𝑇𝑉</m:t>
                      </m:r>
                      <m:r>
                        <a:rPr lang="en-US" sz="1400" b="0" i="1" smtClean="0">
                          <a:latin typeface="Cambria Math"/>
                        </a:rPr>
                        <m:t>, </m:t>
                      </m:r>
                      <m:r>
                        <a:rPr lang="en-US" sz="1400" b="0" i="1" smtClean="0">
                          <a:latin typeface="Cambria Math"/>
                        </a:rPr>
                        <m:t>𝐹𝐼𝐶𝑂</m:t>
                      </m:r>
                      <m:r>
                        <a:rPr lang="en-US" sz="1400" b="0" i="1" smtClean="0">
                          <a:latin typeface="Cambria Math"/>
                        </a:rPr>
                        <m:t>, </m:t>
                      </m:r>
                      <m:r>
                        <a:rPr lang="en-US" sz="1400" b="0" i="1" smtClean="0">
                          <a:latin typeface="Cambria Math"/>
                        </a:rPr>
                        <m:t>𝑃𝑟𝑜𝑝𝑒𝑟𝑡𝑦</m:t>
                      </m:r>
                      <m:r>
                        <a:rPr lang="en-US" sz="1400" b="0" i="1" smtClean="0">
                          <a:latin typeface="Cambria Math"/>
                        </a:rPr>
                        <m:t> </m:t>
                      </m:r>
                      <m:r>
                        <a:rPr lang="en-US" sz="1400" b="0" i="1" smtClean="0">
                          <a:latin typeface="Cambria Math"/>
                        </a:rPr>
                        <m:t>𝑇𝑦𝑝𝑒</m:t>
                      </m:r>
                      <m:r>
                        <a:rPr lang="en-US" sz="1400" b="0" i="1" smtClean="0">
                          <a:latin typeface="Cambria Math"/>
                        </a:rPr>
                        <m:t>, </m:t>
                      </m:r>
                      <m:r>
                        <a:rPr lang="en-US" sz="1400" b="0" i="1" smtClean="0">
                          <a:latin typeface="Cambria Math"/>
                        </a:rPr>
                        <m:t>𝐿𝑜𝑎𝑛</m:t>
                      </m:r>
                      <m:r>
                        <a:rPr lang="en-US" sz="1400" b="0" i="1" smtClean="0">
                          <a:latin typeface="Cambria Math"/>
                        </a:rPr>
                        <m:t> </m:t>
                      </m:r>
                      <m:r>
                        <a:rPr lang="en-US" sz="1400" b="0" i="1" smtClean="0">
                          <a:latin typeface="Cambria Math"/>
                        </a:rPr>
                        <m:t>𝑆𝑖𝑧𝑒</m:t>
                      </m:r>
                      <m:r>
                        <a:rPr lang="en-US" sz="1400" b="0" i="1" smtClean="0">
                          <a:latin typeface="Cambria Math"/>
                        </a:rPr>
                        <m:t>, </m:t>
                      </m:r>
                      <m:r>
                        <a:rPr lang="en-US" sz="1400" b="1" i="1" smtClean="0">
                          <a:latin typeface="Cambria Math"/>
                        </a:rPr>
                        <m:t>𝒕</m:t>
                      </m:r>
                      <m:r>
                        <a:rPr lang="en-US" sz="1400" b="0" i="1" smtClean="0">
                          <a:latin typeface="Cambria Math"/>
                        </a:rPr>
                        <m:t>)</m:t>
                      </m:r>
                    </m:oMath>
                  </m:oMathPara>
                </a14:m>
                <a:endParaRPr lang="en-US" sz="1400" b="0" dirty="0" smtClean="0"/>
              </a:p>
            </p:txBody>
          </p:sp>
        </mc:Choice>
        <mc:Fallback xmlns="">
          <p:sp>
            <p:nvSpPr>
              <p:cNvPr id="47" name="TextBox 4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6217" y="1692766"/>
                <a:ext cx="4153894" cy="307777"/>
              </a:xfrm>
              <a:prstGeom prst="rect">
                <a:avLst/>
              </a:prstGeom>
              <a:blipFill rotWithShape="1">
                <a:blip r:embed="rId3"/>
                <a:stretch>
                  <a:fillRect b="-10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36" name="Straight Connector 35"/>
          <p:cNvCxnSpPr/>
          <p:nvPr/>
        </p:nvCxnSpPr>
        <p:spPr>
          <a:xfrm>
            <a:off x="346217" y="1229358"/>
            <a:ext cx="4348681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7" name="TextBox 36"/>
          <p:cNvSpPr txBox="1"/>
          <p:nvPr/>
        </p:nvSpPr>
        <p:spPr>
          <a:xfrm>
            <a:off x="1452963" y="1060081"/>
            <a:ext cx="2135188" cy="338554"/>
          </a:xfrm>
          <a:prstGeom prst="rect">
            <a:avLst/>
          </a:prstGeom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sz="1600" dirty="0" smtClean="0">
                <a:latin typeface="Arial" panose="020B0604020202020204" pitchFamily="34" charset="0"/>
                <a:cs typeface="Arial" panose="020B0604020202020204" pitchFamily="34" charset="0"/>
              </a:rPr>
              <a:t>LLPA &amp; PMI</a:t>
            </a:r>
            <a:endParaRPr lang="en-US" sz="16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437928" y="2472443"/>
            <a:ext cx="4324349" cy="523220"/>
          </a:xfrm>
          <a:prstGeom prst="rect">
            <a:avLst/>
          </a:prstGeom>
          <a:noFill/>
          <a:ln w="12700">
            <a:solidFill>
              <a:srgbClr val="2E398A"/>
            </a:solidFill>
          </a:ln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 smtClean="0"/>
              <a:t>Did not capture the HARP effect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 smtClean="0"/>
              <a:t>Underestimates the </a:t>
            </a:r>
            <a:r>
              <a:rPr lang="en-US" sz="1400" dirty="0" err="1" smtClean="0"/>
              <a:t>refinancible</a:t>
            </a:r>
            <a:r>
              <a:rPr lang="en-US" sz="1400" dirty="0" smtClean="0"/>
              <a:t> percentage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8" name="TextBox 17"/>
              <p:cNvSpPr txBox="1"/>
              <p:nvPr/>
            </p:nvSpPr>
            <p:spPr>
              <a:xfrm>
                <a:off x="346217" y="1974166"/>
                <a:ext cx="1845442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400" b="0" i="1" smtClean="0">
                          <a:latin typeface="Cambria Math"/>
                        </a:rPr>
                        <m:t>𝑃𝑀𝐼</m:t>
                      </m:r>
                      <m:r>
                        <a:rPr lang="en-US" sz="1400" b="0" i="1" smtClean="0">
                          <a:latin typeface="Cambria Math"/>
                        </a:rPr>
                        <m:t>=</m:t>
                      </m:r>
                      <m:r>
                        <a:rPr lang="en-US" sz="1400" b="0" i="1" smtClean="0">
                          <a:latin typeface="Cambria Math"/>
                        </a:rPr>
                        <m:t>𝑓</m:t>
                      </m:r>
                      <m:r>
                        <a:rPr lang="en-US" sz="1400" b="0" i="1" smtClean="0">
                          <a:latin typeface="Cambria Math"/>
                        </a:rPr>
                        <m:t>(</m:t>
                      </m:r>
                      <m:r>
                        <a:rPr lang="en-US" sz="1400" b="0" i="1" smtClean="0">
                          <a:latin typeface="Cambria Math"/>
                        </a:rPr>
                        <m:t>𝐿𝑇𝑉</m:t>
                      </m:r>
                      <m:r>
                        <a:rPr lang="en-US" sz="1400" b="0" i="1" smtClean="0">
                          <a:latin typeface="Cambria Math"/>
                        </a:rPr>
                        <m:t>, </m:t>
                      </m:r>
                      <m:r>
                        <a:rPr lang="en-US" sz="1400" b="0" i="1" smtClean="0">
                          <a:latin typeface="Cambria Math"/>
                        </a:rPr>
                        <m:t>𝐹𝐼𝐶𝑂</m:t>
                      </m:r>
                      <m:r>
                        <a:rPr lang="en-US" sz="1400" b="0" i="1" smtClean="0">
                          <a:latin typeface="Cambria Math"/>
                        </a:rPr>
                        <m:t>)</m:t>
                      </m:r>
                    </m:oMath>
                  </m:oMathPara>
                </a14:m>
                <a:endParaRPr lang="en-US" sz="1400" b="0" dirty="0" smtClean="0"/>
              </a:p>
            </p:txBody>
          </p:sp>
        </mc:Choice>
        <mc:Fallback xmlns="">
          <p:sp>
            <p:nvSpPr>
              <p:cNvPr id="18" name="TextBox 1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6217" y="1974166"/>
                <a:ext cx="1845442" cy="307777"/>
              </a:xfrm>
              <a:prstGeom prst="rect">
                <a:avLst/>
              </a:prstGeom>
              <a:blipFill rotWithShape="1">
                <a:blip r:embed="rId4"/>
                <a:stretch>
                  <a:fillRect b="-10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/>
              <p:cNvSpPr txBox="1"/>
              <p:nvPr/>
            </p:nvSpPr>
            <p:spPr>
              <a:xfrm>
                <a:off x="5027891" y="1841506"/>
                <a:ext cx="2591543" cy="46006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sz="1400" b="0" i="1" smtClean="0">
                          <a:latin typeface="Cambria Math"/>
                        </a:rPr>
                        <m:t>𝐴𝑑𝑑𝑖𝑡𝑖𝑜𝑛𝑎𝑙</m:t>
                      </m:r>
                      <m:r>
                        <a:rPr lang="en-US" sz="1400" b="0" i="1" smtClean="0">
                          <a:latin typeface="Cambria Math"/>
                        </a:rPr>
                        <m:t> </m:t>
                      </m:r>
                      <m:r>
                        <a:rPr lang="en-US" sz="1400" b="0" i="1" smtClean="0">
                          <a:latin typeface="Cambria Math"/>
                        </a:rPr>
                        <m:t>𝐶𝑜𝑠𝑡</m:t>
                      </m:r>
                      <m:r>
                        <a:rPr lang="en-US" sz="1400" b="0" i="1" smtClean="0">
                          <a:latin typeface="Cambria Math"/>
                        </a:rPr>
                        <m:t>= </m:t>
                      </m:r>
                      <m:d>
                        <m:dPr>
                          <m:begChr m:val="{"/>
                          <m:endChr m:val=""/>
                          <m:ctrlPr>
                            <a:rPr lang="en-US" sz="1400" b="0" i="1" smtClean="0">
                              <a:latin typeface="Cambria Math"/>
                            </a:rPr>
                          </m:ctrlPr>
                        </m:dPr>
                        <m:e>
                          <m:eqArr>
                            <m:eqArrPr>
                              <m:ctrlPr>
                                <a:rPr lang="en-US" sz="1400" b="0" i="1" smtClean="0">
                                  <a:latin typeface="Cambria Math"/>
                                </a:rPr>
                              </m:ctrlPr>
                            </m:eqArrPr>
                            <m:e>
                              <m:r>
                                <a:rPr lang="en-US" sz="1400" b="0" i="1" smtClean="0">
                                  <a:latin typeface="Cambria Math"/>
                                </a:rPr>
                                <m:t>𝑅𝑒𝑔𝑢𝑙𝑎𝑟</m:t>
                              </m:r>
                              <m:r>
                                <a:rPr lang="en-US" sz="1400" b="0" i="1" smtClean="0">
                                  <a:latin typeface="Cambria Math"/>
                                </a:rPr>
                                <m:t>:</m:t>
                              </m:r>
                            </m:e>
                            <m:e>
                              <m:r>
                                <a:rPr lang="en-US" sz="1400" b="0" i="1" smtClean="0">
                                  <a:latin typeface="Cambria Math"/>
                                </a:rPr>
                                <m:t>𝐻𝐴𝑅𝑃</m:t>
                              </m:r>
                              <m:r>
                                <a:rPr lang="en-US" sz="1400" b="0" i="1" smtClean="0">
                                  <a:latin typeface="Cambria Math"/>
                                </a:rPr>
                                <m:t>:</m:t>
                              </m:r>
                            </m:e>
                          </m:eqArr>
                        </m:e>
                      </m:d>
                    </m:oMath>
                  </m:oMathPara>
                </a14:m>
                <a:endParaRPr lang="en-US" sz="1400" dirty="0"/>
              </a:p>
            </p:txBody>
          </p:sp>
        </mc:Choice>
        <mc:Fallback xmlns="">
          <p:sp>
            <p:nvSpPr>
              <p:cNvPr id="3" name="TextBox 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27891" y="1841506"/>
                <a:ext cx="2591543" cy="460062"/>
              </a:xfrm>
              <a:prstGeom prst="rect">
                <a:avLst/>
              </a:prstGeom>
              <a:blipFill rotWithShape="1">
                <a:blip r:embed="rId5"/>
                <a:stretch>
                  <a:fillRect t="-132895" b="-20131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9" name="TextBox 18"/>
              <p:cNvSpPr txBox="1"/>
              <p:nvPr/>
            </p:nvSpPr>
            <p:spPr>
              <a:xfrm>
                <a:off x="5027892" y="1411867"/>
                <a:ext cx="4832092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400" i="1" smtClean="0">
                          <a:latin typeface="Cambria Math"/>
                        </a:rPr>
                        <m:t>𝐼𝑛𝑐𝑒𝑛𝑡𝑖𝑣𝑒</m:t>
                      </m:r>
                      <m:r>
                        <a:rPr lang="en-US" sz="1400" i="1" smtClean="0">
                          <a:latin typeface="Cambria Math"/>
                        </a:rPr>
                        <m:t>=</m:t>
                      </m:r>
                      <m:r>
                        <a:rPr lang="en-US" sz="1400" b="0" i="1">
                          <a:latin typeface="Cambria Math"/>
                        </a:rPr>
                        <m:t>𝑂𝑟𝑖𝑔𝑁𝑜𝑡𝑒𝑅𝑎𝑡𝑒</m:t>
                      </m:r>
                      <m:r>
                        <a:rPr lang="en-US" sz="1400" i="1">
                          <a:latin typeface="Cambria Math"/>
                        </a:rPr>
                        <m:t>−</m:t>
                      </m:r>
                      <m:r>
                        <a:rPr lang="en-US" sz="1400" b="0" i="1" smtClean="0">
                          <a:latin typeface="Cambria Math"/>
                        </a:rPr>
                        <m:t>(</m:t>
                      </m:r>
                      <m:r>
                        <a:rPr lang="en-US" sz="1400" i="1">
                          <a:latin typeface="Cambria Math"/>
                        </a:rPr>
                        <m:t>𝑃𝑀𝑀𝑆</m:t>
                      </m:r>
                      <m:r>
                        <a:rPr lang="en-US" sz="1400" b="1" i="1" smtClean="0">
                          <a:latin typeface="Cambria Math"/>
                        </a:rPr>
                        <m:t>+</m:t>
                      </m:r>
                      <m:r>
                        <a:rPr lang="en-US" sz="1400" b="1" i="1" smtClean="0">
                          <a:latin typeface="Cambria Math"/>
                        </a:rPr>
                        <m:t>𝑨𝒅𝒅𝒊𝒕𝒊𝒐𝒏𝒂𝒍</m:t>
                      </m:r>
                      <m:r>
                        <a:rPr lang="en-US" sz="1400" b="1" i="1" smtClean="0">
                          <a:latin typeface="Cambria Math"/>
                        </a:rPr>
                        <m:t> </m:t>
                      </m:r>
                      <m:r>
                        <a:rPr lang="en-US" sz="1400" b="1" i="1" smtClean="0">
                          <a:latin typeface="Cambria Math"/>
                        </a:rPr>
                        <m:t>𝑪𝒐𝒔𝒕</m:t>
                      </m:r>
                      <m:r>
                        <a:rPr lang="en-US" sz="1400" b="0" i="1" smtClean="0">
                          <a:latin typeface="Cambria Math"/>
                        </a:rPr>
                        <m:t>)</m:t>
                      </m:r>
                    </m:oMath>
                  </m:oMathPara>
                </a14:m>
                <a:endParaRPr lang="en-US" sz="1400" b="0" dirty="0" smtClean="0"/>
              </a:p>
            </p:txBody>
          </p:sp>
        </mc:Choice>
        <mc:Fallback xmlns="">
          <p:sp>
            <p:nvSpPr>
              <p:cNvPr id="19" name="TextBox 1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27892" y="1411867"/>
                <a:ext cx="4832092" cy="307777"/>
              </a:xfrm>
              <a:prstGeom prst="rect">
                <a:avLst/>
              </a:prstGeom>
              <a:blipFill rotWithShape="1">
                <a:blip r:embed="rId6"/>
                <a:stretch>
                  <a:fillRect b="-10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1" name="TextBox 20"/>
              <p:cNvSpPr txBox="1"/>
              <p:nvPr/>
            </p:nvSpPr>
            <p:spPr>
              <a:xfrm>
                <a:off x="7361065" y="1812407"/>
                <a:ext cx="1684564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400" i="1" dirty="0">
                    <a:latin typeface="Cambria Math"/>
                  </a:rPr>
                  <a:t>Regular</a:t>
                </a:r>
                <a:r>
                  <a:rPr lang="en-US" sz="1400" b="0" dirty="0" smtClean="0"/>
                  <a:t> </a:t>
                </a:r>
                <a:r>
                  <a:rPr lang="en-US" sz="1400" i="1" dirty="0">
                    <a:latin typeface="Cambria Math"/>
                  </a:rPr>
                  <a:t>LLPA</a:t>
                </a:r>
                <a14:m>
                  <m:oMath xmlns:m="http://schemas.openxmlformats.org/officeDocument/2006/math">
                    <m:r>
                      <a:rPr lang="en-US" sz="1400" i="1">
                        <a:latin typeface="Cambria Math"/>
                      </a:rPr>
                      <m:t>+</m:t>
                    </m:r>
                    <m:r>
                      <a:rPr lang="en-US" sz="1400" i="1">
                        <a:latin typeface="Cambria Math"/>
                      </a:rPr>
                      <m:t>𝑃𝑀𝐼</m:t>
                    </m:r>
                  </m:oMath>
                </a14:m>
                <a:endParaRPr lang="en-US" sz="1400" i="1" dirty="0">
                  <a:latin typeface="Cambria Math"/>
                </a:endParaRPr>
              </a:p>
            </p:txBody>
          </p:sp>
        </mc:Choice>
        <mc:Fallback xmlns="">
          <p:sp>
            <p:nvSpPr>
              <p:cNvPr id="21" name="TextBox 2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361065" y="1812407"/>
                <a:ext cx="1684564" cy="307777"/>
              </a:xfrm>
              <a:prstGeom prst="rect">
                <a:avLst/>
              </a:prstGeom>
              <a:blipFill rotWithShape="1">
                <a:blip r:embed="rId7"/>
                <a:stretch>
                  <a:fillRect l="-1087" t="-3922" b="-1568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6" name="TextBox 25"/>
              <p:cNvSpPr txBox="1"/>
              <p:nvPr/>
            </p:nvSpPr>
            <p:spPr>
              <a:xfrm>
                <a:off x="7361065" y="2039511"/>
                <a:ext cx="2656048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400" i="1" dirty="0" smtClean="0">
                    <a:latin typeface="Cambria Math"/>
                  </a:rPr>
                  <a:t>Refi Plus LLPA</a:t>
                </a:r>
                <a14:m>
                  <m:oMath xmlns:m="http://schemas.openxmlformats.org/officeDocument/2006/math">
                    <m:r>
                      <a:rPr lang="en-US" sz="1400" b="0" i="1" smtClean="0">
                        <a:latin typeface="Cambria Math"/>
                      </a:rPr>
                      <m:t> </m:t>
                    </m:r>
                    <m:r>
                      <a:rPr lang="en-US" sz="1400" b="0" i="1" smtClean="0">
                        <a:latin typeface="Cambria Math"/>
                      </a:rPr>
                      <m:t>𝑤𝑖𝑡h</m:t>
                    </m:r>
                    <m:r>
                      <a:rPr lang="en-US" sz="1400" b="0" i="1" smtClean="0">
                        <a:latin typeface="Cambria Math"/>
                      </a:rPr>
                      <m:t> </m:t>
                    </m:r>
                    <m:r>
                      <a:rPr lang="en-US" sz="1400" b="1" i="1" smtClean="0">
                        <a:latin typeface="Cambria Math"/>
                      </a:rPr>
                      <m:t>𝑪𝒂𝒑</m:t>
                    </m:r>
                    <m:r>
                      <a:rPr lang="en-US" sz="1400" b="1" i="1" smtClean="0">
                        <a:latin typeface="Cambria Math"/>
                      </a:rPr>
                      <m:t> </m:t>
                    </m:r>
                    <m:r>
                      <a:rPr lang="en-US" sz="1400" b="1" i="1" smtClean="0">
                        <a:latin typeface="Cambria Math"/>
                      </a:rPr>
                      <m:t>𝟎</m:t>
                    </m:r>
                    <m:r>
                      <a:rPr lang="en-US" sz="1400" b="1" i="1" smtClean="0">
                        <a:latin typeface="Cambria Math"/>
                      </a:rPr>
                      <m:t>.</m:t>
                    </m:r>
                    <m:r>
                      <a:rPr lang="en-US" sz="1400" b="1" i="1" smtClean="0">
                        <a:latin typeface="Cambria Math"/>
                      </a:rPr>
                      <m:t>𝟕𝟓</m:t>
                    </m:r>
                    <m:r>
                      <a:rPr lang="en-US" sz="1400" b="1" i="1" smtClean="0">
                        <a:latin typeface="Cambria Math"/>
                      </a:rPr>
                      <m:t>%</m:t>
                    </m:r>
                  </m:oMath>
                </a14:m>
                <a:endParaRPr lang="en-US" sz="1400" b="1" i="1" dirty="0">
                  <a:latin typeface="Cambria Math"/>
                </a:endParaRPr>
              </a:p>
            </p:txBody>
          </p:sp>
        </mc:Choice>
        <mc:Fallback xmlns="">
          <p:sp>
            <p:nvSpPr>
              <p:cNvPr id="26" name="TextBox 2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361065" y="2039511"/>
                <a:ext cx="2656048" cy="307777"/>
              </a:xfrm>
              <a:prstGeom prst="rect">
                <a:avLst/>
              </a:prstGeom>
              <a:blipFill rotWithShape="1">
                <a:blip r:embed="rId8"/>
                <a:stretch>
                  <a:fillRect l="-690" t="-4000" b="-18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7" name="Straight Connector 26"/>
          <p:cNvCxnSpPr/>
          <p:nvPr/>
        </p:nvCxnSpPr>
        <p:spPr>
          <a:xfrm>
            <a:off x="5220087" y="1229358"/>
            <a:ext cx="4348681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TextBox 29"/>
          <p:cNvSpPr txBox="1"/>
          <p:nvPr/>
        </p:nvSpPr>
        <p:spPr>
          <a:xfrm>
            <a:off x="6326833" y="1060081"/>
            <a:ext cx="2135188" cy="338554"/>
          </a:xfrm>
          <a:prstGeom prst="rect">
            <a:avLst/>
          </a:prstGeom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sz="1600" dirty="0" smtClean="0">
                <a:latin typeface="Arial" panose="020B0604020202020204" pitchFamily="34" charset="0"/>
                <a:cs typeface="Arial" panose="020B0604020202020204" pitchFamily="34" charset="0"/>
              </a:rPr>
              <a:t>HARP</a:t>
            </a:r>
            <a:endParaRPr lang="en-US" sz="16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1" name="TextBox 30"/>
          <p:cNvSpPr txBox="1"/>
          <p:nvPr/>
        </p:nvSpPr>
        <p:spPr>
          <a:xfrm>
            <a:off x="5198890" y="2472443"/>
            <a:ext cx="4324349" cy="523220"/>
          </a:xfrm>
          <a:prstGeom prst="rect">
            <a:avLst/>
          </a:prstGeom>
          <a:noFill/>
          <a:ln w="12700">
            <a:solidFill>
              <a:srgbClr val="2E398A"/>
            </a:solidFill>
          </a:ln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 smtClean="0"/>
              <a:t>Use </a:t>
            </a:r>
            <a:r>
              <a:rPr lang="en-US" sz="1400" dirty="0" err="1" smtClean="0"/>
              <a:t>Refi</a:t>
            </a:r>
            <a:r>
              <a:rPr lang="en-US" sz="1400" dirty="0" smtClean="0"/>
              <a:t>-Plus LLPA with a cap of 0.75%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 smtClean="0"/>
              <a:t>Capture the HARP effect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59525267"/>
              </p:ext>
            </p:extLst>
          </p:nvPr>
        </p:nvGraphicFramePr>
        <p:xfrm>
          <a:off x="1409477" y="3155734"/>
          <a:ext cx="6705600" cy="2028825"/>
        </p:xfrm>
        <a:graphic>
          <a:graphicData uri="http://schemas.openxmlformats.org/drawingml/2006/table">
            <a:tbl>
              <a:tblPr/>
              <a:tblGrid>
                <a:gridCol w="609600"/>
                <a:gridCol w="609600"/>
                <a:gridCol w="609600"/>
                <a:gridCol w="609600"/>
                <a:gridCol w="609600"/>
                <a:gridCol w="609600"/>
                <a:gridCol w="609600"/>
                <a:gridCol w="609600"/>
                <a:gridCol w="609600"/>
                <a:gridCol w="609600"/>
                <a:gridCol w="609600"/>
              </a:tblGrid>
              <a:tr h="190500"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 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BE4"/>
                    </a:solidFill>
                  </a:tcPr>
                </a:tc>
                <a:tc gridSpan="10">
                  <a:txBody>
                    <a:bodyPr/>
                    <a:lstStyle/>
                    <a:p>
                      <a:pPr algn="ctr" fontAlgn="b"/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LTV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BE4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</a:tr>
              <a:tr h="190500"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Credit Score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BE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&lt;= 60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BE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60.01-70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BE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70.01-75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BE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75.01-80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BE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80.01-85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BE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85.01-90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BE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90.01-95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BE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95.01-97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BE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97.01-105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BE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&gt;105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BE4"/>
                    </a:solidFill>
                  </a:tcPr>
                </a:tc>
              </a:tr>
              <a:tr h="190500"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&gt; 740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0.00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0.25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0.25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0.50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0.50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0.50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0.50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1.00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8CCE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N/A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8CCE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N/A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8CCE4"/>
                    </a:solidFill>
                  </a:tcPr>
                </a:tc>
              </a:tr>
              <a:tr h="190500"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720 - 739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0.00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0.25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0.50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0.75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8CCE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0.75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8CCE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0.75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8CCE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0.75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8CCE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1.25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8CCE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N/A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8CCE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N/A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8CCE4"/>
                    </a:solidFill>
                  </a:tcPr>
                </a:tc>
              </a:tr>
              <a:tr h="190500"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700 - 719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0.00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0.75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8CCE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1.00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8CCE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1.25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8CCE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1.25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8CCE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1.25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8CCE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1.25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8CCE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1.75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8CCE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N/A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8CCE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N/A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8CCE4"/>
                    </a:solidFill>
                  </a:tcPr>
                </a:tc>
              </a:tr>
              <a:tr h="190500"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680 - 699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0.25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0.75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8CCE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1.50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8CCE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2.00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8CCE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1.75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8CCE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1.50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8CCE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1.50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8CCE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1.75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8CCE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N/A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8CCE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N/A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8CCE4"/>
                    </a:solidFill>
                  </a:tcPr>
                </a:tc>
              </a:tr>
              <a:tr h="190500"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660 - 679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0.25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1.25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8CCE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2.25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8CCE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2.75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8CCE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3.00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8CCE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2.50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8CCE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2.50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8CCE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2.50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8CCE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N/A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8CCE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N/A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8CCE4"/>
                    </a:solidFill>
                  </a:tcPr>
                </a:tc>
              </a:tr>
              <a:tr h="190500"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640 - 659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0.75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8CCE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1.50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8CCE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2.75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8CCE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3.25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8CCE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3.50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8CCE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3.00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8CCE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3.00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8CCE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3.00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8CCE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N/A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8CCE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N/A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8CCE4"/>
                    </a:solidFill>
                  </a:tcPr>
                </a:tc>
              </a:tr>
              <a:tr h="190500"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620 - 639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0.75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8CCE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1.75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8CCE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3.25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8CCE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3.25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8CCE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3.50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8CCE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3.50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8CCE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3.50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8CCE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3.75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8CCE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N/A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8CCE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N/A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8CCE4"/>
                    </a:solidFill>
                  </a:tcPr>
                </a:tc>
              </a:tr>
              <a:tr h="190500"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&lt; 620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0.75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8CCE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1.75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8CCE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3.25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8CCE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3.25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8CCE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3.50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8CCE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3.50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8CCE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3.50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8CCE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4.00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8CCE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N/A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8CCE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N/A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8CCE4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5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07455344"/>
              </p:ext>
            </p:extLst>
          </p:nvPr>
        </p:nvGraphicFramePr>
        <p:xfrm>
          <a:off x="1409477" y="5322094"/>
          <a:ext cx="6705600" cy="1838325"/>
        </p:xfrm>
        <a:graphic>
          <a:graphicData uri="http://schemas.openxmlformats.org/drawingml/2006/table">
            <a:tbl>
              <a:tblPr/>
              <a:tblGrid>
                <a:gridCol w="609600"/>
                <a:gridCol w="609600"/>
                <a:gridCol w="609600"/>
                <a:gridCol w="609600"/>
                <a:gridCol w="609600"/>
                <a:gridCol w="609600"/>
                <a:gridCol w="609600"/>
                <a:gridCol w="609600"/>
                <a:gridCol w="609600"/>
                <a:gridCol w="609600"/>
                <a:gridCol w="609600"/>
              </a:tblGrid>
              <a:tr h="190500"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Credit Score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BE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&lt;= 60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BE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60.01-70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BE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70.01-75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BE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75.01-80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BE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80.01-85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BE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85.01-90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BE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90.01-95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BE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95.01-97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BE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97.01-105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BE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&gt;105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BE4"/>
                    </a:solidFill>
                  </a:tcPr>
                </a:tc>
              </a:tr>
              <a:tr h="190500"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&gt; 740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0.00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0.25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0.25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0.25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0.25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0.25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0.25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0.25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0.25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0.25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90500"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720 - 739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0.00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0.25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0.25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0.25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0.25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0.25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0.25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0.25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0.25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0.25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90500"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700 - 719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0.00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0.75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8CCE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0.75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8CCE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0.75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8CCE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0.75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8CCE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0.75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8CCE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0.75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8CCE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0.75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8CCE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0.75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8CCE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0.75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8CCE4"/>
                    </a:solidFill>
                  </a:tcPr>
                </a:tc>
              </a:tr>
              <a:tr h="190500"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680 - 699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0.25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0.75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8CCE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1.00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8CCE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1.00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8CCE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1.00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8CCE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1.00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8CCE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1.00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8CCE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0.75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8CCE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0.75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8CCE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0.75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8CCE4"/>
                    </a:solidFill>
                  </a:tcPr>
                </a:tc>
              </a:tr>
              <a:tr h="190500"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660 - 679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0.25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1.25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8CCE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1.75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8CCE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2.00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8CCE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2.00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8CCE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2.00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8CCE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2.00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8CCE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1.50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8CCE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1.50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8CCE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1.50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8CCE4"/>
                    </a:solidFill>
                  </a:tcPr>
                </a:tc>
              </a:tr>
              <a:tr h="190500"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640 - 659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0.75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8CCE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1.50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8CCE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2.25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8CCE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2.50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8CCE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2.50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8CCE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2.50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8CCE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2.50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8CCE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2.00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8CCE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2.00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8CCE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2.00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8CCE4"/>
                    </a:solidFill>
                  </a:tcPr>
                </a:tc>
              </a:tr>
              <a:tr h="190500"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620 - 639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0.75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8CCE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1.75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8CCE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2.75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8CCE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3.00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8CCE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3.00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8CCE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3.00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8CCE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3.00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8CCE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2.75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8CCE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2.75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8CCE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2.75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8CCE4"/>
                    </a:solidFill>
                  </a:tcPr>
                </a:tc>
              </a:tr>
              <a:tr h="190500"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&lt; 620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0.75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8CCE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1.75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8CCE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3.25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8CCE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3.25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8CCE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3.25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8CCE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3.25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8CCE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3.25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8CCE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3.25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8CCE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3.25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8CCE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3.25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8CCE4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 rot="10800000">
            <a:off x="681930" y="3223260"/>
            <a:ext cx="400110" cy="1905000"/>
          </a:xfrm>
          <a:prstGeom prst="rect">
            <a:avLst/>
          </a:prstGeom>
          <a:noFill/>
        </p:spPr>
        <p:txBody>
          <a:bodyPr vert="eaVert" wrap="square" rtlCol="0">
            <a:spAutoFit/>
          </a:bodyPr>
          <a:lstStyle/>
          <a:p>
            <a:pPr algn="r"/>
            <a:r>
              <a:rPr lang="en-US" sz="1400" dirty="0" smtClean="0">
                <a:latin typeface="+mn-lt"/>
              </a:rPr>
              <a:t>Regular </a:t>
            </a:r>
            <a:r>
              <a:rPr lang="en-US" sz="1400" dirty="0" err="1" smtClean="0">
                <a:latin typeface="+mn-lt"/>
              </a:rPr>
              <a:t>Refi</a:t>
            </a:r>
            <a:r>
              <a:rPr lang="en-US" sz="1400" dirty="0" smtClean="0">
                <a:latin typeface="+mn-lt"/>
              </a:rPr>
              <a:t> LLPA</a:t>
            </a:r>
            <a:endParaRPr lang="en-US" sz="1400" dirty="0">
              <a:latin typeface="+mn-lt"/>
            </a:endParaRPr>
          </a:p>
        </p:txBody>
      </p:sp>
      <p:sp>
        <p:nvSpPr>
          <p:cNvPr id="34" name="TextBox 33"/>
          <p:cNvSpPr txBox="1"/>
          <p:nvPr/>
        </p:nvSpPr>
        <p:spPr>
          <a:xfrm rot="10800000">
            <a:off x="681930" y="5322094"/>
            <a:ext cx="400110" cy="1905000"/>
          </a:xfrm>
          <a:prstGeom prst="rect">
            <a:avLst/>
          </a:prstGeom>
          <a:noFill/>
        </p:spPr>
        <p:txBody>
          <a:bodyPr vert="eaVert" wrap="square" rtlCol="0">
            <a:spAutoFit/>
          </a:bodyPr>
          <a:lstStyle/>
          <a:p>
            <a:pPr algn="r"/>
            <a:r>
              <a:rPr lang="en-US" sz="1400" dirty="0" err="1" smtClean="0">
                <a:latin typeface="+mn-lt"/>
              </a:rPr>
              <a:t>Refi</a:t>
            </a:r>
            <a:r>
              <a:rPr lang="en-US" sz="1400" dirty="0" smtClean="0">
                <a:latin typeface="+mn-lt"/>
              </a:rPr>
              <a:t> Plus LLPA</a:t>
            </a:r>
            <a:endParaRPr lang="en-US" sz="1400" dirty="0">
              <a:latin typeface="+mn-lt"/>
            </a:endParaRPr>
          </a:p>
        </p:txBody>
      </p:sp>
      <p:sp>
        <p:nvSpPr>
          <p:cNvPr id="35" name="TextBox 34"/>
          <p:cNvSpPr txBox="1"/>
          <p:nvPr/>
        </p:nvSpPr>
        <p:spPr>
          <a:xfrm>
            <a:off x="8282962" y="3325742"/>
            <a:ext cx="152533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 smtClean="0">
                <a:latin typeface="+mn-lt"/>
              </a:rPr>
              <a:t>Blue color area has value &gt; 0.75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282963" y="5751374"/>
            <a:ext cx="1525331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 smtClean="0">
                <a:latin typeface="+mn-lt"/>
              </a:rPr>
              <a:t>Extends </a:t>
            </a:r>
            <a:r>
              <a:rPr lang="en-US" sz="1400" dirty="0" err="1" smtClean="0">
                <a:latin typeface="+mn-lt"/>
              </a:rPr>
              <a:t>Refinancible</a:t>
            </a:r>
            <a:r>
              <a:rPr lang="en-US" sz="1400" dirty="0" smtClean="0">
                <a:latin typeface="+mn-lt"/>
              </a:rPr>
              <a:t> LTVs to &gt;97%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282962" y="3937099"/>
            <a:ext cx="1525331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 smtClean="0">
                <a:latin typeface="+mn-lt"/>
              </a:rPr>
              <a:t>Notice the cap is not only for the base LLPA matrix;</a:t>
            </a:r>
          </a:p>
          <a:p>
            <a:r>
              <a:rPr lang="en-US" sz="1400" dirty="0" smtClean="0">
                <a:latin typeface="+mn-lt"/>
              </a:rPr>
              <a:t>Will affect property type/ loan size as well</a:t>
            </a:r>
          </a:p>
        </p:txBody>
      </p:sp>
    </p:spTree>
    <p:extLst>
      <p:ext uri="{BB962C8B-B14F-4D97-AF65-F5344CB8AC3E}">
        <p14:creationId xmlns:p14="http://schemas.microsoft.com/office/powerpoint/2010/main" val="195289116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1537" name="Rectangle 2"/>
          <p:cNvSpPr>
            <a:spLocks noGrp="1" noChangeArrowheads="1"/>
          </p:cNvSpPr>
          <p:nvPr>
            <p:ph type="title"/>
          </p:nvPr>
        </p:nvSpPr>
        <p:spPr>
          <a:xfrm>
            <a:off x="2533587" y="270070"/>
            <a:ext cx="7280116" cy="644102"/>
          </a:xfrm>
        </p:spPr>
        <p:txBody>
          <a:bodyPr/>
          <a:lstStyle/>
          <a:p>
            <a:r>
              <a:rPr lang="en-US" dirty="0" smtClean="0"/>
              <a:t>HARP Effect</a:t>
            </a:r>
            <a:endParaRPr lang="en-US" sz="1200" b="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3" name="TextBox 22"/>
              <p:cNvSpPr txBox="1"/>
              <p:nvPr/>
            </p:nvSpPr>
            <p:spPr>
              <a:xfrm>
                <a:off x="346217" y="1318317"/>
                <a:ext cx="4507772" cy="49487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400" i="1" smtClean="0">
                          <a:latin typeface="Cambria Math"/>
                        </a:rPr>
                        <m:t>𝐼𝑛𝑐𝑒𝑛𝑡𝑖𝑣𝑒</m:t>
                      </m:r>
                      <m:r>
                        <a:rPr lang="en-US" sz="1400" i="1" smtClean="0">
                          <a:latin typeface="Cambria Math"/>
                        </a:rPr>
                        <m:t>=</m:t>
                      </m:r>
                      <m:r>
                        <a:rPr lang="en-US" sz="1400" b="0" i="1">
                          <a:latin typeface="Cambria Math"/>
                        </a:rPr>
                        <m:t>𝑂𝑟𝑖𝑔𝑁𝑜𝑡𝑒𝑅𝑎𝑡𝑒</m:t>
                      </m:r>
                      <m:r>
                        <a:rPr lang="en-US" sz="1400" i="1">
                          <a:latin typeface="Cambria Math"/>
                        </a:rPr>
                        <m:t>−</m:t>
                      </m:r>
                      <m:r>
                        <a:rPr lang="en-US" sz="1400" b="0" i="1" smtClean="0">
                          <a:latin typeface="Cambria Math"/>
                        </a:rPr>
                        <m:t>(</m:t>
                      </m:r>
                      <m:r>
                        <a:rPr lang="en-US" sz="1400" i="1">
                          <a:latin typeface="Cambria Math"/>
                        </a:rPr>
                        <m:t>𝑃𝑀𝑀𝑆</m:t>
                      </m:r>
                      <m:r>
                        <a:rPr lang="en-US" sz="1400" b="1" i="1" smtClean="0">
                          <a:latin typeface="Cambria Math"/>
                        </a:rPr>
                        <m:t>+</m:t>
                      </m:r>
                      <m:f>
                        <m:fPr>
                          <m:ctrlPr>
                            <a:rPr lang="en-US" sz="1400" b="0" i="1" smtClean="0">
                              <a:latin typeface="Cambria Math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US" sz="1400" b="1" i="1" smtClean="0">
                                  <a:latin typeface="Cambria Math"/>
                                </a:rPr>
                              </m:ctrlPr>
                            </m:sSubPr>
                            <m:e>
                              <m:r>
                                <a:rPr lang="en-US" sz="1400" b="1" i="1">
                                  <a:latin typeface="Cambria Math"/>
                                </a:rPr>
                                <m:t>𝑳𝑳𝑷𝑨</m:t>
                              </m:r>
                            </m:e>
                            <m:sub>
                              <m:r>
                                <a:rPr lang="en-US" sz="1400" b="1" i="1" smtClean="0">
                                  <a:latin typeface="Cambria Math"/>
                                </a:rPr>
                                <m:t>𝒕</m:t>
                              </m:r>
                            </m:sub>
                          </m:sSub>
                        </m:num>
                        <m:den>
                          <m:r>
                            <a:rPr lang="en-US" sz="1400" b="0" i="1" smtClean="0">
                              <a:latin typeface="Cambria Math"/>
                            </a:rPr>
                            <m:t>4</m:t>
                          </m:r>
                        </m:den>
                      </m:f>
                      <m:r>
                        <a:rPr lang="en-US" sz="1400" b="0" i="1" smtClean="0">
                          <a:latin typeface="Cambria Math"/>
                        </a:rPr>
                        <m:t>+</m:t>
                      </m:r>
                      <m:r>
                        <a:rPr lang="en-US" sz="1400" b="0" i="1" smtClean="0">
                          <a:latin typeface="Cambria Math"/>
                        </a:rPr>
                        <m:t>𝑃𝑀𝐼</m:t>
                      </m:r>
                      <m:r>
                        <a:rPr lang="en-US" sz="1400" b="0" i="1" smtClean="0">
                          <a:latin typeface="Cambria Math"/>
                        </a:rPr>
                        <m:t>)</m:t>
                      </m:r>
                    </m:oMath>
                  </m:oMathPara>
                </a14:m>
                <a:endParaRPr lang="en-US" sz="1400" b="0" dirty="0" smtClean="0"/>
              </a:p>
            </p:txBody>
          </p:sp>
        </mc:Choice>
        <mc:Fallback xmlns="">
          <p:sp>
            <p:nvSpPr>
              <p:cNvPr id="23" name="TextBox 2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6217" y="1318317"/>
                <a:ext cx="4507772" cy="494879"/>
              </a:xfrm>
              <a:prstGeom prst="rect">
                <a:avLst/>
              </a:prstGeom>
              <a:blipFill rotWithShape="1">
                <a:blip r:embed="rId2"/>
                <a:stretch>
                  <a:fillRect b="-123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7" name="TextBox 46"/>
              <p:cNvSpPr txBox="1"/>
              <p:nvPr/>
            </p:nvSpPr>
            <p:spPr>
              <a:xfrm>
                <a:off x="346217" y="1692766"/>
                <a:ext cx="4153894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400" b="0" i="1" smtClean="0">
                          <a:latin typeface="Cambria Math"/>
                        </a:rPr>
                        <m:t>𝐿𝐿𝑃𝐴</m:t>
                      </m:r>
                      <m:r>
                        <a:rPr lang="en-US" sz="1400" b="0" i="1" smtClean="0">
                          <a:latin typeface="Cambria Math"/>
                        </a:rPr>
                        <m:t>=</m:t>
                      </m:r>
                      <m:r>
                        <a:rPr lang="en-US" sz="1400" b="0" i="1" smtClean="0">
                          <a:latin typeface="Cambria Math"/>
                        </a:rPr>
                        <m:t>𝑓</m:t>
                      </m:r>
                      <m:r>
                        <a:rPr lang="en-US" sz="1400" b="0" i="1" smtClean="0">
                          <a:latin typeface="Cambria Math"/>
                        </a:rPr>
                        <m:t>(</m:t>
                      </m:r>
                      <m:r>
                        <a:rPr lang="en-US" sz="1400" b="0" i="1" smtClean="0">
                          <a:latin typeface="Cambria Math"/>
                        </a:rPr>
                        <m:t>𝐿𝑇𝑉</m:t>
                      </m:r>
                      <m:r>
                        <a:rPr lang="en-US" sz="1400" b="0" i="1" smtClean="0">
                          <a:latin typeface="Cambria Math"/>
                        </a:rPr>
                        <m:t>, </m:t>
                      </m:r>
                      <m:r>
                        <a:rPr lang="en-US" sz="1400" b="0" i="1" smtClean="0">
                          <a:latin typeface="Cambria Math"/>
                        </a:rPr>
                        <m:t>𝐹𝐼𝐶𝑂</m:t>
                      </m:r>
                      <m:r>
                        <a:rPr lang="en-US" sz="1400" b="0" i="1" smtClean="0">
                          <a:latin typeface="Cambria Math"/>
                        </a:rPr>
                        <m:t>, </m:t>
                      </m:r>
                      <m:r>
                        <a:rPr lang="en-US" sz="1400" b="0" i="1" smtClean="0">
                          <a:latin typeface="Cambria Math"/>
                        </a:rPr>
                        <m:t>𝑃𝑟𝑜𝑝𝑒𝑟𝑡𝑦</m:t>
                      </m:r>
                      <m:r>
                        <a:rPr lang="en-US" sz="1400" b="0" i="1" smtClean="0">
                          <a:latin typeface="Cambria Math"/>
                        </a:rPr>
                        <m:t> </m:t>
                      </m:r>
                      <m:r>
                        <a:rPr lang="en-US" sz="1400" b="0" i="1" smtClean="0">
                          <a:latin typeface="Cambria Math"/>
                        </a:rPr>
                        <m:t>𝑇𝑦𝑝𝑒</m:t>
                      </m:r>
                      <m:r>
                        <a:rPr lang="en-US" sz="1400" b="0" i="1" smtClean="0">
                          <a:latin typeface="Cambria Math"/>
                        </a:rPr>
                        <m:t>, </m:t>
                      </m:r>
                      <m:r>
                        <a:rPr lang="en-US" sz="1400" b="0" i="1" smtClean="0">
                          <a:latin typeface="Cambria Math"/>
                        </a:rPr>
                        <m:t>𝐿𝑜𝑎𝑛</m:t>
                      </m:r>
                      <m:r>
                        <a:rPr lang="en-US" sz="1400" b="0" i="1" smtClean="0">
                          <a:latin typeface="Cambria Math"/>
                        </a:rPr>
                        <m:t> </m:t>
                      </m:r>
                      <m:r>
                        <a:rPr lang="en-US" sz="1400" b="0" i="1" smtClean="0">
                          <a:latin typeface="Cambria Math"/>
                        </a:rPr>
                        <m:t>𝑆𝑖𝑧𝑒</m:t>
                      </m:r>
                      <m:r>
                        <a:rPr lang="en-US" sz="1400" b="0" i="1" smtClean="0">
                          <a:latin typeface="Cambria Math"/>
                        </a:rPr>
                        <m:t>, </m:t>
                      </m:r>
                      <m:r>
                        <a:rPr lang="en-US" sz="1400" b="1" i="1" smtClean="0">
                          <a:latin typeface="Cambria Math"/>
                        </a:rPr>
                        <m:t>𝒕</m:t>
                      </m:r>
                      <m:r>
                        <a:rPr lang="en-US" sz="1400" b="0" i="1" smtClean="0">
                          <a:latin typeface="Cambria Math"/>
                        </a:rPr>
                        <m:t>)</m:t>
                      </m:r>
                    </m:oMath>
                  </m:oMathPara>
                </a14:m>
                <a:endParaRPr lang="en-US" sz="1400" b="0" dirty="0" smtClean="0"/>
              </a:p>
            </p:txBody>
          </p:sp>
        </mc:Choice>
        <mc:Fallback xmlns="">
          <p:sp>
            <p:nvSpPr>
              <p:cNvPr id="47" name="TextBox 4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6217" y="1692766"/>
                <a:ext cx="4153894" cy="307777"/>
              </a:xfrm>
              <a:prstGeom prst="rect">
                <a:avLst/>
              </a:prstGeom>
              <a:blipFill rotWithShape="1">
                <a:blip r:embed="rId3"/>
                <a:stretch>
                  <a:fillRect b="-10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36" name="Straight Connector 35"/>
          <p:cNvCxnSpPr/>
          <p:nvPr/>
        </p:nvCxnSpPr>
        <p:spPr>
          <a:xfrm>
            <a:off x="346217" y="1229358"/>
            <a:ext cx="4348681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7" name="TextBox 36"/>
          <p:cNvSpPr txBox="1"/>
          <p:nvPr/>
        </p:nvSpPr>
        <p:spPr>
          <a:xfrm>
            <a:off x="1452963" y="1060081"/>
            <a:ext cx="2135188" cy="338554"/>
          </a:xfrm>
          <a:prstGeom prst="rect">
            <a:avLst/>
          </a:prstGeom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sz="1600" dirty="0" smtClean="0">
                <a:latin typeface="Arial" panose="020B0604020202020204" pitchFamily="34" charset="0"/>
                <a:cs typeface="Arial" panose="020B0604020202020204" pitchFamily="34" charset="0"/>
              </a:rPr>
              <a:t>LLPA &amp; PMI</a:t>
            </a:r>
            <a:endParaRPr lang="en-US" sz="16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437928" y="2472443"/>
            <a:ext cx="4324349" cy="523220"/>
          </a:xfrm>
          <a:prstGeom prst="rect">
            <a:avLst/>
          </a:prstGeom>
          <a:noFill/>
          <a:ln w="12700">
            <a:solidFill>
              <a:srgbClr val="2E398A"/>
            </a:solidFill>
          </a:ln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 smtClean="0"/>
              <a:t>Did not capture the HARP effect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 smtClean="0"/>
              <a:t>Underestimate the </a:t>
            </a:r>
            <a:r>
              <a:rPr lang="en-US" sz="1400" dirty="0" err="1" smtClean="0"/>
              <a:t>refinancibles</a:t>
            </a:r>
            <a:r>
              <a:rPr lang="en-US" sz="1400" dirty="0" smtClean="0"/>
              <a:t> percentage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8" name="TextBox 17"/>
              <p:cNvSpPr txBox="1"/>
              <p:nvPr/>
            </p:nvSpPr>
            <p:spPr>
              <a:xfrm>
                <a:off x="346217" y="1974166"/>
                <a:ext cx="1845442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400" b="0" i="1" smtClean="0">
                          <a:latin typeface="Cambria Math"/>
                        </a:rPr>
                        <m:t>𝑃𝑀𝐼</m:t>
                      </m:r>
                      <m:r>
                        <a:rPr lang="en-US" sz="1400" b="0" i="1" smtClean="0">
                          <a:latin typeface="Cambria Math"/>
                        </a:rPr>
                        <m:t>=</m:t>
                      </m:r>
                      <m:r>
                        <a:rPr lang="en-US" sz="1400" b="0" i="1" smtClean="0">
                          <a:latin typeface="Cambria Math"/>
                        </a:rPr>
                        <m:t>𝑓</m:t>
                      </m:r>
                      <m:r>
                        <a:rPr lang="en-US" sz="1400" b="0" i="1" smtClean="0">
                          <a:latin typeface="Cambria Math"/>
                        </a:rPr>
                        <m:t>(</m:t>
                      </m:r>
                      <m:r>
                        <a:rPr lang="en-US" sz="1400" b="0" i="1" smtClean="0">
                          <a:latin typeface="Cambria Math"/>
                        </a:rPr>
                        <m:t>𝐿𝑇𝑉</m:t>
                      </m:r>
                      <m:r>
                        <a:rPr lang="en-US" sz="1400" b="0" i="1" smtClean="0">
                          <a:latin typeface="Cambria Math"/>
                        </a:rPr>
                        <m:t>, </m:t>
                      </m:r>
                      <m:r>
                        <a:rPr lang="en-US" sz="1400" b="0" i="1" smtClean="0">
                          <a:latin typeface="Cambria Math"/>
                        </a:rPr>
                        <m:t>𝐹𝐼𝐶𝑂</m:t>
                      </m:r>
                      <m:r>
                        <a:rPr lang="en-US" sz="1400" b="0" i="1" smtClean="0">
                          <a:latin typeface="Cambria Math"/>
                        </a:rPr>
                        <m:t>)</m:t>
                      </m:r>
                    </m:oMath>
                  </m:oMathPara>
                </a14:m>
                <a:endParaRPr lang="en-US" sz="1400" b="0" dirty="0" smtClean="0"/>
              </a:p>
            </p:txBody>
          </p:sp>
        </mc:Choice>
        <mc:Fallback xmlns="">
          <p:sp>
            <p:nvSpPr>
              <p:cNvPr id="18" name="TextBox 1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6217" y="1974166"/>
                <a:ext cx="1845442" cy="307777"/>
              </a:xfrm>
              <a:prstGeom prst="rect">
                <a:avLst/>
              </a:prstGeom>
              <a:blipFill rotWithShape="1">
                <a:blip r:embed="rId4"/>
                <a:stretch>
                  <a:fillRect b="-10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/>
              <p:cNvSpPr txBox="1"/>
              <p:nvPr/>
            </p:nvSpPr>
            <p:spPr>
              <a:xfrm>
                <a:off x="5027891" y="1841506"/>
                <a:ext cx="2591543" cy="46006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sz="1400" b="0" i="1" smtClean="0">
                          <a:latin typeface="Cambria Math"/>
                        </a:rPr>
                        <m:t>𝐴𝑑𝑑𝑖𝑡𝑖𝑜𝑛𝑎𝑙</m:t>
                      </m:r>
                      <m:r>
                        <a:rPr lang="en-US" sz="1400" b="0" i="1" smtClean="0">
                          <a:latin typeface="Cambria Math"/>
                        </a:rPr>
                        <m:t> </m:t>
                      </m:r>
                      <m:r>
                        <a:rPr lang="en-US" sz="1400" b="0" i="1" smtClean="0">
                          <a:latin typeface="Cambria Math"/>
                        </a:rPr>
                        <m:t>𝐶𝑜𝑠𝑡</m:t>
                      </m:r>
                      <m:r>
                        <a:rPr lang="en-US" sz="1400" b="0" i="1" smtClean="0">
                          <a:latin typeface="Cambria Math"/>
                        </a:rPr>
                        <m:t>= </m:t>
                      </m:r>
                      <m:d>
                        <m:dPr>
                          <m:begChr m:val="{"/>
                          <m:endChr m:val=""/>
                          <m:ctrlPr>
                            <a:rPr lang="en-US" sz="1400" b="0" i="1" smtClean="0">
                              <a:latin typeface="Cambria Math"/>
                            </a:rPr>
                          </m:ctrlPr>
                        </m:dPr>
                        <m:e>
                          <m:eqArr>
                            <m:eqArrPr>
                              <m:ctrlPr>
                                <a:rPr lang="en-US" sz="1400" b="0" i="1" smtClean="0">
                                  <a:latin typeface="Cambria Math"/>
                                </a:rPr>
                              </m:ctrlPr>
                            </m:eqArrPr>
                            <m:e>
                              <m:r>
                                <a:rPr lang="en-US" sz="1400" b="0" i="1" smtClean="0">
                                  <a:latin typeface="Cambria Math"/>
                                </a:rPr>
                                <m:t>𝑅𝑒𝑔𝑢𝑙𝑎𝑟</m:t>
                              </m:r>
                              <m:r>
                                <a:rPr lang="en-US" sz="1400" b="0" i="1" smtClean="0">
                                  <a:latin typeface="Cambria Math"/>
                                </a:rPr>
                                <m:t>:</m:t>
                              </m:r>
                            </m:e>
                            <m:e>
                              <m:r>
                                <a:rPr lang="en-US" sz="1400" b="0" i="1" smtClean="0">
                                  <a:latin typeface="Cambria Math"/>
                                </a:rPr>
                                <m:t>𝐻𝐴𝑅𝑃</m:t>
                              </m:r>
                              <m:r>
                                <a:rPr lang="en-US" sz="1400" b="0" i="1" smtClean="0">
                                  <a:latin typeface="Cambria Math"/>
                                </a:rPr>
                                <m:t>:</m:t>
                              </m:r>
                            </m:e>
                          </m:eqArr>
                        </m:e>
                      </m:d>
                    </m:oMath>
                  </m:oMathPara>
                </a14:m>
                <a:endParaRPr lang="en-US" sz="1400" dirty="0"/>
              </a:p>
            </p:txBody>
          </p:sp>
        </mc:Choice>
        <mc:Fallback xmlns="">
          <p:sp>
            <p:nvSpPr>
              <p:cNvPr id="3" name="TextBox 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27891" y="1841506"/>
                <a:ext cx="2591543" cy="460062"/>
              </a:xfrm>
              <a:prstGeom prst="rect">
                <a:avLst/>
              </a:prstGeom>
              <a:blipFill rotWithShape="1">
                <a:blip r:embed="rId5"/>
                <a:stretch>
                  <a:fillRect t="-132895" b="-20131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9" name="TextBox 18"/>
              <p:cNvSpPr txBox="1"/>
              <p:nvPr/>
            </p:nvSpPr>
            <p:spPr>
              <a:xfrm>
                <a:off x="5027892" y="1411867"/>
                <a:ext cx="4832092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400" i="1" smtClean="0">
                          <a:latin typeface="Cambria Math"/>
                        </a:rPr>
                        <m:t>𝐼𝑛𝑐𝑒𝑛𝑡𝑖𝑣𝑒</m:t>
                      </m:r>
                      <m:r>
                        <a:rPr lang="en-US" sz="1400" i="1" smtClean="0">
                          <a:latin typeface="Cambria Math"/>
                        </a:rPr>
                        <m:t>=</m:t>
                      </m:r>
                      <m:r>
                        <a:rPr lang="en-US" sz="1400" b="0" i="1">
                          <a:latin typeface="Cambria Math"/>
                        </a:rPr>
                        <m:t>𝑂𝑟𝑖𝑔𝑁𝑜𝑡𝑒𝑅𝑎𝑡𝑒</m:t>
                      </m:r>
                      <m:r>
                        <a:rPr lang="en-US" sz="1400" i="1">
                          <a:latin typeface="Cambria Math"/>
                        </a:rPr>
                        <m:t>−</m:t>
                      </m:r>
                      <m:r>
                        <a:rPr lang="en-US" sz="1400" b="0" i="1" smtClean="0">
                          <a:latin typeface="Cambria Math"/>
                        </a:rPr>
                        <m:t>(</m:t>
                      </m:r>
                      <m:r>
                        <a:rPr lang="en-US" sz="1400" i="1">
                          <a:latin typeface="Cambria Math"/>
                        </a:rPr>
                        <m:t>𝑃𝑀𝑀𝑆</m:t>
                      </m:r>
                      <m:r>
                        <a:rPr lang="en-US" sz="1400" b="1" i="1" smtClean="0">
                          <a:latin typeface="Cambria Math"/>
                        </a:rPr>
                        <m:t>+</m:t>
                      </m:r>
                      <m:r>
                        <a:rPr lang="en-US" sz="1400" b="1" i="1" smtClean="0">
                          <a:latin typeface="Cambria Math"/>
                        </a:rPr>
                        <m:t>𝑨𝒅𝒅𝒊𝒕𝒊𝒐𝒏𝒂𝒍</m:t>
                      </m:r>
                      <m:r>
                        <a:rPr lang="en-US" sz="1400" b="1" i="1" smtClean="0">
                          <a:latin typeface="Cambria Math"/>
                        </a:rPr>
                        <m:t> </m:t>
                      </m:r>
                      <m:r>
                        <a:rPr lang="en-US" sz="1400" b="1" i="1" smtClean="0">
                          <a:latin typeface="Cambria Math"/>
                        </a:rPr>
                        <m:t>𝑪𝒐𝒔𝒕</m:t>
                      </m:r>
                      <m:r>
                        <a:rPr lang="en-US" sz="1400" b="0" i="1" smtClean="0">
                          <a:latin typeface="Cambria Math"/>
                        </a:rPr>
                        <m:t>)</m:t>
                      </m:r>
                    </m:oMath>
                  </m:oMathPara>
                </a14:m>
                <a:endParaRPr lang="en-US" sz="1400" b="0" dirty="0" smtClean="0"/>
              </a:p>
            </p:txBody>
          </p:sp>
        </mc:Choice>
        <mc:Fallback xmlns="">
          <p:sp>
            <p:nvSpPr>
              <p:cNvPr id="19" name="TextBox 1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27892" y="1411867"/>
                <a:ext cx="4832092" cy="307777"/>
              </a:xfrm>
              <a:prstGeom prst="rect">
                <a:avLst/>
              </a:prstGeom>
              <a:blipFill rotWithShape="1">
                <a:blip r:embed="rId6"/>
                <a:stretch>
                  <a:fillRect b="-10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1" name="TextBox 20"/>
              <p:cNvSpPr txBox="1"/>
              <p:nvPr/>
            </p:nvSpPr>
            <p:spPr>
              <a:xfrm>
                <a:off x="7361065" y="1812407"/>
                <a:ext cx="1684564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400" i="1" dirty="0">
                    <a:latin typeface="Cambria Math"/>
                  </a:rPr>
                  <a:t>Regular</a:t>
                </a:r>
                <a:r>
                  <a:rPr lang="en-US" sz="1400" b="0" dirty="0" smtClean="0"/>
                  <a:t> </a:t>
                </a:r>
                <a:r>
                  <a:rPr lang="en-US" sz="1400" i="1" dirty="0">
                    <a:latin typeface="Cambria Math"/>
                  </a:rPr>
                  <a:t>LLPA</a:t>
                </a:r>
                <a14:m>
                  <m:oMath xmlns:m="http://schemas.openxmlformats.org/officeDocument/2006/math">
                    <m:r>
                      <a:rPr lang="en-US" sz="1400" i="1">
                        <a:latin typeface="Cambria Math"/>
                      </a:rPr>
                      <m:t>+</m:t>
                    </m:r>
                    <m:r>
                      <a:rPr lang="en-US" sz="1400" i="1">
                        <a:latin typeface="Cambria Math"/>
                      </a:rPr>
                      <m:t>𝑃𝑀𝐼</m:t>
                    </m:r>
                  </m:oMath>
                </a14:m>
                <a:endParaRPr lang="en-US" sz="1400" i="1" dirty="0">
                  <a:latin typeface="Cambria Math"/>
                </a:endParaRPr>
              </a:p>
            </p:txBody>
          </p:sp>
        </mc:Choice>
        <mc:Fallback xmlns="">
          <p:sp>
            <p:nvSpPr>
              <p:cNvPr id="21" name="TextBox 2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361065" y="1812407"/>
                <a:ext cx="1684564" cy="307777"/>
              </a:xfrm>
              <a:prstGeom prst="rect">
                <a:avLst/>
              </a:prstGeom>
              <a:blipFill rotWithShape="1">
                <a:blip r:embed="rId7"/>
                <a:stretch>
                  <a:fillRect l="-1087" t="-3922" b="-1568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6" name="TextBox 25"/>
              <p:cNvSpPr txBox="1"/>
              <p:nvPr/>
            </p:nvSpPr>
            <p:spPr>
              <a:xfrm>
                <a:off x="7361065" y="2039511"/>
                <a:ext cx="2495748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400" i="1" dirty="0" smtClean="0">
                    <a:latin typeface="Cambria Math"/>
                  </a:rPr>
                  <a:t>Refi Plus LLPA</a:t>
                </a:r>
                <a14:m>
                  <m:oMath xmlns:m="http://schemas.openxmlformats.org/officeDocument/2006/math">
                    <m:r>
                      <a:rPr lang="en-US" sz="1400" b="0" i="1" smtClean="0">
                        <a:latin typeface="Cambria Math"/>
                      </a:rPr>
                      <m:t> </m:t>
                    </m:r>
                    <m:r>
                      <a:rPr lang="en-US" sz="1400" b="0" i="1" smtClean="0">
                        <a:latin typeface="Cambria Math"/>
                      </a:rPr>
                      <m:t>𝑤𝑖𝑡h</m:t>
                    </m:r>
                    <m:r>
                      <a:rPr lang="en-US" sz="1400" b="0" i="1" smtClean="0">
                        <a:latin typeface="Cambria Math"/>
                      </a:rPr>
                      <m:t> </m:t>
                    </m:r>
                    <m:r>
                      <a:rPr lang="en-US" sz="1400" b="1" i="1" smtClean="0">
                        <a:latin typeface="Cambria Math"/>
                      </a:rPr>
                      <m:t>𝑪𝒂𝒑</m:t>
                    </m:r>
                    <m:r>
                      <a:rPr lang="en-US" sz="1400" b="1" i="1" smtClean="0">
                        <a:latin typeface="Cambria Math"/>
                      </a:rPr>
                      <m:t> </m:t>
                    </m:r>
                    <m:r>
                      <a:rPr lang="en-US" sz="1400" b="1" i="1" smtClean="0">
                        <a:latin typeface="Cambria Math"/>
                      </a:rPr>
                      <m:t>𝟎</m:t>
                    </m:r>
                    <m:r>
                      <a:rPr lang="en-US" sz="1400" b="1" i="1" smtClean="0">
                        <a:latin typeface="Cambria Math"/>
                      </a:rPr>
                      <m:t>.</m:t>
                    </m:r>
                    <m:r>
                      <a:rPr lang="en-US" sz="1400" b="1" i="1" smtClean="0">
                        <a:latin typeface="Cambria Math"/>
                      </a:rPr>
                      <m:t>𝟕𝟓</m:t>
                    </m:r>
                  </m:oMath>
                </a14:m>
                <a:endParaRPr lang="en-US" sz="1400" b="1" i="1" dirty="0">
                  <a:latin typeface="Cambria Math"/>
                </a:endParaRPr>
              </a:p>
            </p:txBody>
          </p:sp>
        </mc:Choice>
        <mc:Fallback xmlns="">
          <p:sp>
            <p:nvSpPr>
              <p:cNvPr id="26" name="TextBox 2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361065" y="2039511"/>
                <a:ext cx="2495748" cy="307777"/>
              </a:xfrm>
              <a:prstGeom prst="rect">
                <a:avLst/>
              </a:prstGeom>
              <a:blipFill rotWithShape="1">
                <a:blip r:embed="rId8"/>
                <a:stretch>
                  <a:fillRect l="-733" t="-4000" b="-18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7" name="Straight Connector 26"/>
          <p:cNvCxnSpPr/>
          <p:nvPr/>
        </p:nvCxnSpPr>
        <p:spPr>
          <a:xfrm>
            <a:off x="5220087" y="1229358"/>
            <a:ext cx="4348681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TextBox 29"/>
          <p:cNvSpPr txBox="1"/>
          <p:nvPr/>
        </p:nvSpPr>
        <p:spPr>
          <a:xfrm>
            <a:off x="6326833" y="1060081"/>
            <a:ext cx="2135188" cy="338554"/>
          </a:xfrm>
          <a:prstGeom prst="rect">
            <a:avLst/>
          </a:prstGeom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sz="1600" dirty="0" smtClean="0">
                <a:latin typeface="Arial" panose="020B0604020202020204" pitchFamily="34" charset="0"/>
                <a:cs typeface="Arial" panose="020B0604020202020204" pitchFamily="34" charset="0"/>
              </a:rPr>
              <a:t>HARP</a:t>
            </a:r>
            <a:endParaRPr lang="en-US" sz="16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1" name="TextBox 30"/>
          <p:cNvSpPr txBox="1"/>
          <p:nvPr/>
        </p:nvSpPr>
        <p:spPr>
          <a:xfrm>
            <a:off x="5198890" y="2472443"/>
            <a:ext cx="4324349" cy="523220"/>
          </a:xfrm>
          <a:prstGeom prst="rect">
            <a:avLst/>
          </a:prstGeom>
          <a:noFill/>
          <a:ln w="12700">
            <a:solidFill>
              <a:srgbClr val="2E398A"/>
            </a:solidFill>
          </a:ln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 smtClean="0"/>
              <a:t>Use </a:t>
            </a:r>
            <a:r>
              <a:rPr lang="en-US" sz="1400" dirty="0" err="1" smtClean="0"/>
              <a:t>Refi</a:t>
            </a:r>
            <a:r>
              <a:rPr lang="en-US" sz="1400" dirty="0" smtClean="0"/>
              <a:t>-Plus LLPA with cap 0.75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 smtClean="0"/>
              <a:t>Capture the HARP effect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1627108"/>
              </p:ext>
            </p:extLst>
          </p:nvPr>
        </p:nvGraphicFramePr>
        <p:xfrm>
          <a:off x="1409477" y="3155734"/>
          <a:ext cx="6705600" cy="2028825"/>
        </p:xfrm>
        <a:graphic>
          <a:graphicData uri="http://schemas.openxmlformats.org/drawingml/2006/table">
            <a:tbl>
              <a:tblPr/>
              <a:tblGrid>
                <a:gridCol w="609600"/>
                <a:gridCol w="609600"/>
                <a:gridCol w="609600"/>
                <a:gridCol w="609600"/>
                <a:gridCol w="609600"/>
                <a:gridCol w="609600"/>
                <a:gridCol w="609600"/>
                <a:gridCol w="609600"/>
                <a:gridCol w="609600"/>
                <a:gridCol w="609600"/>
                <a:gridCol w="609600"/>
              </a:tblGrid>
              <a:tr h="190500"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 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BE4"/>
                    </a:solidFill>
                  </a:tcPr>
                </a:tc>
                <a:tc gridSpan="10">
                  <a:txBody>
                    <a:bodyPr/>
                    <a:lstStyle/>
                    <a:p>
                      <a:pPr algn="ctr" fontAlgn="b"/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LTV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BE4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</a:tr>
              <a:tr h="190500"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Credit Score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BE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&lt;= 60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BE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60.01-70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BE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70.01-75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BE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75.01-80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BE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80.01-85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BE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85.01-90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BE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90.01-95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BE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95.01-97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BE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97.01-105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BE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&gt;105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BE4"/>
                    </a:solidFill>
                  </a:tcPr>
                </a:tc>
              </a:tr>
              <a:tr h="190500"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&gt; 740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0.00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0.25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0.25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0.50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0.50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0.50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0.50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0.75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8CCE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0.75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8CCE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0.75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8CCE4"/>
                    </a:solidFill>
                  </a:tcPr>
                </a:tc>
              </a:tr>
              <a:tr h="190500"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720 - 739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0.00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0.25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0.50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0.75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8CCE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0.75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8CCE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0.75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8CCE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0.75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8CCE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0.75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8CCE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0.75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8CCE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0.75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8CCE4"/>
                    </a:solidFill>
                  </a:tcPr>
                </a:tc>
              </a:tr>
              <a:tr h="190500"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700 - 719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0.00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0.75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8CCE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0.75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8CCE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0.75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8CCE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0.75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8CCE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0.75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8CCE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0.75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8CCE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0.75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8CCE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0.75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8CCE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0.75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8CCE4"/>
                    </a:solidFill>
                  </a:tcPr>
                </a:tc>
              </a:tr>
              <a:tr h="190500"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680 - 699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0.25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0.75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8CCE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0.75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8CCE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0.75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8CCE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0.75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8CCE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0.75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8CCE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0.75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8CCE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0.75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8CCE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0.75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8CCE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0.75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8CCE4"/>
                    </a:solidFill>
                  </a:tcPr>
                </a:tc>
              </a:tr>
              <a:tr h="190500"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660 - 679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0.25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0.75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8CCE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0.75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8CCE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0.75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8CCE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0.75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8CCE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0.75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8CCE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0.75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8CCE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0.75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8CCE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0.75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8CCE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0.75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8CCE4"/>
                    </a:solidFill>
                  </a:tcPr>
                </a:tc>
              </a:tr>
              <a:tr h="190500"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640 - 659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0.75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8CCE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0.75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8CCE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0.75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8CCE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0.75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8CCE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0.75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8CCE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0.75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8CCE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0.75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8CCE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0.75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8CCE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0.75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8CCE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0.75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8CCE4"/>
                    </a:solidFill>
                  </a:tcPr>
                </a:tc>
              </a:tr>
              <a:tr h="190500"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620 - 639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0.75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8CCE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0.75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8CCE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0.75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8CCE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0.75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8CCE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0.75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8CCE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0.75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8CCE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0.75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8CCE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0.75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8CCE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0.75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8CCE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0.75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8CCE4"/>
                    </a:solidFill>
                  </a:tcPr>
                </a:tc>
              </a:tr>
              <a:tr h="190500"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&lt; 620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0.75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8CCE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0.75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8CCE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0.75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8CCE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0.75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8CCE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0.75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8CCE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0.75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8CCE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0.75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8CCE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0.75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8CCE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0.75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8CCE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0.75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8CCE4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5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48259510"/>
              </p:ext>
            </p:extLst>
          </p:nvPr>
        </p:nvGraphicFramePr>
        <p:xfrm>
          <a:off x="1409477" y="5322094"/>
          <a:ext cx="6705600" cy="1838325"/>
        </p:xfrm>
        <a:graphic>
          <a:graphicData uri="http://schemas.openxmlformats.org/drawingml/2006/table">
            <a:tbl>
              <a:tblPr/>
              <a:tblGrid>
                <a:gridCol w="609600"/>
                <a:gridCol w="609600"/>
                <a:gridCol w="609600"/>
                <a:gridCol w="609600"/>
                <a:gridCol w="609600"/>
                <a:gridCol w="609600"/>
                <a:gridCol w="609600"/>
                <a:gridCol w="609600"/>
                <a:gridCol w="609600"/>
                <a:gridCol w="609600"/>
                <a:gridCol w="609600"/>
              </a:tblGrid>
              <a:tr h="190500"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Credit Score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BE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&lt;= 60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BE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60.01-70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BE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70.01-75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BE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75.01-80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BE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80.01-85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BE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85.01-90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BE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90.01-95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BE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95.01-97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BE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97.01-105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BE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&gt;105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BE4"/>
                    </a:solidFill>
                  </a:tcPr>
                </a:tc>
              </a:tr>
              <a:tr h="190500"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&gt; 740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0.00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0.25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0.25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0.25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0.25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0.25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0.25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0.25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0.25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0.25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90500"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720 - 739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0.00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0.25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0.25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0.25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0.25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0.25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0.25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0.25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0.25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0.25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90500"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700 - 719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0.00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0.75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8CCE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0.75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8CCE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0.75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8CCE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0.75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8CCE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0.75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8CCE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0.75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8CCE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0.75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8CCE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0.75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8CCE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0.75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8CCE4"/>
                    </a:solidFill>
                  </a:tcPr>
                </a:tc>
              </a:tr>
              <a:tr h="190500"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680 - 699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0.25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0.75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8CCE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0.75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8CCE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0.75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8CCE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0.75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8CCE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0.75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8CCE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0.75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8CCE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0.75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8CCE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0.75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8CCE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0.75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8CCE4"/>
                    </a:solidFill>
                  </a:tcPr>
                </a:tc>
              </a:tr>
              <a:tr h="190500"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660 - 679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0.25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0.75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8CCE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0.75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8CCE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0.75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8CCE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0.75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8CCE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0.75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8CCE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0.75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8CCE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0.75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8CCE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0.75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8CCE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0.75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8CCE4"/>
                    </a:solidFill>
                  </a:tcPr>
                </a:tc>
              </a:tr>
              <a:tr h="190500"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640 - 659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0.75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8CCE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0.75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8CCE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0.75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8CCE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0.75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8CCE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0.75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8CCE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0.75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8CCE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0.75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8CCE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0.75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8CCE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0.75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8CCE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0.75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8CCE4"/>
                    </a:solidFill>
                  </a:tcPr>
                </a:tc>
              </a:tr>
              <a:tr h="190500"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620 - 639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0.75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8CCE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0.75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8CCE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0.75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8CCE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0.75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8CCE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0.75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8CCE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0.75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8CCE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0.75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8CCE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0.75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8CCE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0.75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8CCE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0.75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8CCE4"/>
                    </a:solidFill>
                  </a:tcPr>
                </a:tc>
              </a:tr>
              <a:tr h="190500"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&lt; 620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0.75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8CCE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0.75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8CCE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0.75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8CCE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0.75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8CCE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0.75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8CCE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0.75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8CCE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0.75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8CCE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0.75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8CCE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0.75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8CCE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0.75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8CCE4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 rot="10800000">
            <a:off x="681930" y="3223260"/>
            <a:ext cx="400110" cy="1905000"/>
          </a:xfrm>
          <a:prstGeom prst="rect">
            <a:avLst/>
          </a:prstGeom>
          <a:noFill/>
        </p:spPr>
        <p:txBody>
          <a:bodyPr vert="eaVert" wrap="square" rtlCol="0">
            <a:spAutoFit/>
          </a:bodyPr>
          <a:lstStyle/>
          <a:p>
            <a:pPr algn="r"/>
            <a:r>
              <a:rPr lang="en-US" sz="1400" dirty="0" smtClean="0">
                <a:latin typeface="+mn-lt"/>
              </a:rPr>
              <a:t>Regular </a:t>
            </a:r>
            <a:r>
              <a:rPr lang="en-US" sz="1400" dirty="0" err="1" smtClean="0">
                <a:latin typeface="+mn-lt"/>
              </a:rPr>
              <a:t>Refi</a:t>
            </a:r>
            <a:r>
              <a:rPr lang="en-US" sz="1400" dirty="0" smtClean="0">
                <a:latin typeface="+mn-lt"/>
              </a:rPr>
              <a:t> LLPA</a:t>
            </a:r>
            <a:endParaRPr lang="en-US" sz="1400" dirty="0">
              <a:latin typeface="+mn-lt"/>
            </a:endParaRPr>
          </a:p>
        </p:txBody>
      </p:sp>
      <p:sp>
        <p:nvSpPr>
          <p:cNvPr id="34" name="TextBox 33"/>
          <p:cNvSpPr txBox="1"/>
          <p:nvPr/>
        </p:nvSpPr>
        <p:spPr>
          <a:xfrm rot="10800000">
            <a:off x="681930" y="5322094"/>
            <a:ext cx="400110" cy="1905000"/>
          </a:xfrm>
          <a:prstGeom prst="rect">
            <a:avLst/>
          </a:prstGeom>
          <a:noFill/>
        </p:spPr>
        <p:txBody>
          <a:bodyPr vert="eaVert" wrap="square" rtlCol="0">
            <a:spAutoFit/>
          </a:bodyPr>
          <a:lstStyle/>
          <a:p>
            <a:pPr algn="r"/>
            <a:r>
              <a:rPr lang="en-US" sz="1400" dirty="0" err="1" smtClean="0">
                <a:latin typeface="+mn-lt"/>
              </a:rPr>
              <a:t>Refi</a:t>
            </a:r>
            <a:r>
              <a:rPr lang="en-US" sz="1400" dirty="0" smtClean="0">
                <a:latin typeface="+mn-lt"/>
              </a:rPr>
              <a:t> Plus LLPA</a:t>
            </a:r>
            <a:endParaRPr lang="en-US" sz="1400" dirty="0">
              <a:latin typeface="+mn-lt"/>
            </a:endParaRPr>
          </a:p>
        </p:txBody>
      </p:sp>
      <p:sp>
        <p:nvSpPr>
          <p:cNvPr id="38" name="TextBox 37"/>
          <p:cNvSpPr txBox="1"/>
          <p:nvPr/>
        </p:nvSpPr>
        <p:spPr>
          <a:xfrm>
            <a:off x="8282962" y="3533954"/>
            <a:ext cx="152533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 smtClean="0">
                <a:latin typeface="+mn-lt"/>
              </a:rPr>
              <a:t>All with Cap 0.75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282961" y="4021871"/>
            <a:ext cx="152533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 smtClean="0">
                <a:latin typeface="+mn-lt"/>
              </a:rPr>
              <a:t>Fairly close to each other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274378" y="4570033"/>
            <a:ext cx="1525331" cy="160043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 smtClean="0">
                <a:latin typeface="+mn-lt"/>
              </a:rPr>
              <a:t>We use capped regular LLPA as a proxy.</a:t>
            </a:r>
          </a:p>
          <a:p>
            <a:r>
              <a:rPr lang="en-US" sz="1400" dirty="0" smtClean="0">
                <a:latin typeface="+mn-lt"/>
              </a:rPr>
              <a:t>Because we don’t have </a:t>
            </a:r>
            <a:r>
              <a:rPr lang="en-US" sz="1400" dirty="0" err="1" smtClean="0">
                <a:latin typeface="+mn-lt"/>
              </a:rPr>
              <a:t>Refi</a:t>
            </a:r>
            <a:r>
              <a:rPr lang="en-US" sz="1400" dirty="0" smtClean="0">
                <a:latin typeface="+mn-lt"/>
              </a:rPr>
              <a:t> Plus matrix in our database.</a:t>
            </a:r>
          </a:p>
        </p:txBody>
      </p:sp>
      <p:sp>
        <p:nvSpPr>
          <p:cNvPr id="29" name="TextBox 28"/>
          <p:cNvSpPr txBox="1"/>
          <p:nvPr/>
        </p:nvSpPr>
        <p:spPr>
          <a:xfrm rot="10800000">
            <a:off x="260312" y="3155733"/>
            <a:ext cx="430887" cy="4004685"/>
          </a:xfrm>
          <a:prstGeom prst="rect">
            <a:avLst/>
          </a:prstGeom>
          <a:solidFill>
            <a:schemeClr val="accent6">
              <a:lumMod val="75000"/>
            </a:schemeClr>
          </a:solidFill>
        </p:spPr>
        <p:txBody>
          <a:bodyPr vert="eaVert" wrap="square" rtlCol="0">
            <a:spAutoFit/>
          </a:bodyPr>
          <a:lstStyle/>
          <a:p>
            <a:pPr algn="ctr"/>
            <a:r>
              <a:rPr lang="en-US" sz="1600" dirty="0" smtClean="0">
                <a:solidFill>
                  <a:schemeClr val="bg1"/>
                </a:solidFill>
                <a:latin typeface="+mn-lt"/>
              </a:rPr>
              <a:t>After Cap</a:t>
            </a:r>
          </a:p>
        </p:txBody>
      </p:sp>
    </p:spTree>
    <p:extLst>
      <p:ext uri="{BB962C8B-B14F-4D97-AF65-F5344CB8AC3E}">
        <p14:creationId xmlns:p14="http://schemas.microsoft.com/office/powerpoint/2010/main" val="116988911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0" name="Straight Connector 39"/>
          <p:cNvCxnSpPr/>
          <p:nvPr/>
        </p:nvCxnSpPr>
        <p:spPr>
          <a:xfrm>
            <a:off x="708660" y="4368798"/>
            <a:ext cx="610362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Straight Connector 35"/>
          <p:cNvCxnSpPr/>
          <p:nvPr/>
        </p:nvCxnSpPr>
        <p:spPr>
          <a:xfrm>
            <a:off x="708660" y="1358898"/>
            <a:ext cx="614934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32" name="Chart 31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922705393"/>
              </p:ext>
            </p:extLst>
          </p:nvPr>
        </p:nvGraphicFramePr>
        <p:xfrm>
          <a:off x="329565" y="1154795"/>
          <a:ext cx="6703695" cy="27432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321537" name="Rectangle 2"/>
          <p:cNvSpPr>
            <a:spLocks noGrp="1" noChangeArrowheads="1"/>
          </p:cNvSpPr>
          <p:nvPr>
            <p:ph type="title"/>
          </p:nvPr>
        </p:nvSpPr>
        <p:spPr>
          <a:xfrm>
            <a:off x="2533587" y="270070"/>
            <a:ext cx="7280116" cy="644102"/>
          </a:xfrm>
        </p:spPr>
        <p:txBody>
          <a:bodyPr/>
          <a:lstStyle/>
          <a:p>
            <a:r>
              <a:rPr lang="en-US" dirty="0" smtClean="0">
                <a:latin typeface="Arial" panose="020B0604020202020204" pitchFamily="34" charset="0"/>
                <a:cs typeface="Arial" panose="020B0604020202020204" pitchFamily="34" charset="0"/>
              </a:rPr>
              <a:t>HOW HARP AFFECTS THE REFINANCIBLE UNIVERSE</a:t>
            </a: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3" name="TextBox 32"/>
          <p:cNvSpPr txBox="1"/>
          <p:nvPr/>
        </p:nvSpPr>
        <p:spPr>
          <a:xfrm>
            <a:off x="7246642" y="1590854"/>
            <a:ext cx="2506958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 smtClean="0">
                <a:latin typeface="+mn-lt"/>
              </a:rPr>
              <a:t>HARP significantly increases the </a:t>
            </a:r>
            <a:r>
              <a:rPr lang="en-US" sz="1400" dirty="0" err="1" smtClean="0">
                <a:latin typeface="+mn-lt"/>
              </a:rPr>
              <a:t>Refinancible</a:t>
            </a:r>
            <a:r>
              <a:rPr lang="en-US" sz="1400" dirty="0" smtClean="0">
                <a:latin typeface="+mn-lt"/>
              </a:rPr>
              <a:t> percentage for the loans originated before June 2009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246642" y="2544961"/>
            <a:ext cx="2506958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 smtClean="0">
                <a:latin typeface="+mn-lt"/>
              </a:rPr>
              <a:t>Two curve converge:</a:t>
            </a:r>
          </a:p>
          <a:p>
            <a:r>
              <a:rPr lang="en-US" sz="1400" dirty="0" smtClean="0">
                <a:latin typeface="+mn-lt"/>
              </a:rPr>
              <a:t>High LTV borrower decrease through time.</a:t>
            </a:r>
          </a:p>
        </p:txBody>
      </p:sp>
      <p:graphicFrame>
        <p:nvGraphicFramePr>
          <p:cNvPr id="39" name="Chart 38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693845758"/>
              </p:ext>
            </p:extLst>
          </p:nvPr>
        </p:nvGraphicFramePr>
        <p:xfrm>
          <a:off x="175260" y="4164695"/>
          <a:ext cx="6857999" cy="27432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41" name="TextBox 40"/>
          <p:cNvSpPr txBox="1"/>
          <p:nvPr/>
        </p:nvSpPr>
        <p:spPr>
          <a:xfrm>
            <a:off x="7246642" y="4532174"/>
            <a:ext cx="2506958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 smtClean="0">
                <a:latin typeface="+mn-lt"/>
              </a:rPr>
              <a:t>Most (80%) of the borrowers who are eligible for HARP have already refinanced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7246642" y="5352932"/>
            <a:ext cx="250695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 err="1" smtClean="0">
                <a:latin typeface="+mn-lt"/>
              </a:rPr>
              <a:t>HARPable</a:t>
            </a:r>
            <a:r>
              <a:rPr lang="en-US" sz="1400" dirty="0" smtClean="0">
                <a:latin typeface="+mn-lt"/>
              </a:rPr>
              <a:t> balance has decreased from 500B to 100B</a:t>
            </a:r>
          </a:p>
        </p:txBody>
      </p:sp>
    </p:spTree>
    <p:extLst>
      <p:ext uri="{BB962C8B-B14F-4D97-AF65-F5344CB8AC3E}">
        <p14:creationId xmlns:p14="http://schemas.microsoft.com/office/powerpoint/2010/main" val="92701745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0" name="Straight Connector 39"/>
          <p:cNvCxnSpPr/>
          <p:nvPr/>
        </p:nvCxnSpPr>
        <p:spPr>
          <a:xfrm>
            <a:off x="731520" y="4353558"/>
            <a:ext cx="610362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Straight Connector 35"/>
          <p:cNvCxnSpPr/>
          <p:nvPr/>
        </p:nvCxnSpPr>
        <p:spPr>
          <a:xfrm>
            <a:off x="708660" y="1358898"/>
            <a:ext cx="614934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1537" name="Rectangle 2"/>
          <p:cNvSpPr>
            <a:spLocks noGrp="1" noChangeArrowheads="1"/>
          </p:cNvSpPr>
          <p:nvPr>
            <p:ph type="title"/>
          </p:nvPr>
        </p:nvSpPr>
        <p:spPr>
          <a:xfrm>
            <a:off x="2533587" y="270070"/>
            <a:ext cx="7280116" cy="644102"/>
          </a:xfrm>
        </p:spPr>
        <p:txBody>
          <a:bodyPr/>
          <a:lstStyle/>
          <a:p>
            <a:r>
              <a:rPr lang="en-US" dirty="0" smtClean="0">
                <a:latin typeface="Arial" panose="020B0604020202020204" pitchFamily="34" charset="0"/>
                <a:cs typeface="Arial" panose="020B0604020202020204" pitchFamily="34" charset="0"/>
              </a:rPr>
              <a:t>LOAN-LEVEL INCENTIVES WITH HARP EFFECT</a:t>
            </a: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3" name="TextBox 32"/>
          <p:cNvSpPr txBox="1"/>
          <p:nvPr/>
        </p:nvSpPr>
        <p:spPr>
          <a:xfrm>
            <a:off x="7246642" y="2240161"/>
            <a:ext cx="2506958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 smtClean="0">
                <a:latin typeface="+mn-lt"/>
              </a:rPr>
              <a:t>HARP increases the </a:t>
            </a:r>
            <a:r>
              <a:rPr lang="en-US" sz="1400" dirty="0" err="1" smtClean="0">
                <a:latin typeface="+mn-lt"/>
              </a:rPr>
              <a:t>refinancible</a:t>
            </a:r>
            <a:r>
              <a:rPr lang="en-US" sz="1400" dirty="0" smtClean="0">
                <a:latin typeface="+mn-lt"/>
              </a:rPr>
              <a:t> percentage by 20% on 2011, then gradually converges to the “regular” </a:t>
            </a:r>
            <a:r>
              <a:rPr lang="en-US" sz="1400" dirty="0" err="1" smtClean="0">
                <a:latin typeface="+mn-lt"/>
              </a:rPr>
              <a:t>refinanceable</a:t>
            </a:r>
            <a:r>
              <a:rPr lang="en-US" sz="1400" dirty="0" smtClean="0">
                <a:latin typeface="+mn-lt"/>
              </a:rPr>
              <a:t> curve.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246642" y="3372096"/>
            <a:ext cx="2506958" cy="160043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 smtClean="0">
                <a:latin typeface="+mn-lt"/>
              </a:rPr>
              <a:t>Two curves converge:</a:t>
            </a:r>
          </a:p>
          <a:p>
            <a:pPr marL="342900" indent="-342900">
              <a:buAutoNum type="arabicParenR"/>
            </a:pPr>
            <a:r>
              <a:rPr lang="en-US" sz="1400" dirty="0" smtClean="0">
                <a:latin typeface="+mn-lt"/>
              </a:rPr>
              <a:t>High LTV borrower balances decrease, </a:t>
            </a:r>
            <a:r>
              <a:rPr lang="en-US" sz="1400" dirty="0" err="1" smtClean="0">
                <a:latin typeface="+mn-lt"/>
              </a:rPr>
              <a:t>refi</a:t>
            </a:r>
            <a:r>
              <a:rPr lang="en-US" sz="1400" dirty="0" smtClean="0">
                <a:latin typeface="+mn-lt"/>
              </a:rPr>
              <a:t>-percentage for regular LLPA is high enough;</a:t>
            </a:r>
          </a:p>
          <a:p>
            <a:pPr marL="342900" indent="-342900">
              <a:buAutoNum type="arabicParenR"/>
            </a:pPr>
            <a:r>
              <a:rPr lang="en-US" sz="1400" dirty="0" smtClean="0">
                <a:latin typeface="+mn-lt"/>
              </a:rPr>
              <a:t>Most </a:t>
            </a:r>
            <a:r>
              <a:rPr lang="en-US" sz="1400" dirty="0" err="1" smtClean="0">
                <a:latin typeface="+mn-lt"/>
              </a:rPr>
              <a:t>HARPable</a:t>
            </a:r>
            <a:r>
              <a:rPr lang="en-US" sz="1400" dirty="0" smtClean="0">
                <a:latin typeface="+mn-lt"/>
              </a:rPr>
              <a:t> borrowers already refinanced.</a:t>
            </a:r>
          </a:p>
        </p:txBody>
      </p:sp>
      <p:graphicFrame>
        <p:nvGraphicFramePr>
          <p:cNvPr id="11" name="Chart 10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550168474"/>
              </p:ext>
            </p:extLst>
          </p:nvPr>
        </p:nvGraphicFramePr>
        <p:xfrm>
          <a:off x="460534" y="1429115"/>
          <a:ext cx="6645592" cy="27432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2" name="TextBox 1"/>
          <p:cNvSpPr txBox="1"/>
          <p:nvPr/>
        </p:nvSpPr>
        <p:spPr>
          <a:xfrm>
            <a:off x="2661253" y="1220398"/>
            <a:ext cx="2198433" cy="276999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1200" b="1" dirty="0" smtClean="0">
                <a:latin typeface="+mn-lt"/>
              </a:rPr>
              <a:t>HARP Increase </a:t>
            </a:r>
            <a:r>
              <a:rPr lang="en-US" sz="1200" b="1" dirty="0" err="1" smtClean="0">
                <a:latin typeface="+mn-lt"/>
              </a:rPr>
              <a:t>Refinancible</a:t>
            </a:r>
            <a:endParaRPr lang="en-US" sz="1200" b="1" dirty="0">
              <a:latin typeface="+mn-lt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2450765" y="4223810"/>
            <a:ext cx="2619408" cy="276999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1200" b="1" dirty="0" smtClean="0">
                <a:latin typeface="+mn-lt"/>
              </a:rPr>
              <a:t>New Loan Level Model vs Pool Level</a:t>
            </a:r>
            <a:endParaRPr lang="en-US" sz="1200" b="1" dirty="0">
              <a:latin typeface="+mn-lt"/>
            </a:endParaRPr>
          </a:p>
        </p:txBody>
      </p:sp>
      <p:graphicFrame>
        <p:nvGraphicFramePr>
          <p:cNvPr id="21" name="Chart 20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573232563"/>
              </p:ext>
            </p:extLst>
          </p:nvPr>
        </p:nvGraphicFramePr>
        <p:xfrm>
          <a:off x="339112" y="4408029"/>
          <a:ext cx="6927056" cy="27432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  <p:extLst>
      <p:ext uri="{BB962C8B-B14F-4D97-AF65-F5344CB8AC3E}">
        <p14:creationId xmlns:p14="http://schemas.microsoft.com/office/powerpoint/2010/main" val="215935541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1537" name="Rectangle 2"/>
          <p:cNvSpPr>
            <a:spLocks noGrp="1" noChangeArrowheads="1"/>
          </p:cNvSpPr>
          <p:nvPr>
            <p:ph type="title"/>
          </p:nvPr>
        </p:nvSpPr>
        <p:spPr>
          <a:xfrm>
            <a:off x="2533587" y="270070"/>
            <a:ext cx="7280116" cy="644102"/>
          </a:xfrm>
        </p:spPr>
        <p:txBody>
          <a:bodyPr/>
          <a:lstStyle/>
          <a:p>
            <a:r>
              <a:rPr lang="en-US" dirty="0" smtClean="0">
                <a:latin typeface="Arial" panose="020B0604020202020204" pitchFamily="34" charset="0"/>
                <a:cs typeface="Arial" panose="020B0604020202020204" pitchFamily="34" charset="0"/>
              </a:rPr>
              <a:t>Loan Level Model with HARP Effect</a:t>
            </a: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308621" y="1245405"/>
            <a:ext cx="2270760" cy="457691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 smtClean="0"/>
              <a:t>Pool Level</a:t>
            </a:r>
            <a:endParaRPr lang="en-US" sz="1400" dirty="0"/>
          </a:p>
        </p:txBody>
      </p:sp>
      <p:sp>
        <p:nvSpPr>
          <p:cNvPr id="16" name="Rectangle 15"/>
          <p:cNvSpPr/>
          <p:nvPr/>
        </p:nvSpPr>
        <p:spPr>
          <a:xfrm>
            <a:off x="308621" y="1922013"/>
            <a:ext cx="2270760" cy="457691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 smtClean="0"/>
              <a:t>Loan Level</a:t>
            </a:r>
            <a:endParaRPr lang="en-US" sz="1400" dirty="0"/>
          </a:p>
        </p:txBody>
      </p:sp>
      <p:sp>
        <p:nvSpPr>
          <p:cNvPr id="17" name="Rectangle 16"/>
          <p:cNvSpPr/>
          <p:nvPr/>
        </p:nvSpPr>
        <p:spPr>
          <a:xfrm>
            <a:off x="308621" y="2598621"/>
            <a:ext cx="2270760" cy="457691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 smtClean="0"/>
              <a:t>Loan Level with LLPA</a:t>
            </a:r>
            <a:endParaRPr lang="en-US" sz="1400" dirty="0"/>
          </a:p>
        </p:txBody>
      </p:sp>
      <p:sp>
        <p:nvSpPr>
          <p:cNvPr id="18" name="Rectangle 17"/>
          <p:cNvSpPr/>
          <p:nvPr/>
        </p:nvSpPr>
        <p:spPr>
          <a:xfrm>
            <a:off x="308621" y="3275229"/>
            <a:ext cx="2270760" cy="676043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 smtClean="0"/>
              <a:t>Loan Level with Time-Dependent LLPA</a:t>
            </a:r>
            <a:endParaRPr lang="en-US" sz="1400" dirty="0"/>
          </a:p>
        </p:txBody>
      </p:sp>
      <p:sp>
        <p:nvSpPr>
          <p:cNvPr id="19" name="Rectangle 18"/>
          <p:cNvSpPr/>
          <p:nvPr/>
        </p:nvSpPr>
        <p:spPr>
          <a:xfrm>
            <a:off x="308621" y="4170188"/>
            <a:ext cx="2270760" cy="457691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 smtClean="0"/>
              <a:t>Loan Level with LLPA + PMI</a:t>
            </a:r>
            <a:endParaRPr lang="en-US" sz="1400" dirty="0"/>
          </a:p>
        </p:txBody>
      </p:sp>
      <p:sp>
        <p:nvSpPr>
          <p:cNvPr id="20" name="Rectangle 19"/>
          <p:cNvSpPr/>
          <p:nvPr/>
        </p:nvSpPr>
        <p:spPr>
          <a:xfrm>
            <a:off x="308621" y="4846799"/>
            <a:ext cx="2270760" cy="457691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 smtClean="0"/>
              <a:t>Loan Level with HARP</a:t>
            </a:r>
            <a:endParaRPr lang="en-US" sz="1400" dirty="0"/>
          </a:p>
        </p:txBody>
      </p:sp>
      <p:sp>
        <p:nvSpPr>
          <p:cNvPr id="4" name="Down Arrow 3"/>
          <p:cNvSpPr/>
          <p:nvPr/>
        </p:nvSpPr>
        <p:spPr>
          <a:xfrm>
            <a:off x="2697480" y="1245403"/>
            <a:ext cx="106680" cy="4301604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/>
          <p:cNvSpPr/>
          <p:nvPr/>
        </p:nvSpPr>
        <p:spPr>
          <a:xfrm>
            <a:off x="308621" y="5547007"/>
            <a:ext cx="2270760" cy="453276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 smtClean="0"/>
              <a:t>Closer to Reality</a:t>
            </a:r>
            <a:endParaRPr lang="en-US" sz="1400" dirty="0"/>
          </a:p>
        </p:txBody>
      </p:sp>
      <p:graphicFrame>
        <p:nvGraphicFramePr>
          <p:cNvPr id="21" name="Chart 20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4090606536"/>
              </p:ext>
            </p:extLst>
          </p:nvPr>
        </p:nvGraphicFramePr>
        <p:xfrm>
          <a:off x="3086100" y="1056887"/>
          <a:ext cx="6666595" cy="2645634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graphicFrame>
        <p:nvGraphicFramePr>
          <p:cNvPr id="22" name="Chart 21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766210633"/>
              </p:ext>
            </p:extLst>
          </p:nvPr>
        </p:nvGraphicFramePr>
        <p:xfrm>
          <a:off x="2903221" y="3759135"/>
          <a:ext cx="6910482" cy="27432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24" name="Chart 23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897673167"/>
              </p:ext>
            </p:extLst>
          </p:nvPr>
        </p:nvGraphicFramePr>
        <p:xfrm>
          <a:off x="2956561" y="3747169"/>
          <a:ext cx="6912864" cy="27432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graphicFrame>
        <p:nvGraphicFramePr>
          <p:cNvPr id="25" name="Chart 24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724574071"/>
              </p:ext>
            </p:extLst>
          </p:nvPr>
        </p:nvGraphicFramePr>
        <p:xfrm>
          <a:off x="2956561" y="3730147"/>
          <a:ext cx="6912864" cy="27432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  <p:graphicFrame>
        <p:nvGraphicFramePr>
          <p:cNvPr id="26" name="Chart 25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603676593"/>
              </p:ext>
            </p:extLst>
          </p:nvPr>
        </p:nvGraphicFramePr>
        <p:xfrm>
          <a:off x="2956561" y="3730147"/>
          <a:ext cx="6912864" cy="27432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6"/>
          </a:graphicData>
        </a:graphic>
      </p:graphicFrame>
      <p:graphicFrame>
        <p:nvGraphicFramePr>
          <p:cNvPr id="27" name="Chart 26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742945244"/>
              </p:ext>
            </p:extLst>
          </p:nvPr>
        </p:nvGraphicFramePr>
        <p:xfrm>
          <a:off x="2956561" y="3750443"/>
          <a:ext cx="6912864" cy="27432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7"/>
          </a:graphicData>
        </a:graphic>
      </p:graphicFrame>
      <p:graphicFrame>
        <p:nvGraphicFramePr>
          <p:cNvPr id="28" name="Chart 27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674480734"/>
              </p:ext>
            </p:extLst>
          </p:nvPr>
        </p:nvGraphicFramePr>
        <p:xfrm>
          <a:off x="2956561" y="3730147"/>
          <a:ext cx="6912864" cy="27432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8"/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308621" y="6418012"/>
            <a:ext cx="8888719" cy="646331"/>
          </a:xfrm>
          <a:prstGeom prst="rect">
            <a:avLst/>
          </a:prstGeom>
          <a:noFill/>
          <a:ln w="19050">
            <a:solidFill>
              <a:srgbClr val="2E398A"/>
            </a:solidFill>
          </a:ln>
        </p:spPr>
        <p:txBody>
          <a:bodyPr wrap="square" rtlCol="0">
            <a:spAutoFit/>
          </a:bodyPr>
          <a:lstStyle/>
          <a:p>
            <a:r>
              <a:rPr lang="en-US" sz="1200" b="1" dirty="0" smtClean="0">
                <a:latin typeface="+mn-lt"/>
              </a:rPr>
              <a:t>Two problems:</a:t>
            </a:r>
          </a:p>
          <a:p>
            <a:pPr marL="342900" indent="-342900">
              <a:buAutoNum type="arabicPeriod"/>
            </a:pPr>
            <a:r>
              <a:rPr lang="en-US" sz="1200" dirty="0">
                <a:latin typeface="+mn-lt"/>
              </a:rPr>
              <a:t>The current methodology does not capture PMI a borrower is currently paying.</a:t>
            </a:r>
            <a:endParaRPr lang="en-US" sz="1200" dirty="0" smtClean="0">
              <a:latin typeface="+mn-lt"/>
            </a:endParaRPr>
          </a:p>
          <a:p>
            <a:pPr marL="342900" indent="-342900">
              <a:buAutoNum type="arabicPeriod"/>
            </a:pPr>
            <a:r>
              <a:rPr lang="en-US" sz="1200" dirty="0" smtClean="0">
                <a:latin typeface="+mn-lt"/>
              </a:rPr>
              <a:t>The </a:t>
            </a:r>
            <a:r>
              <a:rPr lang="en-US" sz="1200" dirty="0">
                <a:latin typeface="+mn-lt"/>
              </a:rPr>
              <a:t>FGLMC loan level data is missing 2005 and earlier </a:t>
            </a:r>
            <a:r>
              <a:rPr lang="en-US" sz="1200" dirty="0" smtClean="0">
                <a:latin typeface="+mn-lt"/>
              </a:rPr>
              <a:t>loans</a:t>
            </a:r>
          </a:p>
        </p:txBody>
      </p:sp>
    </p:spTree>
    <p:extLst>
      <p:ext uri="{BB962C8B-B14F-4D97-AF65-F5344CB8AC3E}">
        <p14:creationId xmlns:p14="http://schemas.microsoft.com/office/powerpoint/2010/main" val="326697594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Graphic spid="22" grpId="0">
        <p:bldAsOne/>
      </p:bldGraphic>
      <p:bldGraphic spid="24" grpId="0">
        <p:bldAsOne/>
      </p:bldGraphic>
      <p:bldGraphic spid="25" grpId="0">
        <p:bldAsOne/>
      </p:bldGraphic>
      <p:bldGraphic spid="26" grpId="0">
        <p:bldAsOne/>
      </p:bldGraphic>
      <p:bldGraphic spid="27" grpId="0">
        <p:bldAsOne/>
      </p:bldGraphic>
      <p:bldGraphic spid="28" grpId="0">
        <p:bldAsOne/>
      </p:bldGraphic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1537" name="Rectangle 2"/>
          <p:cNvSpPr>
            <a:spLocks noGrp="1" noChangeArrowheads="1"/>
          </p:cNvSpPr>
          <p:nvPr>
            <p:ph type="title"/>
          </p:nvPr>
        </p:nvSpPr>
        <p:spPr>
          <a:xfrm>
            <a:off x="2533587" y="270070"/>
            <a:ext cx="7280116" cy="644102"/>
          </a:xfrm>
        </p:spPr>
        <p:txBody>
          <a:bodyPr/>
          <a:lstStyle/>
          <a:p>
            <a:r>
              <a:rPr lang="en-US" dirty="0" smtClean="0"/>
              <a:t>Update 1:</a:t>
            </a:r>
            <a:br>
              <a:rPr lang="en-US" dirty="0" smtClean="0"/>
            </a:br>
            <a:r>
              <a:rPr lang="en-US" dirty="0" smtClean="0"/>
              <a:t>Current Paying PMI</a:t>
            </a:r>
            <a:endParaRPr lang="en-US" sz="1200" b="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/>
              <p:cNvSpPr txBox="1"/>
              <p:nvPr/>
            </p:nvSpPr>
            <p:spPr>
              <a:xfrm>
                <a:off x="6054488" y="1687617"/>
                <a:ext cx="2501390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sz="1400" i="1">
                          <a:latin typeface="Cambria Math"/>
                        </a:rPr>
                        <m:t>−(</m:t>
                      </m:r>
                      <m:r>
                        <a:rPr lang="en-US" sz="1400" i="1">
                          <a:latin typeface="Cambria Math"/>
                        </a:rPr>
                        <m:t>𝑃𝑀𝑀𝑆</m:t>
                      </m:r>
                      <m:r>
                        <a:rPr lang="en-US" sz="1400" b="1" i="1">
                          <a:latin typeface="Cambria Math"/>
                        </a:rPr>
                        <m:t>+</m:t>
                      </m:r>
                      <m:r>
                        <a:rPr lang="en-US" sz="1400" b="0" i="1">
                          <a:latin typeface="Cambria Math"/>
                        </a:rPr>
                        <m:t>𝐴𝑑𝑑𝑖𝑡𝑖𝑜𝑛𝑎𝑙</m:t>
                      </m:r>
                      <m:r>
                        <a:rPr lang="en-US" sz="1400" b="0" i="1">
                          <a:latin typeface="Cambria Math"/>
                        </a:rPr>
                        <m:t> </m:t>
                      </m:r>
                      <m:r>
                        <a:rPr lang="en-US" sz="1400" b="0" i="1">
                          <a:latin typeface="Cambria Math"/>
                        </a:rPr>
                        <m:t>𝐶𝑜𝑠𝑡</m:t>
                      </m:r>
                      <m:r>
                        <a:rPr lang="en-US" sz="1400" i="1">
                          <a:latin typeface="Cambria Math"/>
                        </a:rPr>
                        <m:t>)</m:t>
                      </m:r>
                    </m:oMath>
                  </m:oMathPara>
                </a14:m>
                <a:endParaRPr lang="en-US" sz="1400" dirty="0"/>
              </a:p>
            </p:txBody>
          </p:sp>
        </mc:Choice>
        <mc:Fallback xmlns="">
          <p:sp>
            <p:nvSpPr>
              <p:cNvPr id="3" name="TextBox 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54488" y="1687617"/>
                <a:ext cx="2501390" cy="307777"/>
              </a:xfrm>
              <a:prstGeom prst="rect">
                <a:avLst/>
              </a:prstGeom>
              <a:blipFill rotWithShape="1">
                <a:blip r:embed="rId2"/>
                <a:stretch>
                  <a:fillRect b="-10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9" name="TextBox 18"/>
              <p:cNvSpPr txBox="1"/>
              <p:nvPr/>
            </p:nvSpPr>
            <p:spPr>
              <a:xfrm>
                <a:off x="5027892" y="1411867"/>
                <a:ext cx="4104713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sz="1400" i="1" smtClean="0">
                        <a:latin typeface="Cambria Math"/>
                      </a:rPr>
                      <m:t>𝐼𝑛𝑐𝑒𝑛𝑡𝑖𝑣𝑒</m:t>
                    </m:r>
                    <m:r>
                      <a:rPr lang="en-US" sz="1400" i="1" smtClean="0">
                        <a:latin typeface="Cambria Math"/>
                      </a:rPr>
                      <m:t>=</m:t>
                    </m:r>
                    <m:r>
                      <a:rPr lang="en-US" sz="1400" b="0" i="1">
                        <a:latin typeface="Cambria Math"/>
                      </a:rPr>
                      <m:t>𝑂𝑟𝑖𝑔𝑁𝑜𝑡𝑒𝑅𝑎𝑡𝑒</m:t>
                    </m:r>
                  </m:oMath>
                </a14:m>
                <a:r>
                  <a:rPr lang="en-US" sz="1400" b="0" dirty="0" smtClean="0"/>
                  <a:t> </a:t>
                </a:r>
                <a:r>
                  <a:rPr lang="en-US" sz="1400" b="1" dirty="0" smtClean="0"/>
                  <a:t>+ </a:t>
                </a:r>
                <a:r>
                  <a:rPr lang="en-US" sz="1400" b="1" i="1" dirty="0">
                    <a:latin typeface="Cambria Math"/>
                  </a:rPr>
                  <a:t>Current Paying PMI</a:t>
                </a:r>
              </a:p>
            </p:txBody>
          </p:sp>
        </mc:Choice>
        <mc:Fallback xmlns="">
          <p:sp>
            <p:nvSpPr>
              <p:cNvPr id="19" name="TextBox 1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27892" y="1411867"/>
                <a:ext cx="4104713" cy="307777"/>
              </a:xfrm>
              <a:prstGeom prst="rect">
                <a:avLst/>
              </a:prstGeom>
              <a:blipFill rotWithShape="1">
                <a:blip r:embed="rId3"/>
                <a:stretch>
                  <a:fillRect t="-4000" b="-18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7" name="Straight Connector 26"/>
          <p:cNvCxnSpPr/>
          <p:nvPr/>
        </p:nvCxnSpPr>
        <p:spPr>
          <a:xfrm>
            <a:off x="5220087" y="1229358"/>
            <a:ext cx="4348681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TextBox 29"/>
          <p:cNvSpPr txBox="1"/>
          <p:nvPr/>
        </p:nvSpPr>
        <p:spPr>
          <a:xfrm>
            <a:off x="6326833" y="1060081"/>
            <a:ext cx="2135188" cy="338554"/>
          </a:xfrm>
          <a:prstGeom prst="rect">
            <a:avLst/>
          </a:prstGeom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sz="1600" dirty="0" smtClean="0">
                <a:latin typeface="Arial" panose="020B0604020202020204" pitchFamily="34" charset="0"/>
                <a:cs typeface="Arial" panose="020B0604020202020204" pitchFamily="34" charset="0"/>
              </a:rPr>
              <a:t>Current Paying PMI</a:t>
            </a:r>
            <a:endParaRPr lang="en-US" sz="16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1" name="TextBox 30"/>
          <p:cNvSpPr txBox="1"/>
          <p:nvPr/>
        </p:nvSpPr>
        <p:spPr>
          <a:xfrm>
            <a:off x="5198890" y="2472443"/>
            <a:ext cx="4324349" cy="523220"/>
          </a:xfrm>
          <a:prstGeom prst="rect">
            <a:avLst/>
          </a:prstGeom>
          <a:noFill/>
          <a:ln w="12700">
            <a:solidFill>
              <a:srgbClr val="2E398A"/>
            </a:solidFill>
          </a:ln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 smtClean="0"/>
              <a:t>Adjust the </a:t>
            </a:r>
            <a:r>
              <a:rPr lang="en-US" sz="1400" dirty="0" err="1" smtClean="0"/>
              <a:t>refinancible</a:t>
            </a:r>
            <a:r>
              <a:rPr lang="en-US" sz="1400" dirty="0" smtClean="0"/>
              <a:t> incentive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 smtClean="0"/>
              <a:t>Capture current paying PMI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2" name="TextBox 31"/>
              <p:cNvSpPr txBox="1"/>
              <p:nvPr/>
            </p:nvSpPr>
            <p:spPr>
              <a:xfrm>
                <a:off x="195798" y="1841506"/>
                <a:ext cx="2591543" cy="46006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sz="1400" b="0" i="1" smtClean="0">
                          <a:latin typeface="Cambria Math"/>
                        </a:rPr>
                        <m:t>𝐴𝑑𝑑𝑖𝑡𝑖𝑜𝑛𝑎𝑙</m:t>
                      </m:r>
                      <m:r>
                        <a:rPr lang="en-US" sz="1400" b="0" i="1" smtClean="0">
                          <a:latin typeface="Cambria Math"/>
                        </a:rPr>
                        <m:t> </m:t>
                      </m:r>
                      <m:r>
                        <a:rPr lang="en-US" sz="1400" b="0" i="1" smtClean="0">
                          <a:latin typeface="Cambria Math"/>
                        </a:rPr>
                        <m:t>𝐶𝑜𝑠𝑡</m:t>
                      </m:r>
                      <m:r>
                        <a:rPr lang="en-US" sz="1400" b="0" i="1" smtClean="0">
                          <a:latin typeface="Cambria Math"/>
                        </a:rPr>
                        <m:t>= </m:t>
                      </m:r>
                      <m:d>
                        <m:dPr>
                          <m:begChr m:val="{"/>
                          <m:endChr m:val=""/>
                          <m:ctrlPr>
                            <a:rPr lang="en-US" sz="1400" b="0" i="1" smtClean="0">
                              <a:latin typeface="Cambria Math"/>
                            </a:rPr>
                          </m:ctrlPr>
                        </m:dPr>
                        <m:e>
                          <m:eqArr>
                            <m:eqArrPr>
                              <m:ctrlPr>
                                <a:rPr lang="en-US" sz="1400" b="0" i="1" smtClean="0">
                                  <a:latin typeface="Cambria Math"/>
                                </a:rPr>
                              </m:ctrlPr>
                            </m:eqArrPr>
                            <m:e>
                              <m:r>
                                <a:rPr lang="en-US" sz="1400" b="0" i="1" smtClean="0">
                                  <a:latin typeface="Cambria Math"/>
                                </a:rPr>
                                <m:t>𝑅𝑒𝑔𝑢𝑙𝑎𝑟</m:t>
                              </m:r>
                              <m:r>
                                <a:rPr lang="en-US" sz="1400" b="0" i="1" smtClean="0">
                                  <a:latin typeface="Cambria Math"/>
                                </a:rPr>
                                <m:t>:</m:t>
                              </m:r>
                            </m:e>
                            <m:e>
                              <m:r>
                                <a:rPr lang="en-US" sz="1400" b="0" i="1" smtClean="0">
                                  <a:latin typeface="Cambria Math"/>
                                </a:rPr>
                                <m:t>𝐻𝐴𝑅𝑃</m:t>
                              </m:r>
                              <m:r>
                                <a:rPr lang="en-US" sz="1400" b="0" i="1" smtClean="0">
                                  <a:latin typeface="Cambria Math"/>
                                </a:rPr>
                                <m:t>:</m:t>
                              </m:r>
                            </m:e>
                          </m:eqArr>
                        </m:e>
                      </m:d>
                    </m:oMath>
                  </m:oMathPara>
                </a14:m>
                <a:endParaRPr lang="en-US" sz="1400" dirty="0"/>
              </a:p>
            </p:txBody>
          </p:sp>
        </mc:Choice>
        <mc:Fallback xmlns="">
          <p:sp>
            <p:nvSpPr>
              <p:cNvPr id="32" name="TextBox 3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5798" y="1841506"/>
                <a:ext cx="2591543" cy="460062"/>
              </a:xfrm>
              <a:prstGeom prst="rect">
                <a:avLst/>
              </a:prstGeom>
              <a:blipFill rotWithShape="1">
                <a:blip r:embed="rId4"/>
                <a:stretch>
                  <a:fillRect t="-132895" b="-20131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3" name="TextBox 32"/>
              <p:cNvSpPr txBox="1"/>
              <p:nvPr/>
            </p:nvSpPr>
            <p:spPr>
              <a:xfrm>
                <a:off x="195799" y="1411867"/>
                <a:ext cx="4832092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400" i="1" smtClean="0">
                          <a:latin typeface="Cambria Math"/>
                        </a:rPr>
                        <m:t>𝐼𝑛𝑐𝑒𝑛𝑡𝑖𝑣𝑒</m:t>
                      </m:r>
                      <m:r>
                        <a:rPr lang="en-US" sz="1400" i="1" smtClean="0">
                          <a:latin typeface="Cambria Math"/>
                        </a:rPr>
                        <m:t>=</m:t>
                      </m:r>
                      <m:r>
                        <a:rPr lang="en-US" sz="1400" b="0" i="1">
                          <a:latin typeface="Cambria Math"/>
                        </a:rPr>
                        <m:t>𝑂𝑟𝑖𝑔𝑁𝑜𝑡𝑒𝑅𝑎𝑡𝑒</m:t>
                      </m:r>
                      <m:r>
                        <a:rPr lang="en-US" sz="1400" i="1">
                          <a:latin typeface="Cambria Math"/>
                        </a:rPr>
                        <m:t>−</m:t>
                      </m:r>
                      <m:r>
                        <a:rPr lang="en-US" sz="1400" b="0" i="1" smtClean="0">
                          <a:latin typeface="Cambria Math"/>
                        </a:rPr>
                        <m:t>(</m:t>
                      </m:r>
                      <m:r>
                        <a:rPr lang="en-US" sz="1400" i="1">
                          <a:latin typeface="Cambria Math"/>
                        </a:rPr>
                        <m:t>𝑃𝑀𝑀𝑆</m:t>
                      </m:r>
                      <m:r>
                        <a:rPr lang="en-US" sz="1400" b="1" i="1" smtClean="0">
                          <a:latin typeface="Cambria Math"/>
                        </a:rPr>
                        <m:t>+</m:t>
                      </m:r>
                      <m:r>
                        <a:rPr lang="en-US" sz="1400" b="0" i="1" smtClean="0">
                          <a:latin typeface="Cambria Math"/>
                        </a:rPr>
                        <m:t>𝐴𝑑𝑑𝑖𝑡𝑖𝑜𝑛𝑎𝑙</m:t>
                      </m:r>
                      <m:r>
                        <a:rPr lang="en-US" sz="1400" b="0" i="1" smtClean="0">
                          <a:latin typeface="Cambria Math"/>
                        </a:rPr>
                        <m:t> </m:t>
                      </m:r>
                      <m:r>
                        <a:rPr lang="en-US" sz="1400" b="0" i="1" smtClean="0">
                          <a:latin typeface="Cambria Math"/>
                        </a:rPr>
                        <m:t>𝐶𝑜𝑠𝑡</m:t>
                      </m:r>
                      <m:r>
                        <a:rPr lang="en-US" sz="1400" b="0" i="1" smtClean="0">
                          <a:latin typeface="Cambria Math"/>
                        </a:rPr>
                        <m:t>)</m:t>
                      </m:r>
                    </m:oMath>
                  </m:oMathPara>
                </a14:m>
                <a:endParaRPr lang="en-US" sz="1400" b="0" dirty="0" smtClean="0"/>
              </a:p>
            </p:txBody>
          </p:sp>
        </mc:Choice>
        <mc:Fallback xmlns="">
          <p:sp>
            <p:nvSpPr>
              <p:cNvPr id="33" name="TextBox 3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5799" y="1411867"/>
                <a:ext cx="4832092" cy="307777"/>
              </a:xfrm>
              <a:prstGeom prst="rect">
                <a:avLst/>
              </a:prstGeom>
              <a:blipFill rotWithShape="1">
                <a:blip r:embed="rId5"/>
                <a:stretch>
                  <a:fillRect b="-10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5" name="TextBox 34"/>
              <p:cNvSpPr txBox="1"/>
              <p:nvPr/>
            </p:nvSpPr>
            <p:spPr>
              <a:xfrm>
                <a:off x="2528972" y="1812407"/>
                <a:ext cx="1684564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400" i="1" dirty="0">
                    <a:latin typeface="Cambria Math"/>
                  </a:rPr>
                  <a:t>Regular</a:t>
                </a:r>
                <a:r>
                  <a:rPr lang="en-US" sz="1400" b="0" dirty="0" smtClean="0"/>
                  <a:t> </a:t>
                </a:r>
                <a:r>
                  <a:rPr lang="en-US" sz="1400" i="1" dirty="0">
                    <a:latin typeface="Cambria Math"/>
                  </a:rPr>
                  <a:t>LLPA</a:t>
                </a:r>
                <a14:m>
                  <m:oMath xmlns:m="http://schemas.openxmlformats.org/officeDocument/2006/math">
                    <m:r>
                      <a:rPr lang="en-US" sz="1400" i="1">
                        <a:latin typeface="Cambria Math"/>
                      </a:rPr>
                      <m:t>+</m:t>
                    </m:r>
                    <m:r>
                      <a:rPr lang="en-US" sz="1400" i="1">
                        <a:latin typeface="Cambria Math"/>
                      </a:rPr>
                      <m:t>𝑃𝑀𝐼</m:t>
                    </m:r>
                  </m:oMath>
                </a14:m>
                <a:endParaRPr lang="en-US" sz="1400" i="1" dirty="0">
                  <a:latin typeface="Cambria Math"/>
                </a:endParaRPr>
              </a:p>
            </p:txBody>
          </p:sp>
        </mc:Choice>
        <mc:Fallback xmlns="">
          <p:sp>
            <p:nvSpPr>
              <p:cNvPr id="35" name="TextBox 3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28972" y="1812407"/>
                <a:ext cx="1684564" cy="307777"/>
              </a:xfrm>
              <a:prstGeom prst="rect">
                <a:avLst/>
              </a:prstGeom>
              <a:blipFill rotWithShape="1">
                <a:blip r:embed="rId6"/>
                <a:stretch>
                  <a:fillRect l="-1087" t="-3922" b="-1568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9" name="TextBox 38"/>
              <p:cNvSpPr txBox="1"/>
              <p:nvPr/>
            </p:nvSpPr>
            <p:spPr>
              <a:xfrm>
                <a:off x="2528972" y="2039511"/>
                <a:ext cx="2495748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400" i="1" dirty="0" smtClean="0">
                    <a:latin typeface="Cambria Math"/>
                  </a:rPr>
                  <a:t>Refi Plus LLPA</a:t>
                </a:r>
                <a14:m>
                  <m:oMath xmlns:m="http://schemas.openxmlformats.org/officeDocument/2006/math">
                    <m:r>
                      <a:rPr lang="en-US" sz="1400" b="0" i="1" smtClean="0">
                        <a:latin typeface="Cambria Math"/>
                      </a:rPr>
                      <m:t> </m:t>
                    </m:r>
                    <m:r>
                      <a:rPr lang="en-US" sz="1400" b="0" i="1" smtClean="0">
                        <a:latin typeface="Cambria Math"/>
                      </a:rPr>
                      <m:t>𝑤𝑖𝑡h</m:t>
                    </m:r>
                    <m:r>
                      <a:rPr lang="en-US" sz="1400" b="0" i="1" smtClean="0">
                        <a:latin typeface="Cambria Math"/>
                      </a:rPr>
                      <m:t> </m:t>
                    </m:r>
                    <m:r>
                      <a:rPr lang="en-US" sz="1400" b="0" i="1" smtClean="0">
                        <a:latin typeface="Cambria Math"/>
                      </a:rPr>
                      <m:t>𝐶𝑎𝑝</m:t>
                    </m:r>
                    <m:r>
                      <a:rPr lang="en-US" sz="1400" b="0" i="1" smtClean="0">
                        <a:latin typeface="Cambria Math"/>
                      </a:rPr>
                      <m:t> 0.75</m:t>
                    </m:r>
                  </m:oMath>
                </a14:m>
                <a:endParaRPr lang="en-US" sz="1400" i="1" dirty="0">
                  <a:latin typeface="Cambria Math"/>
                </a:endParaRPr>
              </a:p>
            </p:txBody>
          </p:sp>
        </mc:Choice>
        <mc:Fallback xmlns="">
          <p:sp>
            <p:nvSpPr>
              <p:cNvPr id="39" name="TextBox 3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28972" y="2039511"/>
                <a:ext cx="2495748" cy="307777"/>
              </a:xfrm>
              <a:prstGeom prst="rect">
                <a:avLst/>
              </a:prstGeom>
              <a:blipFill rotWithShape="1">
                <a:blip r:embed="rId7"/>
                <a:stretch>
                  <a:fillRect l="-733" t="-4000" b="-18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40" name="Straight Connector 39"/>
          <p:cNvCxnSpPr/>
          <p:nvPr/>
        </p:nvCxnSpPr>
        <p:spPr>
          <a:xfrm>
            <a:off x="387994" y="1229358"/>
            <a:ext cx="4348681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1" name="TextBox 40"/>
          <p:cNvSpPr txBox="1"/>
          <p:nvPr/>
        </p:nvSpPr>
        <p:spPr>
          <a:xfrm>
            <a:off x="1494740" y="1060081"/>
            <a:ext cx="2135188" cy="338554"/>
          </a:xfrm>
          <a:prstGeom prst="rect">
            <a:avLst/>
          </a:prstGeom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sz="1600" dirty="0" smtClean="0">
                <a:latin typeface="Arial" panose="020B0604020202020204" pitchFamily="34" charset="0"/>
                <a:cs typeface="Arial" panose="020B0604020202020204" pitchFamily="34" charset="0"/>
              </a:rPr>
              <a:t>HARP</a:t>
            </a:r>
            <a:endParaRPr lang="en-US" sz="16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2" name="TextBox 41"/>
          <p:cNvSpPr txBox="1"/>
          <p:nvPr/>
        </p:nvSpPr>
        <p:spPr>
          <a:xfrm>
            <a:off x="366797" y="2472443"/>
            <a:ext cx="4324349" cy="523220"/>
          </a:xfrm>
          <a:prstGeom prst="rect">
            <a:avLst/>
          </a:prstGeom>
          <a:noFill/>
          <a:ln w="12700">
            <a:solidFill>
              <a:srgbClr val="2E398A"/>
            </a:solidFill>
          </a:ln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/>
              <a:t>The current methodology does not capture PMI a borrower is currently </a:t>
            </a:r>
            <a:r>
              <a:rPr lang="en-US" sz="1400" dirty="0" smtClean="0"/>
              <a:t>paying.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4" name="TextBox 43"/>
              <p:cNvSpPr txBox="1"/>
              <p:nvPr/>
            </p:nvSpPr>
            <p:spPr>
              <a:xfrm>
                <a:off x="5024720" y="2039511"/>
                <a:ext cx="3434723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400" b="1" i="1" smtClean="0">
                          <a:latin typeface="Cambria Math"/>
                        </a:rPr>
                        <m:t>𝑪𝒖𝒓𝒓𝒆𝒏𝒕</m:t>
                      </m:r>
                      <m:r>
                        <a:rPr lang="en-US" sz="1400" b="1" i="1" smtClean="0">
                          <a:latin typeface="Cambria Math"/>
                        </a:rPr>
                        <m:t> </m:t>
                      </m:r>
                      <m:r>
                        <a:rPr lang="en-US" sz="1400" b="1" i="1" smtClean="0">
                          <a:latin typeface="Cambria Math"/>
                        </a:rPr>
                        <m:t>𝑷𝒂𝒚𝒊𝒏𝒈</m:t>
                      </m:r>
                      <m:r>
                        <a:rPr lang="en-US" sz="1400" b="1" i="1" smtClean="0">
                          <a:latin typeface="Cambria Math"/>
                        </a:rPr>
                        <m:t> </m:t>
                      </m:r>
                      <m:r>
                        <a:rPr lang="en-US" sz="1400" b="1" i="1" smtClean="0">
                          <a:latin typeface="Cambria Math"/>
                        </a:rPr>
                        <m:t>𝑷𝑴𝑰</m:t>
                      </m:r>
                      <m:r>
                        <a:rPr lang="en-US" sz="1400" b="0" i="1" smtClean="0">
                          <a:latin typeface="Cambria Math"/>
                        </a:rPr>
                        <m:t>=</m:t>
                      </m:r>
                      <m:r>
                        <a:rPr lang="en-US" sz="1400" b="0" i="1" smtClean="0">
                          <a:latin typeface="Cambria Math"/>
                        </a:rPr>
                        <m:t>𝑓</m:t>
                      </m:r>
                      <m:r>
                        <a:rPr lang="en-US" sz="1400" b="0" i="1" smtClean="0">
                          <a:latin typeface="Cambria Math"/>
                        </a:rPr>
                        <m:t>(</m:t>
                      </m:r>
                      <m:r>
                        <a:rPr lang="en-US" sz="1400" b="0" i="1" smtClean="0">
                          <a:latin typeface="Cambria Math"/>
                        </a:rPr>
                        <m:t>𝑂𝐿𝑇𝑉</m:t>
                      </m:r>
                      <m:r>
                        <a:rPr lang="en-US" sz="1400" b="0" i="1" smtClean="0">
                          <a:latin typeface="Cambria Math"/>
                        </a:rPr>
                        <m:t>, </m:t>
                      </m:r>
                      <m:r>
                        <a:rPr lang="en-US" sz="1400" b="0" i="1" smtClean="0">
                          <a:latin typeface="Cambria Math"/>
                        </a:rPr>
                        <m:t>𝐹𝐼𝐶𝑂</m:t>
                      </m:r>
                      <m:r>
                        <a:rPr lang="en-US" sz="1400" b="0" i="1" smtClean="0">
                          <a:latin typeface="Cambria Math"/>
                        </a:rPr>
                        <m:t>)</m:t>
                      </m:r>
                    </m:oMath>
                  </m:oMathPara>
                </a14:m>
                <a:endParaRPr lang="en-US" sz="1400" b="0" dirty="0" smtClean="0"/>
              </a:p>
            </p:txBody>
          </p:sp>
        </mc:Choice>
        <mc:Fallback xmlns="">
          <p:sp>
            <p:nvSpPr>
              <p:cNvPr id="44" name="TextBox 4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24720" y="2039511"/>
                <a:ext cx="3434723" cy="307777"/>
              </a:xfrm>
              <a:prstGeom prst="rect">
                <a:avLst/>
              </a:prstGeom>
              <a:blipFill rotWithShape="1">
                <a:blip r:embed="rId8"/>
                <a:stretch>
                  <a:fillRect b="-10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45" name="Straight Connector 44"/>
          <p:cNvCxnSpPr/>
          <p:nvPr/>
        </p:nvCxnSpPr>
        <p:spPr>
          <a:xfrm>
            <a:off x="871625" y="3894892"/>
            <a:ext cx="5626763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6" name="TextBox 45"/>
          <p:cNvSpPr txBox="1"/>
          <p:nvPr/>
        </p:nvSpPr>
        <p:spPr>
          <a:xfrm>
            <a:off x="1897380" y="3735944"/>
            <a:ext cx="3695700" cy="338554"/>
          </a:xfrm>
          <a:prstGeom prst="rect">
            <a:avLst/>
          </a:prstGeom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sz="1600" dirty="0" smtClean="0">
                <a:latin typeface="Arial" panose="020B0604020202020204" pitchFamily="34" charset="0"/>
                <a:cs typeface="Arial" panose="020B0604020202020204" pitchFamily="34" charset="0"/>
              </a:rPr>
              <a:t>Loan Level with Current Paying PMI</a:t>
            </a:r>
            <a:endParaRPr lang="en-US" sz="16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1" name="TextBox 50"/>
          <p:cNvSpPr txBox="1"/>
          <p:nvPr/>
        </p:nvSpPr>
        <p:spPr>
          <a:xfrm>
            <a:off x="7305181" y="3894892"/>
            <a:ext cx="244841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 smtClean="0">
                <a:latin typeface="+mn-lt"/>
              </a:rPr>
              <a:t>Result is closer to pool level estimation.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7305182" y="5288042"/>
            <a:ext cx="2448417" cy="160043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1400">
                <a:latin typeface="+mn-lt"/>
              </a:defRPr>
            </a:lvl1pPr>
          </a:lstStyle>
          <a:p>
            <a:r>
              <a:rPr lang="en-US" dirty="0" smtClean="0"/>
              <a:t>We </a:t>
            </a:r>
            <a:r>
              <a:rPr lang="en-US" dirty="0"/>
              <a:t>can only use a PMI number as a function of OLTV and FICO, which, in fact, is a function of OLTV, FICO and </a:t>
            </a:r>
            <a:r>
              <a:rPr lang="en-US" b="1" dirty="0"/>
              <a:t>coverage</a:t>
            </a:r>
            <a:r>
              <a:rPr lang="en-US" dirty="0"/>
              <a:t>. The PMI difference for highest and lowest coverage is 50 bps, which is quite a large number.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7305182" y="4557356"/>
            <a:ext cx="244841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latin typeface="+mn-lt"/>
              </a:rPr>
              <a:t>2</a:t>
            </a:r>
            <a:r>
              <a:rPr lang="en-US" sz="1400" dirty="0" smtClean="0">
                <a:latin typeface="+mn-lt"/>
              </a:rPr>
              <a:t>% higher before 2015, 7% higher after 2015.</a:t>
            </a:r>
          </a:p>
        </p:txBody>
      </p:sp>
      <p:graphicFrame>
        <p:nvGraphicFramePr>
          <p:cNvPr id="54" name="Chart 53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122867870"/>
              </p:ext>
            </p:extLst>
          </p:nvPr>
        </p:nvGraphicFramePr>
        <p:xfrm>
          <a:off x="289560" y="4074498"/>
          <a:ext cx="6911339" cy="27432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9"/>
          </a:graphicData>
        </a:graphic>
      </p:graphicFrame>
    </p:spTree>
    <p:extLst>
      <p:ext uri="{BB962C8B-B14F-4D97-AF65-F5344CB8AC3E}">
        <p14:creationId xmlns:p14="http://schemas.microsoft.com/office/powerpoint/2010/main" val="350512450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1537" name="Rectangle 2"/>
          <p:cNvSpPr>
            <a:spLocks noGrp="1" noChangeArrowheads="1"/>
          </p:cNvSpPr>
          <p:nvPr>
            <p:ph type="title"/>
          </p:nvPr>
        </p:nvSpPr>
        <p:spPr>
          <a:xfrm>
            <a:off x="2533587" y="270070"/>
            <a:ext cx="7280116" cy="644102"/>
          </a:xfrm>
        </p:spPr>
        <p:txBody>
          <a:bodyPr/>
          <a:lstStyle/>
          <a:p>
            <a:r>
              <a:rPr lang="en-US" dirty="0" smtClean="0"/>
              <a:t>Update 2:</a:t>
            </a:r>
            <a:br>
              <a:rPr lang="en-US" dirty="0" smtClean="0"/>
            </a:br>
            <a:r>
              <a:rPr lang="en-US" dirty="0" smtClean="0"/>
              <a:t>Pre 2005 Loan Effect</a:t>
            </a:r>
            <a:endParaRPr lang="en-US" sz="1200" b="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/>
              <p:cNvSpPr txBox="1"/>
              <p:nvPr/>
            </p:nvSpPr>
            <p:spPr>
              <a:xfrm>
                <a:off x="6184028" y="1687617"/>
                <a:ext cx="2501390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sz="1400" i="1">
                          <a:latin typeface="Cambria Math"/>
                        </a:rPr>
                        <m:t>−(</m:t>
                      </m:r>
                      <m:r>
                        <a:rPr lang="en-US" sz="1400" i="1">
                          <a:latin typeface="Cambria Math"/>
                        </a:rPr>
                        <m:t>𝑃𝑀𝑀𝑆</m:t>
                      </m:r>
                      <m:r>
                        <a:rPr lang="en-US" sz="1400" b="1" i="1">
                          <a:latin typeface="Cambria Math"/>
                        </a:rPr>
                        <m:t>+</m:t>
                      </m:r>
                      <m:r>
                        <a:rPr lang="en-US" sz="1400" b="0" i="1">
                          <a:latin typeface="Cambria Math"/>
                        </a:rPr>
                        <m:t>𝐴𝑑𝑑𝑖𝑡𝑖𝑜𝑛𝑎𝑙</m:t>
                      </m:r>
                      <m:r>
                        <a:rPr lang="en-US" sz="1400" b="0" i="1">
                          <a:latin typeface="Cambria Math"/>
                        </a:rPr>
                        <m:t> </m:t>
                      </m:r>
                      <m:r>
                        <a:rPr lang="en-US" sz="1400" b="0" i="1">
                          <a:latin typeface="Cambria Math"/>
                        </a:rPr>
                        <m:t>𝐶𝑜𝑠𝑡</m:t>
                      </m:r>
                      <m:r>
                        <a:rPr lang="en-US" sz="1400" i="1">
                          <a:latin typeface="Cambria Math"/>
                        </a:rPr>
                        <m:t>)</m:t>
                      </m:r>
                    </m:oMath>
                  </m:oMathPara>
                </a14:m>
                <a:endParaRPr lang="en-US" sz="1400" dirty="0"/>
              </a:p>
            </p:txBody>
          </p:sp>
        </mc:Choice>
        <mc:Fallback xmlns="">
          <p:sp>
            <p:nvSpPr>
              <p:cNvPr id="3" name="TextBox 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184028" y="1687617"/>
                <a:ext cx="2501390" cy="307777"/>
              </a:xfrm>
              <a:prstGeom prst="rect">
                <a:avLst/>
              </a:prstGeom>
              <a:blipFill rotWithShape="1">
                <a:blip r:embed="rId2"/>
                <a:stretch>
                  <a:fillRect b="-10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9" name="TextBox 18"/>
              <p:cNvSpPr txBox="1"/>
              <p:nvPr/>
            </p:nvSpPr>
            <p:spPr>
              <a:xfrm>
                <a:off x="5157432" y="1411867"/>
                <a:ext cx="4104713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sz="1400" i="1" smtClean="0">
                        <a:latin typeface="Cambria Math"/>
                      </a:rPr>
                      <m:t>𝐼𝑛𝑐𝑒𝑛𝑡𝑖𝑣𝑒</m:t>
                    </m:r>
                    <m:r>
                      <a:rPr lang="en-US" sz="1400" i="1" smtClean="0">
                        <a:latin typeface="Cambria Math"/>
                      </a:rPr>
                      <m:t>=</m:t>
                    </m:r>
                    <m:r>
                      <a:rPr lang="en-US" sz="1400" b="0" i="1">
                        <a:latin typeface="Cambria Math"/>
                      </a:rPr>
                      <m:t>𝑂𝑟𝑖𝑔𝑁𝑜𝑡𝑒𝑅𝑎𝑡𝑒</m:t>
                    </m:r>
                  </m:oMath>
                </a14:m>
                <a:r>
                  <a:rPr lang="en-US" sz="1400" b="0" dirty="0" smtClean="0"/>
                  <a:t> </a:t>
                </a:r>
                <a:r>
                  <a:rPr lang="en-US" sz="1400" dirty="0" smtClean="0"/>
                  <a:t>+ Current Paying PMI</a:t>
                </a:r>
              </a:p>
            </p:txBody>
          </p:sp>
        </mc:Choice>
        <mc:Fallback xmlns="">
          <p:sp>
            <p:nvSpPr>
              <p:cNvPr id="19" name="TextBox 1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157432" y="1411867"/>
                <a:ext cx="4104713" cy="307777"/>
              </a:xfrm>
              <a:prstGeom prst="rect">
                <a:avLst/>
              </a:prstGeom>
              <a:blipFill rotWithShape="1">
                <a:blip r:embed="rId3"/>
                <a:stretch>
                  <a:fillRect t="-4000" b="-18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7" name="Straight Connector 26"/>
          <p:cNvCxnSpPr/>
          <p:nvPr/>
        </p:nvCxnSpPr>
        <p:spPr>
          <a:xfrm>
            <a:off x="5220087" y="1229358"/>
            <a:ext cx="4348681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TextBox 29"/>
          <p:cNvSpPr txBox="1"/>
          <p:nvPr/>
        </p:nvSpPr>
        <p:spPr>
          <a:xfrm>
            <a:off x="6326833" y="1060081"/>
            <a:ext cx="2135188" cy="338554"/>
          </a:xfrm>
          <a:prstGeom prst="rect">
            <a:avLst/>
          </a:prstGeom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sz="1600" dirty="0" smtClean="0">
                <a:latin typeface="Arial" panose="020B0604020202020204" pitchFamily="34" charset="0"/>
                <a:cs typeface="Arial" panose="020B0604020202020204" pitchFamily="34" charset="0"/>
              </a:rPr>
              <a:t>Current Paying PMI</a:t>
            </a:r>
            <a:endParaRPr lang="en-US" sz="16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1" name="TextBox 30"/>
          <p:cNvSpPr txBox="1"/>
          <p:nvPr/>
        </p:nvSpPr>
        <p:spPr>
          <a:xfrm>
            <a:off x="5143008" y="3089663"/>
            <a:ext cx="4324349" cy="523220"/>
          </a:xfrm>
          <a:prstGeom prst="rect">
            <a:avLst/>
          </a:prstGeom>
          <a:noFill/>
          <a:ln w="12700">
            <a:solidFill>
              <a:srgbClr val="2E398A"/>
            </a:solidFill>
          </a:ln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 smtClean="0"/>
              <a:t>We use pool level data for an approximation for the missing 2005 data</a:t>
            </a:r>
          </a:p>
        </p:txBody>
      </p:sp>
      <p:cxnSp>
        <p:nvCxnSpPr>
          <p:cNvPr id="45" name="Straight Connector 44"/>
          <p:cNvCxnSpPr/>
          <p:nvPr/>
        </p:nvCxnSpPr>
        <p:spPr>
          <a:xfrm>
            <a:off x="871625" y="3894892"/>
            <a:ext cx="5626763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6" name="TextBox 45"/>
          <p:cNvSpPr txBox="1"/>
          <p:nvPr/>
        </p:nvSpPr>
        <p:spPr>
          <a:xfrm>
            <a:off x="1897380" y="3735944"/>
            <a:ext cx="3695700" cy="338554"/>
          </a:xfrm>
          <a:prstGeom prst="rect">
            <a:avLst/>
          </a:prstGeom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sz="1600" dirty="0" smtClean="0">
                <a:latin typeface="Arial" panose="020B0604020202020204" pitchFamily="34" charset="0"/>
                <a:cs typeface="Arial" panose="020B0604020202020204" pitchFamily="34" charset="0"/>
              </a:rPr>
              <a:t>Loan Level with Current Paying PMI</a:t>
            </a:r>
            <a:endParaRPr lang="en-US" sz="16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1" name="TextBox 50"/>
          <p:cNvSpPr txBox="1"/>
          <p:nvPr/>
        </p:nvSpPr>
        <p:spPr>
          <a:xfrm>
            <a:off x="7297758" y="4767114"/>
            <a:ext cx="244841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 smtClean="0">
                <a:latin typeface="+mn-lt"/>
              </a:rPr>
              <a:t>Result is even closer to the pool level estimation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1" name="TextBox 20"/>
              <p:cNvSpPr txBox="1"/>
              <p:nvPr/>
            </p:nvSpPr>
            <p:spPr>
              <a:xfrm>
                <a:off x="1317043" y="1687617"/>
                <a:ext cx="2501390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sz="1400" i="1">
                          <a:latin typeface="Cambria Math"/>
                        </a:rPr>
                        <m:t>−(</m:t>
                      </m:r>
                      <m:r>
                        <a:rPr lang="en-US" sz="1400" i="1">
                          <a:latin typeface="Cambria Math"/>
                        </a:rPr>
                        <m:t>𝑃𝑀𝑀𝑆</m:t>
                      </m:r>
                      <m:r>
                        <a:rPr lang="en-US" sz="1400" b="1" i="1">
                          <a:latin typeface="Cambria Math"/>
                        </a:rPr>
                        <m:t>+</m:t>
                      </m:r>
                      <m:r>
                        <a:rPr lang="en-US" sz="1400" b="0" i="1">
                          <a:latin typeface="Cambria Math"/>
                        </a:rPr>
                        <m:t>𝐴𝑑𝑑𝑖𝑡𝑖𝑜𝑛𝑎𝑙</m:t>
                      </m:r>
                      <m:r>
                        <a:rPr lang="en-US" sz="1400" b="0" i="1">
                          <a:latin typeface="Cambria Math"/>
                        </a:rPr>
                        <m:t> </m:t>
                      </m:r>
                      <m:r>
                        <a:rPr lang="en-US" sz="1400" b="0" i="1">
                          <a:latin typeface="Cambria Math"/>
                        </a:rPr>
                        <m:t>𝐶𝑜𝑠𝑡</m:t>
                      </m:r>
                      <m:r>
                        <a:rPr lang="en-US" sz="1400" i="1">
                          <a:latin typeface="Cambria Math"/>
                        </a:rPr>
                        <m:t>)</m:t>
                      </m:r>
                    </m:oMath>
                  </m:oMathPara>
                </a14:m>
                <a:endParaRPr lang="en-US" sz="1400" dirty="0"/>
              </a:p>
            </p:txBody>
          </p:sp>
        </mc:Choice>
        <mc:Fallback xmlns="">
          <p:sp>
            <p:nvSpPr>
              <p:cNvPr id="21" name="TextBox 2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17043" y="1687617"/>
                <a:ext cx="2501390" cy="307777"/>
              </a:xfrm>
              <a:prstGeom prst="rect">
                <a:avLst/>
              </a:prstGeom>
              <a:blipFill rotWithShape="1">
                <a:blip r:embed="rId4"/>
                <a:stretch>
                  <a:fillRect b="-10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2" name="TextBox 21"/>
              <p:cNvSpPr txBox="1"/>
              <p:nvPr/>
            </p:nvSpPr>
            <p:spPr>
              <a:xfrm>
                <a:off x="290447" y="1411867"/>
                <a:ext cx="4104713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sz="1400" i="1" smtClean="0">
                        <a:latin typeface="Cambria Math"/>
                      </a:rPr>
                      <m:t>𝐼𝑛𝑐𝑒𝑛𝑡𝑖𝑣𝑒</m:t>
                    </m:r>
                    <m:r>
                      <a:rPr lang="en-US" sz="1400" i="1" smtClean="0">
                        <a:latin typeface="Cambria Math"/>
                      </a:rPr>
                      <m:t>=</m:t>
                    </m:r>
                    <m:r>
                      <a:rPr lang="en-US" sz="1400" b="0" i="1">
                        <a:latin typeface="Cambria Math"/>
                      </a:rPr>
                      <m:t>𝑂𝑟𝑖𝑔𝑁𝑜𝑡𝑒𝑅𝑎𝑡𝑒</m:t>
                    </m:r>
                  </m:oMath>
                </a14:m>
                <a:r>
                  <a:rPr lang="en-US" sz="1400" b="0" dirty="0" smtClean="0"/>
                  <a:t> </a:t>
                </a:r>
                <a:r>
                  <a:rPr lang="en-US" sz="1400" dirty="0" smtClean="0"/>
                  <a:t>+ Current Paying PMI</a:t>
                </a:r>
              </a:p>
            </p:txBody>
          </p:sp>
        </mc:Choice>
        <mc:Fallback xmlns="">
          <p:sp>
            <p:nvSpPr>
              <p:cNvPr id="22" name="TextBox 2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0447" y="1411867"/>
                <a:ext cx="4104713" cy="307777"/>
              </a:xfrm>
              <a:prstGeom prst="rect">
                <a:avLst/>
              </a:prstGeom>
              <a:blipFill rotWithShape="1">
                <a:blip r:embed="rId3"/>
                <a:stretch>
                  <a:fillRect t="-4000" b="-18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3" name="Straight Connector 22"/>
          <p:cNvCxnSpPr/>
          <p:nvPr/>
        </p:nvCxnSpPr>
        <p:spPr>
          <a:xfrm>
            <a:off x="482642" y="1229358"/>
            <a:ext cx="4348681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TextBox 23"/>
          <p:cNvSpPr txBox="1"/>
          <p:nvPr/>
        </p:nvSpPr>
        <p:spPr>
          <a:xfrm>
            <a:off x="1589388" y="1060081"/>
            <a:ext cx="2135188" cy="338554"/>
          </a:xfrm>
          <a:prstGeom prst="rect">
            <a:avLst/>
          </a:prstGeom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sz="1600" dirty="0" smtClean="0">
                <a:latin typeface="Arial" panose="020B0604020202020204" pitchFamily="34" charset="0"/>
                <a:cs typeface="Arial" panose="020B0604020202020204" pitchFamily="34" charset="0"/>
              </a:rPr>
              <a:t>Current Paying PMI</a:t>
            </a:r>
            <a:endParaRPr lang="en-US" sz="16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405563" y="3089663"/>
            <a:ext cx="4324349" cy="523220"/>
          </a:xfrm>
          <a:prstGeom prst="rect">
            <a:avLst/>
          </a:prstGeom>
          <a:noFill/>
          <a:ln w="12700">
            <a:solidFill>
              <a:srgbClr val="2E398A"/>
            </a:solidFill>
          </a:ln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1400" dirty="0"/>
              <a:t>The FGLMC loan level data is missing 2005 and earlier loans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8" name="TextBox 27"/>
              <p:cNvSpPr txBox="1"/>
              <p:nvPr/>
            </p:nvSpPr>
            <p:spPr>
              <a:xfrm>
                <a:off x="119631" y="1995394"/>
                <a:ext cx="2249269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400" b="0" i="1" smtClean="0">
                          <a:latin typeface="Cambria Math"/>
                        </a:rPr>
                        <m:t>𝑅𝑒𝑓𝑖𝑛𝑎𝑛𝑐𝑖𝑏𝑙𝑒</m:t>
                      </m:r>
                      <m:r>
                        <a:rPr lang="en-US" sz="1400" b="0" i="1" smtClean="0">
                          <a:latin typeface="Cambria Math"/>
                        </a:rPr>
                        <m:t> </m:t>
                      </m:r>
                      <m:r>
                        <a:rPr lang="en-US" sz="1400" b="0" i="1" smtClean="0">
                          <a:latin typeface="Cambria Math"/>
                        </a:rPr>
                        <m:t>𝑃𝑒𝑟𝑐𝑒𝑛𝑡𝑎𝑔𝑒</m:t>
                      </m:r>
                    </m:oMath>
                  </m:oMathPara>
                </a14:m>
                <a:endParaRPr lang="en-US" sz="1400" i="1" dirty="0">
                  <a:latin typeface="Cambria Math"/>
                </a:endParaRPr>
              </a:p>
            </p:txBody>
          </p:sp>
        </mc:Choice>
        <mc:Fallback xmlns="">
          <p:sp>
            <p:nvSpPr>
              <p:cNvPr id="28" name="TextBox 2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9631" y="1995394"/>
                <a:ext cx="2249269" cy="307777"/>
              </a:xfrm>
              <a:prstGeom prst="rect">
                <a:avLst/>
              </a:prstGeom>
              <a:blipFill rotWithShape="1">
                <a:blip r:embed="rId5"/>
                <a:stretch>
                  <a:fillRect b="-784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9" name="TextBox 28"/>
              <p:cNvSpPr txBox="1"/>
              <p:nvPr/>
            </p:nvSpPr>
            <p:spPr>
              <a:xfrm>
                <a:off x="5143008" y="1995394"/>
                <a:ext cx="2249270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400" b="0" i="1" smtClean="0">
                          <a:latin typeface="Cambria Math"/>
                        </a:rPr>
                        <m:t>𝑅𝑒𝑓𝑖𝑛𝑎𝑛𝑐𝑖𝑏𝑙𝑒</m:t>
                      </m:r>
                      <m:r>
                        <a:rPr lang="en-US" sz="1400" b="0" i="1" smtClean="0">
                          <a:latin typeface="Cambria Math"/>
                        </a:rPr>
                        <m:t> </m:t>
                      </m:r>
                      <m:r>
                        <a:rPr lang="en-US" sz="1400" b="0" i="1" smtClean="0">
                          <a:latin typeface="Cambria Math"/>
                        </a:rPr>
                        <m:t>𝑃𝑒𝑟𝑐𝑒𝑛𝑡𝑎𝑔𝑒</m:t>
                      </m:r>
                    </m:oMath>
                  </m:oMathPara>
                </a14:m>
                <a:endParaRPr lang="en-US" sz="1400" i="1" dirty="0">
                  <a:latin typeface="Cambria Math"/>
                </a:endParaRPr>
              </a:p>
            </p:txBody>
          </p:sp>
        </mc:Choice>
        <mc:Fallback xmlns="">
          <p:sp>
            <p:nvSpPr>
              <p:cNvPr id="29" name="TextBox 2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143008" y="1995394"/>
                <a:ext cx="2249270" cy="307777"/>
              </a:xfrm>
              <a:prstGeom prst="rect">
                <a:avLst/>
              </a:prstGeom>
              <a:blipFill rotWithShape="1">
                <a:blip r:embed="rId5"/>
                <a:stretch>
                  <a:fillRect b="-784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" name="Rectangle 1"/>
              <p:cNvSpPr/>
              <p:nvPr/>
            </p:nvSpPr>
            <p:spPr>
              <a:xfrm>
                <a:off x="5091895" y="2306508"/>
                <a:ext cx="4277005" cy="759567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algn="just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en-US" sz="1400" i="1" smtClean="0">
                          <a:latin typeface="Cambria Math"/>
                        </a:rPr>
                        <m:t>= </m:t>
                      </m:r>
                      <m:f>
                        <m:fPr>
                          <m:ctrlPr>
                            <a:rPr lang="en-US" sz="1400" i="1">
                              <a:latin typeface="Cambria Math"/>
                            </a:rPr>
                          </m:ctrlPr>
                        </m:fPr>
                        <m:num>
                          <m:eqArr>
                            <m:eqArrPr>
                              <m:ctrlPr>
                                <a:rPr lang="en-US" sz="1400" i="1" smtClean="0">
                                  <a:latin typeface="Cambria Math"/>
                                </a:rPr>
                              </m:ctrlPr>
                            </m:eqArrPr>
                            <m:e>
                              <m:r>
                                <a:rPr lang="en-US" sz="1400" b="0" i="1" smtClean="0">
                                  <a:latin typeface="Cambria Math"/>
                                </a:rPr>
                                <m:t> </m:t>
                              </m:r>
                              <m:nary>
                                <m:naryPr>
                                  <m:chr m:val="∑"/>
                                  <m:subHide m:val="on"/>
                                  <m:supHide m:val="on"/>
                                  <m:ctrlPr>
                                    <a:rPr lang="en-US" sz="1400" i="1" smtClean="0">
                                      <a:latin typeface="Cambria Math"/>
                                    </a:rPr>
                                  </m:ctrlPr>
                                </m:naryPr>
                                <m:sub/>
                                <m:sup/>
                                <m:e>
                                  <m:r>
                                    <a:rPr lang="en-US" sz="1400" i="1">
                                      <a:latin typeface="Cambria Math"/>
                                    </a:rPr>
                                    <m:t>𝑅𝑒𝑓𝑖𝑛𝑎𝑛𝑐𝑖𝑏𝑙𝑒</m:t>
                                  </m:r>
                                  <m:r>
                                    <a:rPr lang="en-US" sz="1400" i="1">
                                      <a:latin typeface="Cambria Math"/>
                                    </a:rPr>
                                    <m:t> </m:t>
                                  </m:r>
                                  <m:r>
                                    <a:rPr lang="en-US" sz="1400" b="1" i="1">
                                      <a:latin typeface="Cambria Math"/>
                                    </a:rPr>
                                    <m:t>𝑳𝒐𝒂𝒏</m:t>
                                  </m:r>
                                  <m:r>
                                    <a:rPr lang="en-US" sz="1400" i="1">
                                      <a:latin typeface="Cambria Math"/>
                                    </a:rPr>
                                    <m:t> </m:t>
                                  </m:r>
                                  <m:r>
                                    <a:rPr lang="en-US" sz="1400" i="1">
                                      <a:latin typeface="Cambria Math"/>
                                    </a:rPr>
                                    <m:t>𝐵𝑎𝑙𝑎𝑛𝑐𝑒</m:t>
                                  </m:r>
                                </m:e>
                              </m:nary>
                            </m:e>
                            <m:e>
                              <m:r>
                                <a:rPr lang="en-US" sz="1400" b="0" i="1" smtClean="0">
                                  <a:latin typeface="Cambria Math"/>
                                </a:rPr>
                                <m:t>+</m:t>
                              </m:r>
                              <m:nary>
                                <m:naryPr>
                                  <m:chr m:val="∑"/>
                                  <m:subHide m:val="on"/>
                                  <m:supHide m:val="on"/>
                                  <m:ctrlPr>
                                    <a:rPr lang="en-US" sz="1400" i="1">
                                      <a:latin typeface="Cambria Math"/>
                                    </a:rPr>
                                  </m:ctrlPr>
                                </m:naryPr>
                                <m:sub/>
                                <m:sup/>
                                <m:e>
                                  <m:r>
                                    <a:rPr lang="en-US" sz="1400" b="1" i="1">
                                      <a:latin typeface="Cambria Math"/>
                                    </a:rPr>
                                    <m:t>𝑹𝒆𝒇𝒊𝒏𝒂𝒏𝒄𝒊𝒃𝒍𝒆</m:t>
                                  </m:r>
                                  <m:r>
                                    <a:rPr lang="en-US" sz="1400" b="1" i="1">
                                      <a:latin typeface="Cambria Math"/>
                                    </a:rPr>
                                    <m:t> </m:t>
                                  </m:r>
                                  <m:r>
                                    <a:rPr lang="en-US" sz="1400" b="1" i="1" smtClean="0">
                                      <a:latin typeface="Cambria Math"/>
                                    </a:rPr>
                                    <m:t>𝑷𝒐𝒐𝒍</m:t>
                                  </m:r>
                                  <m:r>
                                    <a:rPr lang="en-US" sz="1400" b="1" i="1">
                                      <a:latin typeface="Cambria Math"/>
                                    </a:rPr>
                                    <m:t> </m:t>
                                  </m:r>
                                  <m:r>
                                    <a:rPr lang="en-US" sz="1400" b="1" i="1">
                                      <a:latin typeface="Cambria Math"/>
                                    </a:rPr>
                                    <m:t>𝑩𝒂𝒍𝒂𝒏𝒄𝒆</m:t>
                                  </m:r>
                                  <m:r>
                                    <a:rPr lang="en-US" sz="1400" b="1" i="1" smtClean="0">
                                      <a:latin typeface="Cambria Math"/>
                                    </a:rPr>
                                    <m:t> </m:t>
                                  </m:r>
                                  <m:r>
                                    <a:rPr lang="en-US" sz="1400" b="1" i="1" smtClean="0">
                                      <a:latin typeface="Cambria Math"/>
                                    </a:rPr>
                                    <m:t>𝑷𝒓𝒆</m:t>
                                  </m:r>
                                  <m:r>
                                    <a:rPr lang="en-US" sz="1400" b="1" i="1" smtClean="0">
                                      <a:latin typeface="Cambria Math"/>
                                    </a:rPr>
                                    <m:t>𝟐𝟎𝟎𝟓</m:t>
                                  </m:r>
                                  <m:r>
                                    <a:rPr lang="en-US" sz="1400" b="1" i="1">
                                      <a:latin typeface="Cambria Math"/>
                                    </a:rPr>
                                    <m:t> </m:t>
                                  </m:r>
                                </m:e>
                              </m:nary>
                            </m:e>
                          </m:eqArr>
                        </m:num>
                        <m:den>
                          <m:r>
                            <a:rPr lang="en-US" sz="1400" i="1">
                              <a:latin typeface="Cambria Math"/>
                            </a:rPr>
                            <m:t>𝑇𝑜𝑡𝑎𝑙</m:t>
                          </m:r>
                          <m:r>
                            <a:rPr lang="en-US" sz="1400" i="1">
                              <a:latin typeface="Cambria Math"/>
                            </a:rPr>
                            <m:t> </m:t>
                          </m:r>
                          <m:r>
                            <a:rPr lang="en-US" sz="1400" i="1">
                              <a:latin typeface="Cambria Math"/>
                            </a:rPr>
                            <m:t>𝐵𝑎𝑙𝑎𝑛𝑐𝑒</m:t>
                          </m:r>
                          <m:r>
                            <a:rPr lang="en-US" sz="1400" i="1">
                              <a:latin typeface="Cambria Math"/>
                            </a:rPr>
                            <m:t> </m:t>
                          </m:r>
                          <m:r>
                            <a:rPr lang="en-US" sz="1400" i="1">
                              <a:latin typeface="Cambria Math"/>
                            </a:rPr>
                            <m:t>𝑜𝑓</m:t>
                          </m:r>
                          <m:r>
                            <a:rPr lang="en-US" sz="1400" i="1">
                              <a:latin typeface="Cambria Math"/>
                            </a:rPr>
                            <m:t> </m:t>
                          </m:r>
                          <m:r>
                            <a:rPr lang="en-US" sz="1400" i="1">
                              <a:latin typeface="Cambria Math"/>
                            </a:rPr>
                            <m:t>𝑈𝑛𝑖𝑣𝑒𝑟𝑠𝑒</m:t>
                          </m:r>
                          <m:r>
                            <a:rPr lang="en-US" sz="1400" b="0" i="1" smtClean="0">
                              <a:latin typeface="Cambria Math"/>
                            </a:rPr>
                            <m:t> (</m:t>
                          </m:r>
                          <m:r>
                            <a:rPr lang="en-US" sz="1400" b="1" i="1" smtClean="0">
                              <a:latin typeface="Cambria Math"/>
                            </a:rPr>
                            <m:t>𝒊𝒏𝒄𝒍𝒖𝒅𝒆</m:t>
                          </m:r>
                          <m:r>
                            <a:rPr lang="en-US" sz="1400" b="1" i="1" smtClean="0">
                              <a:latin typeface="Cambria Math"/>
                            </a:rPr>
                            <m:t> </m:t>
                          </m:r>
                          <m:r>
                            <a:rPr lang="en-US" sz="1400" b="1" i="1" smtClean="0">
                              <a:latin typeface="Cambria Math"/>
                            </a:rPr>
                            <m:t>𝑷𝒓𝒆</m:t>
                          </m:r>
                          <m:r>
                            <a:rPr lang="en-US" sz="1400" b="1" i="1" smtClean="0">
                              <a:latin typeface="Cambria Math"/>
                            </a:rPr>
                            <m:t> </m:t>
                          </m:r>
                          <m:r>
                            <a:rPr lang="en-US" sz="1400" b="1" i="1" smtClean="0">
                              <a:latin typeface="Cambria Math"/>
                            </a:rPr>
                            <m:t>𝟐𝟎𝟎𝟓</m:t>
                          </m:r>
                          <m:r>
                            <a:rPr lang="en-US" sz="1400" b="0" i="1" smtClean="0">
                              <a:latin typeface="Cambria Math"/>
                            </a:rPr>
                            <m:t>)</m:t>
                          </m:r>
                        </m:den>
                      </m:f>
                    </m:oMath>
                  </m:oMathPara>
                </a14:m>
                <a:endParaRPr lang="en-US" sz="1400" dirty="0"/>
              </a:p>
            </p:txBody>
          </p:sp>
        </mc:Choice>
        <mc:Fallback xmlns="">
          <p:sp>
            <p:nvSpPr>
              <p:cNvPr id="2" name="Rectangle 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91895" y="2306508"/>
                <a:ext cx="4277005" cy="759567"/>
              </a:xfrm>
              <a:prstGeom prst="rect">
                <a:avLst/>
              </a:prstGeom>
              <a:blipFill rotWithShape="1"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6" name="TextBox 35"/>
          <p:cNvSpPr txBox="1"/>
          <p:nvPr/>
        </p:nvSpPr>
        <p:spPr>
          <a:xfrm>
            <a:off x="7324244" y="5442734"/>
            <a:ext cx="244841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latin typeface="+mn-lt"/>
              </a:rPr>
              <a:t>6</a:t>
            </a:r>
            <a:r>
              <a:rPr lang="en-US" sz="1400" dirty="0" smtClean="0">
                <a:latin typeface="+mn-lt"/>
              </a:rPr>
              <a:t>% higher than last step.</a:t>
            </a:r>
          </a:p>
        </p:txBody>
      </p:sp>
      <p:graphicFrame>
        <p:nvGraphicFramePr>
          <p:cNvPr id="37" name="Chart 36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187977702"/>
              </p:ext>
            </p:extLst>
          </p:nvPr>
        </p:nvGraphicFramePr>
        <p:xfrm>
          <a:off x="290446" y="3990201"/>
          <a:ext cx="6876315" cy="3134499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7"/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/>
              <p:cNvSpPr txBox="1"/>
              <p:nvPr/>
            </p:nvSpPr>
            <p:spPr>
              <a:xfrm>
                <a:off x="1076968" y="2428218"/>
                <a:ext cx="2821798" cy="54662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400" i="1">
                          <a:latin typeface="Cambria Math"/>
                        </a:rPr>
                        <m:t>= </m:t>
                      </m:r>
                      <m:f>
                        <m:fPr>
                          <m:ctrlPr>
                            <a:rPr lang="en-US" sz="1400" i="1">
                              <a:latin typeface="Cambria Math"/>
                            </a:rPr>
                          </m:ctrlPr>
                        </m:fPr>
                        <m:num>
                          <m:nary>
                            <m:naryPr>
                              <m:chr m:val="∑"/>
                              <m:subHide m:val="on"/>
                              <m:supHide m:val="on"/>
                              <m:ctrlPr>
                                <a:rPr lang="en-US" sz="1400" i="1">
                                  <a:latin typeface="Cambria Math"/>
                                </a:rPr>
                              </m:ctrlPr>
                            </m:naryPr>
                            <m:sub/>
                            <m:sup/>
                            <m:e>
                              <m:r>
                                <a:rPr lang="en-US" sz="1400" i="1">
                                  <a:latin typeface="Cambria Math"/>
                                </a:rPr>
                                <m:t>𝑅𝑒𝑓𝑖𝑛𝑎𝑛𝑐𝑖𝑏𝑙𝑒</m:t>
                              </m:r>
                              <m:r>
                                <a:rPr lang="en-US" sz="1400" i="1">
                                  <a:latin typeface="Cambria Math"/>
                                </a:rPr>
                                <m:t> </m:t>
                              </m:r>
                              <m:r>
                                <a:rPr lang="en-US" sz="1400" b="1" i="1">
                                  <a:latin typeface="Cambria Math"/>
                                </a:rPr>
                                <m:t>𝑳𝒐𝒂𝒏</m:t>
                              </m:r>
                              <m:r>
                                <a:rPr lang="en-US" sz="1400" i="1">
                                  <a:latin typeface="Cambria Math"/>
                                </a:rPr>
                                <m:t> </m:t>
                              </m:r>
                              <m:r>
                                <a:rPr lang="en-US" sz="1400" i="1">
                                  <a:latin typeface="Cambria Math"/>
                                </a:rPr>
                                <m:t>𝐵𝑎𝑙𝑎𝑛𝑐𝑒</m:t>
                              </m:r>
                            </m:e>
                          </m:nary>
                        </m:num>
                        <m:den>
                          <m:r>
                            <a:rPr lang="en-US" sz="1400" i="1">
                              <a:latin typeface="Cambria Math"/>
                            </a:rPr>
                            <m:t>𝑇𝑜𝑡𝑎𝑙</m:t>
                          </m:r>
                          <m:r>
                            <a:rPr lang="en-US" sz="1400" i="1">
                              <a:latin typeface="Cambria Math"/>
                            </a:rPr>
                            <m:t> </m:t>
                          </m:r>
                          <m:r>
                            <a:rPr lang="en-US" sz="1400" i="1">
                              <a:latin typeface="Cambria Math"/>
                            </a:rPr>
                            <m:t>𝐵𝑎𝑙𝑎𝑛𝑐𝑒</m:t>
                          </m:r>
                          <m:r>
                            <a:rPr lang="en-US" sz="1400" i="1">
                              <a:latin typeface="Cambria Math"/>
                            </a:rPr>
                            <m:t> </m:t>
                          </m:r>
                          <m:r>
                            <a:rPr lang="en-US" sz="1400" i="1">
                              <a:latin typeface="Cambria Math"/>
                            </a:rPr>
                            <m:t>𝑜𝑓</m:t>
                          </m:r>
                          <m:r>
                            <a:rPr lang="en-US" sz="1400" i="1">
                              <a:latin typeface="Cambria Math"/>
                            </a:rPr>
                            <m:t> </m:t>
                          </m:r>
                          <m:r>
                            <a:rPr lang="en-US" sz="1400" i="1">
                              <a:latin typeface="Cambria Math"/>
                            </a:rPr>
                            <m:t>𝑈𝑛𝑖𝑣𝑒𝑟𝑠𝑒</m:t>
                          </m:r>
                        </m:den>
                      </m:f>
                    </m:oMath>
                  </m:oMathPara>
                </a14:m>
                <a:endParaRPr lang="en-US" sz="1400" dirty="0"/>
              </a:p>
            </p:txBody>
          </p:sp>
        </mc:Choice>
        <mc:Fallback xmlns="">
          <p:sp>
            <p:nvSpPr>
              <p:cNvPr id="5" name="TextBox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76968" y="2428218"/>
                <a:ext cx="2821798" cy="546625"/>
              </a:xfrm>
              <a:prstGeom prst="rect">
                <a:avLst/>
              </a:prstGeom>
              <a:blipFill rotWithShape="1">
                <a:blip r:embed="rId8"/>
                <a:stretch>
                  <a:fillRect t="-58889" b="-4444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11661475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0" name="Straight Connector 39"/>
          <p:cNvCxnSpPr/>
          <p:nvPr/>
        </p:nvCxnSpPr>
        <p:spPr>
          <a:xfrm>
            <a:off x="708660" y="4368798"/>
            <a:ext cx="610362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Straight Connector 35"/>
          <p:cNvCxnSpPr/>
          <p:nvPr/>
        </p:nvCxnSpPr>
        <p:spPr>
          <a:xfrm>
            <a:off x="708660" y="1358898"/>
            <a:ext cx="614934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1537" name="Rectangle 2"/>
          <p:cNvSpPr>
            <a:spLocks noGrp="1" noChangeArrowheads="1"/>
          </p:cNvSpPr>
          <p:nvPr>
            <p:ph type="title"/>
          </p:nvPr>
        </p:nvSpPr>
        <p:spPr>
          <a:xfrm>
            <a:off x="2533587" y="270070"/>
            <a:ext cx="7280116" cy="644102"/>
          </a:xfrm>
        </p:spPr>
        <p:txBody>
          <a:bodyPr/>
          <a:lstStyle/>
          <a:p>
            <a:r>
              <a:rPr lang="en-US" dirty="0" smtClean="0">
                <a:latin typeface="Arial" panose="020B0604020202020204" pitchFamily="34" charset="0"/>
                <a:cs typeface="Arial" panose="020B0604020202020204" pitchFamily="34" charset="0"/>
              </a:rPr>
              <a:t>Result Comparison</a:t>
            </a: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3" name="TextBox 32"/>
          <p:cNvSpPr txBox="1"/>
          <p:nvPr/>
        </p:nvSpPr>
        <p:spPr>
          <a:xfrm>
            <a:off x="7246642" y="1590854"/>
            <a:ext cx="2506958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 smtClean="0">
                <a:latin typeface="+mn-lt"/>
              </a:rPr>
              <a:t>After new updates, Loan level model shows a closer result to the Pool level one after 2013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246642" y="2544961"/>
            <a:ext cx="250695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 smtClean="0">
                <a:latin typeface="+mn-lt"/>
              </a:rPr>
              <a:t>Two updates bring us 10% higher estimation.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193302" y="5348108"/>
            <a:ext cx="2506958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 smtClean="0">
                <a:latin typeface="+mn-lt"/>
              </a:rPr>
              <a:t>Pre-2005 effect contributes 6% increase; while current PMI contributes 2% to 7%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7193302" y="4747618"/>
            <a:ext cx="250695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 smtClean="0">
                <a:latin typeface="+mn-lt"/>
              </a:rPr>
              <a:t>Around 10% total increase after 2013; 6% before 2013.</a:t>
            </a:r>
          </a:p>
        </p:txBody>
      </p:sp>
      <p:graphicFrame>
        <p:nvGraphicFramePr>
          <p:cNvPr id="13" name="Chart 12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019623503"/>
              </p:ext>
            </p:extLst>
          </p:nvPr>
        </p:nvGraphicFramePr>
        <p:xfrm>
          <a:off x="236220" y="4451212"/>
          <a:ext cx="7071360" cy="27432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14" name="TextBox 13"/>
          <p:cNvSpPr txBox="1"/>
          <p:nvPr/>
        </p:nvSpPr>
        <p:spPr>
          <a:xfrm>
            <a:off x="1897380" y="1189621"/>
            <a:ext cx="3695700" cy="338554"/>
          </a:xfrm>
          <a:prstGeom prst="rect">
            <a:avLst/>
          </a:prstGeom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sz="1600" dirty="0" smtClean="0">
                <a:latin typeface="Arial" panose="020B0604020202020204" pitchFamily="34" charset="0"/>
                <a:cs typeface="Arial" panose="020B0604020202020204" pitchFamily="34" charset="0"/>
              </a:rPr>
              <a:t>After Two Updates</a:t>
            </a:r>
            <a:endParaRPr lang="en-US" sz="16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2705100" y="4192379"/>
            <a:ext cx="1912620" cy="338554"/>
          </a:xfrm>
          <a:prstGeom prst="rect">
            <a:avLst/>
          </a:prstGeom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sz="1600" dirty="0" smtClean="0">
                <a:latin typeface="Arial" panose="020B0604020202020204" pitchFamily="34" charset="0"/>
                <a:cs typeface="Arial" panose="020B0604020202020204" pitchFamily="34" charset="0"/>
              </a:rPr>
              <a:t>Changes</a:t>
            </a:r>
            <a:endParaRPr lang="en-US" sz="16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aphicFrame>
        <p:nvGraphicFramePr>
          <p:cNvPr id="16" name="Chart 15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023399117"/>
              </p:ext>
            </p:extLst>
          </p:nvPr>
        </p:nvGraphicFramePr>
        <p:xfrm>
          <a:off x="223252" y="1528176"/>
          <a:ext cx="6876315" cy="2664204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  <p:extLst>
      <p:ext uri="{BB962C8B-B14F-4D97-AF65-F5344CB8AC3E}">
        <p14:creationId xmlns:p14="http://schemas.microsoft.com/office/powerpoint/2010/main" val="249064229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1537" name="Rectangle 2"/>
          <p:cNvSpPr>
            <a:spLocks noGrp="1" noChangeArrowheads="1"/>
          </p:cNvSpPr>
          <p:nvPr>
            <p:ph type="title"/>
          </p:nvPr>
        </p:nvSpPr>
        <p:spPr>
          <a:xfrm>
            <a:off x="2533587" y="270070"/>
            <a:ext cx="7280116" cy="644102"/>
          </a:xfrm>
        </p:spPr>
        <p:txBody>
          <a:bodyPr/>
          <a:lstStyle/>
          <a:p>
            <a:endParaRPr lang="en-US" sz="1200" b="0" dirty="0"/>
          </a:p>
        </p:txBody>
      </p:sp>
      <p:sp>
        <p:nvSpPr>
          <p:cNvPr id="3" name="Rectangle 2"/>
          <p:cNvSpPr/>
          <p:nvPr/>
        </p:nvSpPr>
        <p:spPr>
          <a:xfrm>
            <a:off x="2533587" y="3356357"/>
            <a:ext cx="5029200" cy="1200171"/>
          </a:xfrm>
          <a:prstGeom prst="rect">
            <a:avLst/>
          </a:prstGeom>
        </p:spPr>
        <p:txBody>
          <a:bodyPr lIns="91288" tIns="45642" rIns="91288" bIns="45642">
            <a:spAutoFit/>
          </a:bodyPr>
          <a:lstStyle/>
          <a:p>
            <a:pPr algn="ctr">
              <a:buClr>
                <a:schemeClr val="tx2"/>
              </a:buClr>
              <a:defRPr/>
            </a:pPr>
            <a:r>
              <a:rPr lang="en-US" sz="2400" kern="0" dirty="0">
                <a:latin typeface="Arial" panose="020B0604020202020204" pitchFamily="34" charset="0"/>
                <a:cs typeface="Arial" panose="020B0604020202020204" pitchFamily="34" charset="0"/>
              </a:rPr>
              <a:t>Mortgage Rate Difference </a:t>
            </a:r>
            <a:endParaRPr lang="en-US" sz="2400" kern="0" dirty="0" smtClean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>
              <a:buClr>
                <a:schemeClr val="tx2"/>
              </a:buClr>
              <a:defRPr/>
            </a:pPr>
            <a:r>
              <a:rPr lang="en-US" sz="2400" kern="0" dirty="0" smtClean="0">
                <a:latin typeface="Arial" panose="020B0604020202020204" pitchFamily="34" charset="0"/>
                <a:cs typeface="Arial" panose="020B0604020202020204" pitchFamily="34" charset="0"/>
              </a:rPr>
              <a:t>between </a:t>
            </a:r>
          </a:p>
          <a:p>
            <a:pPr algn="ctr">
              <a:buClr>
                <a:schemeClr val="tx2"/>
              </a:buClr>
              <a:defRPr/>
            </a:pPr>
            <a:r>
              <a:rPr lang="en-US" sz="2400" kern="0" dirty="0" smtClean="0">
                <a:latin typeface="Arial" panose="020B0604020202020204" pitchFamily="34" charset="0"/>
                <a:cs typeface="Arial" panose="020B0604020202020204" pitchFamily="34" charset="0"/>
              </a:rPr>
              <a:t>Big </a:t>
            </a:r>
            <a:r>
              <a:rPr lang="en-US" sz="2400" kern="0" dirty="0">
                <a:latin typeface="Arial" panose="020B0604020202020204" pitchFamily="34" charset="0"/>
                <a:cs typeface="Arial" panose="020B0604020202020204" pitchFamily="34" charset="0"/>
              </a:rPr>
              <a:t>Lenders and Small Lenders</a:t>
            </a:r>
            <a:endParaRPr lang="en-US" sz="2400" kern="0" dirty="0" smtClean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188581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1537" name="Rectangle 2"/>
          <p:cNvSpPr>
            <a:spLocks noGrp="1" noChangeArrowheads="1"/>
          </p:cNvSpPr>
          <p:nvPr>
            <p:ph type="title"/>
          </p:nvPr>
        </p:nvSpPr>
        <p:spPr>
          <a:xfrm>
            <a:off x="2533587" y="270070"/>
            <a:ext cx="7280116" cy="644102"/>
          </a:xfrm>
        </p:spPr>
        <p:txBody>
          <a:bodyPr/>
          <a:lstStyle/>
          <a:p>
            <a:r>
              <a:rPr lang="en-US" dirty="0" smtClean="0">
                <a:latin typeface="Arial" panose="020B0604020202020204" pitchFamily="34" charset="0"/>
                <a:cs typeface="Arial" panose="020B0604020202020204" pitchFamily="34" charset="0"/>
              </a:rPr>
              <a:t>Mortgage Rate Difference between Big Lenders and Small Lenders</a:t>
            </a: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3" name="TextBox 32"/>
          <p:cNvSpPr txBox="1"/>
          <p:nvPr/>
        </p:nvSpPr>
        <p:spPr>
          <a:xfrm>
            <a:off x="1379220" y="1327518"/>
            <a:ext cx="703326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 smtClean="0">
                <a:latin typeface="+mn-lt"/>
              </a:rPr>
              <a:t>Is there a systematic mortgage rate difference exists between Big Lenders and Small Lenders? 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379220" y="2092646"/>
            <a:ext cx="250695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 smtClean="0">
                <a:latin typeface="+mn-lt"/>
              </a:rPr>
              <a:t>Three Groups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118773"/>
            <a:ext cx="556260" cy="51652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Q</a:t>
            </a:r>
            <a:endParaRPr lang="en-US" dirty="0"/>
          </a:p>
        </p:txBody>
      </p:sp>
      <p:cxnSp>
        <p:nvCxnSpPr>
          <p:cNvPr id="17" name="Straight Connector 16"/>
          <p:cNvCxnSpPr/>
          <p:nvPr/>
        </p:nvCxnSpPr>
        <p:spPr>
          <a:xfrm>
            <a:off x="457200" y="1747518"/>
            <a:ext cx="912114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Rectangle 17"/>
          <p:cNvSpPr/>
          <p:nvPr/>
        </p:nvSpPr>
        <p:spPr>
          <a:xfrm>
            <a:off x="457200" y="2019452"/>
            <a:ext cx="556260" cy="51652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R</a:t>
            </a:r>
          </a:p>
        </p:txBody>
      </p:sp>
      <p:grpSp>
        <p:nvGrpSpPr>
          <p:cNvPr id="7" name="Group 6"/>
          <p:cNvGrpSpPr/>
          <p:nvPr/>
        </p:nvGrpSpPr>
        <p:grpSpPr>
          <a:xfrm>
            <a:off x="1379220" y="2407563"/>
            <a:ext cx="2286000" cy="2235588"/>
            <a:chOff x="1379220" y="2415540"/>
            <a:chExt cx="2286000" cy="2235588"/>
          </a:xfrm>
        </p:grpSpPr>
        <p:sp>
          <p:nvSpPr>
            <p:cNvPr id="42" name="TextBox 41"/>
            <p:cNvSpPr txBox="1"/>
            <p:nvPr/>
          </p:nvSpPr>
          <p:spPr>
            <a:xfrm>
              <a:off x="1379220" y="2688316"/>
              <a:ext cx="1920240" cy="156966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200" dirty="0">
                  <a:latin typeface="+mn-lt"/>
                </a:rPr>
                <a:t>Wells </a:t>
              </a:r>
              <a:r>
                <a:rPr lang="en-US" sz="1200" dirty="0" smtClean="0">
                  <a:latin typeface="+mn-lt"/>
                </a:rPr>
                <a:t>Fargo</a:t>
              </a:r>
            </a:p>
            <a:p>
              <a:r>
                <a:rPr lang="en-US" sz="1200" dirty="0" smtClean="0">
                  <a:latin typeface="+mn-lt"/>
                </a:rPr>
                <a:t>Citi</a:t>
              </a:r>
            </a:p>
            <a:p>
              <a:r>
                <a:rPr lang="en-US" sz="1200" dirty="0" smtClean="0">
                  <a:latin typeface="+mn-lt"/>
                </a:rPr>
                <a:t>Chase</a:t>
              </a:r>
            </a:p>
            <a:p>
              <a:r>
                <a:rPr lang="en-US" sz="1200" dirty="0" smtClean="0">
                  <a:latin typeface="+mn-lt"/>
                </a:rPr>
                <a:t>Bank </a:t>
              </a:r>
              <a:r>
                <a:rPr lang="en-US" sz="1200" dirty="0">
                  <a:latin typeface="+mn-lt"/>
                </a:rPr>
                <a:t>Of </a:t>
              </a:r>
              <a:r>
                <a:rPr lang="en-US" sz="1200" dirty="0" smtClean="0">
                  <a:latin typeface="+mn-lt"/>
                </a:rPr>
                <a:t>America</a:t>
              </a:r>
            </a:p>
            <a:p>
              <a:r>
                <a:rPr lang="en-US" sz="1200" dirty="0" smtClean="0">
                  <a:latin typeface="+mn-lt"/>
                </a:rPr>
                <a:t>CWB</a:t>
              </a:r>
            </a:p>
            <a:p>
              <a:r>
                <a:rPr lang="en-US" sz="1200" dirty="0" err="1" smtClean="0">
                  <a:latin typeface="+mn-lt"/>
                </a:rPr>
                <a:t>Suntrust</a:t>
              </a:r>
              <a:endParaRPr lang="en-US" sz="1200" dirty="0" smtClean="0">
                <a:latin typeface="+mn-lt"/>
              </a:endParaRPr>
            </a:p>
            <a:p>
              <a:r>
                <a:rPr lang="en-US" sz="1200" dirty="0" smtClean="0">
                  <a:latin typeface="+mn-lt"/>
                </a:rPr>
                <a:t>PNC</a:t>
              </a:r>
            </a:p>
            <a:p>
              <a:r>
                <a:rPr lang="en-US" sz="1200" dirty="0" smtClean="0">
                  <a:latin typeface="+mn-lt"/>
                </a:rPr>
                <a:t>Wachovia</a:t>
              </a:r>
              <a:endParaRPr lang="en-US" sz="1200" dirty="0">
                <a:latin typeface="+mn-lt"/>
              </a:endParaRPr>
            </a:p>
          </p:txBody>
        </p:sp>
        <p:sp>
          <p:nvSpPr>
            <p:cNvPr id="5" name="Rectangle 4"/>
            <p:cNvSpPr/>
            <p:nvPr/>
          </p:nvSpPr>
          <p:spPr>
            <a:xfrm>
              <a:off x="1379220" y="2688316"/>
              <a:ext cx="2286000" cy="1962812"/>
            </a:xfrm>
            <a:prstGeom prst="rect">
              <a:avLst/>
            </a:prstGeom>
            <a:noFill/>
            <a:ln>
              <a:solidFill>
                <a:srgbClr val="2E398A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" name="Rectangle 5"/>
            <p:cNvSpPr/>
            <p:nvPr/>
          </p:nvSpPr>
          <p:spPr>
            <a:xfrm>
              <a:off x="1379220" y="2415540"/>
              <a:ext cx="2286000" cy="272776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 smtClean="0"/>
                <a:t>Big Bank Lenders</a:t>
              </a:r>
              <a:endParaRPr lang="en-US" dirty="0"/>
            </a:p>
          </p:txBody>
        </p:sp>
      </p:grpSp>
      <p:grpSp>
        <p:nvGrpSpPr>
          <p:cNvPr id="8" name="Group 7"/>
          <p:cNvGrpSpPr/>
          <p:nvPr/>
        </p:nvGrpSpPr>
        <p:grpSpPr>
          <a:xfrm>
            <a:off x="4240519" y="2400423"/>
            <a:ext cx="2286022" cy="2249868"/>
            <a:chOff x="3886178" y="2401260"/>
            <a:chExt cx="2286022" cy="2249868"/>
          </a:xfrm>
        </p:grpSpPr>
        <p:sp>
          <p:nvSpPr>
            <p:cNvPr id="41" name="TextBox 40"/>
            <p:cNvSpPr txBox="1"/>
            <p:nvPr/>
          </p:nvSpPr>
          <p:spPr>
            <a:xfrm>
              <a:off x="3886178" y="2712136"/>
              <a:ext cx="2286022" cy="193899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en-US"/>
              </a:defPPr>
              <a:lvl1pPr>
                <a:defRPr sz="1200">
                  <a:latin typeface="+mn-lt"/>
                </a:defRPr>
              </a:lvl1pPr>
            </a:lstStyle>
            <a:p>
              <a:r>
                <a:rPr lang="en-US" dirty="0" smtClean="0"/>
                <a:t>Quicken</a:t>
              </a:r>
            </a:p>
            <a:p>
              <a:r>
                <a:rPr lang="en-US" dirty="0" smtClean="0"/>
                <a:t>Green </a:t>
              </a:r>
              <a:r>
                <a:rPr lang="en-US" dirty="0"/>
                <a:t>Tree </a:t>
              </a:r>
              <a:r>
                <a:rPr lang="en-US" dirty="0" smtClean="0"/>
                <a:t>Servicing</a:t>
              </a:r>
            </a:p>
            <a:p>
              <a:r>
                <a:rPr lang="en-US" dirty="0" smtClean="0"/>
                <a:t>Flagstar</a:t>
              </a:r>
            </a:p>
            <a:p>
              <a:r>
                <a:rPr lang="en-US" dirty="0" err="1" smtClean="0"/>
                <a:t>Pingora</a:t>
              </a:r>
              <a:r>
                <a:rPr lang="en-US" dirty="0" smtClean="0"/>
                <a:t> </a:t>
              </a:r>
              <a:r>
                <a:rPr lang="en-US" dirty="0"/>
                <a:t>Loan </a:t>
              </a:r>
              <a:r>
                <a:rPr lang="en-US" dirty="0" smtClean="0"/>
                <a:t>Servicing</a:t>
              </a:r>
            </a:p>
            <a:p>
              <a:r>
                <a:rPr lang="en-US" dirty="0" smtClean="0"/>
                <a:t>Franklin </a:t>
              </a:r>
              <a:r>
                <a:rPr lang="en-US" dirty="0"/>
                <a:t>American </a:t>
              </a:r>
              <a:r>
                <a:rPr lang="en-US" dirty="0" smtClean="0"/>
                <a:t>Mortgage</a:t>
              </a:r>
            </a:p>
            <a:p>
              <a:r>
                <a:rPr lang="en-US" dirty="0" smtClean="0"/>
                <a:t>Freedom</a:t>
              </a:r>
            </a:p>
            <a:p>
              <a:r>
                <a:rPr lang="en-US" dirty="0" err="1" smtClean="0"/>
                <a:t>Nationstar</a:t>
              </a:r>
              <a:endParaRPr lang="en-US" dirty="0" smtClean="0"/>
            </a:p>
            <a:p>
              <a:r>
                <a:rPr lang="en-US" dirty="0" smtClean="0"/>
                <a:t>Guild</a:t>
              </a:r>
            </a:p>
            <a:p>
              <a:r>
                <a:rPr lang="en-US" dirty="0" err="1" smtClean="0"/>
                <a:t>Homestreet</a:t>
              </a:r>
              <a:r>
                <a:rPr lang="en-US" dirty="0" smtClean="0"/>
                <a:t> Bank</a:t>
              </a:r>
            </a:p>
            <a:p>
              <a:r>
                <a:rPr lang="en-US" dirty="0" err="1" smtClean="0"/>
                <a:t>Roundpoint</a:t>
              </a:r>
              <a:r>
                <a:rPr lang="en-US" dirty="0" smtClean="0"/>
                <a:t> Mortgage</a:t>
              </a:r>
              <a:endParaRPr lang="en-US" dirty="0"/>
            </a:p>
          </p:txBody>
        </p:sp>
        <p:sp>
          <p:nvSpPr>
            <p:cNvPr id="19" name="Rectangle 18"/>
            <p:cNvSpPr/>
            <p:nvPr/>
          </p:nvSpPr>
          <p:spPr>
            <a:xfrm>
              <a:off x="3886178" y="2692606"/>
              <a:ext cx="2286022" cy="1958522"/>
            </a:xfrm>
            <a:prstGeom prst="rect">
              <a:avLst/>
            </a:prstGeom>
            <a:noFill/>
            <a:ln>
              <a:solidFill>
                <a:srgbClr val="2E398A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1" name="Rectangle 20"/>
            <p:cNvSpPr/>
            <p:nvPr/>
          </p:nvSpPr>
          <p:spPr>
            <a:xfrm>
              <a:off x="3886178" y="2401260"/>
              <a:ext cx="2286022" cy="272776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 smtClean="0"/>
                <a:t>Big Non-Bank Lenders</a:t>
              </a:r>
              <a:endParaRPr lang="en-US" dirty="0"/>
            </a:p>
          </p:txBody>
        </p:sp>
      </p:grpSp>
      <p:grpSp>
        <p:nvGrpSpPr>
          <p:cNvPr id="9" name="Group 8"/>
          <p:cNvGrpSpPr/>
          <p:nvPr/>
        </p:nvGrpSpPr>
        <p:grpSpPr>
          <a:xfrm>
            <a:off x="7101840" y="2407563"/>
            <a:ext cx="2286000" cy="2235588"/>
            <a:chOff x="7101840" y="2399586"/>
            <a:chExt cx="2286000" cy="2235588"/>
          </a:xfrm>
        </p:grpSpPr>
        <p:sp>
          <p:nvSpPr>
            <p:cNvPr id="22" name="Rectangle 21"/>
            <p:cNvSpPr/>
            <p:nvPr/>
          </p:nvSpPr>
          <p:spPr>
            <a:xfrm>
              <a:off x="7101840" y="2672362"/>
              <a:ext cx="2286000" cy="1962812"/>
            </a:xfrm>
            <a:prstGeom prst="rect">
              <a:avLst/>
            </a:prstGeom>
            <a:noFill/>
            <a:ln>
              <a:solidFill>
                <a:srgbClr val="2E398A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3" name="Rectangle 22"/>
            <p:cNvSpPr/>
            <p:nvPr/>
          </p:nvSpPr>
          <p:spPr>
            <a:xfrm>
              <a:off x="7101840" y="2399586"/>
              <a:ext cx="2286000" cy="272776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 smtClean="0"/>
                <a:t>Small Lenders</a:t>
              </a:r>
              <a:endParaRPr lang="en-US" dirty="0"/>
            </a:p>
          </p:txBody>
        </p:sp>
        <p:sp>
          <p:nvSpPr>
            <p:cNvPr id="24" name="TextBox 23"/>
            <p:cNvSpPr txBox="1"/>
            <p:nvPr/>
          </p:nvSpPr>
          <p:spPr>
            <a:xfrm>
              <a:off x="7101840" y="2703322"/>
              <a:ext cx="1920240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200" dirty="0" smtClean="0">
                  <a:latin typeface="+mn-lt"/>
                </a:rPr>
                <a:t>All Other Lenders</a:t>
              </a:r>
              <a:endParaRPr lang="en-US" sz="1200" dirty="0">
                <a:latin typeface="+mn-lt"/>
              </a:endParaRPr>
            </a:p>
          </p:txBody>
        </p:sp>
      </p:grpSp>
      <p:sp>
        <p:nvSpPr>
          <p:cNvPr id="28" name="TextBox 27"/>
          <p:cNvSpPr txBox="1"/>
          <p:nvPr/>
        </p:nvSpPr>
        <p:spPr>
          <a:xfrm>
            <a:off x="1371600" y="4848761"/>
            <a:ext cx="250695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 smtClean="0">
                <a:latin typeface="+mn-lt"/>
              </a:rPr>
              <a:t>Assumptions</a:t>
            </a:r>
          </a:p>
        </p:txBody>
      </p:sp>
      <p:sp>
        <p:nvSpPr>
          <p:cNvPr id="10" name="Rectangle 9"/>
          <p:cNvSpPr/>
          <p:nvPr/>
        </p:nvSpPr>
        <p:spPr>
          <a:xfrm>
            <a:off x="1371600" y="5156538"/>
            <a:ext cx="8016240" cy="809922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TextBox 10"/>
          <p:cNvSpPr txBox="1"/>
          <p:nvPr/>
        </p:nvSpPr>
        <p:spPr>
          <a:xfrm>
            <a:off x="1379220" y="5232738"/>
            <a:ext cx="363855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 smtClean="0">
                <a:latin typeface="+mn-lt"/>
              </a:rPr>
              <a:t>Product: 	FNCL</a:t>
            </a:r>
          </a:p>
          <a:p>
            <a:r>
              <a:rPr lang="en-US" sz="1200" dirty="0" smtClean="0">
                <a:latin typeface="+mn-lt"/>
              </a:rPr>
              <a:t>FICO: 	720 ~ 740</a:t>
            </a:r>
          </a:p>
          <a:p>
            <a:r>
              <a:rPr lang="en-US" sz="1200" dirty="0" smtClean="0">
                <a:latin typeface="+mn-lt"/>
              </a:rPr>
              <a:t>Original LTV: 	70 ~ 80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749290" y="5232738"/>
            <a:ext cx="363855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1200">
                <a:latin typeface="+mn-lt"/>
              </a:defRPr>
            </a:lvl1pPr>
          </a:lstStyle>
          <a:p>
            <a:r>
              <a:rPr lang="en-US" dirty="0"/>
              <a:t>Occupancy Type: </a:t>
            </a:r>
            <a:r>
              <a:rPr lang="en-US" dirty="0" smtClean="0"/>
              <a:t>	Owner</a:t>
            </a:r>
            <a:endParaRPr lang="en-US" dirty="0"/>
          </a:p>
          <a:p>
            <a:r>
              <a:rPr lang="en-US" dirty="0"/>
              <a:t>Property Type: </a:t>
            </a:r>
            <a:r>
              <a:rPr lang="en-US" dirty="0" smtClean="0"/>
              <a:t>	Single </a:t>
            </a:r>
            <a:r>
              <a:rPr lang="en-US" dirty="0"/>
              <a:t>Family</a:t>
            </a:r>
          </a:p>
          <a:p>
            <a:r>
              <a:rPr lang="en-US" dirty="0"/>
              <a:t>Loan Purpose Type: </a:t>
            </a:r>
            <a:r>
              <a:rPr lang="en-US" dirty="0" smtClean="0"/>
              <a:t>	Refinance</a:t>
            </a:r>
            <a:endParaRPr lang="en-US" dirty="0"/>
          </a:p>
        </p:txBody>
      </p:sp>
      <p:sp>
        <p:nvSpPr>
          <p:cNvPr id="32" name="TextBox 31"/>
          <p:cNvSpPr txBox="1"/>
          <p:nvPr/>
        </p:nvSpPr>
        <p:spPr>
          <a:xfrm>
            <a:off x="1371600" y="6189881"/>
            <a:ext cx="250695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latin typeface="+mn-lt"/>
              </a:rPr>
              <a:t>Comparable</a:t>
            </a:r>
            <a:endParaRPr lang="en-US" sz="1400" dirty="0" smtClean="0">
              <a:latin typeface="+mn-lt"/>
            </a:endParaRPr>
          </a:p>
        </p:txBody>
      </p:sp>
      <p:sp>
        <p:nvSpPr>
          <p:cNvPr id="34" name="Rectangle 33"/>
          <p:cNvSpPr/>
          <p:nvPr/>
        </p:nvSpPr>
        <p:spPr>
          <a:xfrm>
            <a:off x="1379220" y="6487836"/>
            <a:ext cx="8016240" cy="469224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TextBox 36"/>
          <p:cNvSpPr txBox="1"/>
          <p:nvPr/>
        </p:nvSpPr>
        <p:spPr>
          <a:xfrm>
            <a:off x="1386840" y="6564036"/>
            <a:ext cx="363855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 smtClean="0">
                <a:latin typeface="+mn-lt"/>
              </a:rPr>
              <a:t>Weighted Average Original Note Rate</a:t>
            </a:r>
          </a:p>
        </p:txBody>
      </p:sp>
    </p:spTree>
    <p:extLst>
      <p:ext uri="{BB962C8B-B14F-4D97-AF65-F5344CB8AC3E}">
        <p14:creationId xmlns:p14="http://schemas.microsoft.com/office/powerpoint/2010/main" val="143206760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5" grpId="0"/>
      <p:bldP spid="18" grpId="0" animBg="1"/>
      <p:bldP spid="28" grpId="0"/>
      <p:bldP spid="10" grpId="0" animBg="1"/>
      <p:bldP spid="11" grpId="0"/>
      <p:bldP spid="31" grpId="0"/>
      <p:bldP spid="32" grpId="0"/>
      <p:bldP spid="34" grpId="0" animBg="1"/>
      <p:bldP spid="37" grpId="0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1537" name="Rectangle 2"/>
          <p:cNvSpPr>
            <a:spLocks noGrp="1" noChangeArrowheads="1"/>
          </p:cNvSpPr>
          <p:nvPr>
            <p:ph type="title"/>
          </p:nvPr>
        </p:nvSpPr>
        <p:spPr>
          <a:xfrm>
            <a:off x="2533587" y="270070"/>
            <a:ext cx="7280116" cy="644102"/>
          </a:xfrm>
        </p:spPr>
        <p:txBody>
          <a:bodyPr/>
          <a:lstStyle/>
          <a:p>
            <a:r>
              <a:rPr lang="en-US" dirty="0" smtClean="0">
                <a:latin typeface="Arial" panose="020B0604020202020204" pitchFamily="34" charset="0"/>
                <a:cs typeface="Arial" panose="020B0604020202020204" pitchFamily="34" charset="0"/>
              </a:rPr>
              <a:t>Mortgage Rate Difference between Big Lenders and Small Lenders</a:t>
            </a: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3" name="TextBox 32"/>
          <p:cNvSpPr txBox="1"/>
          <p:nvPr/>
        </p:nvSpPr>
        <p:spPr>
          <a:xfrm>
            <a:off x="1379220" y="1327518"/>
            <a:ext cx="703326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 smtClean="0">
                <a:latin typeface="+mn-lt"/>
              </a:rPr>
              <a:t>Is there a systematic mortgage rate difference exists between Big Lenders and Small Lenders? 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118773"/>
            <a:ext cx="556260" cy="51652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Q</a:t>
            </a:r>
            <a:endParaRPr lang="en-US" dirty="0"/>
          </a:p>
        </p:txBody>
      </p:sp>
      <p:cxnSp>
        <p:nvCxnSpPr>
          <p:cNvPr id="17" name="Straight Connector 16"/>
          <p:cNvCxnSpPr/>
          <p:nvPr/>
        </p:nvCxnSpPr>
        <p:spPr>
          <a:xfrm>
            <a:off x="457200" y="1747518"/>
            <a:ext cx="912114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Rectangle 17"/>
          <p:cNvSpPr/>
          <p:nvPr/>
        </p:nvSpPr>
        <p:spPr>
          <a:xfrm>
            <a:off x="457200" y="2019452"/>
            <a:ext cx="556260" cy="51652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R</a:t>
            </a:r>
          </a:p>
        </p:txBody>
      </p:sp>
      <p:graphicFrame>
        <p:nvGraphicFramePr>
          <p:cNvPr id="27" name="Chart 26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529490414"/>
              </p:ext>
            </p:extLst>
          </p:nvPr>
        </p:nvGraphicFramePr>
        <p:xfrm>
          <a:off x="1379220" y="1852876"/>
          <a:ext cx="8300561" cy="1888544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cxnSp>
        <p:nvCxnSpPr>
          <p:cNvPr id="29" name="Straight Connector 28"/>
          <p:cNvCxnSpPr/>
          <p:nvPr/>
        </p:nvCxnSpPr>
        <p:spPr>
          <a:xfrm>
            <a:off x="457200" y="3703928"/>
            <a:ext cx="912114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Rectangle 29"/>
          <p:cNvSpPr/>
          <p:nvPr/>
        </p:nvSpPr>
        <p:spPr>
          <a:xfrm>
            <a:off x="457200" y="3978915"/>
            <a:ext cx="556260" cy="51652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A</a:t>
            </a:r>
            <a:endParaRPr lang="en-US" dirty="0"/>
          </a:p>
        </p:txBody>
      </p:sp>
      <p:graphicFrame>
        <p:nvGraphicFramePr>
          <p:cNvPr id="36" name="Chart 35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952160503"/>
              </p:ext>
            </p:extLst>
          </p:nvPr>
        </p:nvGraphicFramePr>
        <p:xfrm>
          <a:off x="1828798" y="3909212"/>
          <a:ext cx="7772400" cy="14630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38" name="Chart 37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014098223"/>
              </p:ext>
            </p:extLst>
          </p:nvPr>
        </p:nvGraphicFramePr>
        <p:xfrm>
          <a:off x="1805940" y="5372252"/>
          <a:ext cx="7772400" cy="12801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2" name="TextBox 1"/>
          <p:cNvSpPr txBox="1"/>
          <p:nvPr/>
        </p:nvSpPr>
        <p:spPr>
          <a:xfrm>
            <a:off x="1828798" y="6645096"/>
            <a:ext cx="7709059" cy="461665"/>
          </a:xfrm>
          <a:prstGeom prst="rect">
            <a:avLst/>
          </a:prstGeom>
          <a:solidFill>
            <a:srgbClr val="2E398A"/>
          </a:solidFill>
          <a:ln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sz="1200" dirty="0">
                <a:solidFill>
                  <a:schemeClr val="bg1"/>
                </a:solidFill>
                <a:latin typeface="+mn-lt"/>
              </a:rPr>
              <a:t>Big Bank Lender provide lower rates before 2010, 15-40 bps lower than Big Non-bank </a:t>
            </a:r>
            <a:r>
              <a:rPr lang="en-US" sz="1200" dirty="0" smtClean="0">
                <a:solidFill>
                  <a:schemeClr val="bg1"/>
                </a:solidFill>
                <a:latin typeface="+mn-lt"/>
              </a:rPr>
              <a:t>Lender. </a:t>
            </a:r>
          </a:p>
          <a:p>
            <a:r>
              <a:rPr lang="en-US" sz="1200" dirty="0" smtClean="0">
                <a:solidFill>
                  <a:schemeClr val="bg1"/>
                </a:solidFill>
                <a:latin typeface="+mn-lt"/>
              </a:rPr>
              <a:t>After </a:t>
            </a:r>
            <a:r>
              <a:rPr lang="en-US" sz="1200" dirty="0">
                <a:solidFill>
                  <a:schemeClr val="bg1"/>
                </a:solidFill>
                <a:latin typeface="+mn-lt"/>
              </a:rPr>
              <a:t>2010, Big Bank Lenders charge </a:t>
            </a:r>
            <a:r>
              <a:rPr lang="en-US" sz="1200" dirty="0" smtClean="0">
                <a:solidFill>
                  <a:schemeClr val="bg1"/>
                </a:solidFill>
                <a:latin typeface="+mn-lt"/>
              </a:rPr>
              <a:t>10 </a:t>
            </a:r>
            <a:r>
              <a:rPr lang="en-US" sz="1200" dirty="0">
                <a:solidFill>
                  <a:schemeClr val="bg1"/>
                </a:solidFill>
                <a:latin typeface="+mn-lt"/>
              </a:rPr>
              <a:t>bps higher than </a:t>
            </a:r>
            <a:r>
              <a:rPr lang="en-US" sz="1200" dirty="0" smtClean="0">
                <a:solidFill>
                  <a:schemeClr val="bg1"/>
                </a:solidFill>
                <a:latin typeface="+mn-lt"/>
              </a:rPr>
              <a:t>Small </a:t>
            </a:r>
            <a:r>
              <a:rPr lang="en-US" sz="1200" dirty="0">
                <a:solidFill>
                  <a:schemeClr val="bg1"/>
                </a:solidFill>
                <a:latin typeface="+mn-lt"/>
              </a:rPr>
              <a:t>Lenders.</a:t>
            </a:r>
          </a:p>
        </p:txBody>
      </p:sp>
      <p:sp>
        <p:nvSpPr>
          <p:cNvPr id="4" name="TextBox 3"/>
          <p:cNvSpPr txBox="1"/>
          <p:nvPr/>
        </p:nvSpPr>
        <p:spPr>
          <a:xfrm rot="10800000">
            <a:off x="1312903" y="3952513"/>
            <a:ext cx="369332" cy="1312202"/>
          </a:xfrm>
          <a:prstGeom prst="rect">
            <a:avLst/>
          </a:prstGeom>
          <a:noFill/>
        </p:spPr>
        <p:txBody>
          <a:bodyPr vert="eaVert" wrap="square" rtlCol="0">
            <a:spAutoFit/>
          </a:bodyPr>
          <a:lstStyle/>
          <a:p>
            <a:pPr algn="ctr"/>
            <a:r>
              <a:rPr lang="en-US" sz="1200" dirty="0" smtClean="0">
                <a:latin typeface="+mn-lt"/>
              </a:rPr>
              <a:t>Bank vs Non-Bank</a:t>
            </a:r>
            <a:endParaRPr lang="en-US" sz="1200" dirty="0">
              <a:latin typeface="+mn-lt"/>
            </a:endParaRPr>
          </a:p>
        </p:txBody>
      </p:sp>
      <p:cxnSp>
        <p:nvCxnSpPr>
          <p:cNvPr id="13" name="Straight Connector 12"/>
          <p:cNvCxnSpPr/>
          <p:nvPr/>
        </p:nvCxnSpPr>
        <p:spPr>
          <a:xfrm>
            <a:off x="1682235" y="3952513"/>
            <a:ext cx="0" cy="131220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9" name="TextBox 38"/>
          <p:cNvSpPr txBox="1"/>
          <p:nvPr/>
        </p:nvSpPr>
        <p:spPr>
          <a:xfrm rot="10800000">
            <a:off x="1312903" y="5377605"/>
            <a:ext cx="369332" cy="1175595"/>
          </a:xfrm>
          <a:prstGeom prst="rect">
            <a:avLst/>
          </a:prstGeom>
          <a:noFill/>
        </p:spPr>
        <p:txBody>
          <a:bodyPr vert="eaVert" wrap="square" rtlCol="0">
            <a:spAutoFit/>
          </a:bodyPr>
          <a:lstStyle/>
          <a:p>
            <a:pPr algn="ctr"/>
            <a:r>
              <a:rPr lang="en-US" sz="1200" dirty="0" smtClean="0">
                <a:latin typeface="+mn-lt"/>
              </a:rPr>
              <a:t>Bank vs Small</a:t>
            </a:r>
            <a:endParaRPr lang="en-US" sz="1200" dirty="0">
              <a:latin typeface="+mn-lt"/>
            </a:endParaRPr>
          </a:p>
        </p:txBody>
      </p:sp>
      <p:cxnSp>
        <p:nvCxnSpPr>
          <p:cNvPr id="40" name="Straight Connector 39"/>
          <p:cNvCxnSpPr/>
          <p:nvPr/>
        </p:nvCxnSpPr>
        <p:spPr>
          <a:xfrm>
            <a:off x="1682235" y="5451052"/>
            <a:ext cx="0" cy="102870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91690159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0" grpId="0" animBg="1"/>
      <p:bldGraphic spid="36" grpId="0">
        <p:bldAsOne/>
      </p:bldGraphic>
      <p:bldGraphic spid="38" grpId="0">
        <p:bldAsOne/>
      </p:bldGraphic>
      <p:bldP spid="2" grpId="0" animBg="1"/>
      <p:bldP spid="4" grpId="0"/>
      <p:bldP spid="39" grpId="0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1684020" y="1483074"/>
            <a:ext cx="3703320" cy="5755926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1537" name="Rectangle 2"/>
          <p:cNvSpPr>
            <a:spLocks noGrp="1" noChangeArrowheads="1"/>
          </p:cNvSpPr>
          <p:nvPr>
            <p:ph type="title"/>
          </p:nvPr>
        </p:nvSpPr>
        <p:spPr>
          <a:xfrm>
            <a:off x="2533587" y="270070"/>
            <a:ext cx="7280116" cy="644102"/>
          </a:xfrm>
        </p:spPr>
        <p:txBody>
          <a:bodyPr/>
          <a:lstStyle/>
          <a:p>
            <a:r>
              <a:rPr lang="en-US" dirty="0" smtClean="0">
                <a:latin typeface="Arial" panose="020B0604020202020204" pitchFamily="34" charset="0"/>
                <a:cs typeface="Arial" panose="020B0604020202020204" pitchFamily="34" charset="0"/>
              </a:rPr>
              <a:t>Whether The Difference Is Consistent Among 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FICO </a:t>
            </a:r>
            <a:r>
              <a:rPr lang="en-US" dirty="0" smtClean="0">
                <a:latin typeface="Arial" panose="020B0604020202020204" pitchFamily="34" charset="0"/>
                <a:cs typeface="Arial" panose="020B0604020202020204" pitchFamily="34" charset="0"/>
              </a:rPr>
              <a:t>Ranges</a:t>
            </a: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aphicFrame>
        <p:nvGraphicFramePr>
          <p:cNvPr id="36" name="Chart 35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457694570"/>
              </p:ext>
            </p:extLst>
          </p:nvPr>
        </p:nvGraphicFramePr>
        <p:xfrm>
          <a:off x="1312903" y="1567453"/>
          <a:ext cx="7772400" cy="14630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cxnSp>
        <p:nvCxnSpPr>
          <p:cNvPr id="13" name="Straight Connector 12"/>
          <p:cNvCxnSpPr/>
          <p:nvPr/>
        </p:nvCxnSpPr>
        <p:spPr>
          <a:xfrm flipH="1">
            <a:off x="1437390" y="1284808"/>
            <a:ext cx="7315200" cy="1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7" name="Group 6"/>
          <p:cNvGrpSpPr/>
          <p:nvPr/>
        </p:nvGrpSpPr>
        <p:grpSpPr>
          <a:xfrm>
            <a:off x="680443" y="1628565"/>
            <a:ext cx="369332" cy="1175595"/>
            <a:chOff x="680443" y="1628565"/>
            <a:chExt cx="369332" cy="1175595"/>
          </a:xfrm>
        </p:grpSpPr>
        <p:sp>
          <p:nvSpPr>
            <p:cNvPr id="39" name="TextBox 38"/>
            <p:cNvSpPr txBox="1"/>
            <p:nvPr/>
          </p:nvSpPr>
          <p:spPr>
            <a:xfrm rot="10800000">
              <a:off x="680443" y="1628565"/>
              <a:ext cx="369332" cy="1175595"/>
            </a:xfrm>
            <a:prstGeom prst="rect">
              <a:avLst/>
            </a:prstGeom>
            <a:noFill/>
          </p:spPr>
          <p:txBody>
            <a:bodyPr vert="eaVert" wrap="square" rtlCol="0">
              <a:spAutoFit/>
            </a:bodyPr>
            <a:lstStyle/>
            <a:p>
              <a:pPr algn="ctr"/>
              <a:r>
                <a:rPr lang="en-US" sz="1200" dirty="0" smtClean="0">
                  <a:latin typeface="+mn-lt"/>
                </a:rPr>
                <a:t>720 - 740</a:t>
              </a:r>
              <a:endParaRPr lang="en-US" sz="1200" dirty="0">
                <a:latin typeface="+mn-lt"/>
              </a:endParaRPr>
            </a:p>
          </p:txBody>
        </p:sp>
        <p:cxnSp>
          <p:nvCxnSpPr>
            <p:cNvPr id="40" name="Straight Connector 39"/>
            <p:cNvCxnSpPr/>
            <p:nvPr/>
          </p:nvCxnSpPr>
          <p:spPr>
            <a:xfrm>
              <a:off x="1049775" y="1702012"/>
              <a:ext cx="0" cy="102870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4" name="TextBox 3"/>
          <p:cNvSpPr txBox="1"/>
          <p:nvPr/>
        </p:nvSpPr>
        <p:spPr>
          <a:xfrm rot="16200000">
            <a:off x="4661507" y="162877"/>
            <a:ext cx="400110" cy="2240283"/>
          </a:xfrm>
          <a:prstGeom prst="rect">
            <a:avLst/>
          </a:prstGeom>
          <a:solidFill>
            <a:schemeClr val="bg1"/>
          </a:solidFill>
        </p:spPr>
        <p:txBody>
          <a:bodyPr vert="eaVert" wrap="square" rtlCol="0">
            <a:spAutoFit/>
          </a:bodyPr>
          <a:lstStyle/>
          <a:p>
            <a:pPr algn="ctr"/>
            <a:r>
              <a:rPr lang="en-US" sz="1400" dirty="0" smtClean="0">
                <a:latin typeface="+mn-lt"/>
              </a:rPr>
              <a:t>Bank vs Non-Bank</a:t>
            </a:r>
            <a:endParaRPr lang="en-US" sz="1400" dirty="0">
              <a:latin typeface="+mn-lt"/>
            </a:endParaRPr>
          </a:p>
        </p:txBody>
      </p:sp>
      <p:graphicFrame>
        <p:nvGraphicFramePr>
          <p:cNvPr id="19" name="Chart 18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4142058816"/>
              </p:ext>
            </p:extLst>
          </p:nvPr>
        </p:nvGraphicFramePr>
        <p:xfrm>
          <a:off x="1312903" y="3170949"/>
          <a:ext cx="7772400" cy="12801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pSp>
        <p:nvGrpSpPr>
          <p:cNvPr id="23" name="Group 22"/>
          <p:cNvGrpSpPr/>
          <p:nvPr/>
        </p:nvGrpSpPr>
        <p:grpSpPr>
          <a:xfrm>
            <a:off x="680442" y="3068957"/>
            <a:ext cx="369332" cy="1175595"/>
            <a:chOff x="680443" y="1628565"/>
            <a:chExt cx="369332" cy="1175595"/>
          </a:xfrm>
        </p:grpSpPr>
        <p:sp>
          <p:nvSpPr>
            <p:cNvPr id="24" name="TextBox 23"/>
            <p:cNvSpPr txBox="1"/>
            <p:nvPr/>
          </p:nvSpPr>
          <p:spPr>
            <a:xfrm rot="10800000">
              <a:off x="680443" y="1628565"/>
              <a:ext cx="369332" cy="1175595"/>
            </a:xfrm>
            <a:prstGeom prst="rect">
              <a:avLst/>
            </a:prstGeom>
            <a:noFill/>
          </p:spPr>
          <p:txBody>
            <a:bodyPr vert="eaVert" wrap="square" rtlCol="0">
              <a:spAutoFit/>
            </a:bodyPr>
            <a:lstStyle/>
            <a:p>
              <a:pPr algn="ctr"/>
              <a:r>
                <a:rPr lang="en-US" sz="1200" dirty="0" smtClean="0">
                  <a:latin typeface="+mn-lt"/>
                </a:rPr>
                <a:t>740 - 760</a:t>
              </a:r>
              <a:endParaRPr lang="en-US" sz="1200" dirty="0">
                <a:latin typeface="+mn-lt"/>
              </a:endParaRPr>
            </a:p>
          </p:txBody>
        </p:sp>
        <p:cxnSp>
          <p:nvCxnSpPr>
            <p:cNvPr id="25" name="Straight Connector 24"/>
            <p:cNvCxnSpPr/>
            <p:nvPr/>
          </p:nvCxnSpPr>
          <p:spPr>
            <a:xfrm>
              <a:off x="1049775" y="1702012"/>
              <a:ext cx="0" cy="102870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aphicFrame>
        <p:nvGraphicFramePr>
          <p:cNvPr id="26" name="Chart 25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863688756"/>
              </p:ext>
            </p:extLst>
          </p:nvPr>
        </p:nvGraphicFramePr>
        <p:xfrm>
          <a:off x="1312903" y="4591565"/>
          <a:ext cx="7772400" cy="12801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graphicFrame>
        <p:nvGraphicFramePr>
          <p:cNvPr id="28" name="Chart 27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535338707"/>
              </p:ext>
            </p:extLst>
          </p:nvPr>
        </p:nvGraphicFramePr>
        <p:xfrm>
          <a:off x="1312903" y="6012180"/>
          <a:ext cx="7772400" cy="12801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  <p:grpSp>
        <p:nvGrpSpPr>
          <p:cNvPr id="31" name="Group 30"/>
          <p:cNvGrpSpPr/>
          <p:nvPr/>
        </p:nvGrpSpPr>
        <p:grpSpPr>
          <a:xfrm>
            <a:off x="680443" y="4509349"/>
            <a:ext cx="369332" cy="1175595"/>
            <a:chOff x="680443" y="1628565"/>
            <a:chExt cx="369332" cy="1175595"/>
          </a:xfrm>
        </p:grpSpPr>
        <p:sp>
          <p:nvSpPr>
            <p:cNvPr id="32" name="TextBox 31"/>
            <p:cNvSpPr txBox="1"/>
            <p:nvPr/>
          </p:nvSpPr>
          <p:spPr>
            <a:xfrm rot="10800000">
              <a:off x="680443" y="1628565"/>
              <a:ext cx="369332" cy="1175595"/>
            </a:xfrm>
            <a:prstGeom prst="rect">
              <a:avLst/>
            </a:prstGeom>
            <a:noFill/>
          </p:spPr>
          <p:txBody>
            <a:bodyPr vert="eaVert" wrap="square" rtlCol="0">
              <a:spAutoFit/>
            </a:bodyPr>
            <a:lstStyle/>
            <a:p>
              <a:pPr algn="ctr"/>
              <a:r>
                <a:rPr lang="en-US" sz="1200" dirty="0" smtClean="0">
                  <a:latin typeface="+mn-lt"/>
                </a:rPr>
                <a:t>760 - 780</a:t>
              </a:r>
              <a:endParaRPr lang="en-US" sz="1200" dirty="0">
                <a:latin typeface="+mn-lt"/>
              </a:endParaRPr>
            </a:p>
          </p:txBody>
        </p:sp>
        <p:cxnSp>
          <p:nvCxnSpPr>
            <p:cNvPr id="34" name="Straight Connector 33"/>
            <p:cNvCxnSpPr/>
            <p:nvPr/>
          </p:nvCxnSpPr>
          <p:spPr>
            <a:xfrm>
              <a:off x="1049775" y="1702012"/>
              <a:ext cx="0" cy="102870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5" name="Group 34"/>
          <p:cNvGrpSpPr/>
          <p:nvPr/>
        </p:nvGrpSpPr>
        <p:grpSpPr>
          <a:xfrm>
            <a:off x="701517" y="5949742"/>
            <a:ext cx="369332" cy="1175595"/>
            <a:chOff x="680443" y="1628565"/>
            <a:chExt cx="369332" cy="1175595"/>
          </a:xfrm>
        </p:grpSpPr>
        <p:sp>
          <p:nvSpPr>
            <p:cNvPr id="37" name="TextBox 36"/>
            <p:cNvSpPr txBox="1"/>
            <p:nvPr/>
          </p:nvSpPr>
          <p:spPr>
            <a:xfrm rot="10800000">
              <a:off x="680443" y="1628565"/>
              <a:ext cx="369332" cy="1175595"/>
            </a:xfrm>
            <a:prstGeom prst="rect">
              <a:avLst/>
            </a:prstGeom>
            <a:noFill/>
          </p:spPr>
          <p:txBody>
            <a:bodyPr vert="eaVert" wrap="square" rtlCol="0">
              <a:spAutoFit/>
            </a:bodyPr>
            <a:lstStyle/>
            <a:p>
              <a:pPr algn="ctr"/>
              <a:r>
                <a:rPr lang="en-US" sz="1200" dirty="0" smtClean="0">
                  <a:latin typeface="+mn-lt"/>
                </a:rPr>
                <a:t>Above 780</a:t>
              </a:r>
              <a:endParaRPr lang="en-US" sz="1200" dirty="0">
                <a:latin typeface="+mn-lt"/>
              </a:endParaRPr>
            </a:p>
          </p:txBody>
        </p:sp>
        <p:cxnSp>
          <p:nvCxnSpPr>
            <p:cNvPr id="41" name="Straight Connector 40"/>
            <p:cNvCxnSpPr/>
            <p:nvPr/>
          </p:nvCxnSpPr>
          <p:spPr>
            <a:xfrm>
              <a:off x="1049775" y="1702012"/>
              <a:ext cx="0" cy="102870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17941549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5387340" y="1483074"/>
            <a:ext cx="3703320" cy="5694545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1537" name="Rectangle 2"/>
          <p:cNvSpPr>
            <a:spLocks noGrp="1" noChangeArrowheads="1"/>
          </p:cNvSpPr>
          <p:nvPr>
            <p:ph type="title"/>
          </p:nvPr>
        </p:nvSpPr>
        <p:spPr>
          <a:xfrm>
            <a:off x="2533587" y="270070"/>
            <a:ext cx="7280116" cy="644102"/>
          </a:xfrm>
        </p:spPr>
        <p:txBody>
          <a:bodyPr/>
          <a:lstStyle/>
          <a:p>
            <a:r>
              <a:rPr lang="en-US" dirty="0" smtClean="0">
                <a:latin typeface="Arial" panose="020B0604020202020204" pitchFamily="34" charset="0"/>
                <a:cs typeface="Arial" panose="020B0604020202020204" pitchFamily="34" charset="0"/>
              </a:rPr>
              <a:t>Whether The Difference Is Consistent Among 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FICO </a:t>
            </a:r>
            <a:r>
              <a:rPr lang="en-US" dirty="0" smtClean="0">
                <a:latin typeface="Arial" panose="020B0604020202020204" pitchFamily="34" charset="0"/>
                <a:cs typeface="Arial" panose="020B0604020202020204" pitchFamily="34" charset="0"/>
              </a:rPr>
              <a:t>Ranges</a:t>
            </a: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13" name="Straight Connector 12"/>
          <p:cNvCxnSpPr/>
          <p:nvPr/>
        </p:nvCxnSpPr>
        <p:spPr>
          <a:xfrm flipH="1">
            <a:off x="1437390" y="1284808"/>
            <a:ext cx="7315200" cy="1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7" name="Group 6"/>
          <p:cNvGrpSpPr/>
          <p:nvPr/>
        </p:nvGrpSpPr>
        <p:grpSpPr>
          <a:xfrm>
            <a:off x="680443" y="1628565"/>
            <a:ext cx="369332" cy="1175595"/>
            <a:chOff x="680443" y="1628565"/>
            <a:chExt cx="369332" cy="1175595"/>
          </a:xfrm>
        </p:grpSpPr>
        <p:sp>
          <p:nvSpPr>
            <p:cNvPr id="39" name="TextBox 38"/>
            <p:cNvSpPr txBox="1"/>
            <p:nvPr/>
          </p:nvSpPr>
          <p:spPr>
            <a:xfrm rot="10800000">
              <a:off x="680443" y="1628565"/>
              <a:ext cx="369332" cy="1175595"/>
            </a:xfrm>
            <a:prstGeom prst="rect">
              <a:avLst/>
            </a:prstGeom>
            <a:noFill/>
          </p:spPr>
          <p:txBody>
            <a:bodyPr vert="eaVert" wrap="square" rtlCol="0">
              <a:spAutoFit/>
            </a:bodyPr>
            <a:lstStyle/>
            <a:p>
              <a:pPr algn="ctr"/>
              <a:r>
                <a:rPr lang="en-US" sz="1200" dirty="0" smtClean="0">
                  <a:latin typeface="+mn-lt"/>
                </a:rPr>
                <a:t>720 - 740</a:t>
              </a:r>
              <a:endParaRPr lang="en-US" sz="1200" dirty="0">
                <a:latin typeface="+mn-lt"/>
              </a:endParaRPr>
            </a:p>
          </p:txBody>
        </p:sp>
        <p:cxnSp>
          <p:nvCxnSpPr>
            <p:cNvPr id="40" name="Straight Connector 39"/>
            <p:cNvCxnSpPr/>
            <p:nvPr/>
          </p:nvCxnSpPr>
          <p:spPr>
            <a:xfrm>
              <a:off x="1049775" y="1702012"/>
              <a:ext cx="0" cy="102870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4" name="TextBox 3"/>
          <p:cNvSpPr txBox="1"/>
          <p:nvPr/>
        </p:nvSpPr>
        <p:spPr>
          <a:xfrm rot="16200000">
            <a:off x="4661507" y="162877"/>
            <a:ext cx="400110" cy="2240283"/>
          </a:xfrm>
          <a:prstGeom prst="rect">
            <a:avLst/>
          </a:prstGeom>
          <a:solidFill>
            <a:schemeClr val="bg1"/>
          </a:solidFill>
        </p:spPr>
        <p:txBody>
          <a:bodyPr vert="eaVert" wrap="square" rtlCol="0">
            <a:spAutoFit/>
          </a:bodyPr>
          <a:lstStyle/>
          <a:p>
            <a:pPr algn="ctr"/>
            <a:r>
              <a:rPr lang="en-US" sz="1400" dirty="0" smtClean="0">
                <a:latin typeface="+mn-lt"/>
              </a:rPr>
              <a:t>Bank vs Small</a:t>
            </a:r>
            <a:endParaRPr lang="en-US" sz="1400" dirty="0">
              <a:latin typeface="+mn-lt"/>
            </a:endParaRPr>
          </a:p>
        </p:txBody>
      </p:sp>
      <p:grpSp>
        <p:nvGrpSpPr>
          <p:cNvPr id="23" name="Group 22"/>
          <p:cNvGrpSpPr/>
          <p:nvPr/>
        </p:nvGrpSpPr>
        <p:grpSpPr>
          <a:xfrm>
            <a:off x="680442" y="3068957"/>
            <a:ext cx="369332" cy="1175595"/>
            <a:chOff x="680443" y="1628565"/>
            <a:chExt cx="369332" cy="1175595"/>
          </a:xfrm>
        </p:grpSpPr>
        <p:sp>
          <p:nvSpPr>
            <p:cNvPr id="24" name="TextBox 23"/>
            <p:cNvSpPr txBox="1"/>
            <p:nvPr/>
          </p:nvSpPr>
          <p:spPr>
            <a:xfrm rot="10800000">
              <a:off x="680443" y="1628565"/>
              <a:ext cx="369332" cy="1175595"/>
            </a:xfrm>
            <a:prstGeom prst="rect">
              <a:avLst/>
            </a:prstGeom>
            <a:noFill/>
          </p:spPr>
          <p:txBody>
            <a:bodyPr vert="eaVert" wrap="square" rtlCol="0">
              <a:spAutoFit/>
            </a:bodyPr>
            <a:lstStyle/>
            <a:p>
              <a:pPr algn="ctr"/>
              <a:r>
                <a:rPr lang="en-US" sz="1200" dirty="0" smtClean="0">
                  <a:latin typeface="+mn-lt"/>
                </a:rPr>
                <a:t>740 - 760</a:t>
              </a:r>
              <a:endParaRPr lang="en-US" sz="1200" dirty="0">
                <a:latin typeface="+mn-lt"/>
              </a:endParaRPr>
            </a:p>
          </p:txBody>
        </p:sp>
        <p:cxnSp>
          <p:nvCxnSpPr>
            <p:cNvPr id="25" name="Straight Connector 24"/>
            <p:cNvCxnSpPr/>
            <p:nvPr/>
          </p:nvCxnSpPr>
          <p:spPr>
            <a:xfrm>
              <a:off x="1049775" y="1702012"/>
              <a:ext cx="0" cy="102870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1" name="Group 30"/>
          <p:cNvGrpSpPr/>
          <p:nvPr/>
        </p:nvGrpSpPr>
        <p:grpSpPr>
          <a:xfrm>
            <a:off x="680443" y="4509349"/>
            <a:ext cx="369332" cy="1175595"/>
            <a:chOff x="680443" y="1628565"/>
            <a:chExt cx="369332" cy="1175595"/>
          </a:xfrm>
        </p:grpSpPr>
        <p:sp>
          <p:nvSpPr>
            <p:cNvPr id="32" name="TextBox 31"/>
            <p:cNvSpPr txBox="1"/>
            <p:nvPr/>
          </p:nvSpPr>
          <p:spPr>
            <a:xfrm rot="10800000">
              <a:off x="680443" y="1628565"/>
              <a:ext cx="369332" cy="1175595"/>
            </a:xfrm>
            <a:prstGeom prst="rect">
              <a:avLst/>
            </a:prstGeom>
            <a:noFill/>
          </p:spPr>
          <p:txBody>
            <a:bodyPr vert="eaVert" wrap="square" rtlCol="0">
              <a:spAutoFit/>
            </a:bodyPr>
            <a:lstStyle/>
            <a:p>
              <a:pPr algn="ctr"/>
              <a:r>
                <a:rPr lang="en-US" sz="1200" dirty="0" smtClean="0">
                  <a:latin typeface="+mn-lt"/>
                </a:rPr>
                <a:t>760 - 780</a:t>
              </a:r>
              <a:endParaRPr lang="en-US" sz="1200" dirty="0">
                <a:latin typeface="+mn-lt"/>
              </a:endParaRPr>
            </a:p>
          </p:txBody>
        </p:sp>
        <p:cxnSp>
          <p:nvCxnSpPr>
            <p:cNvPr id="34" name="Straight Connector 33"/>
            <p:cNvCxnSpPr/>
            <p:nvPr/>
          </p:nvCxnSpPr>
          <p:spPr>
            <a:xfrm>
              <a:off x="1049775" y="1702012"/>
              <a:ext cx="0" cy="102870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5" name="Group 34"/>
          <p:cNvGrpSpPr/>
          <p:nvPr/>
        </p:nvGrpSpPr>
        <p:grpSpPr>
          <a:xfrm>
            <a:off x="701517" y="5949742"/>
            <a:ext cx="369332" cy="1175595"/>
            <a:chOff x="680443" y="1628565"/>
            <a:chExt cx="369332" cy="1175595"/>
          </a:xfrm>
        </p:grpSpPr>
        <p:sp>
          <p:nvSpPr>
            <p:cNvPr id="37" name="TextBox 36"/>
            <p:cNvSpPr txBox="1"/>
            <p:nvPr/>
          </p:nvSpPr>
          <p:spPr>
            <a:xfrm rot="10800000">
              <a:off x="680443" y="1628565"/>
              <a:ext cx="369332" cy="1175595"/>
            </a:xfrm>
            <a:prstGeom prst="rect">
              <a:avLst/>
            </a:prstGeom>
            <a:noFill/>
          </p:spPr>
          <p:txBody>
            <a:bodyPr vert="eaVert" wrap="square" rtlCol="0">
              <a:spAutoFit/>
            </a:bodyPr>
            <a:lstStyle/>
            <a:p>
              <a:pPr algn="ctr"/>
              <a:r>
                <a:rPr lang="en-US" sz="1200" dirty="0" smtClean="0">
                  <a:latin typeface="+mn-lt"/>
                </a:rPr>
                <a:t>Above 780</a:t>
              </a:r>
              <a:endParaRPr lang="en-US" sz="1200" dirty="0">
                <a:latin typeface="+mn-lt"/>
              </a:endParaRPr>
            </a:p>
          </p:txBody>
        </p:sp>
        <p:cxnSp>
          <p:nvCxnSpPr>
            <p:cNvPr id="41" name="Straight Connector 40"/>
            <p:cNvCxnSpPr/>
            <p:nvPr/>
          </p:nvCxnSpPr>
          <p:spPr>
            <a:xfrm>
              <a:off x="1049775" y="1702012"/>
              <a:ext cx="0" cy="102870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aphicFrame>
        <p:nvGraphicFramePr>
          <p:cNvPr id="22" name="Chart 21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980110371"/>
              </p:ext>
            </p:extLst>
          </p:nvPr>
        </p:nvGraphicFramePr>
        <p:xfrm>
          <a:off x="1312903" y="1628565"/>
          <a:ext cx="7772400" cy="12801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graphicFrame>
        <p:nvGraphicFramePr>
          <p:cNvPr id="27" name="Chart 26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14763723"/>
              </p:ext>
            </p:extLst>
          </p:nvPr>
        </p:nvGraphicFramePr>
        <p:xfrm>
          <a:off x="1312903" y="3142404"/>
          <a:ext cx="7772400" cy="12801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29" name="Chart 28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084151035"/>
              </p:ext>
            </p:extLst>
          </p:nvPr>
        </p:nvGraphicFramePr>
        <p:xfrm>
          <a:off x="1312903" y="4569467"/>
          <a:ext cx="7772400" cy="12801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graphicFrame>
        <p:nvGraphicFramePr>
          <p:cNvPr id="30" name="Chart 29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51263414"/>
              </p:ext>
            </p:extLst>
          </p:nvPr>
        </p:nvGraphicFramePr>
        <p:xfrm>
          <a:off x="1312903" y="5897459"/>
          <a:ext cx="7772400" cy="12801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</p:spTree>
    <p:extLst>
      <p:ext uri="{BB962C8B-B14F-4D97-AF65-F5344CB8AC3E}">
        <p14:creationId xmlns:p14="http://schemas.microsoft.com/office/powerpoint/2010/main" val="332632117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2533587" y="3356357"/>
            <a:ext cx="5029200" cy="461507"/>
          </a:xfrm>
          <a:prstGeom prst="rect">
            <a:avLst/>
          </a:prstGeom>
        </p:spPr>
        <p:txBody>
          <a:bodyPr lIns="91288" tIns="45642" rIns="91288" bIns="45642">
            <a:spAutoFit/>
          </a:bodyPr>
          <a:lstStyle/>
          <a:p>
            <a:pPr algn="ctr">
              <a:buClr>
                <a:schemeClr val="tx2"/>
              </a:buClr>
              <a:defRPr/>
            </a:pPr>
            <a:r>
              <a:rPr lang="en-US" sz="2400" kern="0" dirty="0" smtClean="0">
                <a:latin typeface="Arial" panose="020B0604020202020204" pitchFamily="34" charset="0"/>
                <a:cs typeface="Arial" panose="020B0604020202020204" pitchFamily="34" charset="0"/>
              </a:rPr>
              <a:t>Thank You</a:t>
            </a:r>
            <a:endParaRPr lang="en-US" sz="2400" kern="0" dirty="0" smtClean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20864426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1537" name="Rectangle 2"/>
          <p:cNvSpPr>
            <a:spLocks noGrp="1" noChangeArrowheads="1"/>
          </p:cNvSpPr>
          <p:nvPr>
            <p:ph type="title"/>
          </p:nvPr>
        </p:nvSpPr>
        <p:spPr>
          <a:xfrm>
            <a:off x="2533587" y="270070"/>
            <a:ext cx="7280116" cy="644102"/>
          </a:xfrm>
        </p:spPr>
        <p:txBody>
          <a:bodyPr/>
          <a:lstStyle/>
          <a:p>
            <a:r>
              <a:rPr lang="en-US" dirty="0" smtClean="0">
                <a:latin typeface="Arial" panose="020B0604020202020204" pitchFamily="34" charset="0"/>
                <a:cs typeface="Arial" panose="020B0604020202020204" pitchFamily="34" charset="0"/>
              </a:rPr>
              <a:t>Appendix:</a:t>
            </a:r>
            <a:br>
              <a:rPr lang="en-US" dirty="0" smtClean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dirty="0" smtClean="0">
                <a:latin typeface="Arial" panose="020B0604020202020204" pitchFamily="34" charset="0"/>
                <a:cs typeface="Arial" panose="020B0604020202020204" pitchFamily="34" charset="0"/>
              </a:rPr>
              <a:t>FICO distribution as of May 2015</a:t>
            </a: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aphicFrame>
        <p:nvGraphicFramePr>
          <p:cNvPr id="26" name="Chart 25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498451882"/>
              </p:ext>
            </p:extLst>
          </p:nvPr>
        </p:nvGraphicFramePr>
        <p:xfrm>
          <a:off x="965834" y="1813560"/>
          <a:ext cx="8117205" cy="42519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cxnSp>
        <p:nvCxnSpPr>
          <p:cNvPr id="3" name="Straight Connector 2"/>
          <p:cNvCxnSpPr/>
          <p:nvPr/>
        </p:nvCxnSpPr>
        <p:spPr>
          <a:xfrm flipV="1">
            <a:off x="5021580" y="2186940"/>
            <a:ext cx="0" cy="3512820"/>
          </a:xfrm>
          <a:prstGeom prst="line">
            <a:avLst/>
          </a:prstGeom>
          <a:ln w="28575">
            <a:solidFill>
              <a:srgbClr val="AD275C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Straight Connector 27"/>
          <p:cNvCxnSpPr/>
          <p:nvPr/>
        </p:nvCxnSpPr>
        <p:spPr>
          <a:xfrm flipV="1">
            <a:off x="8694420" y="2186940"/>
            <a:ext cx="0" cy="3512820"/>
          </a:xfrm>
          <a:prstGeom prst="line">
            <a:avLst/>
          </a:prstGeom>
          <a:ln w="28575">
            <a:solidFill>
              <a:srgbClr val="AD275C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39492679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Custom Design">
  <a:themeElements>
    <a:clrScheme name="Custom Design 3">
      <a:dk1>
        <a:srgbClr val="000000"/>
      </a:dk1>
      <a:lt1>
        <a:srgbClr val="FFFFFF"/>
      </a:lt1>
      <a:dk2>
        <a:srgbClr val="203353"/>
      </a:dk2>
      <a:lt2>
        <a:srgbClr val="EFEBE4"/>
      </a:lt2>
      <a:accent1>
        <a:srgbClr val="2E398A"/>
      </a:accent1>
      <a:accent2>
        <a:srgbClr val="8891D5"/>
      </a:accent2>
      <a:accent3>
        <a:srgbClr val="FFFFFF"/>
      </a:accent3>
      <a:accent4>
        <a:srgbClr val="000000"/>
      </a:accent4>
      <a:accent5>
        <a:srgbClr val="ADAEC4"/>
      </a:accent5>
      <a:accent6>
        <a:srgbClr val="7B83C1"/>
      </a:accent6>
      <a:hlink>
        <a:srgbClr val="968880"/>
      </a:hlink>
      <a:folHlink>
        <a:srgbClr val="533D2D"/>
      </a:folHlink>
    </a:clrScheme>
    <a:fontScheme name="Custom Design">
      <a:majorFont>
        <a:latin typeface="Calisto MT"/>
        <a:ea typeface=""/>
        <a:cs typeface=""/>
      </a:majorFont>
      <a:minorFont>
        <a:latin typeface="Calibri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Custom Design 1">
        <a:dk1>
          <a:srgbClr val="000000"/>
        </a:dk1>
        <a:lt1>
          <a:srgbClr val="FFFFFF"/>
        </a:lt1>
        <a:dk2>
          <a:srgbClr val="151D43"/>
        </a:dk2>
        <a:lt2>
          <a:srgbClr val="DDD8D5"/>
        </a:lt2>
        <a:accent1>
          <a:srgbClr val="2D3B8C"/>
        </a:accent1>
        <a:accent2>
          <a:srgbClr val="807EB4"/>
        </a:accent2>
        <a:accent3>
          <a:srgbClr val="FFFFFF"/>
        </a:accent3>
        <a:accent4>
          <a:srgbClr val="000000"/>
        </a:accent4>
        <a:accent5>
          <a:srgbClr val="ADAFC5"/>
        </a:accent5>
        <a:accent6>
          <a:srgbClr val="7372A3"/>
        </a:accent6>
        <a:hlink>
          <a:srgbClr val="8F8379"/>
        </a:hlink>
        <a:folHlink>
          <a:srgbClr val="4C0044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ustom Design 2">
        <a:dk1>
          <a:srgbClr val="000000"/>
        </a:dk1>
        <a:lt1>
          <a:srgbClr val="FFFFFF"/>
        </a:lt1>
        <a:dk2>
          <a:srgbClr val="151D43"/>
        </a:dk2>
        <a:lt2>
          <a:srgbClr val="DDD8D5"/>
        </a:lt2>
        <a:accent1>
          <a:srgbClr val="2D3B8C"/>
        </a:accent1>
        <a:accent2>
          <a:srgbClr val="807EB4"/>
        </a:accent2>
        <a:accent3>
          <a:srgbClr val="FFFFFF"/>
        </a:accent3>
        <a:accent4>
          <a:srgbClr val="000000"/>
        </a:accent4>
        <a:accent5>
          <a:srgbClr val="ADAFC5"/>
        </a:accent5>
        <a:accent6>
          <a:srgbClr val="7372A3"/>
        </a:accent6>
        <a:hlink>
          <a:srgbClr val="8F8379"/>
        </a:hlink>
        <a:folHlink>
          <a:srgbClr val="EBE8D8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ustom Design 3">
        <a:dk1>
          <a:srgbClr val="000000"/>
        </a:dk1>
        <a:lt1>
          <a:srgbClr val="FFFFFF"/>
        </a:lt1>
        <a:dk2>
          <a:srgbClr val="203353"/>
        </a:dk2>
        <a:lt2>
          <a:srgbClr val="EFEBE4"/>
        </a:lt2>
        <a:accent1>
          <a:srgbClr val="2E398A"/>
        </a:accent1>
        <a:accent2>
          <a:srgbClr val="8891D5"/>
        </a:accent2>
        <a:accent3>
          <a:srgbClr val="FFFFFF"/>
        </a:accent3>
        <a:accent4>
          <a:srgbClr val="000000"/>
        </a:accent4>
        <a:accent5>
          <a:srgbClr val="ADAEC4"/>
        </a:accent5>
        <a:accent6>
          <a:srgbClr val="7B83C1"/>
        </a:accent6>
        <a:hlink>
          <a:srgbClr val="968880"/>
        </a:hlink>
        <a:folHlink>
          <a:srgbClr val="533D2D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ustom Design 1">
        <a:dk1>
          <a:srgbClr val="000000"/>
        </a:dk1>
        <a:lt1>
          <a:srgbClr val="FFFFFF"/>
        </a:lt1>
        <a:dk2>
          <a:srgbClr val="203353"/>
        </a:dk2>
        <a:lt2>
          <a:srgbClr val="EFEBE4"/>
        </a:lt2>
        <a:accent1>
          <a:srgbClr val="2E398A"/>
        </a:accent1>
        <a:accent2>
          <a:srgbClr val="8891D5"/>
        </a:accent2>
        <a:accent3>
          <a:srgbClr val="FFFFFF"/>
        </a:accent3>
        <a:accent4>
          <a:srgbClr val="000000"/>
        </a:accent4>
        <a:accent5>
          <a:srgbClr val="ADAEC4"/>
        </a:accent5>
        <a:accent6>
          <a:srgbClr val="7B83C1"/>
        </a:accent6>
        <a:hlink>
          <a:srgbClr val="968880"/>
        </a:hlink>
        <a:folHlink>
          <a:srgbClr val="533D2D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1_Custom Design">
  <a:themeElements>
    <a:clrScheme name="1_Custom Design 1">
      <a:dk1>
        <a:srgbClr val="000000"/>
      </a:dk1>
      <a:lt1>
        <a:srgbClr val="FFFFFF"/>
      </a:lt1>
      <a:dk2>
        <a:srgbClr val="203353"/>
      </a:dk2>
      <a:lt2>
        <a:srgbClr val="EFEBE4"/>
      </a:lt2>
      <a:accent1>
        <a:srgbClr val="2E398A"/>
      </a:accent1>
      <a:accent2>
        <a:srgbClr val="8891D5"/>
      </a:accent2>
      <a:accent3>
        <a:srgbClr val="FFFFFF"/>
      </a:accent3>
      <a:accent4>
        <a:srgbClr val="000000"/>
      </a:accent4>
      <a:accent5>
        <a:srgbClr val="ADAEC4"/>
      </a:accent5>
      <a:accent6>
        <a:srgbClr val="7B83C1"/>
      </a:accent6>
      <a:hlink>
        <a:srgbClr val="968880"/>
      </a:hlink>
      <a:folHlink>
        <a:srgbClr val="533D2D"/>
      </a:folHlink>
    </a:clrScheme>
    <a:fontScheme name="1_Custom Design">
      <a:majorFont>
        <a:latin typeface="Calibri"/>
        <a:ea typeface=""/>
        <a:cs typeface=""/>
      </a:majorFont>
      <a:minorFont>
        <a:latin typeface="Calibri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1_Custom Design 1">
        <a:dk1>
          <a:srgbClr val="000000"/>
        </a:dk1>
        <a:lt1>
          <a:srgbClr val="FFFFFF"/>
        </a:lt1>
        <a:dk2>
          <a:srgbClr val="203353"/>
        </a:dk2>
        <a:lt2>
          <a:srgbClr val="EFEBE4"/>
        </a:lt2>
        <a:accent1>
          <a:srgbClr val="2E398A"/>
        </a:accent1>
        <a:accent2>
          <a:srgbClr val="8891D5"/>
        </a:accent2>
        <a:accent3>
          <a:srgbClr val="FFFFFF"/>
        </a:accent3>
        <a:accent4>
          <a:srgbClr val="000000"/>
        </a:accent4>
        <a:accent5>
          <a:srgbClr val="ADAEC4"/>
        </a:accent5>
        <a:accent6>
          <a:srgbClr val="7B83C1"/>
        </a:accent6>
        <a:hlink>
          <a:srgbClr val="968880"/>
        </a:hlink>
        <a:folHlink>
          <a:srgbClr val="533D2D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3.xml><?xml version="1.0" encoding="utf-8"?>
<a:theme xmlns:a="http://schemas.openxmlformats.org/drawingml/2006/main" name="2_Custom Design">
  <a:themeElements>
    <a:clrScheme name="2_Custom Design 1">
      <a:dk1>
        <a:srgbClr val="000000"/>
      </a:dk1>
      <a:lt1>
        <a:srgbClr val="FFFFFF"/>
      </a:lt1>
      <a:dk2>
        <a:srgbClr val="203353"/>
      </a:dk2>
      <a:lt2>
        <a:srgbClr val="EFEBE4"/>
      </a:lt2>
      <a:accent1>
        <a:srgbClr val="2E398A"/>
      </a:accent1>
      <a:accent2>
        <a:srgbClr val="8891D5"/>
      </a:accent2>
      <a:accent3>
        <a:srgbClr val="FFFFFF"/>
      </a:accent3>
      <a:accent4>
        <a:srgbClr val="000000"/>
      </a:accent4>
      <a:accent5>
        <a:srgbClr val="ADAEC4"/>
      </a:accent5>
      <a:accent6>
        <a:srgbClr val="7B83C1"/>
      </a:accent6>
      <a:hlink>
        <a:srgbClr val="968880"/>
      </a:hlink>
      <a:folHlink>
        <a:srgbClr val="533D2D"/>
      </a:folHlink>
    </a:clrScheme>
    <a:fontScheme name="2_Custom Design">
      <a:majorFont>
        <a:latin typeface="Calibri"/>
        <a:ea typeface=""/>
        <a:cs typeface=""/>
      </a:majorFont>
      <a:minorFont>
        <a:latin typeface="Calibri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2_Custom Design 1">
        <a:dk1>
          <a:srgbClr val="000000"/>
        </a:dk1>
        <a:lt1>
          <a:srgbClr val="FFFFFF"/>
        </a:lt1>
        <a:dk2>
          <a:srgbClr val="203353"/>
        </a:dk2>
        <a:lt2>
          <a:srgbClr val="EFEBE4"/>
        </a:lt2>
        <a:accent1>
          <a:srgbClr val="2E398A"/>
        </a:accent1>
        <a:accent2>
          <a:srgbClr val="8891D5"/>
        </a:accent2>
        <a:accent3>
          <a:srgbClr val="FFFFFF"/>
        </a:accent3>
        <a:accent4>
          <a:srgbClr val="000000"/>
        </a:accent4>
        <a:accent5>
          <a:srgbClr val="ADAEC4"/>
        </a:accent5>
        <a:accent6>
          <a:srgbClr val="7B83C1"/>
        </a:accent6>
        <a:hlink>
          <a:srgbClr val="968880"/>
        </a:hlink>
        <a:folHlink>
          <a:srgbClr val="533D2D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4.xml><?xml version="1.0" encoding="utf-8"?>
<a:theme xmlns:a="http://schemas.openxmlformats.org/drawingml/2006/main" name="1_Default Design">
  <a:themeElements>
    <a:clrScheme name="1_Default Design 3">
      <a:dk1>
        <a:srgbClr val="000000"/>
      </a:dk1>
      <a:lt1>
        <a:srgbClr val="FFFFFF"/>
      </a:lt1>
      <a:dk2>
        <a:srgbClr val="203353"/>
      </a:dk2>
      <a:lt2>
        <a:srgbClr val="EFEBE4"/>
      </a:lt2>
      <a:accent1>
        <a:srgbClr val="2E398A"/>
      </a:accent1>
      <a:accent2>
        <a:srgbClr val="8891D5"/>
      </a:accent2>
      <a:accent3>
        <a:srgbClr val="FFFFFF"/>
      </a:accent3>
      <a:accent4>
        <a:srgbClr val="000000"/>
      </a:accent4>
      <a:accent5>
        <a:srgbClr val="ADAEC4"/>
      </a:accent5>
      <a:accent6>
        <a:srgbClr val="7B83C1"/>
      </a:accent6>
      <a:hlink>
        <a:srgbClr val="968880"/>
      </a:hlink>
      <a:folHlink>
        <a:srgbClr val="533D2D"/>
      </a:folHlink>
    </a:clrScheme>
    <a:fontScheme name="1_Default Design">
      <a:majorFont>
        <a:latin typeface="Cambria"/>
        <a:ea typeface=""/>
        <a:cs typeface=""/>
      </a:majorFont>
      <a:minorFont>
        <a:latin typeface="Cambri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1_Default Design 1">
        <a:dk1>
          <a:srgbClr val="000000"/>
        </a:dk1>
        <a:lt1>
          <a:srgbClr val="FFFFFF"/>
        </a:lt1>
        <a:dk2>
          <a:srgbClr val="151D43"/>
        </a:dk2>
        <a:lt2>
          <a:srgbClr val="DDD8D5"/>
        </a:lt2>
        <a:accent1>
          <a:srgbClr val="2D3B8C"/>
        </a:accent1>
        <a:accent2>
          <a:srgbClr val="807EB4"/>
        </a:accent2>
        <a:accent3>
          <a:srgbClr val="FFFFFF"/>
        </a:accent3>
        <a:accent4>
          <a:srgbClr val="000000"/>
        </a:accent4>
        <a:accent5>
          <a:srgbClr val="ADAFC5"/>
        </a:accent5>
        <a:accent6>
          <a:srgbClr val="7372A3"/>
        </a:accent6>
        <a:hlink>
          <a:srgbClr val="8F8379"/>
        </a:hlink>
        <a:folHlink>
          <a:srgbClr val="4C0044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Default Design 2">
        <a:dk1>
          <a:srgbClr val="000000"/>
        </a:dk1>
        <a:lt1>
          <a:srgbClr val="FFFFFF"/>
        </a:lt1>
        <a:dk2>
          <a:srgbClr val="151D43"/>
        </a:dk2>
        <a:lt2>
          <a:srgbClr val="DDD8D5"/>
        </a:lt2>
        <a:accent1>
          <a:srgbClr val="2D3B8C"/>
        </a:accent1>
        <a:accent2>
          <a:srgbClr val="807EB4"/>
        </a:accent2>
        <a:accent3>
          <a:srgbClr val="FFFFFF"/>
        </a:accent3>
        <a:accent4>
          <a:srgbClr val="000000"/>
        </a:accent4>
        <a:accent5>
          <a:srgbClr val="ADAFC5"/>
        </a:accent5>
        <a:accent6>
          <a:srgbClr val="7372A3"/>
        </a:accent6>
        <a:hlink>
          <a:srgbClr val="8F8379"/>
        </a:hlink>
        <a:folHlink>
          <a:srgbClr val="EBE8D8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Default Design 3">
        <a:dk1>
          <a:srgbClr val="000000"/>
        </a:dk1>
        <a:lt1>
          <a:srgbClr val="FFFFFF"/>
        </a:lt1>
        <a:dk2>
          <a:srgbClr val="203353"/>
        </a:dk2>
        <a:lt2>
          <a:srgbClr val="EFEBE4"/>
        </a:lt2>
        <a:accent1>
          <a:srgbClr val="2E398A"/>
        </a:accent1>
        <a:accent2>
          <a:srgbClr val="8891D5"/>
        </a:accent2>
        <a:accent3>
          <a:srgbClr val="FFFFFF"/>
        </a:accent3>
        <a:accent4>
          <a:srgbClr val="000000"/>
        </a:accent4>
        <a:accent5>
          <a:srgbClr val="ADAEC4"/>
        </a:accent5>
        <a:accent6>
          <a:srgbClr val="7B83C1"/>
        </a:accent6>
        <a:hlink>
          <a:srgbClr val="968880"/>
        </a:hlink>
        <a:folHlink>
          <a:srgbClr val="533D2D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Default Design 1">
        <a:dk1>
          <a:srgbClr val="000000"/>
        </a:dk1>
        <a:lt1>
          <a:srgbClr val="FFFFFF"/>
        </a:lt1>
        <a:dk2>
          <a:srgbClr val="203353"/>
        </a:dk2>
        <a:lt2>
          <a:srgbClr val="EFEBE4"/>
        </a:lt2>
        <a:accent1>
          <a:srgbClr val="2E398A"/>
        </a:accent1>
        <a:accent2>
          <a:srgbClr val="8891D5"/>
        </a:accent2>
        <a:accent3>
          <a:srgbClr val="FFFFFF"/>
        </a:accent3>
        <a:accent4>
          <a:srgbClr val="000000"/>
        </a:accent4>
        <a:accent5>
          <a:srgbClr val="ADAEC4"/>
        </a:accent5>
        <a:accent6>
          <a:srgbClr val="7B83C1"/>
        </a:accent6>
        <a:hlink>
          <a:srgbClr val="968880"/>
        </a:hlink>
        <a:folHlink>
          <a:srgbClr val="533D2D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5.xml><?xml version="1.0" encoding="utf-8"?>
<a:theme xmlns:a="http://schemas.openxmlformats.org/drawingml/2006/main" name="4_Default Design">
  <a:themeElements>
    <a:clrScheme name="4_Default Design 3">
      <a:dk1>
        <a:srgbClr val="000000"/>
      </a:dk1>
      <a:lt1>
        <a:srgbClr val="FFFFFF"/>
      </a:lt1>
      <a:dk2>
        <a:srgbClr val="203353"/>
      </a:dk2>
      <a:lt2>
        <a:srgbClr val="EFEBE4"/>
      </a:lt2>
      <a:accent1>
        <a:srgbClr val="2E398A"/>
      </a:accent1>
      <a:accent2>
        <a:srgbClr val="8891D5"/>
      </a:accent2>
      <a:accent3>
        <a:srgbClr val="FFFFFF"/>
      </a:accent3>
      <a:accent4>
        <a:srgbClr val="000000"/>
      </a:accent4>
      <a:accent5>
        <a:srgbClr val="ADAEC4"/>
      </a:accent5>
      <a:accent6>
        <a:srgbClr val="7B83C1"/>
      </a:accent6>
      <a:hlink>
        <a:srgbClr val="968880"/>
      </a:hlink>
      <a:folHlink>
        <a:srgbClr val="533D2D"/>
      </a:folHlink>
    </a:clrScheme>
    <a:fontScheme name="4_Default Design">
      <a:majorFont>
        <a:latin typeface="Cambria"/>
        <a:ea typeface=""/>
        <a:cs typeface=""/>
      </a:majorFont>
      <a:minorFont>
        <a:latin typeface="Cambri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4_Default Design 1">
        <a:dk1>
          <a:srgbClr val="000000"/>
        </a:dk1>
        <a:lt1>
          <a:srgbClr val="FFFFFF"/>
        </a:lt1>
        <a:dk2>
          <a:srgbClr val="151D43"/>
        </a:dk2>
        <a:lt2>
          <a:srgbClr val="DDD8D5"/>
        </a:lt2>
        <a:accent1>
          <a:srgbClr val="2D3B8C"/>
        </a:accent1>
        <a:accent2>
          <a:srgbClr val="807EB4"/>
        </a:accent2>
        <a:accent3>
          <a:srgbClr val="FFFFFF"/>
        </a:accent3>
        <a:accent4>
          <a:srgbClr val="000000"/>
        </a:accent4>
        <a:accent5>
          <a:srgbClr val="ADAFC5"/>
        </a:accent5>
        <a:accent6>
          <a:srgbClr val="7372A3"/>
        </a:accent6>
        <a:hlink>
          <a:srgbClr val="8F8379"/>
        </a:hlink>
        <a:folHlink>
          <a:srgbClr val="4C0044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4_Default Design 2">
        <a:dk1>
          <a:srgbClr val="000000"/>
        </a:dk1>
        <a:lt1>
          <a:srgbClr val="FFFFFF"/>
        </a:lt1>
        <a:dk2>
          <a:srgbClr val="151D43"/>
        </a:dk2>
        <a:lt2>
          <a:srgbClr val="DDD8D5"/>
        </a:lt2>
        <a:accent1>
          <a:srgbClr val="2D3B8C"/>
        </a:accent1>
        <a:accent2>
          <a:srgbClr val="807EB4"/>
        </a:accent2>
        <a:accent3>
          <a:srgbClr val="FFFFFF"/>
        </a:accent3>
        <a:accent4>
          <a:srgbClr val="000000"/>
        </a:accent4>
        <a:accent5>
          <a:srgbClr val="ADAFC5"/>
        </a:accent5>
        <a:accent6>
          <a:srgbClr val="7372A3"/>
        </a:accent6>
        <a:hlink>
          <a:srgbClr val="8F8379"/>
        </a:hlink>
        <a:folHlink>
          <a:srgbClr val="EBE8D8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4_Default Design 3">
        <a:dk1>
          <a:srgbClr val="000000"/>
        </a:dk1>
        <a:lt1>
          <a:srgbClr val="FFFFFF"/>
        </a:lt1>
        <a:dk2>
          <a:srgbClr val="203353"/>
        </a:dk2>
        <a:lt2>
          <a:srgbClr val="EFEBE4"/>
        </a:lt2>
        <a:accent1>
          <a:srgbClr val="2E398A"/>
        </a:accent1>
        <a:accent2>
          <a:srgbClr val="8891D5"/>
        </a:accent2>
        <a:accent3>
          <a:srgbClr val="FFFFFF"/>
        </a:accent3>
        <a:accent4>
          <a:srgbClr val="000000"/>
        </a:accent4>
        <a:accent5>
          <a:srgbClr val="ADAEC4"/>
        </a:accent5>
        <a:accent6>
          <a:srgbClr val="7B83C1"/>
        </a:accent6>
        <a:hlink>
          <a:srgbClr val="968880"/>
        </a:hlink>
        <a:folHlink>
          <a:srgbClr val="533D2D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4_Default Design 4">
        <a:dk1>
          <a:srgbClr val="000000"/>
        </a:dk1>
        <a:lt1>
          <a:srgbClr val="FFFFFF"/>
        </a:lt1>
        <a:dk2>
          <a:srgbClr val="203353"/>
        </a:dk2>
        <a:lt2>
          <a:srgbClr val="EFEBE4"/>
        </a:lt2>
        <a:accent1>
          <a:srgbClr val="2E398A"/>
        </a:accent1>
        <a:accent2>
          <a:srgbClr val="8891D5"/>
        </a:accent2>
        <a:accent3>
          <a:srgbClr val="FFFFFF"/>
        </a:accent3>
        <a:accent4>
          <a:srgbClr val="000000"/>
        </a:accent4>
        <a:accent5>
          <a:srgbClr val="ADAEC4"/>
        </a:accent5>
        <a:accent6>
          <a:srgbClr val="7B83C1"/>
        </a:accent6>
        <a:hlink>
          <a:srgbClr val="968880"/>
        </a:hlink>
        <a:folHlink>
          <a:srgbClr val="533D2D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6.xml><?xml version="1.0" encoding="utf-8"?>
<a:theme xmlns:a="http://schemas.openxmlformats.org/drawingml/2006/main" name="3_Default Design">
  <a:themeElements>
    <a:clrScheme name="3_Default Design 3">
      <a:dk1>
        <a:srgbClr val="000000"/>
      </a:dk1>
      <a:lt1>
        <a:srgbClr val="FFFFFF"/>
      </a:lt1>
      <a:dk2>
        <a:srgbClr val="203353"/>
      </a:dk2>
      <a:lt2>
        <a:srgbClr val="EFEBE4"/>
      </a:lt2>
      <a:accent1>
        <a:srgbClr val="2E398A"/>
      </a:accent1>
      <a:accent2>
        <a:srgbClr val="8891D5"/>
      </a:accent2>
      <a:accent3>
        <a:srgbClr val="FFFFFF"/>
      </a:accent3>
      <a:accent4>
        <a:srgbClr val="000000"/>
      </a:accent4>
      <a:accent5>
        <a:srgbClr val="ADAEC4"/>
      </a:accent5>
      <a:accent6>
        <a:srgbClr val="7B83C1"/>
      </a:accent6>
      <a:hlink>
        <a:srgbClr val="968880"/>
      </a:hlink>
      <a:folHlink>
        <a:srgbClr val="533D2D"/>
      </a:folHlink>
    </a:clrScheme>
    <a:fontScheme name="3_Default Design">
      <a:majorFont>
        <a:latin typeface="Cambria"/>
        <a:ea typeface=""/>
        <a:cs typeface=""/>
      </a:majorFont>
      <a:minorFont>
        <a:latin typeface="Cambri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3_Default Design 1">
        <a:dk1>
          <a:srgbClr val="000000"/>
        </a:dk1>
        <a:lt1>
          <a:srgbClr val="FFFFFF"/>
        </a:lt1>
        <a:dk2>
          <a:srgbClr val="151D43"/>
        </a:dk2>
        <a:lt2>
          <a:srgbClr val="DDD8D5"/>
        </a:lt2>
        <a:accent1>
          <a:srgbClr val="2D3B8C"/>
        </a:accent1>
        <a:accent2>
          <a:srgbClr val="807EB4"/>
        </a:accent2>
        <a:accent3>
          <a:srgbClr val="FFFFFF"/>
        </a:accent3>
        <a:accent4>
          <a:srgbClr val="000000"/>
        </a:accent4>
        <a:accent5>
          <a:srgbClr val="ADAFC5"/>
        </a:accent5>
        <a:accent6>
          <a:srgbClr val="7372A3"/>
        </a:accent6>
        <a:hlink>
          <a:srgbClr val="8F8379"/>
        </a:hlink>
        <a:folHlink>
          <a:srgbClr val="4C0044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3_Default Design 2">
        <a:dk1>
          <a:srgbClr val="000000"/>
        </a:dk1>
        <a:lt1>
          <a:srgbClr val="FFFFFF"/>
        </a:lt1>
        <a:dk2>
          <a:srgbClr val="151D43"/>
        </a:dk2>
        <a:lt2>
          <a:srgbClr val="DDD8D5"/>
        </a:lt2>
        <a:accent1>
          <a:srgbClr val="2D3B8C"/>
        </a:accent1>
        <a:accent2>
          <a:srgbClr val="807EB4"/>
        </a:accent2>
        <a:accent3>
          <a:srgbClr val="FFFFFF"/>
        </a:accent3>
        <a:accent4>
          <a:srgbClr val="000000"/>
        </a:accent4>
        <a:accent5>
          <a:srgbClr val="ADAFC5"/>
        </a:accent5>
        <a:accent6>
          <a:srgbClr val="7372A3"/>
        </a:accent6>
        <a:hlink>
          <a:srgbClr val="8F8379"/>
        </a:hlink>
        <a:folHlink>
          <a:srgbClr val="EBE8D8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3_Default Design 3">
        <a:dk1>
          <a:srgbClr val="000000"/>
        </a:dk1>
        <a:lt1>
          <a:srgbClr val="FFFFFF"/>
        </a:lt1>
        <a:dk2>
          <a:srgbClr val="203353"/>
        </a:dk2>
        <a:lt2>
          <a:srgbClr val="EFEBE4"/>
        </a:lt2>
        <a:accent1>
          <a:srgbClr val="2E398A"/>
        </a:accent1>
        <a:accent2>
          <a:srgbClr val="8891D5"/>
        </a:accent2>
        <a:accent3>
          <a:srgbClr val="FFFFFF"/>
        </a:accent3>
        <a:accent4>
          <a:srgbClr val="000000"/>
        </a:accent4>
        <a:accent5>
          <a:srgbClr val="ADAEC4"/>
        </a:accent5>
        <a:accent6>
          <a:srgbClr val="7B83C1"/>
        </a:accent6>
        <a:hlink>
          <a:srgbClr val="968880"/>
        </a:hlink>
        <a:folHlink>
          <a:srgbClr val="533D2D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3_Default Design 4">
        <a:dk1>
          <a:srgbClr val="000000"/>
        </a:dk1>
        <a:lt1>
          <a:srgbClr val="FFFFFF"/>
        </a:lt1>
        <a:dk2>
          <a:srgbClr val="203353"/>
        </a:dk2>
        <a:lt2>
          <a:srgbClr val="EFEBE4"/>
        </a:lt2>
        <a:accent1>
          <a:srgbClr val="2E398A"/>
        </a:accent1>
        <a:accent2>
          <a:srgbClr val="8891D5"/>
        </a:accent2>
        <a:accent3>
          <a:srgbClr val="FFFFFF"/>
        </a:accent3>
        <a:accent4>
          <a:srgbClr val="000000"/>
        </a:accent4>
        <a:accent5>
          <a:srgbClr val="ADAEC4"/>
        </a:accent5>
        <a:accent6>
          <a:srgbClr val="7B83C1"/>
        </a:accent6>
        <a:hlink>
          <a:srgbClr val="968880"/>
        </a:hlink>
        <a:folHlink>
          <a:srgbClr val="533D2D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7.xml><?xml version="1.0" encoding="utf-8"?>
<a:theme xmlns:a="http://schemas.openxmlformats.org/drawingml/2006/main" name="3_Custom Design">
  <a:themeElements>
    <a:clrScheme name="">
      <a:dk1>
        <a:srgbClr val="000000"/>
      </a:dk1>
      <a:lt1>
        <a:srgbClr val="FFFFFF"/>
      </a:lt1>
      <a:dk2>
        <a:srgbClr val="203353"/>
      </a:dk2>
      <a:lt2>
        <a:srgbClr val="EFEBE4"/>
      </a:lt2>
      <a:accent1>
        <a:srgbClr val="2E398A"/>
      </a:accent1>
      <a:accent2>
        <a:srgbClr val="8891D5"/>
      </a:accent2>
      <a:accent3>
        <a:srgbClr val="FFFFFF"/>
      </a:accent3>
      <a:accent4>
        <a:srgbClr val="000000"/>
      </a:accent4>
      <a:accent5>
        <a:srgbClr val="ADAEC4"/>
      </a:accent5>
      <a:accent6>
        <a:srgbClr val="7B83C1"/>
      </a:accent6>
      <a:hlink>
        <a:srgbClr val="968880"/>
      </a:hlink>
      <a:folHlink>
        <a:srgbClr val="533D2D"/>
      </a:folHlink>
    </a:clrScheme>
    <a:fontScheme name="3_Custom Design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3_Custom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3_Custom Design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3_Custom Design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3_Custom Design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3_Custom Design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3_Custom Design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3_Custom Design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3_Custom Design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3_Custom Design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3_Custom Design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3_Custom Design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3_Custom Design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8.xml><?xml version="1.0" encoding="utf-8"?>
<a:theme xmlns:a="http://schemas.openxmlformats.org/drawingml/2006/main" name="2_Default Design">
  <a:themeElements>
    <a:clrScheme name="2_Default Design 1">
      <a:dk1>
        <a:srgbClr val="000000"/>
      </a:dk1>
      <a:lt1>
        <a:srgbClr val="FFFFFF"/>
      </a:lt1>
      <a:dk2>
        <a:srgbClr val="203353"/>
      </a:dk2>
      <a:lt2>
        <a:srgbClr val="EFEBE4"/>
      </a:lt2>
      <a:accent1>
        <a:srgbClr val="2E398A"/>
      </a:accent1>
      <a:accent2>
        <a:srgbClr val="8891D5"/>
      </a:accent2>
      <a:accent3>
        <a:srgbClr val="FFFFFF"/>
      </a:accent3>
      <a:accent4>
        <a:srgbClr val="000000"/>
      </a:accent4>
      <a:accent5>
        <a:srgbClr val="ADAEC4"/>
      </a:accent5>
      <a:accent6>
        <a:srgbClr val="7B83C1"/>
      </a:accent6>
      <a:hlink>
        <a:srgbClr val="968880"/>
      </a:hlink>
      <a:folHlink>
        <a:srgbClr val="533D2D"/>
      </a:folHlink>
    </a:clrScheme>
    <a:fontScheme name="2_Default Design">
      <a:majorFont>
        <a:latin typeface="Calibri"/>
        <a:ea typeface=""/>
        <a:cs typeface=""/>
      </a:majorFont>
      <a:minorFont>
        <a:latin typeface="Cambri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2_Default Design 1">
        <a:dk1>
          <a:srgbClr val="000000"/>
        </a:dk1>
        <a:lt1>
          <a:srgbClr val="FFFFFF"/>
        </a:lt1>
        <a:dk2>
          <a:srgbClr val="203353"/>
        </a:dk2>
        <a:lt2>
          <a:srgbClr val="EFEBE4"/>
        </a:lt2>
        <a:accent1>
          <a:srgbClr val="2E398A"/>
        </a:accent1>
        <a:accent2>
          <a:srgbClr val="8891D5"/>
        </a:accent2>
        <a:accent3>
          <a:srgbClr val="FFFFFF"/>
        </a:accent3>
        <a:accent4>
          <a:srgbClr val="000000"/>
        </a:accent4>
        <a:accent5>
          <a:srgbClr val="ADAEC4"/>
        </a:accent5>
        <a:accent6>
          <a:srgbClr val="7B83C1"/>
        </a:accent6>
        <a:hlink>
          <a:srgbClr val="968880"/>
        </a:hlink>
        <a:folHlink>
          <a:srgbClr val="533D2D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9.xml><?xml version="1.0" encoding="utf-8"?>
<a:theme xmlns:a="http://schemas.openxmlformats.org/drawingml/2006/main" name="4_Custom Design">
  <a:themeElements>
    <a:clrScheme name="2_Custom Design 1">
      <a:dk1>
        <a:srgbClr val="000000"/>
      </a:dk1>
      <a:lt1>
        <a:srgbClr val="FFFFFF"/>
      </a:lt1>
      <a:dk2>
        <a:srgbClr val="203353"/>
      </a:dk2>
      <a:lt2>
        <a:srgbClr val="EFEBE4"/>
      </a:lt2>
      <a:accent1>
        <a:srgbClr val="2E398A"/>
      </a:accent1>
      <a:accent2>
        <a:srgbClr val="8891D5"/>
      </a:accent2>
      <a:accent3>
        <a:srgbClr val="FFFFFF"/>
      </a:accent3>
      <a:accent4>
        <a:srgbClr val="000000"/>
      </a:accent4>
      <a:accent5>
        <a:srgbClr val="ADAEC4"/>
      </a:accent5>
      <a:accent6>
        <a:srgbClr val="7B83C1"/>
      </a:accent6>
      <a:hlink>
        <a:srgbClr val="968880"/>
      </a:hlink>
      <a:folHlink>
        <a:srgbClr val="533D2D"/>
      </a:folHlink>
    </a:clrScheme>
    <a:fontScheme name="2_Custom Design">
      <a:majorFont>
        <a:latin typeface="Calibri"/>
        <a:ea typeface=""/>
        <a:cs typeface=""/>
      </a:majorFont>
      <a:minorFont>
        <a:latin typeface="Calibri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2_Custom Design 1">
        <a:dk1>
          <a:srgbClr val="000000"/>
        </a:dk1>
        <a:lt1>
          <a:srgbClr val="FFFFFF"/>
        </a:lt1>
        <a:dk2>
          <a:srgbClr val="203353"/>
        </a:dk2>
        <a:lt2>
          <a:srgbClr val="EFEBE4"/>
        </a:lt2>
        <a:accent1>
          <a:srgbClr val="2E398A"/>
        </a:accent1>
        <a:accent2>
          <a:srgbClr val="8891D5"/>
        </a:accent2>
        <a:accent3>
          <a:srgbClr val="FFFFFF"/>
        </a:accent3>
        <a:accent4>
          <a:srgbClr val="000000"/>
        </a:accent4>
        <a:accent5>
          <a:srgbClr val="ADAEC4"/>
        </a:accent5>
        <a:accent6>
          <a:srgbClr val="7B83C1"/>
        </a:accent6>
        <a:hlink>
          <a:srgbClr val="968880"/>
        </a:hlink>
        <a:folHlink>
          <a:srgbClr val="533D2D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10.xml><?xml version="1.0" encoding="utf-8"?>
<a:theme xmlns:a="http://schemas.openxmlformats.org/drawingml/2006/main" name="5_Default Design">
  <a:themeElements>
    <a:clrScheme name="2_Default Design 1">
      <a:dk1>
        <a:srgbClr val="000000"/>
      </a:dk1>
      <a:lt1>
        <a:srgbClr val="FFFFFF"/>
      </a:lt1>
      <a:dk2>
        <a:srgbClr val="203353"/>
      </a:dk2>
      <a:lt2>
        <a:srgbClr val="EFEBE4"/>
      </a:lt2>
      <a:accent1>
        <a:srgbClr val="2E398A"/>
      </a:accent1>
      <a:accent2>
        <a:srgbClr val="8891D5"/>
      </a:accent2>
      <a:accent3>
        <a:srgbClr val="FFFFFF"/>
      </a:accent3>
      <a:accent4>
        <a:srgbClr val="000000"/>
      </a:accent4>
      <a:accent5>
        <a:srgbClr val="ADAEC4"/>
      </a:accent5>
      <a:accent6>
        <a:srgbClr val="7B83C1"/>
      </a:accent6>
      <a:hlink>
        <a:srgbClr val="968880"/>
      </a:hlink>
      <a:folHlink>
        <a:srgbClr val="533D2D"/>
      </a:folHlink>
    </a:clrScheme>
    <a:fontScheme name="2_Default Design">
      <a:majorFont>
        <a:latin typeface="Calibri"/>
        <a:ea typeface=""/>
        <a:cs typeface=""/>
      </a:majorFont>
      <a:minorFont>
        <a:latin typeface="Cambri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2_Default Design 1">
        <a:dk1>
          <a:srgbClr val="000000"/>
        </a:dk1>
        <a:lt1>
          <a:srgbClr val="FFFFFF"/>
        </a:lt1>
        <a:dk2>
          <a:srgbClr val="203353"/>
        </a:dk2>
        <a:lt2>
          <a:srgbClr val="EFEBE4"/>
        </a:lt2>
        <a:accent1>
          <a:srgbClr val="2E398A"/>
        </a:accent1>
        <a:accent2>
          <a:srgbClr val="8891D5"/>
        </a:accent2>
        <a:accent3>
          <a:srgbClr val="FFFFFF"/>
        </a:accent3>
        <a:accent4>
          <a:srgbClr val="000000"/>
        </a:accent4>
        <a:accent5>
          <a:srgbClr val="ADAEC4"/>
        </a:accent5>
        <a:accent6>
          <a:srgbClr val="7B83C1"/>
        </a:accent6>
        <a:hlink>
          <a:srgbClr val="968880"/>
        </a:hlink>
        <a:folHlink>
          <a:srgbClr val="533D2D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11.xml><?xml version="1.0" encoding="utf-8"?>
<a:theme xmlns:a="http://schemas.openxmlformats.org/drawingml/2006/main" name="5_Custom Design">
  <a:themeElements>
    <a:clrScheme name="Custom Design 3">
      <a:dk1>
        <a:srgbClr val="000000"/>
      </a:dk1>
      <a:lt1>
        <a:srgbClr val="FFFFFF"/>
      </a:lt1>
      <a:dk2>
        <a:srgbClr val="203353"/>
      </a:dk2>
      <a:lt2>
        <a:srgbClr val="EFEBE4"/>
      </a:lt2>
      <a:accent1>
        <a:srgbClr val="2E398A"/>
      </a:accent1>
      <a:accent2>
        <a:srgbClr val="8891D5"/>
      </a:accent2>
      <a:accent3>
        <a:srgbClr val="FFFFFF"/>
      </a:accent3>
      <a:accent4>
        <a:srgbClr val="000000"/>
      </a:accent4>
      <a:accent5>
        <a:srgbClr val="ADAEC4"/>
      </a:accent5>
      <a:accent6>
        <a:srgbClr val="7B83C1"/>
      </a:accent6>
      <a:hlink>
        <a:srgbClr val="968880"/>
      </a:hlink>
      <a:folHlink>
        <a:srgbClr val="533D2D"/>
      </a:folHlink>
    </a:clrScheme>
    <a:fontScheme name="Custom Design">
      <a:majorFont>
        <a:latin typeface="Calisto MT"/>
        <a:ea typeface=""/>
        <a:cs typeface=""/>
      </a:majorFont>
      <a:minorFont>
        <a:latin typeface="Calibri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Custom Design 1">
        <a:dk1>
          <a:srgbClr val="000000"/>
        </a:dk1>
        <a:lt1>
          <a:srgbClr val="FFFFFF"/>
        </a:lt1>
        <a:dk2>
          <a:srgbClr val="151D43"/>
        </a:dk2>
        <a:lt2>
          <a:srgbClr val="DDD8D5"/>
        </a:lt2>
        <a:accent1>
          <a:srgbClr val="2D3B8C"/>
        </a:accent1>
        <a:accent2>
          <a:srgbClr val="807EB4"/>
        </a:accent2>
        <a:accent3>
          <a:srgbClr val="FFFFFF"/>
        </a:accent3>
        <a:accent4>
          <a:srgbClr val="000000"/>
        </a:accent4>
        <a:accent5>
          <a:srgbClr val="ADAFC5"/>
        </a:accent5>
        <a:accent6>
          <a:srgbClr val="7372A3"/>
        </a:accent6>
        <a:hlink>
          <a:srgbClr val="8F8379"/>
        </a:hlink>
        <a:folHlink>
          <a:srgbClr val="4C0044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ustom Design 2">
        <a:dk1>
          <a:srgbClr val="000000"/>
        </a:dk1>
        <a:lt1>
          <a:srgbClr val="FFFFFF"/>
        </a:lt1>
        <a:dk2>
          <a:srgbClr val="151D43"/>
        </a:dk2>
        <a:lt2>
          <a:srgbClr val="DDD8D5"/>
        </a:lt2>
        <a:accent1>
          <a:srgbClr val="2D3B8C"/>
        </a:accent1>
        <a:accent2>
          <a:srgbClr val="807EB4"/>
        </a:accent2>
        <a:accent3>
          <a:srgbClr val="FFFFFF"/>
        </a:accent3>
        <a:accent4>
          <a:srgbClr val="000000"/>
        </a:accent4>
        <a:accent5>
          <a:srgbClr val="ADAFC5"/>
        </a:accent5>
        <a:accent6>
          <a:srgbClr val="7372A3"/>
        </a:accent6>
        <a:hlink>
          <a:srgbClr val="8F8379"/>
        </a:hlink>
        <a:folHlink>
          <a:srgbClr val="EBE8D8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ustom Design 3">
        <a:dk1>
          <a:srgbClr val="000000"/>
        </a:dk1>
        <a:lt1>
          <a:srgbClr val="FFFFFF"/>
        </a:lt1>
        <a:dk2>
          <a:srgbClr val="203353"/>
        </a:dk2>
        <a:lt2>
          <a:srgbClr val="EFEBE4"/>
        </a:lt2>
        <a:accent1>
          <a:srgbClr val="2E398A"/>
        </a:accent1>
        <a:accent2>
          <a:srgbClr val="8891D5"/>
        </a:accent2>
        <a:accent3>
          <a:srgbClr val="FFFFFF"/>
        </a:accent3>
        <a:accent4>
          <a:srgbClr val="000000"/>
        </a:accent4>
        <a:accent5>
          <a:srgbClr val="ADAEC4"/>
        </a:accent5>
        <a:accent6>
          <a:srgbClr val="7B83C1"/>
        </a:accent6>
        <a:hlink>
          <a:srgbClr val="968880"/>
        </a:hlink>
        <a:folHlink>
          <a:srgbClr val="533D2D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ustom Design 1">
        <a:dk1>
          <a:srgbClr val="000000"/>
        </a:dk1>
        <a:lt1>
          <a:srgbClr val="FFFFFF"/>
        </a:lt1>
        <a:dk2>
          <a:srgbClr val="203353"/>
        </a:dk2>
        <a:lt2>
          <a:srgbClr val="EFEBE4"/>
        </a:lt2>
        <a:accent1>
          <a:srgbClr val="2E398A"/>
        </a:accent1>
        <a:accent2>
          <a:srgbClr val="8891D5"/>
        </a:accent2>
        <a:accent3>
          <a:srgbClr val="FFFFFF"/>
        </a:accent3>
        <a:accent4>
          <a:srgbClr val="000000"/>
        </a:accent4>
        <a:accent5>
          <a:srgbClr val="ADAEC4"/>
        </a:accent5>
        <a:accent6>
          <a:srgbClr val="7B83C1"/>
        </a:accent6>
        <a:hlink>
          <a:srgbClr val="968880"/>
        </a:hlink>
        <a:folHlink>
          <a:srgbClr val="533D2D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12.xml><?xml version="1.0" encoding="utf-8"?>
<a:theme xmlns:a="http://schemas.openxmlformats.org/drawingml/2006/main" name="6_Default Design">
  <a:themeElements>
    <a:clrScheme name="3_Default Design 3">
      <a:dk1>
        <a:srgbClr val="000000"/>
      </a:dk1>
      <a:lt1>
        <a:srgbClr val="FFFFFF"/>
      </a:lt1>
      <a:dk2>
        <a:srgbClr val="203353"/>
      </a:dk2>
      <a:lt2>
        <a:srgbClr val="EFEBE4"/>
      </a:lt2>
      <a:accent1>
        <a:srgbClr val="2E398A"/>
      </a:accent1>
      <a:accent2>
        <a:srgbClr val="8891D5"/>
      </a:accent2>
      <a:accent3>
        <a:srgbClr val="FFFFFF"/>
      </a:accent3>
      <a:accent4>
        <a:srgbClr val="000000"/>
      </a:accent4>
      <a:accent5>
        <a:srgbClr val="ADAEC4"/>
      </a:accent5>
      <a:accent6>
        <a:srgbClr val="7B83C1"/>
      </a:accent6>
      <a:hlink>
        <a:srgbClr val="968880"/>
      </a:hlink>
      <a:folHlink>
        <a:srgbClr val="533D2D"/>
      </a:folHlink>
    </a:clrScheme>
    <a:fontScheme name="3_Default Design">
      <a:majorFont>
        <a:latin typeface="Cambria"/>
        <a:ea typeface=""/>
        <a:cs typeface=""/>
      </a:majorFont>
      <a:minorFont>
        <a:latin typeface="Cambri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3_Default Design 1">
        <a:dk1>
          <a:srgbClr val="000000"/>
        </a:dk1>
        <a:lt1>
          <a:srgbClr val="FFFFFF"/>
        </a:lt1>
        <a:dk2>
          <a:srgbClr val="151D43"/>
        </a:dk2>
        <a:lt2>
          <a:srgbClr val="DDD8D5"/>
        </a:lt2>
        <a:accent1>
          <a:srgbClr val="2D3B8C"/>
        </a:accent1>
        <a:accent2>
          <a:srgbClr val="807EB4"/>
        </a:accent2>
        <a:accent3>
          <a:srgbClr val="FFFFFF"/>
        </a:accent3>
        <a:accent4>
          <a:srgbClr val="000000"/>
        </a:accent4>
        <a:accent5>
          <a:srgbClr val="ADAFC5"/>
        </a:accent5>
        <a:accent6>
          <a:srgbClr val="7372A3"/>
        </a:accent6>
        <a:hlink>
          <a:srgbClr val="8F8379"/>
        </a:hlink>
        <a:folHlink>
          <a:srgbClr val="4C0044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3_Default Design 2">
        <a:dk1>
          <a:srgbClr val="000000"/>
        </a:dk1>
        <a:lt1>
          <a:srgbClr val="FFFFFF"/>
        </a:lt1>
        <a:dk2>
          <a:srgbClr val="151D43"/>
        </a:dk2>
        <a:lt2>
          <a:srgbClr val="DDD8D5"/>
        </a:lt2>
        <a:accent1>
          <a:srgbClr val="2D3B8C"/>
        </a:accent1>
        <a:accent2>
          <a:srgbClr val="807EB4"/>
        </a:accent2>
        <a:accent3>
          <a:srgbClr val="FFFFFF"/>
        </a:accent3>
        <a:accent4>
          <a:srgbClr val="000000"/>
        </a:accent4>
        <a:accent5>
          <a:srgbClr val="ADAFC5"/>
        </a:accent5>
        <a:accent6>
          <a:srgbClr val="7372A3"/>
        </a:accent6>
        <a:hlink>
          <a:srgbClr val="8F8379"/>
        </a:hlink>
        <a:folHlink>
          <a:srgbClr val="EBE8D8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3_Default Design 3">
        <a:dk1>
          <a:srgbClr val="000000"/>
        </a:dk1>
        <a:lt1>
          <a:srgbClr val="FFFFFF"/>
        </a:lt1>
        <a:dk2>
          <a:srgbClr val="203353"/>
        </a:dk2>
        <a:lt2>
          <a:srgbClr val="EFEBE4"/>
        </a:lt2>
        <a:accent1>
          <a:srgbClr val="2E398A"/>
        </a:accent1>
        <a:accent2>
          <a:srgbClr val="8891D5"/>
        </a:accent2>
        <a:accent3>
          <a:srgbClr val="FFFFFF"/>
        </a:accent3>
        <a:accent4>
          <a:srgbClr val="000000"/>
        </a:accent4>
        <a:accent5>
          <a:srgbClr val="ADAEC4"/>
        </a:accent5>
        <a:accent6>
          <a:srgbClr val="7B83C1"/>
        </a:accent6>
        <a:hlink>
          <a:srgbClr val="968880"/>
        </a:hlink>
        <a:folHlink>
          <a:srgbClr val="533D2D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3_Default Design 4">
        <a:dk1>
          <a:srgbClr val="000000"/>
        </a:dk1>
        <a:lt1>
          <a:srgbClr val="FFFFFF"/>
        </a:lt1>
        <a:dk2>
          <a:srgbClr val="203353"/>
        </a:dk2>
        <a:lt2>
          <a:srgbClr val="EFEBE4"/>
        </a:lt2>
        <a:accent1>
          <a:srgbClr val="2E398A"/>
        </a:accent1>
        <a:accent2>
          <a:srgbClr val="8891D5"/>
        </a:accent2>
        <a:accent3>
          <a:srgbClr val="FFFFFF"/>
        </a:accent3>
        <a:accent4>
          <a:srgbClr val="000000"/>
        </a:accent4>
        <a:accent5>
          <a:srgbClr val="ADAEC4"/>
        </a:accent5>
        <a:accent6>
          <a:srgbClr val="7B83C1"/>
        </a:accent6>
        <a:hlink>
          <a:srgbClr val="968880"/>
        </a:hlink>
        <a:folHlink>
          <a:srgbClr val="533D2D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13.xml><?xml version="1.0" encoding="utf-8"?>
<a:theme xmlns:a="http://schemas.openxmlformats.org/drawingml/2006/main" name="7_Default Design">
  <a:themeElements>
    <a:clrScheme name="1_Default Design 3">
      <a:dk1>
        <a:srgbClr val="000000"/>
      </a:dk1>
      <a:lt1>
        <a:srgbClr val="FFFFFF"/>
      </a:lt1>
      <a:dk2>
        <a:srgbClr val="203353"/>
      </a:dk2>
      <a:lt2>
        <a:srgbClr val="EFEBE4"/>
      </a:lt2>
      <a:accent1>
        <a:srgbClr val="2E398A"/>
      </a:accent1>
      <a:accent2>
        <a:srgbClr val="8891D5"/>
      </a:accent2>
      <a:accent3>
        <a:srgbClr val="FFFFFF"/>
      </a:accent3>
      <a:accent4>
        <a:srgbClr val="000000"/>
      </a:accent4>
      <a:accent5>
        <a:srgbClr val="ADAEC4"/>
      </a:accent5>
      <a:accent6>
        <a:srgbClr val="7B83C1"/>
      </a:accent6>
      <a:hlink>
        <a:srgbClr val="968880"/>
      </a:hlink>
      <a:folHlink>
        <a:srgbClr val="533D2D"/>
      </a:folHlink>
    </a:clrScheme>
    <a:fontScheme name="1_Default Design">
      <a:majorFont>
        <a:latin typeface="Cambria"/>
        <a:ea typeface=""/>
        <a:cs typeface=""/>
      </a:majorFont>
      <a:minorFont>
        <a:latin typeface="Cambri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1_Default Design 1">
        <a:dk1>
          <a:srgbClr val="000000"/>
        </a:dk1>
        <a:lt1>
          <a:srgbClr val="FFFFFF"/>
        </a:lt1>
        <a:dk2>
          <a:srgbClr val="151D43"/>
        </a:dk2>
        <a:lt2>
          <a:srgbClr val="DDD8D5"/>
        </a:lt2>
        <a:accent1>
          <a:srgbClr val="2D3B8C"/>
        </a:accent1>
        <a:accent2>
          <a:srgbClr val="807EB4"/>
        </a:accent2>
        <a:accent3>
          <a:srgbClr val="FFFFFF"/>
        </a:accent3>
        <a:accent4>
          <a:srgbClr val="000000"/>
        </a:accent4>
        <a:accent5>
          <a:srgbClr val="ADAFC5"/>
        </a:accent5>
        <a:accent6>
          <a:srgbClr val="7372A3"/>
        </a:accent6>
        <a:hlink>
          <a:srgbClr val="8F8379"/>
        </a:hlink>
        <a:folHlink>
          <a:srgbClr val="4C0044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Default Design 2">
        <a:dk1>
          <a:srgbClr val="000000"/>
        </a:dk1>
        <a:lt1>
          <a:srgbClr val="FFFFFF"/>
        </a:lt1>
        <a:dk2>
          <a:srgbClr val="151D43"/>
        </a:dk2>
        <a:lt2>
          <a:srgbClr val="DDD8D5"/>
        </a:lt2>
        <a:accent1>
          <a:srgbClr val="2D3B8C"/>
        </a:accent1>
        <a:accent2>
          <a:srgbClr val="807EB4"/>
        </a:accent2>
        <a:accent3>
          <a:srgbClr val="FFFFFF"/>
        </a:accent3>
        <a:accent4>
          <a:srgbClr val="000000"/>
        </a:accent4>
        <a:accent5>
          <a:srgbClr val="ADAFC5"/>
        </a:accent5>
        <a:accent6>
          <a:srgbClr val="7372A3"/>
        </a:accent6>
        <a:hlink>
          <a:srgbClr val="8F8379"/>
        </a:hlink>
        <a:folHlink>
          <a:srgbClr val="EBE8D8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Default Design 3">
        <a:dk1>
          <a:srgbClr val="000000"/>
        </a:dk1>
        <a:lt1>
          <a:srgbClr val="FFFFFF"/>
        </a:lt1>
        <a:dk2>
          <a:srgbClr val="203353"/>
        </a:dk2>
        <a:lt2>
          <a:srgbClr val="EFEBE4"/>
        </a:lt2>
        <a:accent1>
          <a:srgbClr val="2E398A"/>
        </a:accent1>
        <a:accent2>
          <a:srgbClr val="8891D5"/>
        </a:accent2>
        <a:accent3>
          <a:srgbClr val="FFFFFF"/>
        </a:accent3>
        <a:accent4>
          <a:srgbClr val="000000"/>
        </a:accent4>
        <a:accent5>
          <a:srgbClr val="ADAEC4"/>
        </a:accent5>
        <a:accent6>
          <a:srgbClr val="7B83C1"/>
        </a:accent6>
        <a:hlink>
          <a:srgbClr val="968880"/>
        </a:hlink>
        <a:folHlink>
          <a:srgbClr val="533D2D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Default Design 1">
        <a:dk1>
          <a:srgbClr val="000000"/>
        </a:dk1>
        <a:lt1>
          <a:srgbClr val="FFFFFF"/>
        </a:lt1>
        <a:dk2>
          <a:srgbClr val="203353"/>
        </a:dk2>
        <a:lt2>
          <a:srgbClr val="EFEBE4"/>
        </a:lt2>
        <a:accent1>
          <a:srgbClr val="2E398A"/>
        </a:accent1>
        <a:accent2>
          <a:srgbClr val="8891D5"/>
        </a:accent2>
        <a:accent3>
          <a:srgbClr val="FFFFFF"/>
        </a:accent3>
        <a:accent4>
          <a:srgbClr val="000000"/>
        </a:accent4>
        <a:accent5>
          <a:srgbClr val="ADAEC4"/>
        </a:accent5>
        <a:accent6>
          <a:srgbClr val="7B83C1"/>
        </a:accent6>
        <a:hlink>
          <a:srgbClr val="968880"/>
        </a:hlink>
        <a:folHlink>
          <a:srgbClr val="533D2D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14.xml><?xml version="1.0" encoding="utf-8"?>
<a:theme xmlns:a="http://schemas.openxmlformats.org/drawingml/2006/main" name="6_Custom Design">
  <a:themeElements>
    <a:clrScheme name="Custom Design 3">
      <a:dk1>
        <a:srgbClr val="000000"/>
      </a:dk1>
      <a:lt1>
        <a:srgbClr val="FFFFFF"/>
      </a:lt1>
      <a:dk2>
        <a:srgbClr val="203353"/>
      </a:dk2>
      <a:lt2>
        <a:srgbClr val="EFEBE4"/>
      </a:lt2>
      <a:accent1>
        <a:srgbClr val="2E398A"/>
      </a:accent1>
      <a:accent2>
        <a:srgbClr val="8891D5"/>
      </a:accent2>
      <a:accent3>
        <a:srgbClr val="FFFFFF"/>
      </a:accent3>
      <a:accent4>
        <a:srgbClr val="000000"/>
      </a:accent4>
      <a:accent5>
        <a:srgbClr val="ADAEC4"/>
      </a:accent5>
      <a:accent6>
        <a:srgbClr val="7B83C1"/>
      </a:accent6>
      <a:hlink>
        <a:srgbClr val="968880"/>
      </a:hlink>
      <a:folHlink>
        <a:srgbClr val="533D2D"/>
      </a:folHlink>
    </a:clrScheme>
    <a:fontScheme name="Custom Design">
      <a:majorFont>
        <a:latin typeface="Calisto MT"/>
        <a:ea typeface=""/>
        <a:cs typeface=""/>
      </a:majorFont>
      <a:minorFont>
        <a:latin typeface="Calibri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Custom Design 1">
        <a:dk1>
          <a:srgbClr val="000000"/>
        </a:dk1>
        <a:lt1>
          <a:srgbClr val="FFFFFF"/>
        </a:lt1>
        <a:dk2>
          <a:srgbClr val="151D43"/>
        </a:dk2>
        <a:lt2>
          <a:srgbClr val="DDD8D5"/>
        </a:lt2>
        <a:accent1>
          <a:srgbClr val="2D3B8C"/>
        </a:accent1>
        <a:accent2>
          <a:srgbClr val="807EB4"/>
        </a:accent2>
        <a:accent3>
          <a:srgbClr val="FFFFFF"/>
        </a:accent3>
        <a:accent4>
          <a:srgbClr val="000000"/>
        </a:accent4>
        <a:accent5>
          <a:srgbClr val="ADAFC5"/>
        </a:accent5>
        <a:accent6>
          <a:srgbClr val="7372A3"/>
        </a:accent6>
        <a:hlink>
          <a:srgbClr val="8F8379"/>
        </a:hlink>
        <a:folHlink>
          <a:srgbClr val="4C0044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ustom Design 2">
        <a:dk1>
          <a:srgbClr val="000000"/>
        </a:dk1>
        <a:lt1>
          <a:srgbClr val="FFFFFF"/>
        </a:lt1>
        <a:dk2>
          <a:srgbClr val="151D43"/>
        </a:dk2>
        <a:lt2>
          <a:srgbClr val="DDD8D5"/>
        </a:lt2>
        <a:accent1>
          <a:srgbClr val="2D3B8C"/>
        </a:accent1>
        <a:accent2>
          <a:srgbClr val="807EB4"/>
        </a:accent2>
        <a:accent3>
          <a:srgbClr val="FFFFFF"/>
        </a:accent3>
        <a:accent4>
          <a:srgbClr val="000000"/>
        </a:accent4>
        <a:accent5>
          <a:srgbClr val="ADAFC5"/>
        </a:accent5>
        <a:accent6>
          <a:srgbClr val="7372A3"/>
        </a:accent6>
        <a:hlink>
          <a:srgbClr val="8F8379"/>
        </a:hlink>
        <a:folHlink>
          <a:srgbClr val="EBE8D8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ustom Design 3">
        <a:dk1>
          <a:srgbClr val="000000"/>
        </a:dk1>
        <a:lt1>
          <a:srgbClr val="FFFFFF"/>
        </a:lt1>
        <a:dk2>
          <a:srgbClr val="203353"/>
        </a:dk2>
        <a:lt2>
          <a:srgbClr val="EFEBE4"/>
        </a:lt2>
        <a:accent1>
          <a:srgbClr val="2E398A"/>
        </a:accent1>
        <a:accent2>
          <a:srgbClr val="8891D5"/>
        </a:accent2>
        <a:accent3>
          <a:srgbClr val="FFFFFF"/>
        </a:accent3>
        <a:accent4>
          <a:srgbClr val="000000"/>
        </a:accent4>
        <a:accent5>
          <a:srgbClr val="ADAEC4"/>
        </a:accent5>
        <a:accent6>
          <a:srgbClr val="7B83C1"/>
        </a:accent6>
        <a:hlink>
          <a:srgbClr val="968880"/>
        </a:hlink>
        <a:folHlink>
          <a:srgbClr val="533D2D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ustom Design 1">
        <a:dk1>
          <a:srgbClr val="000000"/>
        </a:dk1>
        <a:lt1>
          <a:srgbClr val="FFFFFF"/>
        </a:lt1>
        <a:dk2>
          <a:srgbClr val="203353"/>
        </a:dk2>
        <a:lt2>
          <a:srgbClr val="EFEBE4"/>
        </a:lt2>
        <a:accent1>
          <a:srgbClr val="2E398A"/>
        </a:accent1>
        <a:accent2>
          <a:srgbClr val="8891D5"/>
        </a:accent2>
        <a:accent3>
          <a:srgbClr val="FFFFFF"/>
        </a:accent3>
        <a:accent4>
          <a:srgbClr val="000000"/>
        </a:accent4>
        <a:accent5>
          <a:srgbClr val="ADAEC4"/>
        </a:accent5>
        <a:accent6>
          <a:srgbClr val="7B83C1"/>
        </a:accent6>
        <a:hlink>
          <a:srgbClr val="968880"/>
        </a:hlink>
        <a:folHlink>
          <a:srgbClr val="533D2D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15.xml><?xml version="1.0" encoding="utf-8"?>
<a:theme xmlns:a="http://schemas.openxmlformats.org/drawingml/2006/main" name="7_Custom Design">
  <a:themeElements>
    <a:clrScheme name="Custom Design 3">
      <a:dk1>
        <a:srgbClr val="000000"/>
      </a:dk1>
      <a:lt1>
        <a:srgbClr val="FFFFFF"/>
      </a:lt1>
      <a:dk2>
        <a:srgbClr val="203353"/>
      </a:dk2>
      <a:lt2>
        <a:srgbClr val="EFEBE4"/>
      </a:lt2>
      <a:accent1>
        <a:srgbClr val="2E398A"/>
      </a:accent1>
      <a:accent2>
        <a:srgbClr val="8891D5"/>
      </a:accent2>
      <a:accent3>
        <a:srgbClr val="FFFFFF"/>
      </a:accent3>
      <a:accent4>
        <a:srgbClr val="000000"/>
      </a:accent4>
      <a:accent5>
        <a:srgbClr val="ADAEC4"/>
      </a:accent5>
      <a:accent6>
        <a:srgbClr val="7B83C1"/>
      </a:accent6>
      <a:hlink>
        <a:srgbClr val="968880"/>
      </a:hlink>
      <a:folHlink>
        <a:srgbClr val="533D2D"/>
      </a:folHlink>
    </a:clrScheme>
    <a:fontScheme name="Custom Design">
      <a:majorFont>
        <a:latin typeface="Calisto MT"/>
        <a:ea typeface=""/>
        <a:cs typeface=""/>
      </a:majorFont>
      <a:minorFont>
        <a:latin typeface="Calibri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Custom Design 1">
        <a:dk1>
          <a:srgbClr val="000000"/>
        </a:dk1>
        <a:lt1>
          <a:srgbClr val="FFFFFF"/>
        </a:lt1>
        <a:dk2>
          <a:srgbClr val="151D43"/>
        </a:dk2>
        <a:lt2>
          <a:srgbClr val="DDD8D5"/>
        </a:lt2>
        <a:accent1>
          <a:srgbClr val="2D3B8C"/>
        </a:accent1>
        <a:accent2>
          <a:srgbClr val="807EB4"/>
        </a:accent2>
        <a:accent3>
          <a:srgbClr val="FFFFFF"/>
        </a:accent3>
        <a:accent4>
          <a:srgbClr val="000000"/>
        </a:accent4>
        <a:accent5>
          <a:srgbClr val="ADAFC5"/>
        </a:accent5>
        <a:accent6>
          <a:srgbClr val="7372A3"/>
        </a:accent6>
        <a:hlink>
          <a:srgbClr val="8F8379"/>
        </a:hlink>
        <a:folHlink>
          <a:srgbClr val="4C0044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ustom Design 2">
        <a:dk1>
          <a:srgbClr val="000000"/>
        </a:dk1>
        <a:lt1>
          <a:srgbClr val="FFFFFF"/>
        </a:lt1>
        <a:dk2>
          <a:srgbClr val="151D43"/>
        </a:dk2>
        <a:lt2>
          <a:srgbClr val="DDD8D5"/>
        </a:lt2>
        <a:accent1>
          <a:srgbClr val="2D3B8C"/>
        </a:accent1>
        <a:accent2>
          <a:srgbClr val="807EB4"/>
        </a:accent2>
        <a:accent3>
          <a:srgbClr val="FFFFFF"/>
        </a:accent3>
        <a:accent4>
          <a:srgbClr val="000000"/>
        </a:accent4>
        <a:accent5>
          <a:srgbClr val="ADAFC5"/>
        </a:accent5>
        <a:accent6>
          <a:srgbClr val="7372A3"/>
        </a:accent6>
        <a:hlink>
          <a:srgbClr val="8F8379"/>
        </a:hlink>
        <a:folHlink>
          <a:srgbClr val="EBE8D8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ustom Design 3">
        <a:dk1>
          <a:srgbClr val="000000"/>
        </a:dk1>
        <a:lt1>
          <a:srgbClr val="FFFFFF"/>
        </a:lt1>
        <a:dk2>
          <a:srgbClr val="203353"/>
        </a:dk2>
        <a:lt2>
          <a:srgbClr val="EFEBE4"/>
        </a:lt2>
        <a:accent1>
          <a:srgbClr val="2E398A"/>
        </a:accent1>
        <a:accent2>
          <a:srgbClr val="8891D5"/>
        </a:accent2>
        <a:accent3>
          <a:srgbClr val="FFFFFF"/>
        </a:accent3>
        <a:accent4>
          <a:srgbClr val="000000"/>
        </a:accent4>
        <a:accent5>
          <a:srgbClr val="ADAEC4"/>
        </a:accent5>
        <a:accent6>
          <a:srgbClr val="7B83C1"/>
        </a:accent6>
        <a:hlink>
          <a:srgbClr val="968880"/>
        </a:hlink>
        <a:folHlink>
          <a:srgbClr val="533D2D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ustom Design 1">
        <a:dk1>
          <a:srgbClr val="000000"/>
        </a:dk1>
        <a:lt1>
          <a:srgbClr val="FFFFFF"/>
        </a:lt1>
        <a:dk2>
          <a:srgbClr val="203353"/>
        </a:dk2>
        <a:lt2>
          <a:srgbClr val="EFEBE4"/>
        </a:lt2>
        <a:accent1>
          <a:srgbClr val="2E398A"/>
        </a:accent1>
        <a:accent2>
          <a:srgbClr val="8891D5"/>
        </a:accent2>
        <a:accent3>
          <a:srgbClr val="FFFFFF"/>
        </a:accent3>
        <a:accent4>
          <a:srgbClr val="000000"/>
        </a:accent4>
        <a:accent5>
          <a:srgbClr val="ADAEC4"/>
        </a:accent5>
        <a:accent6>
          <a:srgbClr val="7B83C1"/>
        </a:accent6>
        <a:hlink>
          <a:srgbClr val="968880"/>
        </a:hlink>
        <a:folHlink>
          <a:srgbClr val="533D2D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16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17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74410</TotalTime>
  <Words>2705</Words>
  <Application>Microsoft Office PowerPoint</Application>
  <PresentationFormat>Custom</PresentationFormat>
  <Paragraphs>932</Paragraphs>
  <Slides>25</Slides>
  <Notes>1</Notes>
  <HiddenSlides>1</HiddenSlides>
  <MMClips>0</MMClips>
  <ScaleCrop>false</ScaleCrop>
  <HeadingPairs>
    <vt:vector size="4" baseType="variant">
      <vt:variant>
        <vt:lpstr>Theme</vt:lpstr>
      </vt:variant>
      <vt:variant>
        <vt:i4>15</vt:i4>
      </vt:variant>
      <vt:variant>
        <vt:lpstr>Slide Titles</vt:lpstr>
      </vt:variant>
      <vt:variant>
        <vt:i4>25</vt:i4>
      </vt:variant>
    </vt:vector>
  </HeadingPairs>
  <TitlesOfParts>
    <vt:vector size="40" baseType="lpstr">
      <vt:lpstr>Custom Design</vt:lpstr>
      <vt:lpstr>1_Custom Design</vt:lpstr>
      <vt:lpstr>2_Custom Design</vt:lpstr>
      <vt:lpstr>1_Default Design</vt:lpstr>
      <vt:lpstr>4_Default Design</vt:lpstr>
      <vt:lpstr>3_Default Design</vt:lpstr>
      <vt:lpstr>3_Custom Design</vt:lpstr>
      <vt:lpstr>2_Default Design</vt:lpstr>
      <vt:lpstr>4_Custom Design</vt:lpstr>
      <vt:lpstr>5_Default Design</vt:lpstr>
      <vt:lpstr>5_Custom Design</vt:lpstr>
      <vt:lpstr>6_Default Design</vt:lpstr>
      <vt:lpstr>7_Default Design</vt:lpstr>
      <vt:lpstr>6_Custom Design</vt:lpstr>
      <vt:lpstr>7_Custom Design</vt:lpstr>
      <vt:lpstr>PowerPoint Presentation</vt:lpstr>
      <vt:lpstr>Prepayment on Residential Mortgages</vt:lpstr>
      <vt:lpstr>APPROXIMATING THE REFINANCIBLE UNIVERSE</vt:lpstr>
      <vt:lpstr>LOAN-LEVEL APPROACH TO APPROXIMATING THE REFINANCIBLE UNIVERSE</vt:lpstr>
      <vt:lpstr>LOAN-LEVEL WITH LLPA: LLPA MATRIX</vt:lpstr>
      <vt:lpstr>LOAN-LEVEL WITH LLPA: CALCULATION</vt:lpstr>
      <vt:lpstr>LOAN-LEVEL WITH TIME-DEPENDENT LLPA: LLPA UPDATES</vt:lpstr>
      <vt:lpstr>LOAN-LEVEL WITH TIME-DEPENDENT LLPA: CALCULATION</vt:lpstr>
      <vt:lpstr>REFI INDEX VS DIFFERENT LLPA INCENTIVE MODELS</vt:lpstr>
      <vt:lpstr>LOAN-LEVEL WITH TIME-DEPENDENT LLPA AND PMI</vt:lpstr>
      <vt:lpstr>HARP EFFECT: MORTGAGE CHARGES</vt:lpstr>
      <vt:lpstr>HARP Effect</vt:lpstr>
      <vt:lpstr>HOW HARP AFFECTS THE REFINANCIBLE UNIVERSE</vt:lpstr>
      <vt:lpstr>LOAN-LEVEL INCENTIVES WITH HARP EFFECT</vt:lpstr>
      <vt:lpstr>Loan Level Model with HARP Effect</vt:lpstr>
      <vt:lpstr>Update 1: Current Paying PMI</vt:lpstr>
      <vt:lpstr>Update 2: Pre 2005 Loan Effect</vt:lpstr>
      <vt:lpstr>Result Comparison</vt:lpstr>
      <vt:lpstr>PowerPoint Presentation</vt:lpstr>
      <vt:lpstr>Mortgage Rate Difference between Big Lenders and Small Lenders</vt:lpstr>
      <vt:lpstr>Mortgage Rate Difference between Big Lenders and Small Lenders</vt:lpstr>
      <vt:lpstr>Whether The Difference Is Consistent Among FICO Ranges</vt:lpstr>
      <vt:lpstr>Whether The Difference Is Consistent Among FICO Ranges</vt:lpstr>
      <vt:lpstr>PowerPoint Presentation</vt:lpstr>
      <vt:lpstr>Appendix: FICO distribution as of May 2015</vt:lpstr>
    </vt:vector>
  </TitlesOfParts>
  <Company>Microsoft Corporation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0</dc:title>
  <dc:creator>William Gates</dc:creator>
  <cp:lastModifiedBy>Lien Chen</cp:lastModifiedBy>
  <cp:revision>1921</cp:revision>
  <cp:lastPrinted>2014-08-14T21:45:56Z</cp:lastPrinted>
  <dcterms:created xsi:type="dcterms:W3CDTF">2011-07-07T12:37:32Z</dcterms:created>
  <dcterms:modified xsi:type="dcterms:W3CDTF">2015-06-04T19:49:33Z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_AdHocReviewCycleID">
    <vt:i4>-1471813815</vt:i4>
  </property>
  <property fmtid="{D5CDD505-2E9C-101B-9397-08002B2CF9AE}" pid="3" name="_NewReviewCycle">
    <vt:lpwstr/>
  </property>
  <property fmtid="{D5CDD505-2E9C-101B-9397-08002B2CF9AE}" pid="4" name="_EmailSubject">
    <vt:lpwstr>FW: 2012 05 15 cello presentation.pptx</vt:lpwstr>
  </property>
  <property fmtid="{D5CDD505-2E9C-101B-9397-08002B2CF9AE}" pid="5" name="_AuthorEmail">
    <vt:lpwstr>Marisa.Goldberg@guggenheimpartners.com</vt:lpwstr>
  </property>
  <property fmtid="{D5CDD505-2E9C-101B-9397-08002B2CF9AE}" pid="6" name="_AuthorEmailDisplayName">
    <vt:lpwstr>Goldberg, Marisa</vt:lpwstr>
  </property>
  <property fmtid="{D5CDD505-2E9C-101B-9397-08002B2CF9AE}" pid="7" name="_PreviousAdHocReviewCycleID">
    <vt:i4>-274319563</vt:i4>
  </property>
</Properties>
</file>