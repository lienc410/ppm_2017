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5"/>
  </p:notesMasterIdLst>
  <p:handoutMasterIdLst>
    <p:handoutMasterId r:id="rId36"/>
  </p:handoutMasterIdLst>
  <p:sldIdLst>
    <p:sldId id="433" r:id="rId16"/>
    <p:sldId id="554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95" r:id="rId29"/>
    <p:sldId id="596" r:id="rId30"/>
    <p:sldId id="597" r:id="rId31"/>
    <p:sldId id="598" r:id="rId32"/>
    <p:sldId id="599" r:id="rId33"/>
    <p:sldId id="539" r:id="rId34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75C"/>
    <a:srgbClr val="2E8A60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20" y="-2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05.xlsm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12.Primary%20Market%20Package\11.Refinanceable%20Percentage\11.Refinanceable%20Percentage%20Master%202015-05-21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Historical Conventional </a:t>
            </a:r>
            <a:r>
              <a:rPr lang="en-US" sz="1600" b="1" i="0" baseline="0" dirty="0" err="1" smtClean="0">
                <a:effectLst/>
              </a:rPr>
              <a:t>Refi</a:t>
            </a:r>
            <a:r>
              <a:rPr lang="en-US" sz="1600" b="1" i="0" baseline="0" dirty="0" smtClean="0">
                <a:effectLst/>
              </a:rPr>
              <a:t> Index vs. FGLMC </a:t>
            </a:r>
            <a:r>
              <a:rPr lang="en-US" sz="1600" b="1" i="0" baseline="0" dirty="0" err="1" smtClean="0">
                <a:effectLst/>
              </a:rPr>
              <a:t>Refinancible</a:t>
            </a:r>
            <a:r>
              <a:rPr lang="en-US" sz="1600" b="1" i="0" baseline="0" dirty="0" smtClean="0">
                <a:effectLst/>
              </a:rPr>
              <a:t> Universe (50 </a:t>
            </a:r>
            <a:r>
              <a:rPr lang="en-US" sz="1600" b="1" i="0" baseline="0" dirty="0" err="1" smtClean="0">
                <a:effectLst/>
              </a:rPr>
              <a:t>bp</a:t>
            </a:r>
            <a:r>
              <a:rPr lang="en-US" sz="1600" b="1" i="0" baseline="0" dirty="0" smtClean="0">
                <a:effectLst/>
              </a:rPr>
              <a:t> incentive)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34912"/>
        <c:axId val="210136448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161024"/>
        <c:axId val="210159104"/>
      </c:lineChart>
      <c:dateAx>
        <c:axId val="21013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136448"/>
        <c:crosses val="autoZero"/>
        <c:auto val="1"/>
        <c:lblOffset val="100"/>
        <c:baseTimeUnit val="days"/>
      </c:dateAx>
      <c:valAx>
        <c:axId val="21013644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134912"/>
        <c:crosses val="autoZero"/>
        <c:crossBetween val="between"/>
      </c:valAx>
      <c:valAx>
        <c:axId val="21015910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161024"/>
        <c:crosses val="max"/>
        <c:crossBetween val="between"/>
      </c:valAx>
      <c:dateAx>
        <c:axId val="2101610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159104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2463565928132851E-2"/>
          <c:y val="4.103239004183673E-2"/>
          <c:w val="0.83784897758651045"/>
          <c:h val="0.7014754072457039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325760"/>
        <c:axId val="200335744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043264"/>
        <c:axId val="200337664"/>
      </c:lineChart>
      <c:dateAx>
        <c:axId val="2003257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0335744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0033574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b="1" i="0" baseline="0" dirty="0" err="1" smtClean="0">
                    <a:effectLst/>
                  </a:rPr>
                  <a:t>Refinancible</a:t>
                </a:r>
                <a:r>
                  <a:rPr lang="en-US" sz="1200" b="1" i="0" baseline="0" dirty="0" smtClean="0">
                    <a:effectLst/>
                  </a:rPr>
                  <a:t> Universe</a:t>
                </a:r>
                <a:endParaRPr lang="en-US" sz="12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0325760"/>
        <c:crosses val="autoZero"/>
        <c:crossBetween val="between"/>
      </c:valAx>
      <c:valAx>
        <c:axId val="20033766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err="1" smtClean="0"/>
                  <a:t>Refi</a:t>
                </a:r>
                <a:r>
                  <a:rPr lang="en-US" sz="1200" dirty="0" smtClean="0"/>
                  <a:t> Index</a:t>
                </a:r>
                <a:endParaRPr lang="en-US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0043264"/>
        <c:crosses val="max"/>
        <c:crossBetween val="between"/>
      </c:valAx>
      <c:dateAx>
        <c:axId val="2100432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0337664"/>
        <c:crosses val="autoZero"/>
        <c:auto val="1"/>
        <c:lblOffset val="100"/>
        <c:baseTimeUnit val="days"/>
      </c:dateAx>
    </c:plotArea>
    <c:legend>
      <c:legendPos val="b"/>
      <c:layout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859328"/>
        <c:axId val="209860864"/>
      </c:lineChart>
      <c:dateAx>
        <c:axId val="2098593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9860864"/>
        <c:crosses val="autoZero"/>
        <c:auto val="1"/>
        <c:lblOffset val="100"/>
        <c:baseTimeUnit val="days"/>
        <c:majorUnit val="6"/>
        <c:majorTimeUnit val="months"/>
      </c:dateAx>
      <c:valAx>
        <c:axId val="2098608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9859328"/>
        <c:crosses val="autoZero"/>
        <c:crossBetween val="between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834752"/>
        <c:axId val="209836288"/>
      </c:lineChart>
      <c:dateAx>
        <c:axId val="2098347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9836288"/>
        <c:crosses val="autoZero"/>
        <c:auto val="1"/>
        <c:lblOffset val="100"/>
        <c:baseTimeUnit val="days"/>
        <c:majorUnit val="6"/>
        <c:majorTimeUnit val="months"/>
      </c:dateAx>
      <c:valAx>
        <c:axId val="2098362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9834752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Pool Level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864320"/>
        <c:axId val="199865856"/>
      </c:lineChart>
      <c:dateAx>
        <c:axId val="199864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9865856"/>
        <c:crosses val="autoZero"/>
        <c:auto val="1"/>
        <c:lblOffset val="100"/>
        <c:baseTimeUnit val="days"/>
        <c:majorUnit val="6"/>
        <c:majorTimeUnit val="months"/>
      </c:dateAx>
      <c:valAx>
        <c:axId val="1998658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Refinancible</a:t>
                </a:r>
                <a:r>
                  <a:rPr lang="en-US" baseline="0"/>
                  <a:t> </a:t>
                </a:r>
                <a:r>
                  <a:rPr lang="en-US"/>
                  <a:t>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9864320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5"/>
          <c:order val="1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973504"/>
        <c:axId val="199979392"/>
      </c:lineChart>
      <c:lineChart>
        <c:grouping val="standard"/>
        <c:varyColors val="0"/>
        <c:ser>
          <c:idx val="2"/>
          <c:order val="0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995776"/>
        <c:axId val="199981312"/>
      </c:lineChart>
      <c:dateAx>
        <c:axId val="1999735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99979392"/>
        <c:crosses val="autoZero"/>
        <c:auto val="1"/>
        <c:lblOffset val="100"/>
        <c:baseTimeUnit val="days"/>
        <c:majorUnit val="6"/>
        <c:majorTimeUnit val="months"/>
      </c:dateAx>
      <c:valAx>
        <c:axId val="19997939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99973504"/>
        <c:crosses val="autoZero"/>
        <c:crossBetween val="between"/>
        <c:majorUnit val="0.2"/>
      </c:valAx>
      <c:valAx>
        <c:axId val="19998131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9995776"/>
        <c:crosses val="max"/>
        <c:crossBetween val="between"/>
      </c:valAx>
      <c:dateAx>
        <c:axId val="19999577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998131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005504"/>
        <c:axId val="200007040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888256"/>
        <c:axId val="199886336"/>
      </c:lineChart>
      <c:dateAx>
        <c:axId val="2000055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0007040"/>
        <c:crosses val="autoZero"/>
        <c:auto val="1"/>
        <c:lblOffset val="100"/>
        <c:baseTimeUnit val="days"/>
        <c:majorUnit val="6"/>
        <c:majorTimeUnit val="months"/>
      </c:dateAx>
      <c:valAx>
        <c:axId val="2000070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0005504"/>
        <c:crosses val="autoZero"/>
        <c:crossBetween val="between"/>
      </c:valAx>
      <c:valAx>
        <c:axId val="199886336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9888256"/>
        <c:crosses val="max"/>
        <c:crossBetween val="between"/>
      </c:valAx>
      <c:dateAx>
        <c:axId val="19988825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9886336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4"/>
          <c:order val="1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2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692352"/>
        <c:axId val="210976768"/>
      </c:lineChart>
      <c:dateAx>
        <c:axId val="2106923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976768"/>
        <c:crosses val="autoZero"/>
        <c:auto val="1"/>
        <c:lblOffset val="100"/>
        <c:baseTimeUnit val="days"/>
        <c:majorUnit val="6"/>
        <c:majorTimeUnit val="months"/>
      </c:dateAx>
      <c:valAx>
        <c:axId val="21097676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baseline="0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692352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Loans Originated Before June</a:t>
            </a:r>
            <a:r>
              <a:rPr lang="en-US" sz="1200" baseline="0" dirty="0" smtClean="0"/>
              <a:t> 2009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'HARPable Universe'!$C$2</c:f>
              <c:strCache>
                <c:ptCount val="1"/>
                <c:pt idx="0">
                  <c:v>Refi Plus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Universe'!$C$3:$C$227</c:f>
              <c:numCache>
                <c:formatCode>0%</c:formatCode>
                <c:ptCount val="225"/>
                <c:pt idx="0">
                  <c:v>0.68934342154794104</c:v>
                </c:pt>
                <c:pt idx="1">
                  <c:v>0.70307643177109502</c:v>
                </c:pt>
                <c:pt idx="2">
                  <c:v>0.68938813329756798</c:v>
                </c:pt>
                <c:pt idx="3">
                  <c:v>0.68933878258023296</c:v>
                </c:pt>
                <c:pt idx="4">
                  <c:v>0.67503887167036103</c:v>
                </c:pt>
                <c:pt idx="5">
                  <c:v>0.62601198303170802</c:v>
                </c:pt>
                <c:pt idx="6">
                  <c:v>0.64635810340061295</c:v>
                </c:pt>
                <c:pt idx="7">
                  <c:v>0.657316480570869</c:v>
                </c:pt>
                <c:pt idx="8">
                  <c:v>0.67062319372880397</c:v>
                </c:pt>
                <c:pt idx="9">
                  <c:v>0.67056643052686704</c:v>
                </c:pt>
                <c:pt idx="10">
                  <c:v>0.69499981858565096</c:v>
                </c:pt>
                <c:pt idx="11">
                  <c:v>0.68107814802781896</c:v>
                </c:pt>
                <c:pt idx="12">
                  <c:v>0.67063539524591398</c:v>
                </c:pt>
                <c:pt idx="13">
                  <c:v>0.667098340408248</c:v>
                </c:pt>
                <c:pt idx="14">
                  <c:v>0.66704040155500299</c:v>
                </c:pt>
                <c:pt idx="15">
                  <c:v>0.67762590916364096</c:v>
                </c:pt>
                <c:pt idx="16">
                  <c:v>0.67764813539017299</c:v>
                </c:pt>
                <c:pt idx="17">
                  <c:v>0.68894669316518398</c:v>
                </c:pt>
                <c:pt idx="18">
                  <c:v>0.71405065373301202</c:v>
                </c:pt>
                <c:pt idx="19">
                  <c:v>0.71407362852576595</c:v>
                </c:pt>
                <c:pt idx="20">
                  <c:v>0.71409882525790402</c:v>
                </c:pt>
                <c:pt idx="21">
                  <c:v>0.72824875176082904</c:v>
                </c:pt>
                <c:pt idx="22">
                  <c:v>0.74506714039606803</c:v>
                </c:pt>
                <c:pt idx="23">
                  <c:v>0.74505340929157504</c:v>
                </c:pt>
                <c:pt idx="24">
                  <c:v>0.72824875176082904</c:v>
                </c:pt>
                <c:pt idx="25">
                  <c:v>0.74479550295308605</c:v>
                </c:pt>
                <c:pt idx="26">
                  <c:v>0.70952144486954205</c:v>
                </c:pt>
                <c:pt idx="27">
                  <c:v>0.74275012081458902</c:v>
                </c:pt>
                <c:pt idx="28">
                  <c:v>0.72609841989856705</c:v>
                </c:pt>
                <c:pt idx="29">
                  <c:v>0.72572799430629997</c:v>
                </c:pt>
                <c:pt idx="30">
                  <c:v>0.77903375194828495</c:v>
                </c:pt>
                <c:pt idx="31">
                  <c:v>0.86382425683094299</c:v>
                </c:pt>
                <c:pt idx="32">
                  <c:v>0.93211944193435403</c:v>
                </c:pt>
                <c:pt idx="33">
                  <c:v>0.89991044673128795</c:v>
                </c:pt>
                <c:pt idx="34">
                  <c:v>0.89921029459495505</c:v>
                </c:pt>
                <c:pt idx="35">
                  <c:v>0.94885867876400498</c:v>
                </c:pt>
                <c:pt idx="36">
                  <c:v>0.948919698883541</c:v>
                </c:pt>
                <c:pt idx="37">
                  <c:v>0.948919698883541</c:v>
                </c:pt>
                <c:pt idx="38">
                  <c:v>0.974512005363524</c:v>
                </c:pt>
                <c:pt idx="39">
                  <c:v>0.97415183550259199</c:v>
                </c:pt>
                <c:pt idx="40">
                  <c:v>0.930833872341434</c:v>
                </c:pt>
                <c:pt idx="41">
                  <c:v>0.948221735508743</c:v>
                </c:pt>
                <c:pt idx="42">
                  <c:v>0.94825133674425999</c:v>
                </c:pt>
                <c:pt idx="43">
                  <c:v>0.97363330958432404</c:v>
                </c:pt>
                <c:pt idx="44">
                  <c:v>0.97363631849321397</c:v>
                </c:pt>
                <c:pt idx="45">
                  <c:v>0.97363330958432404</c:v>
                </c:pt>
                <c:pt idx="46">
                  <c:v>0.97364489082606698</c:v>
                </c:pt>
                <c:pt idx="47">
                  <c:v>0.97319978848678002</c:v>
                </c:pt>
                <c:pt idx="48">
                  <c:v>0.973202121427309</c:v>
                </c:pt>
                <c:pt idx="49">
                  <c:v>0.97322297014224102</c:v>
                </c:pt>
                <c:pt idx="50">
                  <c:v>0.98378393141539</c:v>
                </c:pt>
                <c:pt idx="51">
                  <c:v>0.98374645848449505</c:v>
                </c:pt>
                <c:pt idx="52">
                  <c:v>0.98350298040027295</c:v>
                </c:pt>
                <c:pt idx="53">
                  <c:v>0.983519920596025</c:v>
                </c:pt>
                <c:pt idx="54">
                  <c:v>0.98351461374668603</c:v>
                </c:pt>
                <c:pt idx="55">
                  <c:v>0.97286189980816695</c:v>
                </c:pt>
                <c:pt idx="56">
                  <c:v>0.98329981748947404</c:v>
                </c:pt>
                <c:pt idx="57">
                  <c:v>0.98329981748947404</c:v>
                </c:pt>
                <c:pt idx="58">
                  <c:v>0.98329981748947404</c:v>
                </c:pt>
                <c:pt idx="59">
                  <c:v>0.97253147097901604</c:v>
                </c:pt>
                <c:pt idx="60">
                  <c:v>0.98307098130391601</c:v>
                </c:pt>
                <c:pt idx="61">
                  <c:v>0.98308116533178702</c:v>
                </c:pt>
                <c:pt idx="62">
                  <c:v>0.98304412035651201</c:v>
                </c:pt>
                <c:pt idx="63">
                  <c:v>0.94621671624645198</c:v>
                </c:pt>
                <c:pt idx="64">
                  <c:v>0.97221317553099895</c:v>
                </c:pt>
                <c:pt idx="65">
                  <c:v>0.972659113561122</c:v>
                </c:pt>
                <c:pt idx="66">
                  <c:v>0.98910284855503505</c:v>
                </c:pt>
                <c:pt idx="67">
                  <c:v>0.98328533943875196</c:v>
                </c:pt>
                <c:pt idx="68">
                  <c:v>0.98910284855503505</c:v>
                </c:pt>
                <c:pt idx="69">
                  <c:v>0.98918794291197698</c:v>
                </c:pt>
                <c:pt idx="70">
                  <c:v>0.98919709187808802</c:v>
                </c:pt>
                <c:pt idx="71">
                  <c:v>0.99452879876186695</c:v>
                </c:pt>
                <c:pt idx="72">
                  <c:v>0.994528175384642</c:v>
                </c:pt>
                <c:pt idx="73">
                  <c:v>0.99453076174602095</c:v>
                </c:pt>
                <c:pt idx="74">
                  <c:v>0.99920990822137301</c:v>
                </c:pt>
                <c:pt idx="75">
                  <c:v>0.99750984999361303</c:v>
                </c:pt>
                <c:pt idx="76">
                  <c:v>0.99920990822137301</c:v>
                </c:pt>
                <c:pt idx="77">
                  <c:v>0.99920990822137301</c:v>
                </c:pt>
                <c:pt idx="78">
                  <c:v>0.99921052750741601</c:v>
                </c:pt>
                <c:pt idx="79">
                  <c:v>0.99993082487965101</c:v>
                </c:pt>
                <c:pt idx="80">
                  <c:v>0.99993082487965101</c:v>
                </c:pt>
                <c:pt idx="81">
                  <c:v>0.99994356235953297</c:v>
                </c:pt>
                <c:pt idx="82">
                  <c:v>0.99992850979514003</c:v>
                </c:pt>
                <c:pt idx="83">
                  <c:v>0.99992850979514003</c:v>
                </c:pt>
                <c:pt idx="84">
                  <c:v>0.99991808103115498</c:v>
                </c:pt>
                <c:pt idx="85">
                  <c:v>0.99920283129912302</c:v>
                </c:pt>
                <c:pt idx="86">
                  <c:v>0.99992850979514003</c:v>
                </c:pt>
                <c:pt idx="87">
                  <c:v>0.999925926572371</c:v>
                </c:pt>
                <c:pt idx="88">
                  <c:v>0.999925926572371</c:v>
                </c:pt>
                <c:pt idx="89">
                  <c:v>0.99993925458967703</c:v>
                </c:pt>
                <c:pt idx="90">
                  <c:v>0.999963330930556</c:v>
                </c:pt>
                <c:pt idx="91">
                  <c:v>0.99996184565451895</c:v>
                </c:pt>
                <c:pt idx="92">
                  <c:v>0.99994149110272401</c:v>
                </c:pt>
                <c:pt idx="93">
                  <c:v>0.99996184565451895</c:v>
                </c:pt>
                <c:pt idx="94">
                  <c:v>0.99994149110272401</c:v>
                </c:pt>
                <c:pt idx="95">
                  <c:v>0.99993955387432398</c:v>
                </c:pt>
                <c:pt idx="96">
                  <c:v>0.99993955387432398</c:v>
                </c:pt>
                <c:pt idx="97">
                  <c:v>0.999960116591327</c:v>
                </c:pt>
                <c:pt idx="98">
                  <c:v>0.99997526938915204</c:v>
                </c:pt>
                <c:pt idx="99">
                  <c:v>0.999960116591327</c:v>
                </c:pt>
                <c:pt idx="100">
                  <c:v>0.99995840571303796</c:v>
                </c:pt>
                <c:pt idx="101">
                  <c:v>0.99997421417518995</c:v>
                </c:pt>
                <c:pt idx="102">
                  <c:v>0.99995840571303796</c:v>
                </c:pt>
                <c:pt idx="103">
                  <c:v>0.99995840571303796</c:v>
                </c:pt>
                <c:pt idx="104">
                  <c:v>0.99995690344517796</c:v>
                </c:pt>
                <c:pt idx="105">
                  <c:v>0.99993449558008296</c:v>
                </c:pt>
                <c:pt idx="106">
                  <c:v>0.99995690344517796</c:v>
                </c:pt>
                <c:pt idx="107">
                  <c:v>0.99993449558008296</c:v>
                </c:pt>
                <c:pt idx="108">
                  <c:v>0.99991411771788796</c:v>
                </c:pt>
                <c:pt idx="109">
                  <c:v>0.99991089237320696</c:v>
                </c:pt>
                <c:pt idx="110">
                  <c:v>0.99991089237320696</c:v>
                </c:pt>
                <c:pt idx="111">
                  <c:v>0.99989953187824898</c:v>
                </c:pt>
                <c:pt idx="112">
                  <c:v>0.99991089237320696</c:v>
                </c:pt>
                <c:pt idx="113">
                  <c:v>0.99990931344518297</c:v>
                </c:pt>
                <c:pt idx="114">
                  <c:v>0.99915802709531398</c:v>
                </c:pt>
                <c:pt idx="115">
                  <c:v>0.99990931344518297</c:v>
                </c:pt>
                <c:pt idx="116">
                  <c:v>0.999897251404256</c:v>
                </c:pt>
                <c:pt idx="117">
                  <c:v>0.99990366179078405</c:v>
                </c:pt>
                <c:pt idx="118">
                  <c:v>0.99991982126825196</c:v>
                </c:pt>
                <c:pt idx="119">
                  <c:v>0.99992797902387898</c:v>
                </c:pt>
                <c:pt idx="120">
                  <c:v>0.99992797902387898</c:v>
                </c:pt>
                <c:pt idx="121">
                  <c:v>0.9999571303068</c:v>
                </c:pt>
                <c:pt idx="122">
                  <c:v>0.999926355664575</c:v>
                </c:pt>
                <c:pt idx="123">
                  <c:v>0.99991596688144602</c:v>
                </c:pt>
                <c:pt idx="124">
                  <c:v>0.999891003765222</c:v>
                </c:pt>
                <c:pt idx="125">
                  <c:v>0.98959937329126002</c:v>
                </c:pt>
                <c:pt idx="126">
                  <c:v>0.98319620204482405</c:v>
                </c:pt>
                <c:pt idx="127">
                  <c:v>0.97483509520421197</c:v>
                </c:pt>
                <c:pt idx="128">
                  <c:v>0.974845105001512</c:v>
                </c:pt>
                <c:pt idx="129">
                  <c:v>0.75861637191260001</c:v>
                </c:pt>
                <c:pt idx="130">
                  <c:v>0.87464281994842097</c:v>
                </c:pt>
                <c:pt idx="131">
                  <c:v>0.73939644380791003</c:v>
                </c:pt>
                <c:pt idx="132">
                  <c:v>0.83595927197837805</c:v>
                </c:pt>
                <c:pt idx="133">
                  <c:v>0.83620473842721499</c:v>
                </c:pt>
                <c:pt idx="134">
                  <c:v>0.79246254673167404</c:v>
                </c:pt>
                <c:pt idx="135">
                  <c:v>0.792438207756055</c:v>
                </c:pt>
                <c:pt idx="136">
                  <c:v>0.792438207756055</c:v>
                </c:pt>
                <c:pt idx="137">
                  <c:v>0.72293605511047399</c:v>
                </c:pt>
                <c:pt idx="138">
                  <c:v>0.75618136859207497</c:v>
                </c:pt>
                <c:pt idx="139">
                  <c:v>0.73241928482112195</c:v>
                </c:pt>
                <c:pt idx="140">
                  <c:v>0.71851650648965204</c:v>
                </c:pt>
                <c:pt idx="141">
                  <c:v>0.75283799652968897</c:v>
                </c:pt>
                <c:pt idx="142">
                  <c:v>0.87216740152542305</c:v>
                </c:pt>
                <c:pt idx="143">
                  <c:v>0.91006704896642798</c:v>
                </c:pt>
                <c:pt idx="144">
                  <c:v>0.91000379323017</c:v>
                </c:pt>
                <c:pt idx="145">
                  <c:v>0.87030379941598801</c:v>
                </c:pt>
                <c:pt idx="146">
                  <c:v>0.92948151561270798</c:v>
                </c:pt>
                <c:pt idx="147">
                  <c:v>0.946371224192602</c:v>
                </c:pt>
                <c:pt idx="148">
                  <c:v>0.92862600348226998</c:v>
                </c:pt>
                <c:pt idx="149">
                  <c:v>0.82764760393529802</c:v>
                </c:pt>
                <c:pt idx="150">
                  <c:v>0.90867076242729805</c:v>
                </c:pt>
                <c:pt idx="151">
                  <c:v>0.868879336155854</c:v>
                </c:pt>
                <c:pt idx="152">
                  <c:v>0.78150994044042599</c:v>
                </c:pt>
                <c:pt idx="153">
                  <c:v>0.78142626283674099</c:v>
                </c:pt>
                <c:pt idx="154">
                  <c:v>0.74080880570196705</c:v>
                </c:pt>
                <c:pt idx="155">
                  <c:v>0.74072304288786295</c:v>
                </c:pt>
                <c:pt idx="156">
                  <c:v>0.71573440369395702</c:v>
                </c:pt>
                <c:pt idx="157">
                  <c:v>0.737862180577046</c:v>
                </c:pt>
                <c:pt idx="158">
                  <c:v>0.77881660913151596</c:v>
                </c:pt>
                <c:pt idx="159">
                  <c:v>0.77893724315267199</c:v>
                </c:pt>
                <c:pt idx="160">
                  <c:v>0.86531452225895999</c:v>
                </c:pt>
                <c:pt idx="161">
                  <c:v>0.904840601248314</c:v>
                </c:pt>
                <c:pt idx="162">
                  <c:v>0.86420449138465305</c:v>
                </c:pt>
                <c:pt idx="163">
                  <c:v>0.82103225324176798</c:v>
                </c:pt>
                <c:pt idx="164">
                  <c:v>0.82077124571501203</c:v>
                </c:pt>
                <c:pt idx="165">
                  <c:v>0.86296973588403203</c:v>
                </c:pt>
                <c:pt idx="166">
                  <c:v>0.81906765211778298</c:v>
                </c:pt>
                <c:pt idx="167">
                  <c:v>0.86286183686691498</c:v>
                </c:pt>
                <c:pt idx="168">
                  <c:v>0.81889916283087805</c:v>
                </c:pt>
                <c:pt idx="169">
                  <c:v>0.77382163087992895</c:v>
                </c:pt>
                <c:pt idx="170">
                  <c:v>0.81929535733400805</c:v>
                </c:pt>
                <c:pt idx="171">
                  <c:v>0.86307390731589495</c:v>
                </c:pt>
                <c:pt idx="172">
                  <c:v>0.862883144079441</c:v>
                </c:pt>
                <c:pt idx="173">
                  <c:v>0.86338218182302096</c:v>
                </c:pt>
                <c:pt idx="174">
                  <c:v>0.92469964057410103</c:v>
                </c:pt>
                <c:pt idx="175">
                  <c:v>0.92471213874485103</c:v>
                </c:pt>
                <c:pt idx="176">
                  <c:v>0.942170788335981</c:v>
                </c:pt>
                <c:pt idx="177">
                  <c:v>0.94220364207853702</c:v>
                </c:pt>
                <c:pt idx="178">
                  <c:v>0.94191255638832705</c:v>
                </c:pt>
                <c:pt idx="179">
                  <c:v>0.924708662683428</c:v>
                </c:pt>
                <c:pt idx="180">
                  <c:v>0.92478797041361505</c:v>
                </c:pt>
                <c:pt idx="181">
                  <c:v>0.94191255638832705</c:v>
                </c:pt>
                <c:pt idx="182">
                  <c:v>0.95933486163638704</c:v>
                </c:pt>
                <c:pt idx="183">
                  <c:v>0.92435732512698199</c:v>
                </c:pt>
                <c:pt idx="184">
                  <c:v>0.94140193159732499</c:v>
                </c:pt>
                <c:pt idx="185">
                  <c:v>0.94140193159732499</c:v>
                </c:pt>
                <c:pt idx="186">
                  <c:v>0.94141649683931705</c:v>
                </c:pt>
                <c:pt idx="187">
                  <c:v>0.92406873351741203</c:v>
                </c:pt>
                <c:pt idx="188">
                  <c:v>0.94091871934431903</c:v>
                </c:pt>
                <c:pt idx="189">
                  <c:v>0.95930523734958395</c:v>
                </c:pt>
                <c:pt idx="190">
                  <c:v>0.95930523734958395</c:v>
                </c:pt>
                <c:pt idx="191">
                  <c:v>0.959184322523427</c:v>
                </c:pt>
                <c:pt idx="192">
                  <c:v>0.95904395158926303</c:v>
                </c:pt>
                <c:pt idx="193">
                  <c:v>0.92367592231458095</c:v>
                </c:pt>
                <c:pt idx="194">
                  <c:v>0.92375754000891097</c:v>
                </c:pt>
                <c:pt idx="195">
                  <c:v>0.939877910552257</c:v>
                </c:pt>
                <c:pt idx="196">
                  <c:v>0.95870597013426595</c:v>
                </c:pt>
                <c:pt idx="197">
                  <c:v>0.98146689029705902</c:v>
                </c:pt>
                <c:pt idx="198">
                  <c:v>0.98818151288594802</c:v>
                </c:pt>
                <c:pt idx="199">
                  <c:v>0.98146296312210002</c:v>
                </c:pt>
                <c:pt idx="200">
                  <c:v>0.97081970689119501</c:v>
                </c:pt>
                <c:pt idx="201">
                  <c:v>0.97082427955975303</c:v>
                </c:pt>
                <c:pt idx="202">
                  <c:v>0.98114317383489702</c:v>
                </c:pt>
                <c:pt idx="203">
                  <c:v>0.98115309471965295</c:v>
                </c:pt>
                <c:pt idx="204">
                  <c:v>0.98784281177175604</c:v>
                </c:pt>
                <c:pt idx="205">
                  <c:v>0.98783408332259803</c:v>
                </c:pt>
                <c:pt idx="206">
                  <c:v>0.99479182701672098</c:v>
                </c:pt>
                <c:pt idx="207">
                  <c:v>0.99479023677626099</c:v>
                </c:pt>
                <c:pt idx="208">
                  <c:v>0.98784159692108897</c:v>
                </c:pt>
                <c:pt idx="209">
                  <c:v>0.99863696366528298</c:v>
                </c:pt>
                <c:pt idx="210">
                  <c:v>0.99972875942488504</c:v>
                </c:pt>
                <c:pt idx="211">
                  <c:v>0.99972875942488504</c:v>
                </c:pt>
                <c:pt idx="212">
                  <c:v>0.99972875942488504</c:v>
                </c:pt>
                <c:pt idx="213">
                  <c:v>0.99972493862629996</c:v>
                </c:pt>
                <c:pt idx="214">
                  <c:v>0.99902094218210002</c:v>
                </c:pt>
                <c:pt idx="215">
                  <c:v>0.99863084569716998</c:v>
                </c:pt>
                <c:pt idx="216">
                  <c:v>0.99472881095047105</c:v>
                </c:pt>
                <c:pt idx="217">
                  <c:v>0.99843910380784895</c:v>
                </c:pt>
                <c:pt idx="218">
                  <c:v>0.98728276128744996</c:v>
                </c:pt>
                <c:pt idx="219">
                  <c:v>0.99843910380784895</c:v>
                </c:pt>
                <c:pt idx="220">
                  <c:v>0.99887607034173698</c:v>
                </c:pt>
                <c:pt idx="221">
                  <c:v>0.99885910901552399</c:v>
                </c:pt>
                <c:pt idx="222">
                  <c:v>0.99960994368004696</c:v>
                </c:pt>
                <c:pt idx="223">
                  <c:v>0.99885981007337399</c:v>
                </c:pt>
                <c:pt idx="224">
                  <c:v>0.99960994368004696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'HARPable Universe'!$D$2</c:f>
              <c:strCache>
                <c:ptCount val="1"/>
                <c:pt idx="0">
                  <c:v>Regular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'HARPable Universe'!$D$3:$D$227</c:f>
              <c:numCache>
                <c:formatCode>0%</c:formatCode>
                <c:ptCount val="225"/>
                <c:pt idx="0">
                  <c:v>0.32204130779229101</c:v>
                </c:pt>
                <c:pt idx="1">
                  <c:v>0.33944259689377898</c:v>
                </c:pt>
                <c:pt idx="2">
                  <c:v>0.32792342987711598</c:v>
                </c:pt>
                <c:pt idx="3">
                  <c:v>0.32039053977925802</c:v>
                </c:pt>
                <c:pt idx="4">
                  <c:v>0.295596785601205</c:v>
                </c:pt>
                <c:pt idx="5">
                  <c:v>0.234840435700295</c:v>
                </c:pt>
                <c:pt idx="6">
                  <c:v>0.25513974378513499</c:v>
                </c:pt>
                <c:pt idx="7">
                  <c:v>0.27027204570239999</c:v>
                </c:pt>
                <c:pt idx="8">
                  <c:v>0.27618659696598702</c:v>
                </c:pt>
                <c:pt idx="9">
                  <c:v>0.27593598906514399</c:v>
                </c:pt>
                <c:pt idx="10">
                  <c:v>0.30794837748269599</c:v>
                </c:pt>
                <c:pt idx="11">
                  <c:v>0.29055412632630701</c:v>
                </c:pt>
                <c:pt idx="12">
                  <c:v>0.276215339287747</c:v>
                </c:pt>
                <c:pt idx="13">
                  <c:v>0.28032672938051101</c:v>
                </c:pt>
                <c:pt idx="14">
                  <c:v>0.27639565795825799</c:v>
                </c:pt>
                <c:pt idx="15">
                  <c:v>0.29489367773778902</c:v>
                </c:pt>
                <c:pt idx="16">
                  <c:v>0.30100380523127301</c:v>
                </c:pt>
                <c:pt idx="17">
                  <c:v>0.32414763510163902</c:v>
                </c:pt>
                <c:pt idx="18">
                  <c:v>0.35120080584396202</c:v>
                </c:pt>
                <c:pt idx="19">
                  <c:v>0.35171549347634701</c:v>
                </c:pt>
                <c:pt idx="20">
                  <c:v>0.35587573298129699</c:v>
                </c:pt>
                <c:pt idx="21">
                  <c:v>0.384751810944437</c:v>
                </c:pt>
                <c:pt idx="22">
                  <c:v>0.40107831488719298</c:v>
                </c:pt>
                <c:pt idx="23">
                  <c:v>0.401048271232536</c:v>
                </c:pt>
                <c:pt idx="24">
                  <c:v>0.384751810944437</c:v>
                </c:pt>
                <c:pt idx="25">
                  <c:v>0.40017737051204799</c:v>
                </c:pt>
                <c:pt idx="26">
                  <c:v>0.36468183111139002</c:v>
                </c:pt>
                <c:pt idx="27">
                  <c:v>0.40333930019983799</c:v>
                </c:pt>
                <c:pt idx="28">
                  <c:v>0.38775372661303198</c:v>
                </c:pt>
                <c:pt idx="29">
                  <c:v>0.38003243735001302</c:v>
                </c:pt>
                <c:pt idx="30">
                  <c:v>0.44778093064805002</c:v>
                </c:pt>
                <c:pt idx="31">
                  <c:v>0.52006535712284097</c:v>
                </c:pt>
                <c:pt idx="32">
                  <c:v>0.58768687513124296</c:v>
                </c:pt>
                <c:pt idx="33">
                  <c:v>0.55816631773039305</c:v>
                </c:pt>
                <c:pt idx="34">
                  <c:v>0.56195750140436296</c:v>
                </c:pt>
                <c:pt idx="35">
                  <c:v>0.60700793412000198</c:v>
                </c:pt>
                <c:pt idx="36">
                  <c:v>0.61032822604557502</c:v>
                </c:pt>
                <c:pt idx="37">
                  <c:v>0.61032822604557502</c:v>
                </c:pt>
                <c:pt idx="38">
                  <c:v>0.64853433410786498</c:v>
                </c:pt>
                <c:pt idx="39">
                  <c:v>0.645956259094282</c:v>
                </c:pt>
                <c:pt idx="40">
                  <c:v>0.58447873508666104</c:v>
                </c:pt>
                <c:pt idx="41">
                  <c:v>0.59657753136731795</c:v>
                </c:pt>
                <c:pt idx="42">
                  <c:v>0.59967366222938401</c:v>
                </c:pt>
                <c:pt idx="43">
                  <c:v>0.63426200382067699</c:v>
                </c:pt>
                <c:pt idx="44">
                  <c:v>0.63427711234699902</c:v>
                </c:pt>
                <c:pt idx="45">
                  <c:v>0.63426200382067699</c:v>
                </c:pt>
                <c:pt idx="46">
                  <c:v>0.635648130355292</c:v>
                </c:pt>
                <c:pt idx="47">
                  <c:v>0.62458539335419805</c:v>
                </c:pt>
                <c:pt idx="48">
                  <c:v>0.62459894340621602</c:v>
                </c:pt>
                <c:pt idx="49">
                  <c:v>0.62737303113999399</c:v>
                </c:pt>
                <c:pt idx="50">
                  <c:v>0.64767108993784595</c:v>
                </c:pt>
                <c:pt idx="51">
                  <c:v>0.63728428479421295</c:v>
                </c:pt>
                <c:pt idx="52">
                  <c:v>0.63473367433484096</c:v>
                </c:pt>
                <c:pt idx="53">
                  <c:v>0.64586810672947803</c:v>
                </c:pt>
                <c:pt idx="54">
                  <c:v>0.64423993013390601</c:v>
                </c:pt>
                <c:pt idx="55">
                  <c:v>0.62201051152227504</c:v>
                </c:pt>
                <c:pt idx="56">
                  <c:v>0.64005936276544695</c:v>
                </c:pt>
                <c:pt idx="57">
                  <c:v>0.64005936276544695</c:v>
                </c:pt>
                <c:pt idx="58">
                  <c:v>0.64005936276544695</c:v>
                </c:pt>
                <c:pt idx="59">
                  <c:v>0.61808643863248902</c:v>
                </c:pt>
                <c:pt idx="60">
                  <c:v>0.62796244692019199</c:v>
                </c:pt>
                <c:pt idx="61">
                  <c:v>0.63624058874854394</c:v>
                </c:pt>
                <c:pt idx="62">
                  <c:v>0.62572384062849695</c:v>
                </c:pt>
                <c:pt idx="63">
                  <c:v>0.57002458854182303</c:v>
                </c:pt>
                <c:pt idx="64">
                  <c:v>0.613026013245069</c:v>
                </c:pt>
                <c:pt idx="65">
                  <c:v>0.64462607137328098</c:v>
                </c:pt>
                <c:pt idx="66">
                  <c:v>0.67706909583525099</c:v>
                </c:pt>
                <c:pt idx="67">
                  <c:v>0.65838549683501602</c:v>
                </c:pt>
                <c:pt idx="68">
                  <c:v>0.67706909583525099</c:v>
                </c:pt>
                <c:pt idx="69">
                  <c:v>0.70759479979039797</c:v>
                </c:pt>
                <c:pt idx="70">
                  <c:v>0.71147773162473305</c:v>
                </c:pt>
                <c:pt idx="71">
                  <c:v>0.72048705417655701</c:v>
                </c:pt>
                <c:pt idx="72">
                  <c:v>0.71747083126455002</c:v>
                </c:pt>
                <c:pt idx="73">
                  <c:v>0.72251040855348803</c:v>
                </c:pt>
                <c:pt idx="74">
                  <c:v>0.76469548566159196</c:v>
                </c:pt>
                <c:pt idx="75">
                  <c:v>0.75970865346687</c:v>
                </c:pt>
                <c:pt idx="76">
                  <c:v>0.76601871584032599</c:v>
                </c:pt>
                <c:pt idx="77">
                  <c:v>0.76601871584032599</c:v>
                </c:pt>
                <c:pt idx="78">
                  <c:v>0.77656524470940902</c:v>
                </c:pt>
                <c:pt idx="79">
                  <c:v>0.78357818362172504</c:v>
                </c:pt>
                <c:pt idx="80">
                  <c:v>0.78680943760229805</c:v>
                </c:pt>
                <c:pt idx="81">
                  <c:v>0.78926724871332199</c:v>
                </c:pt>
                <c:pt idx="82">
                  <c:v>0.79167204155684201</c:v>
                </c:pt>
                <c:pt idx="83">
                  <c:v>0.79119157211259705</c:v>
                </c:pt>
                <c:pt idx="84">
                  <c:v>0.78981685075272301</c:v>
                </c:pt>
                <c:pt idx="85">
                  <c:v>0.78342241627971398</c:v>
                </c:pt>
                <c:pt idx="86">
                  <c:v>0.79119157211259705</c:v>
                </c:pt>
                <c:pt idx="87">
                  <c:v>0.79869244722997501</c:v>
                </c:pt>
                <c:pt idx="88">
                  <c:v>0.80125181967528103</c:v>
                </c:pt>
                <c:pt idx="89">
                  <c:v>0.80486189051620305</c:v>
                </c:pt>
                <c:pt idx="90">
                  <c:v>0.80926691142062801</c:v>
                </c:pt>
                <c:pt idx="91">
                  <c:v>0.81286201159837101</c:v>
                </c:pt>
                <c:pt idx="92">
                  <c:v>0.81023413562504598</c:v>
                </c:pt>
                <c:pt idx="93">
                  <c:v>0.81175268314445304</c:v>
                </c:pt>
                <c:pt idx="94">
                  <c:v>0.809839941502147</c:v>
                </c:pt>
                <c:pt idx="95">
                  <c:v>0.81305878798935505</c:v>
                </c:pt>
                <c:pt idx="96">
                  <c:v>0.812945122249775</c:v>
                </c:pt>
                <c:pt idx="97">
                  <c:v>0.81568730147186896</c:v>
                </c:pt>
                <c:pt idx="98">
                  <c:v>0.81619201070139402</c:v>
                </c:pt>
                <c:pt idx="99">
                  <c:v>0.81567965422119304</c:v>
                </c:pt>
                <c:pt idx="100">
                  <c:v>0.81785115811029996</c:v>
                </c:pt>
                <c:pt idx="101">
                  <c:v>0.81814457584000999</c:v>
                </c:pt>
                <c:pt idx="102">
                  <c:v>0.81674451148550797</c:v>
                </c:pt>
                <c:pt idx="103">
                  <c:v>0.81764309369800603</c:v>
                </c:pt>
                <c:pt idx="104">
                  <c:v>0.82341532975696197</c:v>
                </c:pt>
                <c:pt idx="105">
                  <c:v>0.82080020350731497</c:v>
                </c:pt>
                <c:pt idx="106">
                  <c:v>0.82149229359926401</c:v>
                </c:pt>
                <c:pt idx="107">
                  <c:v>0.81986111028491404</c:v>
                </c:pt>
                <c:pt idx="108">
                  <c:v>0.81478312271985798</c:v>
                </c:pt>
                <c:pt idx="109">
                  <c:v>0.81882809099579801</c:v>
                </c:pt>
                <c:pt idx="110">
                  <c:v>0.81882809099579801</c:v>
                </c:pt>
                <c:pt idx="111">
                  <c:v>0.81745206005968196</c:v>
                </c:pt>
                <c:pt idx="112">
                  <c:v>0.82073842590296597</c:v>
                </c:pt>
                <c:pt idx="113">
                  <c:v>0.82850307416378899</c:v>
                </c:pt>
                <c:pt idx="114">
                  <c:v>0.82003372097846405</c:v>
                </c:pt>
                <c:pt idx="115">
                  <c:v>0.82553780316113101</c:v>
                </c:pt>
                <c:pt idx="116">
                  <c:v>0.82472458395839399</c:v>
                </c:pt>
                <c:pt idx="117">
                  <c:v>0.84328555765855695</c:v>
                </c:pt>
                <c:pt idx="118">
                  <c:v>0.84878046306266597</c:v>
                </c:pt>
                <c:pt idx="119">
                  <c:v>0.85066430465365805</c:v>
                </c:pt>
                <c:pt idx="120">
                  <c:v>0.84953189700775</c:v>
                </c:pt>
                <c:pt idx="121">
                  <c:v>0.86809283690983496</c:v>
                </c:pt>
                <c:pt idx="122">
                  <c:v>0.86549923979029997</c:v>
                </c:pt>
                <c:pt idx="123">
                  <c:v>0.86263586497337696</c:v>
                </c:pt>
                <c:pt idx="124">
                  <c:v>0.85860250393135296</c:v>
                </c:pt>
                <c:pt idx="125">
                  <c:v>0.83247184789062301</c:v>
                </c:pt>
                <c:pt idx="126">
                  <c:v>0.83759474015632596</c:v>
                </c:pt>
                <c:pt idx="127">
                  <c:v>0.823700334554193</c:v>
                </c:pt>
                <c:pt idx="128">
                  <c:v>0.82432391546961303</c:v>
                </c:pt>
                <c:pt idx="129">
                  <c:v>0.58169167101166497</c:v>
                </c:pt>
                <c:pt idx="130">
                  <c:v>0.71619679638174105</c:v>
                </c:pt>
                <c:pt idx="131">
                  <c:v>0.56754957680996199</c:v>
                </c:pt>
                <c:pt idx="132">
                  <c:v>0.674456067653048</c:v>
                </c:pt>
                <c:pt idx="133">
                  <c:v>0.67655434294099503</c:v>
                </c:pt>
                <c:pt idx="134">
                  <c:v>0.64055597334900805</c:v>
                </c:pt>
                <c:pt idx="135">
                  <c:v>0.64029309309363502</c:v>
                </c:pt>
                <c:pt idx="136">
                  <c:v>0.64029309309363502</c:v>
                </c:pt>
                <c:pt idx="137">
                  <c:v>0.55236674392539098</c:v>
                </c:pt>
                <c:pt idx="138">
                  <c:v>0.59640056248304896</c:v>
                </c:pt>
                <c:pt idx="139">
                  <c:v>0.57522237437054402</c:v>
                </c:pt>
                <c:pt idx="140">
                  <c:v>0.55927995080584203</c:v>
                </c:pt>
                <c:pt idx="141">
                  <c:v>0.60260582931028095</c:v>
                </c:pt>
                <c:pt idx="142">
                  <c:v>0.72850837742778696</c:v>
                </c:pt>
                <c:pt idx="143">
                  <c:v>0.769426288466591</c:v>
                </c:pt>
                <c:pt idx="144">
                  <c:v>0.76833211087653297</c:v>
                </c:pt>
                <c:pt idx="145">
                  <c:v>0.732195057450439</c:v>
                </c:pt>
                <c:pt idx="146">
                  <c:v>0.79336710567798696</c:v>
                </c:pt>
                <c:pt idx="147">
                  <c:v>0.81149174558591197</c:v>
                </c:pt>
                <c:pt idx="148">
                  <c:v>0.79173406072518504</c:v>
                </c:pt>
                <c:pt idx="149">
                  <c:v>0.68857017211934701</c:v>
                </c:pt>
                <c:pt idx="150">
                  <c:v>0.76948544283018205</c:v>
                </c:pt>
                <c:pt idx="151">
                  <c:v>0.73153515943713499</c:v>
                </c:pt>
                <c:pt idx="152">
                  <c:v>0.64271311842684598</c:v>
                </c:pt>
                <c:pt idx="153">
                  <c:v>0.64127080834763694</c:v>
                </c:pt>
                <c:pt idx="154">
                  <c:v>0.58358220441457098</c:v>
                </c:pt>
                <c:pt idx="155">
                  <c:v>0.57997892806395601</c:v>
                </c:pt>
                <c:pt idx="156">
                  <c:v>0.555096534677191</c:v>
                </c:pt>
                <c:pt idx="157">
                  <c:v>0.59351739235175405</c:v>
                </c:pt>
                <c:pt idx="158">
                  <c:v>0.640010525508934</c:v>
                </c:pt>
                <c:pt idx="159">
                  <c:v>0.641007859456873</c:v>
                </c:pt>
                <c:pt idx="160">
                  <c:v>0.72590930220267003</c:v>
                </c:pt>
                <c:pt idx="161">
                  <c:v>0.76715832931317196</c:v>
                </c:pt>
                <c:pt idx="162">
                  <c:v>0.73079513071076196</c:v>
                </c:pt>
                <c:pt idx="163">
                  <c:v>0.68632933440003197</c:v>
                </c:pt>
                <c:pt idx="164">
                  <c:v>0.684442361485053</c:v>
                </c:pt>
                <c:pt idx="165">
                  <c:v>0.73198493777118001</c:v>
                </c:pt>
                <c:pt idx="166">
                  <c:v>0.68652732115680604</c:v>
                </c:pt>
                <c:pt idx="167">
                  <c:v>0.73018796633644001</c:v>
                </c:pt>
                <c:pt idx="168">
                  <c:v>0.68450438143886005</c:v>
                </c:pt>
                <c:pt idx="169">
                  <c:v>0.65157328022433403</c:v>
                </c:pt>
                <c:pt idx="170">
                  <c:v>0.69782122652957301</c:v>
                </c:pt>
                <c:pt idx="171">
                  <c:v>0.74322583937257003</c:v>
                </c:pt>
                <c:pt idx="172">
                  <c:v>0.741465269880487</c:v>
                </c:pt>
                <c:pt idx="173">
                  <c:v>0.75311294857435296</c:v>
                </c:pt>
                <c:pt idx="174">
                  <c:v>0.81447465128368302</c:v>
                </c:pt>
                <c:pt idx="175">
                  <c:v>0.81448915279691303</c:v>
                </c:pt>
                <c:pt idx="176">
                  <c:v>0.83369685729657195</c:v>
                </c:pt>
                <c:pt idx="177">
                  <c:v>0.83441070814585505</c:v>
                </c:pt>
                <c:pt idx="178">
                  <c:v>0.84407077334338998</c:v>
                </c:pt>
                <c:pt idx="179">
                  <c:v>0.824454253938531</c:v>
                </c:pt>
                <c:pt idx="180">
                  <c:v>0.82589246523279602</c:v>
                </c:pt>
                <c:pt idx="181">
                  <c:v>0.84407077334338998</c:v>
                </c:pt>
                <c:pt idx="182">
                  <c:v>0.86674293264243896</c:v>
                </c:pt>
                <c:pt idx="183">
                  <c:v>0.82890227253426596</c:v>
                </c:pt>
                <c:pt idx="184">
                  <c:v>0.84648587198714098</c:v>
                </c:pt>
                <c:pt idx="185">
                  <c:v>0.84648587198714098</c:v>
                </c:pt>
                <c:pt idx="186">
                  <c:v>0.84693805880599304</c:v>
                </c:pt>
                <c:pt idx="187">
                  <c:v>0.83214930029007805</c:v>
                </c:pt>
                <c:pt idx="188">
                  <c:v>0.84983360370315197</c:v>
                </c:pt>
                <c:pt idx="189">
                  <c:v>0.87098339925649604</c:v>
                </c:pt>
                <c:pt idx="190">
                  <c:v>0.87098339925649604</c:v>
                </c:pt>
                <c:pt idx="191">
                  <c:v>0.87380583264278999</c:v>
                </c:pt>
                <c:pt idx="192">
                  <c:v>0.87282316645630098</c:v>
                </c:pt>
                <c:pt idx="193">
                  <c:v>0.83339683915826901</c:v>
                </c:pt>
                <c:pt idx="194">
                  <c:v>0.83469677777951401</c:v>
                </c:pt>
                <c:pt idx="195">
                  <c:v>0.85275490992422898</c:v>
                </c:pt>
                <c:pt idx="196">
                  <c:v>0.87407306805923601</c:v>
                </c:pt>
                <c:pt idx="197">
                  <c:v>0.90427695834799704</c:v>
                </c:pt>
                <c:pt idx="198">
                  <c:v>0.91415871688142003</c:v>
                </c:pt>
                <c:pt idx="199">
                  <c:v>0.90425801000292305</c:v>
                </c:pt>
                <c:pt idx="200">
                  <c:v>0.89330807391308997</c:v>
                </c:pt>
                <c:pt idx="201">
                  <c:v>0.89333391711787102</c:v>
                </c:pt>
                <c:pt idx="202">
                  <c:v>0.905011241503064</c:v>
                </c:pt>
                <c:pt idx="203">
                  <c:v>0.90562471296629599</c:v>
                </c:pt>
                <c:pt idx="204">
                  <c:v>0.91738283856560698</c:v>
                </c:pt>
                <c:pt idx="205">
                  <c:v>0.91630211530110295</c:v>
                </c:pt>
                <c:pt idx="206">
                  <c:v>0.92646419287507198</c:v>
                </c:pt>
                <c:pt idx="207">
                  <c:v>0.92571360320613905</c:v>
                </c:pt>
                <c:pt idx="208">
                  <c:v>0.91736458306846103</c:v>
                </c:pt>
                <c:pt idx="209">
                  <c:v>0.93802679486435903</c:v>
                </c:pt>
                <c:pt idx="210">
                  <c:v>0.94118254536371704</c:v>
                </c:pt>
                <c:pt idx="211">
                  <c:v>0.94123508910533804</c:v>
                </c:pt>
                <c:pt idx="212">
                  <c:v>0.94118254536371704</c:v>
                </c:pt>
                <c:pt idx="213">
                  <c:v>0.94276245790638102</c:v>
                </c:pt>
                <c:pt idx="214">
                  <c:v>0.94029174019523298</c:v>
                </c:pt>
                <c:pt idx="215">
                  <c:v>0.93829546422584498</c:v>
                </c:pt>
                <c:pt idx="216">
                  <c:v>0.93258058102369301</c:v>
                </c:pt>
                <c:pt idx="217">
                  <c:v>0.93870362974987798</c:v>
                </c:pt>
                <c:pt idx="218">
                  <c:v>0.92338991003179305</c:v>
                </c:pt>
                <c:pt idx="219">
                  <c:v>0.93778619299504695</c:v>
                </c:pt>
                <c:pt idx="220">
                  <c:v>0.94062134279207998</c:v>
                </c:pt>
                <c:pt idx="221">
                  <c:v>0.94047446142896596</c:v>
                </c:pt>
                <c:pt idx="222">
                  <c:v>0.94241786802401695</c:v>
                </c:pt>
                <c:pt idx="223">
                  <c:v>0.94078919694529395</c:v>
                </c:pt>
                <c:pt idx="224">
                  <c:v>0.94300276803956395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766848"/>
        <c:axId val="210776832"/>
      </c:lineChart>
      <c:dateAx>
        <c:axId val="2107668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776832"/>
        <c:crosses val="autoZero"/>
        <c:auto val="1"/>
        <c:lblOffset val="100"/>
        <c:baseTimeUnit val="days"/>
        <c:majorUnit val="6"/>
        <c:majorTimeUnit val="months"/>
      </c:dateAx>
      <c:valAx>
        <c:axId val="21077683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076684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dirty="0" err="1" smtClean="0"/>
              <a:t>HARPable</a:t>
            </a:r>
            <a:r>
              <a:rPr lang="en-US" sz="1200" dirty="0" smtClean="0"/>
              <a:t> Balance</a:t>
            </a:r>
            <a:endParaRPr lang="en-US" sz="1200" dirty="0"/>
          </a:p>
        </c:rich>
      </c:tx>
      <c:layout/>
      <c:overlay val="0"/>
      <c:spPr>
        <a:solidFill>
          <a:schemeClr val="bg1"/>
        </a:solidFill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'HARPable Universe'!$K$2</c:f>
              <c:strCache>
                <c:ptCount val="1"/>
                <c:pt idx="0">
                  <c:v>HARPable Balance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Universe'!$K$3:$K$228</c:f>
              <c:numCache>
                <c:formatCode>_(* #,##0_);_(* \(#,##0\);_(* "-"??_);_(@_)</c:formatCode>
                <c:ptCount val="226"/>
                <c:pt idx="0">
                  <c:v>511152631253.10303</c:v>
                </c:pt>
                <c:pt idx="1">
                  <c:v>511152631253.10303</c:v>
                </c:pt>
                <c:pt idx="2">
                  <c:v>511152631253.10303</c:v>
                </c:pt>
                <c:pt idx="3">
                  <c:v>511152631253.10303</c:v>
                </c:pt>
                <c:pt idx="4">
                  <c:v>498355321367.67102</c:v>
                </c:pt>
                <c:pt idx="5">
                  <c:v>498355321367.67102</c:v>
                </c:pt>
                <c:pt idx="6">
                  <c:v>498355321367.67102</c:v>
                </c:pt>
                <c:pt idx="7">
                  <c:v>498355321367.67102</c:v>
                </c:pt>
                <c:pt idx="8">
                  <c:v>487217270284.03302</c:v>
                </c:pt>
                <c:pt idx="9">
                  <c:v>487217270284.03302</c:v>
                </c:pt>
                <c:pt idx="10">
                  <c:v>487217270284.03302</c:v>
                </c:pt>
                <c:pt idx="11">
                  <c:v>487217270284.03302</c:v>
                </c:pt>
                <c:pt idx="12">
                  <c:v>487217270284.03302</c:v>
                </c:pt>
                <c:pt idx="13">
                  <c:v>478049332159.64398</c:v>
                </c:pt>
                <c:pt idx="14">
                  <c:v>478049332159.64398</c:v>
                </c:pt>
                <c:pt idx="15">
                  <c:v>478049332159.64398</c:v>
                </c:pt>
                <c:pt idx="16">
                  <c:v>478049332159.64398</c:v>
                </c:pt>
                <c:pt idx="17">
                  <c:v>470003496681.77802</c:v>
                </c:pt>
                <c:pt idx="18">
                  <c:v>470003496681.77802</c:v>
                </c:pt>
                <c:pt idx="19">
                  <c:v>470003496681.77802</c:v>
                </c:pt>
                <c:pt idx="20">
                  <c:v>470003496681.77802</c:v>
                </c:pt>
                <c:pt idx="21">
                  <c:v>462480304706.05603</c:v>
                </c:pt>
                <c:pt idx="22">
                  <c:v>462480304706.05603</c:v>
                </c:pt>
                <c:pt idx="23">
                  <c:v>462480304706.05603</c:v>
                </c:pt>
                <c:pt idx="24">
                  <c:v>462480304706.05603</c:v>
                </c:pt>
                <c:pt idx="25">
                  <c:v>462480304706.05603</c:v>
                </c:pt>
                <c:pt idx="26">
                  <c:v>454274419000.159</c:v>
                </c:pt>
                <c:pt idx="27">
                  <c:v>454274419000.159</c:v>
                </c:pt>
                <c:pt idx="28">
                  <c:v>454274419000.159</c:v>
                </c:pt>
                <c:pt idx="29">
                  <c:v>454274419000.159</c:v>
                </c:pt>
                <c:pt idx="30">
                  <c:v>446036314532.50897</c:v>
                </c:pt>
                <c:pt idx="31">
                  <c:v>446036314532.50897</c:v>
                </c:pt>
                <c:pt idx="32">
                  <c:v>446036314532.50897</c:v>
                </c:pt>
                <c:pt idx="33">
                  <c:v>446036314532.50897</c:v>
                </c:pt>
                <c:pt idx="34">
                  <c:v>436967852620.36298</c:v>
                </c:pt>
                <c:pt idx="35">
                  <c:v>436967852620.36298</c:v>
                </c:pt>
                <c:pt idx="36">
                  <c:v>436967852620.36298</c:v>
                </c:pt>
                <c:pt idx="37">
                  <c:v>436967852620.36298</c:v>
                </c:pt>
                <c:pt idx="38">
                  <c:v>436967852620.36298</c:v>
                </c:pt>
                <c:pt idx="39">
                  <c:v>426018974879.43103</c:v>
                </c:pt>
                <c:pt idx="40">
                  <c:v>426018974879.43103</c:v>
                </c:pt>
                <c:pt idx="41">
                  <c:v>426018974879.43103</c:v>
                </c:pt>
                <c:pt idx="42">
                  <c:v>426018974879.43103</c:v>
                </c:pt>
                <c:pt idx="43">
                  <c:v>412851613521.01099</c:v>
                </c:pt>
                <c:pt idx="44">
                  <c:v>412851613521.01099</c:v>
                </c:pt>
                <c:pt idx="45">
                  <c:v>412851613521.01099</c:v>
                </c:pt>
                <c:pt idx="46">
                  <c:v>412851613521.01099</c:v>
                </c:pt>
                <c:pt idx="47">
                  <c:v>399942599684.46997</c:v>
                </c:pt>
                <c:pt idx="48">
                  <c:v>399942599684.46997</c:v>
                </c:pt>
                <c:pt idx="49">
                  <c:v>399942599684.46997</c:v>
                </c:pt>
                <c:pt idx="50">
                  <c:v>399942599684.46997</c:v>
                </c:pt>
                <c:pt idx="51">
                  <c:v>399942599684.46997</c:v>
                </c:pt>
                <c:pt idx="52">
                  <c:v>388008884102.70697</c:v>
                </c:pt>
                <c:pt idx="53">
                  <c:v>388008884102.70697</c:v>
                </c:pt>
                <c:pt idx="54">
                  <c:v>388008884102.70697</c:v>
                </c:pt>
                <c:pt idx="55">
                  <c:v>388008884102.70697</c:v>
                </c:pt>
                <c:pt idx="56">
                  <c:v>377010024939.07202</c:v>
                </c:pt>
                <c:pt idx="57">
                  <c:v>377010024939.07202</c:v>
                </c:pt>
                <c:pt idx="58">
                  <c:v>377010024939.07202</c:v>
                </c:pt>
                <c:pt idx="59">
                  <c:v>377010024939.07202</c:v>
                </c:pt>
                <c:pt idx="60">
                  <c:v>364462334224.22998</c:v>
                </c:pt>
                <c:pt idx="61">
                  <c:v>364462334224.22998</c:v>
                </c:pt>
                <c:pt idx="62">
                  <c:v>364462334224.22998</c:v>
                </c:pt>
                <c:pt idx="63">
                  <c:v>364462334224.22998</c:v>
                </c:pt>
                <c:pt idx="64">
                  <c:v>364462334224.22998</c:v>
                </c:pt>
                <c:pt idx="65">
                  <c:v>350890768985.05603</c:v>
                </c:pt>
                <c:pt idx="66">
                  <c:v>350890768985.05603</c:v>
                </c:pt>
                <c:pt idx="67">
                  <c:v>350890768985.05603</c:v>
                </c:pt>
                <c:pt idx="68">
                  <c:v>350890768985.05603</c:v>
                </c:pt>
                <c:pt idx="69">
                  <c:v>338046228672.72302</c:v>
                </c:pt>
                <c:pt idx="70">
                  <c:v>338046228672.72302</c:v>
                </c:pt>
                <c:pt idx="71">
                  <c:v>338046228672.72302</c:v>
                </c:pt>
                <c:pt idx="72">
                  <c:v>338046228672.72302</c:v>
                </c:pt>
                <c:pt idx="73">
                  <c:v>338046228672.72302</c:v>
                </c:pt>
                <c:pt idx="74">
                  <c:v>324611094201.94598</c:v>
                </c:pt>
                <c:pt idx="75">
                  <c:v>324611094201.94598</c:v>
                </c:pt>
                <c:pt idx="76">
                  <c:v>324611094201.94598</c:v>
                </c:pt>
                <c:pt idx="77">
                  <c:v>324611094201.94598</c:v>
                </c:pt>
                <c:pt idx="78">
                  <c:v>311798813958.06299</c:v>
                </c:pt>
                <c:pt idx="79">
                  <c:v>311798813958.06299</c:v>
                </c:pt>
                <c:pt idx="80">
                  <c:v>311798813958.06299</c:v>
                </c:pt>
                <c:pt idx="81">
                  <c:v>311798813958.06299</c:v>
                </c:pt>
                <c:pt idx="82">
                  <c:v>299045132715.31299</c:v>
                </c:pt>
                <c:pt idx="83">
                  <c:v>299045132715.31299</c:v>
                </c:pt>
                <c:pt idx="84">
                  <c:v>299045132715.31299</c:v>
                </c:pt>
                <c:pt idx="85">
                  <c:v>299045132715.31299</c:v>
                </c:pt>
                <c:pt idx="86">
                  <c:v>299045132715.31299</c:v>
                </c:pt>
                <c:pt idx="87">
                  <c:v>285566306127.30701</c:v>
                </c:pt>
                <c:pt idx="88">
                  <c:v>285566306127.30701</c:v>
                </c:pt>
                <c:pt idx="89">
                  <c:v>285566306127.30701</c:v>
                </c:pt>
                <c:pt idx="90">
                  <c:v>285566306127.30701</c:v>
                </c:pt>
                <c:pt idx="91">
                  <c:v>273811402301.38901</c:v>
                </c:pt>
                <c:pt idx="92">
                  <c:v>273811402301.38901</c:v>
                </c:pt>
                <c:pt idx="93">
                  <c:v>273811402301.38901</c:v>
                </c:pt>
                <c:pt idx="94">
                  <c:v>273811402301.38901</c:v>
                </c:pt>
                <c:pt idx="95">
                  <c:v>261291167855.54599</c:v>
                </c:pt>
                <c:pt idx="96">
                  <c:v>261291167855.54599</c:v>
                </c:pt>
                <c:pt idx="97">
                  <c:v>261291167855.54599</c:v>
                </c:pt>
                <c:pt idx="98">
                  <c:v>261291167855.54599</c:v>
                </c:pt>
                <c:pt idx="99">
                  <c:v>261291167855.54599</c:v>
                </c:pt>
                <c:pt idx="100">
                  <c:v>249957281866.888</c:v>
                </c:pt>
                <c:pt idx="101">
                  <c:v>249957281866.888</c:v>
                </c:pt>
                <c:pt idx="102">
                  <c:v>249957281866.888</c:v>
                </c:pt>
                <c:pt idx="103">
                  <c:v>249957281866.888</c:v>
                </c:pt>
                <c:pt idx="104">
                  <c:v>238607531217.349</c:v>
                </c:pt>
                <c:pt idx="105">
                  <c:v>238607531217.349</c:v>
                </c:pt>
                <c:pt idx="106">
                  <c:v>238607531217.349</c:v>
                </c:pt>
                <c:pt idx="107">
                  <c:v>238607531217.349</c:v>
                </c:pt>
                <c:pt idx="108">
                  <c:v>238607531217.349</c:v>
                </c:pt>
                <c:pt idx="109">
                  <c:v>227504189704.84799</c:v>
                </c:pt>
                <c:pt idx="110">
                  <c:v>227504189704.84799</c:v>
                </c:pt>
                <c:pt idx="111">
                  <c:v>227504189704.84799</c:v>
                </c:pt>
                <c:pt idx="112">
                  <c:v>227504189704.84799</c:v>
                </c:pt>
                <c:pt idx="113">
                  <c:v>216694156147.63699</c:v>
                </c:pt>
                <c:pt idx="114">
                  <c:v>216694156147.63699</c:v>
                </c:pt>
                <c:pt idx="115">
                  <c:v>216694156147.63699</c:v>
                </c:pt>
                <c:pt idx="116">
                  <c:v>216694156147.63699</c:v>
                </c:pt>
                <c:pt idx="117">
                  <c:v>205810683336.68799</c:v>
                </c:pt>
                <c:pt idx="118">
                  <c:v>205810683336.68799</c:v>
                </c:pt>
                <c:pt idx="119">
                  <c:v>205810683336.68799</c:v>
                </c:pt>
                <c:pt idx="120">
                  <c:v>205810683336.68799</c:v>
                </c:pt>
                <c:pt idx="121">
                  <c:v>195225890723.888</c:v>
                </c:pt>
                <c:pt idx="122">
                  <c:v>195225890723.888</c:v>
                </c:pt>
                <c:pt idx="123">
                  <c:v>195225890723.888</c:v>
                </c:pt>
                <c:pt idx="124">
                  <c:v>195225890723.888</c:v>
                </c:pt>
                <c:pt idx="125">
                  <c:v>195225890723.888</c:v>
                </c:pt>
                <c:pt idx="126">
                  <c:v>185053119902.13599</c:v>
                </c:pt>
                <c:pt idx="127">
                  <c:v>185053119902.13599</c:v>
                </c:pt>
                <c:pt idx="128">
                  <c:v>185053119902.13599</c:v>
                </c:pt>
                <c:pt idx="129">
                  <c:v>185053119902.13599</c:v>
                </c:pt>
                <c:pt idx="130">
                  <c:v>176083452320.259</c:v>
                </c:pt>
                <c:pt idx="131">
                  <c:v>176083452320.259</c:v>
                </c:pt>
                <c:pt idx="132">
                  <c:v>176083452320.259</c:v>
                </c:pt>
                <c:pt idx="133">
                  <c:v>176083452320.259</c:v>
                </c:pt>
                <c:pt idx="134">
                  <c:v>167577702279.88699</c:v>
                </c:pt>
                <c:pt idx="135">
                  <c:v>167577702279.88699</c:v>
                </c:pt>
                <c:pt idx="136">
                  <c:v>167577702279.88699</c:v>
                </c:pt>
                <c:pt idx="137">
                  <c:v>167577702279.88699</c:v>
                </c:pt>
                <c:pt idx="138">
                  <c:v>167577702279.88699</c:v>
                </c:pt>
                <c:pt idx="139">
                  <c:v>160787339683.77899</c:v>
                </c:pt>
                <c:pt idx="140">
                  <c:v>160787339683.77899</c:v>
                </c:pt>
                <c:pt idx="141">
                  <c:v>160787339683.77899</c:v>
                </c:pt>
                <c:pt idx="142">
                  <c:v>160787339683.77899</c:v>
                </c:pt>
                <c:pt idx="143">
                  <c:v>155649461575.04901</c:v>
                </c:pt>
                <c:pt idx="144">
                  <c:v>155649461575.04901</c:v>
                </c:pt>
                <c:pt idx="145">
                  <c:v>155649461575.04901</c:v>
                </c:pt>
                <c:pt idx="146">
                  <c:v>155649461575.04901</c:v>
                </c:pt>
                <c:pt idx="147">
                  <c:v>155649461575.04901</c:v>
                </c:pt>
                <c:pt idx="148">
                  <c:v>151540990492.15701</c:v>
                </c:pt>
                <c:pt idx="149">
                  <c:v>151540990492.15701</c:v>
                </c:pt>
                <c:pt idx="150">
                  <c:v>151540990492.15701</c:v>
                </c:pt>
                <c:pt idx="151">
                  <c:v>151540990492.15701</c:v>
                </c:pt>
                <c:pt idx="152">
                  <c:v>147596217220.30301</c:v>
                </c:pt>
                <c:pt idx="153">
                  <c:v>147596217220.30301</c:v>
                </c:pt>
                <c:pt idx="154">
                  <c:v>147596217220.30301</c:v>
                </c:pt>
                <c:pt idx="155">
                  <c:v>147596217220.30301</c:v>
                </c:pt>
                <c:pt idx="156">
                  <c:v>143491329926.00299</c:v>
                </c:pt>
                <c:pt idx="157">
                  <c:v>143491329926.00299</c:v>
                </c:pt>
                <c:pt idx="158">
                  <c:v>143491329926.00299</c:v>
                </c:pt>
                <c:pt idx="159">
                  <c:v>143491329926.00299</c:v>
                </c:pt>
                <c:pt idx="160">
                  <c:v>143491329926.00299</c:v>
                </c:pt>
                <c:pt idx="161">
                  <c:v>140177207664.35901</c:v>
                </c:pt>
                <c:pt idx="162">
                  <c:v>140177207664.35901</c:v>
                </c:pt>
                <c:pt idx="163">
                  <c:v>140177207664.35901</c:v>
                </c:pt>
                <c:pt idx="164">
                  <c:v>140177207664.35901</c:v>
                </c:pt>
                <c:pt idx="165">
                  <c:v>137302780283.616</c:v>
                </c:pt>
                <c:pt idx="166">
                  <c:v>137302780283.616</c:v>
                </c:pt>
                <c:pt idx="167">
                  <c:v>137302780283.616</c:v>
                </c:pt>
                <c:pt idx="168">
                  <c:v>137302780283.616</c:v>
                </c:pt>
                <c:pt idx="169">
                  <c:v>134084311974.908</c:v>
                </c:pt>
                <c:pt idx="170">
                  <c:v>134084311974.908</c:v>
                </c:pt>
                <c:pt idx="171">
                  <c:v>134084311974.908</c:v>
                </c:pt>
                <c:pt idx="172">
                  <c:v>134084311974.908</c:v>
                </c:pt>
                <c:pt idx="173">
                  <c:v>131022110576.76801</c:v>
                </c:pt>
                <c:pt idx="174">
                  <c:v>131022110576.76801</c:v>
                </c:pt>
                <c:pt idx="175">
                  <c:v>131022110576.76801</c:v>
                </c:pt>
                <c:pt idx="176">
                  <c:v>131022110576.76801</c:v>
                </c:pt>
                <c:pt idx="177">
                  <c:v>131022110576.76801</c:v>
                </c:pt>
                <c:pt idx="178">
                  <c:v>127996673162.017</c:v>
                </c:pt>
                <c:pt idx="179">
                  <c:v>127996673162.017</c:v>
                </c:pt>
                <c:pt idx="180">
                  <c:v>127996673162.017</c:v>
                </c:pt>
                <c:pt idx="181">
                  <c:v>127996673162.017</c:v>
                </c:pt>
                <c:pt idx="182">
                  <c:v>124999566160.547</c:v>
                </c:pt>
                <c:pt idx="183">
                  <c:v>124999566160.547</c:v>
                </c:pt>
                <c:pt idx="184">
                  <c:v>124999566160.547</c:v>
                </c:pt>
                <c:pt idx="185">
                  <c:v>124999566160.547</c:v>
                </c:pt>
                <c:pt idx="186">
                  <c:v>124999566160.547</c:v>
                </c:pt>
                <c:pt idx="187">
                  <c:v>122034558755.91701</c:v>
                </c:pt>
                <c:pt idx="188">
                  <c:v>122034558755.91701</c:v>
                </c:pt>
                <c:pt idx="189">
                  <c:v>122034558755.91701</c:v>
                </c:pt>
                <c:pt idx="190">
                  <c:v>122034558755.91701</c:v>
                </c:pt>
                <c:pt idx="191">
                  <c:v>119186886371.356</c:v>
                </c:pt>
                <c:pt idx="192">
                  <c:v>119186886371.356</c:v>
                </c:pt>
                <c:pt idx="193">
                  <c:v>119186886371.356</c:v>
                </c:pt>
                <c:pt idx="194">
                  <c:v>119186886371.356</c:v>
                </c:pt>
                <c:pt idx="195">
                  <c:v>116367013129.366</c:v>
                </c:pt>
                <c:pt idx="196">
                  <c:v>116367013129.366</c:v>
                </c:pt>
                <c:pt idx="197">
                  <c:v>116367013129.366</c:v>
                </c:pt>
                <c:pt idx="198">
                  <c:v>116367013129.366</c:v>
                </c:pt>
                <c:pt idx="199">
                  <c:v>116367013129.366</c:v>
                </c:pt>
                <c:pt idx="200">
                  <c:v>113578619016.686</c:v>
                </c:pt>
                <c:pt idx="201">
                  <c:v>113578619016.686</c:v>
                </c:pt>
                <c:pt idx="202">
                  <c:v>113578619016.686</c:v>
                </c:pt>
                <c:pt idx="203">
                  <c:v>113578619016.686</c:v>
                </c:pt>
                <c:pt idx="204">
                  <c:v>111141034606.26401</c:v>
                </c:pt>
                <c:pt idx="205">
                  <c:v>111141034606.26401</c:v>
                </c:pt>
                <c:pt idx="206">
                  <c:v>111141034606.26401</c:v>
                </c:pt>
                <c:pt idx="207">
                  <c:v>111141034606.26401</c:v>
                </c:pt>
                <c:pt idx="208">
                  <c:v>111141034606.26401</c:v>
                </c:pt>
                <c:pt idx="209">
                  <c:v>108459729439.83501</c:v>
                </c:pt>
                <c:pt idx="210">
                  <c:v>108459729439.83501</c:v>
                </c:pt>
                <c:pt idx="211">
                  <c:v>108459729439.83501</c:v>
                </c:pt>
                <c:pt idx="212">
                  <c:v>108459729439.83501</c:v>
                </c:pt>
                <c:pt idx="213">
                  <c:v>106176807405.543</c:v>
                </c:pt>
                <c:pt idx="214">
                  <c:v>106176807405.543</c:v>
                </c:pt>
                <c:pt idx="215">
                  <c:v>106176807405.543</c:v>
                </c:pt>
                <c:pt idx="216">
                  <c:v>106176807405.543</c:v>
                </c:pt>
                <c:pt idx="217">
                  <c:v>103782963597.884</c:v>
                </c:pt>
                <c:pt idx="218">
                  <c:v>103782963597.884</c:v>
                </c:pt>
                <c:pt idx="219">
                  <c:v>103782963597.884</c:v>
                </c:pt>
                <c:pt idx="220">
                  <c:v>103782963597.884</c:v>
                </c:pt>
                <c:pt idx="221">
                  <c:v>100652792127.048</c:v>
                </c:pt>
                <c:pt idx="222">
                  <c:v>100652792127.048</c:v>
                </c:pt>
                <c:pt idx="223">
                  <c:v>100652792127.048</c:v>
                </c:pt>
                <c:pt idx="224">
                  <c:v>100652792127.048</c:v>
                </c:pt>
                <c:pt idx="225">
                  <c:v>100652792127.048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'HARPable Universe'!$L$2</c:f>
              <c:strCache>
                <c:ptCount val="1"/>
                <c:pt idx="0">
                  <c:v>Total Balance</c:v>
                </c:pt>
              </c:strCache>
            </c:strRef>
          </c:tx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Universe'!$L$3:$L$228</c:f>
              <c:numCache>
                <c:formatCode>_(* #,##0_);_(* \(#,##0\);_(* "-"??_);_(@_)</c:formatCode>
                <c:ptCount val="226"/>
                <c:pt idx="0">
                  <c:v>895480193330.53601</c:v>
                </c:pt>
                <c:pt idx="1">
                  <c:v>895480193330.53601</c:v>
                </c:pt>
                <c:pt idx="2">
                  <c:v>895480193330.53601</c:v>
                </c:pt>
                <c:pt idx="3">
                  <c:v>895480193330.53601</c:v>
                </c:pt>
                <c:pt idx="4">
                  <c:v>900632902369.08301</c:v>
                </c:pt>
                <c:pt idx="5">
                  <c:v>900632902369.08301</c:v>
                </c:pt>
                <c:pt idx="6">
                  <c:v>900632902369.08301</c:v>
                </c:pt>
                <c:pt idx="7">
                  <c:v>900632902369.08301</c:v>
                </c:pt>
                <c:pt idx="8">
                  <c:v>898485534285.64099</c:v>
                </c:pt>
                <c:pt idx="9">
                  <c:v>898485534285.64099</c:v>
                </c:pt>
                <c:pt idx="10">
                  <c:v>898485534285.64099</c:v>
                </c:pt>
                <c:pt idx="11">
                  <c:v>898485534285.64099</c:v>
                </c:pt>
                <c:pt idx="12">
                  <c:v>898485534285.64099</c:v>
                </c:pt>
                <c:pt idx="13">
                  <c:v>898010001419.72205</c:v>
                </c:pt>
                <c:pt idx="14">
                  <c:v>898010001419.72205</c:v>
                </c:pt>
                <c:pt idx="15">
                  <c:v>898010001419.72205</c:v>
                </c:pt>
                <c:pt idx="16">
                  <c:v>898010001419.72205</c:v>
                </c:pt>
                <c:pt idx="17">
                  <c:v>897679401564.875</c:v>
                </c:pt>
                <c:pt idx="18">
                  <c:v>897679401564.875</c:v>
                </c:pt>
                <c:pt idx="19">
                  <c:v>897679401564.875</c:v>
                </c:pt>
                <c:pt idx="20">
                  <c:v>897679401564.875</c:v>
                </c:pt>
                <c:pt idx="21">
                  <c:v>898925930940.14294</c:v>
                </c:pt>
                <c:pt idx="22">
                  <c:v>898925930940.14294</c:v>
                </c:pt>
                <c:pt idx="23">
                  <c:v>898925930940.14294</c:v>
                </c:pt>
                <c:pt idx="24">
                  <c:v>898925930940.14294</c:v>
                </c:pt>
                <c:pt idx="25">
                  <c:v>898925930940.14294</c:v>
                </c:pt>
                <c:pt idx="26">
                  <c:v>896187746439.72998</c:v>
                </c:pt>
                <c:pt idx="27">
                  <c:v>896187746439.72998</c:v>
                </c:pt>
                <c:pt idx="28">
                  <c:v>896187746439.72998</c:v>
                </c:pt>
                <c:pt idx="29">
                  <c:v>896187746439.72998</c:v>
                </c:pt>
                <c:pt idx="30">
                  <c:v>896440206380.84204</c:v>
                </c:pt>
                <c:pt idx="31">
                  <c:v>896440206380.84204</c:v>
                </c:pt>
                <c:pt idx="32">
                  <c:v>896440206380.84204</c:v>
                </c:pt>
                <c:pt idx="33">
                  <c:v>896440206380.84204</c:v>
                </c:pt>
                <c:pt idx="34">
                  <c:v>895897744776.50806</c:v>
                </c:pt>
                <c:pt idx="35">
                  <c:v>895897744776.50806</c:v>
                </c:pt>
                <c:pt idx="36">
                  <c:v>895897744776.50806</c:v>
                </c:pt>
                <c:pt idx="37">
                  <c:v>895897744776.50806</c:v>
                </c:pt>
                <c:pt idx="38">
                  <c:v>895897744776.50806</c:v>
                </c:pt>
                <c:pt idx="39">
                  <c:v>890903153887.02795</c:v>
                </c:pt>
                <c:pt idx="40">
                  <c:v>890903153887.02795</c:v>
                </c:pt>
                <c:pt idx="41">
                  <c:v>890903153887.02795</c:v>
                </c:pt>
                <c:pt idx="42">
                  <c:v>890903153887.02795</c:v>
                </c:pt>
                <c:pt idx="43">
                  <c:v>880795609040.20496</c:v>
                </c:pt>
                <c:pt idx="44">
                  <c:v>880795609040.20496</c:v>
                </c:pt>
                <c:pt idx="45">
                  <c:v>880795609040.20496</c:v>
                </c:pt>
                <c:pt idx="46">
                  <c:v>880795609040.20496</c:v>
                </c:pt>
                <c:pt idx="47">
                  <c:v>867951071508.93604</c:v>
                </c:pt>
                <c:pt idx="48">
                  <c:v>867951071508.93604</c:v>
                </c:pt>
                <c:pt idx="49">
                  <c:v>867951071508.93604</c:v>
                </c:pt>
                <c:pt idx="50">
                  <c:v>867951071508.93604</c:v>
                </c:pt>
                <c:pt idx="51">
                  <c:v>867951071508.93604</c:v>
                </c:pt>
                <c:pt idx="52">
                  <c:v>862642562832.45898</c:v>
                </c:pt>
                <c:pt idx="53">
                  <c:v>862642562832.45898</c:v>
                </c:pt>
                <c:pt idx="54">
                  <c:v>862642562832.45898</c:v>
                </c:pt>
                <c:pt idx="55">
                  <c:v>862642562832.45898</c:v>
                </c:pt>
                <c:pt idx="56">
                  <c:v>865283651280.50305</c:v>
                </c:pt>
                <c:pt idx="57">
                  <c:v>865283651280.50305</c:v>
                </c:pt>
                <c:pt idx="58">
                  <c:v>865283651280.50305</c:v>
                </c:pt>
                <c:pt idx="59">
                  <c:v>865283651280.50305</c:v>
                </c:pt>
                <c:pt idx="60">
                  <c:v>861190703554.85706</c:v>
                </c:pt>
                <c:pt idx="61">
                  <c:v>861190703554.85706</c:v>
                </c:pt>
                <c:pt idx="62">
                  <c:v>861190703554.85706</c:v>
                </c:pt>
                <c:pt idx="63">
                  <c:v>861190703554.85706</c:v>
                </c:pt>
                <c:pt idx="64">
                  <c:v>861190703554.85706</c:v>
                </c:pt>
                <c:pt idx="65">
                  <c:v>852751932022.53503</c:v>
                </c:pt>
                <c:pt idx="66">
                  <c:v>852751932022.53503</c:v>
                </c:pt>
                <c:pt idx="67">
                  <c:v>852751932022.53503</c:v>
                </c:pt>
                <c:pt idx="68">
                  <c:v>852751932022.53503</c:v>
                </c:pt>
                <c:pt idx="69">
                  <c:v>843407158052.96497</c:v>
                </c:pt>
                <c:pt idx="70">
                  <c:v>843407158052.96497</c:v>
                </c:pt>
                <c:pt idx="71">
                  <c:v>843407158052.96497</c:v>
                </c:pt>
                <c:pt idx="72">
                  <c:v>843407158052.96497</c:v>
                </c:pt>
                <c:pt idx="73">
                  <c:v>843407158052.96497</c:v>
                </c:pt>
                <c:pt idx="74">
                  <c:v>842987221871.99902</c:v>
                </c:pt>
                <c:pt idx="75">
                  <c:v>842987221871.99902</c:v>
                </c:pt>
                <c:pt idx="76">
                  <c:v>842987221871.99902</c:v>
                </c:pt>
                <c:pt idx="77">
                  <c:v>842987221871.99902</c:v>
                </c:pt>
                <c:pt idx="78">
                  <c:v>836042456950.479</c:v>
                </c:pt>
                <c:pt idx="79">
                  <c:v>836042456950.479</c:v>
                </c:pt>
                <c:pt idx="80">
                  <c:v>836042456950.479</c:v>
                </c:pt>
                <c:pt idx="81">
                  <c:v>836042456950.479</c:v>
                </c:pt>
                <c:pt idx="82">
                  <c:v>833663605862.28699</c:v>
                </c:pt>
                <c:pt idx="83">
                  <c:v>833663605862.28699</c:v>
                </c:pt>
                <c:pt idx="84">
                  <c:v>833663605862.28699</c:v>
                </c:pt>
                <c:pt idx="85">
                  <c:v>833663605862.28699</c:v>
                </c:pt>
                <c:pt idx="86">
                  <c:v>833663605862.28699</c:v>
                </c:pt>
                <c:pt idx="87">
                  <c:v>824158873560.92102</c:v>
                </c:pt>
                <c:pt idx="88">
                  <c:v>824158873560.92102</c:v>
                </c:pt>
                <c:pt idx="89">
                  <c:v>824158873560.92102</c:v>
                </c:pt>
                <c:pt idx="90">
                  <c:v>824158873560.92102</c:v>
                </c:pt>
                <c:pt idx="91">
                  <c:v>825116182205.41797</c:v>
                </c:pt>
                <c:pt idx="92">
                  <c:v>825116182205.41797</c:v>
                </c:pt>
                <c:pt idx="93">
                  <c:v>825116182205.41797</c:v>
                </c:pt>
                <c:pt idx="94">
                  <c:v>825116182205.41797</c:v>
                </c:pt>
                <c:pt idx="95">
                  <c:v>830648730002.45105</c:v>
                </c:pt>
                <c:pt idx="96">
                  <c:v>830648730002.45105</c:v>
                </c:pt>
                <c:pt idx="97">
                  <c:v>830648730002.45105</c:v>
                </c:pt>
                <c:pt idx="98">
                  <c:v>830648730002.45105</c:v>
                </c:pt>
                <c:pt idx="99">
                  <c:v>830648730002.45105</c:v>
                </c:pt>
                <c:pt idx="100">
                  <c:v>820270598245.922</c:v>
                </c:pt>
                <c:pt idx="101">
                  <c:v>820270598245.922</c:v>
                </c:pt>
                <c:pt idx="102">
                  <c:v>820270598245.922</c:v>
                </c:pt>
                <c:pt idx="103">
                  <c:v>820270598245.922</c:v>
                </c:pt>
                <c:pt idx="104">
                  <c:v>819156247294.42395</c:v>
                </c:pt>
                <c:pt idx="105">
                  <c:v>819156247294.42395</c:v>
                </c:pt>
                <c:pt idx="106">
                  <c:v>819156247294.42395</c:v>
                </c:pt>
                <c:pt idx="107">
                  <c:v>819156247294.42395</c:v>
                </c:pt>
                <c:pt idx="108">
                  <c:v>819156247294.42395</c:v>
                </c:pt>
                <c:pt idx="109">
                  <c:v>818129385045.38</c:v>
                </c:pt>
                <c:pt idx="110">
                  <c:v>818129385045.38</c:v>
                </c:pt>
                <c:pt idx="111">
                  <c:v>818129385045.38</c:v>
                </c:pt>
                <c:pt idx="112">
                  <c:v>818129385045.38</c:v>
                </c:pt>
                <c:pt idx="113">
                  <c:v>824157902540.86401</c:v>
                </c:pt>
                <c:pt idx="114">
                  <c:v>824157902540.86401</c:v>
                </c:pt>
                <c:pt idx="115">
                  <c:v>824157902540.86401</c:v>
                </c:pt>
                <c:pt idx="116">
                  <c:v>824157902540.86401</c:v>
                </c:pt>
                <c:pt idx="117">
                  <c:v>828249997663.94495</c:v>
                </c:pt>
                <c:pt idx="118">
                  <c:v>828249997663.94495</c:v>
                </c:pt>
                <c:pt idx="119">
                  <c:v>828249997663.94495</c:v>
                </c:pt>
                <c:pt idx="120">
                  <c:v>828249997663.94495</c:v>
                </c:pt>
                <c:pt idx="121">
                  <c:v>828002980341.57397</c:v>
                </c:pt>
                <c:pt idx="122">
                  <c:v>828002980341.57397</c:v>
                </c:pt>
                <c:pt idx="123">
                  <c:v>828002980341.57397</c:v>
                </c:pt>
                <c:pt idx="124">
                  <c:v>828002980341.57397</c:v>
                </c:pt>
                <c:pt idx="125">
                  <c:v>828002980341.57397</c:v>
                </c:pt>
                <c:pt idx="126">
                  <c:v>832667072231.375</c:v>
                </c:pt>
                <c:pt idx="127">
                  <c:v>832667072231.375</c:v>
                </c:pt>
                <c:pt idx="128">
                  <c:v>832667072231.375</c:v>
                </c:pt>
                <c:pt idx="129">
                  <c:v>832667072231.375</c:v>
                </c:pt>
                <c:pt idx="130">
                  <c:v>835315019877.84595</c:v>
                </c:pt>
                <c:pt idx="131">
                  <c:v>835315019877.84595</c:v>
                </c:pt>
                <c:pt idx="132">
                  <c:v>835315019877.84595</c:v>
                </c:pt>
                <c:pt idx="133">
                  <c:v>835315019877.84595</c:v>
                </c:pt>
                <c:pt idx="134">
                  <c:v>839371166981.099</c:v>
                </c:pt>
                <c:pt idx="135">
                  <c:v>839371166981.099</c:v>
                </c:pt>
                <c:pt idx="136">
                  <c:v>839371166981.099</c:v>
                </c:pt>
                <c:pt idx="137">
                  <c:v>839371166981.099</c:v>
                </c:pt>
                <c:pt idx="138">
                  <c:v>839371166981.099</c:v>
                </c:pt>
                <c:pt idx="139">
                  <c:v>840680455152.82996</c:v>
                </c:pt>
                <c:pt idx="140">
                  <c:v>840680455152.82996</c:v>
                </c:pt>
                <c:pt idx="141">
                  <c:v>840680455152.82996</c:v>
                </c:pt>
                <c:pt idx="142">
                  <c:v>840680455152.82996</c:v>
                </c:pt>
                <c:pt idx="143">
                  <c:v>842920617157.08203</c:v>
                </c:pt>
                <c:pt idx="144">
                  <c:v>842920617157.08203</c:v>
                </c:pt>
                <c:pt idx="145">
                  <c:v>842920617157.08203</c:v>
                </c:pt>
                <c:pt idx="146">
                  <c:v>842920617157.08203</c:v>
                </c:pt>
                <c:pt idx="147">
                  <c:v>842920617157.08203</c:v>
                </c:pt>
                <c:pt idx="148">
                  <c:v>847381000644.36804</c:v>
                </c:pt>
                <c:pt idx="149">
                  <c:v>847381000644.36804</c:v>
                </c:pt>
                <c:pt idx="150">
                  <c:v>847381000644.36804</c:v>
                </c:pt>
                <c:pt idx="151">
                  <c:v>847381000644.36804</c:v>
                </c:pt>
                <c:pt idx="152">
                  <c:v>852925884546.91199</c:v>
                </c:pt>
                <c:pt idx="153">
                  <c:v>852925884546.91199</c:v>
                </c:pt>
                <c:pt idx="154">
                  <c:v>852925884546.91199</c:v>
                </c:pt>
                <c:pt idx="155">
                  <c:v>852925884546.91199</c:v>
                </c:pt>
                <c:pt idx="156">
                  <c:v>856169152140.41296</c:v>
                </c:pt>
                <c:pt idx="157">
                  <c:v>856169152140.41296</c:v>
                </c:pt>
                <c:pt idx="158">
                  <c:v>856169152140.41296</c:v>
                </c:pt>
                <c:pt idx="159">
                  <c:v>856169152140.41296</c:v>
                </c:pt>
                <c:pt idx="160">
                  <c:v>856169152140.41296</c:v>
                </c:pt>
                <c:pt idx="161">
                  <c:v>860549250444.104</c:v>
                </c:pt>
                <c:pt idx="162">
                  <c:v>860549250444.104</c:v>
                </c:pt>
                <c:pt idx="163">
                  <c:v>860549250444.104</c:v>
                </c:pt>
                <c:pt idx="164">
                  <c:v>860549250444.104</c:v>
                </c:pt>
                <c:pt idx="165">
                  <c:v>862646925748.92102</c:v>
                </c:pt>
                <c:pt idx="166">
                  <c:v>862646925748.92102</c:v>
                </c:pt>
                <c:pt idx="167">
                  <c:v>862646925748.92102</c:v>
                </c:pt>
                <c:pt idx="168">
                  <c:v>862646925748.92102</c:v>
                </c:pt>
                <c:pt idx="169">
                  <c:v>865912452541.08801</c:v>
                </c:pt>
                <c:pt idx="170">
                  <c:v>865912452541.08801</c:v>
                </c:pt>
                <c:pt idx="171">
                  <c:v>865912452541.08801</c:v>
                </c:pt>
                <c:pt idx="172">
                  <c:v>865912452541.08801</c:v>
                </c:pt>
                <c:pt idx="173">
                  <c:v>869491021687.79004</c:v>
                </c:pt>
                <c:pt idx="174">
                  <c:v>869491021687.79004</c:v>
                </c:pt>
                <c:pt idx="175">
                  <c:v>869491021687.79004</c:v>
                </c:pt>
                <c:pt idx="176">
                  <c:v>869491021687.79004</c:v>
                </c:pt>
                <c:pt idx="177">
                  <c:v>869491021687.79004</c:v>
                </c:pt>
                <c:pt idx="178">
                  <c:v>874676225982.203</c:v>
                </c:pt>
                <c:pt idx="179">
                  <c:v>874676225982.203</c:v>
                </c:pt>
                <c:pt idx="180">
                  <c:v>874676225982.203</c:v>
                </c:pt>
                <c:pt idx="181">
                  <c:v>874676225982.203</c:v>
                </c:pt>
                <c:pt idx="182">
                  <c:v>879218074297.77698</c:v>
                </c:pt>
                <c:pt idx="183">
                  <c:v>879218074297.77698</c:v>
                </c:pt>
                <c:pt idx="184">
                  <c:v>879218074297.77698</c:v>
                </c:pt>
                <c:pt idx="185">
                  <c:v>879218074297.77698</c:v>
                </c:pt>
                <c:pt idx="186">
                  <c:v>879218074297.77698</c:v>
                </c:pt>
                <c:pt idx="187">
                  <c:v>889016211164.04895</c:v>
                </c:pt>
                <c:pt idx="188">
                  <c:v>889016211164.04895</c:v>
                </c:pt>
                <c:pt idx="189">
                  <c:v>889016211164.04895</c:v>
                </c:pt>
                <c:pt idx="190">
                  <c:v>889016211164.04895</c:v>
                </c:pt>
                <c:pt idx="191">
                  <c:v>896796715582.33606</c:v>
                </c:pt>
                <c:pt idx="192">
                  <c:v>896796715582.33606</c:v>
                </c:pt>
                <c:pt idx="193">
                  <c:v>896796715582.33606</c:v>
                </c:pt>
                <c:pt idx="194">
                  <c:v>896796715582.33606</c:v>
                </c:pt>
                <c:pt idx="195">
                  <c:v>904868755203.72498</c:v>
                </c:pt>
                <c:pt idx="196">
                  <c:v>904868755203.72498</c:v>
                </c:pt>
                <c:pt idx="197">
                  <c:v>904868755203.72498</c:v>
                </c:pt>
                <c:pt idx="198">
                  <c:v>904868755203.72498</c:v>
                </c:pt>
                <c:pt idx="199">
                  <c:v>904868755203.72498</c:v>
                </c:pt>
                <c:pt idx="200">
                  <c:v>911144707396.39795</c:v>
                </c:pt>
                <c:pt idx="201">
                  <c:v>911144707396.39795</c:v>
                </c:pt>
                <c:pt idx="202">
                  <c:v>911144707396.39795</c:v>
                </c:pt>
                <c:pt idx="203">
                  <c:v>911144707396.39795</c:v>
                </c:pt>
                <c:pt idx="204">
                  <c:v>915537820187.26404</c:v>
                </c:pt>
                <c:pt idx="205">
                  <c:v>915537820187.26404</c:v>
                </c:pt>
                <c:pt idx="206">
                  <c:v>915537820187.26404</c:v>
                </c:pt>
                <c:pt idx="207">
                  <c:v>915537820187.26404</c:v>
                </c:pt>
                <c:pt idx="208">
                  <c:v>915537820187.26404</c:v>
                </c:pt>
                <c:pt idx="209">
                  <c:v>919051298499.69104</c:v>
                </c:pt>
                <c:pt idx="210">
                  <c:v>919051298499.69104</c:v>
                </c:pt>
                <c:pt idx="211">
                  <c:v>919051298499.69104</c:v>
                </c:pt>
                <c:pt idx="212">
                  <c:v>919051298499.69104</c:v>
                </c:pt>
                <c:pt idx="213">
                  <c:v>929906802060.74402</c:v>
                </c:pt>
                <c:pt idx="214">
                  <c:v>929906802060.74402</c:v>
                </c:pt>
                <c:pt idx="215">
                  <c:v>929906802060.74402</c:v>
                </c:pt>
                <c:pt idx="216">
                  <c:v>929906802060.74402</c:v>
                </c:pt>
                <c:pt idx="217">
                  <c:v>931776684212.27002</c:v>
                </c:pt>
                <c:pt idx="218">
                  <c:v>931776684212.27002</c:v>
                </c:pt>
                <c:pt idx="219">
                  <c:v>931776684212.27002</c:v>
                </c:pt>
                <c:pt idx="220">
                  <c:v>931776684212.27002</c:v>
                </c:pt>
                <c:pt idx="221">
                  <c:v>936106192313.56702</c:v>
                </c:pt>
                <c:pt idx="222">
                  <c:v>936106192313.56702</c:v>
                </c:pt>
                <c:pt idx="223">
                  <c:v>936106192313.56702</c:v>
                </c:pt>
                <c:pt idx="224">
                  <c:v>936106192313.56702</c:v>
                </c:pt>
                <c:pt idx="225">
                  <c:v>936106192313.56702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25216"/>
        <c:axId val="210826752"/>
      </c:lineChart>
      <c:lineChart>
        <c:grouping val="standard"/>
        <c:varyColors val="0"/>
        <c:ser>
          <c:idx val="2"/>
          <c:order val="2"/>
          <c:tx>
            <c:strRef>
              <c:f>'HARPable Universe'!$M$2</c:f>
              <c:strCache>
                <c:ptCount val="1"/>
                <c:pt idx="0">
                  <c:v>Percentage</c:v>
                </c:pt>
              </c:strCache>
            </c:strRef>
          </c:tx>
          <c:spPr>
            <a:ln>
              <a:noFill/>
              <a:prstDash val="dash"/>
            </a:ln>
          </c:spPr>
          <c:marker>
            <c:symbol val="none"/>
          </c:marker>
          <c:cat>
            <c:numRef>
              <c:f>'HARPable Universe'!$I$3:$I$228</c:f>
              <c:numCache>
                <c:formatCode>m/d/yyyy</c:formatCode>
                <c:ptCount val="226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  <c:pt idx="225">
                  <c:v>42124</c:v>
                </c:pt>
              </c:numCache>
            </c:numRef>
          </c:cat>
          <c:val>
            <c:numRef>
              <c:f>'HARPable Universe'!$M$3:$M$228</c:f>
              <c:numCache>
                <c:formatCode>0%</c:formatCode>
                <c:ptCount val="226"/>
                <c:pt idx="0">
                  <c:v>0.57081400019802386</c:v>
                </c:pt>
                <c:pt idx="1">
                  <c:v>0.57081400019802386</c:v>
                </c:pt>
                <c:pt idx="2">
                  <c:v>0.57081400019802386</c:v>
                </c:pt>
                <c:pt idx="3">
                  <c:v>0.57081400019802386</c:v>
                </c:pt>
                <c:pt idx="4">
                  <c:v>0.55333901310596689</c:v>
                </c:pt>
                <c:pt idx="5">
                  <c:v>0.55333901310596689</c:v>
                </c:pt>
                <c:pt idx="6">
                  <c:v>0.55333901310596689</c:v>
                </c:pt>
                <c:pt idx="7">
                  <c:v>0.55333901310596689</c:v>
                </c:pt>
                <c:pt idx="8">
                  <c:v>0.54226501339435018</c:v>
                </c:pt>
                <c:pt idx="9">
                  <c:v>0.54226501339435018</c:v>
                </c:pt>
                <c:pt idx="10">
                  <c:v>0.54226501339435018</c:v>
                </c:pt>
                <c:pt idx="11">
                  <c:v>0.54226501339435018</c:v>
                </c:pt>
                <c:pt idx="12">
                  <c:v>0.54226501339435018</c:v>
                </c:pt>
                <c:pt idx="13">
                  <c:v>0.53234299328945656</c:v>
                </c:pt>
                <c:pt idx="14">
                  <c:v>0.53234299328945656</c:v>
                </c:pt>
                <c:pt idx="15">
                  <c:v>0.53234299328945656</c:v>
                </c:pt>
                <c:pt idx="16">
                  <c:v>0.53234299328945656</c:v>
                </c:pt>
                <c:pt idx="17">
                  <c:v>0.52357611844768503</c:v>
                </c:pt>
                <c:pt idx="18">
                  <c:v>0.52357611844768503</c:v>
                </c:pt>
                <c:pt idx="19">
                  <c:v>0.52357611844768503</c:v>
                </c:pt>
                <c:pt idx="20">
                  <c:v>0.52357611844768503</c:v>
                </c:pt>
                <c:pt idx="21">
                  <c:v>0.51448099202385933</c:v>
                </c:pt>
                <c:pt idx="22">
                  <c:v>0.51448099202385933</c:v>
                </c:pt>
                <c:pt idx="23">
                  <c:v>0.51448099202385933</c:v>
                </c:pt>
                <c:pt idx="24">
                  <c:v>0.51448099202385933</c:v>
                </c:pt>
                <c:pt idx="25">
                  <c:v>0.51448099202385933</c:v>
                </c:pt>
                <c:pt idx="26">
                  <c:v>0.50689648547957433</c:v>
                </c:pt>
                <c:pt idx="27">
                  <c:v>0.50689648547957433</c:v>
                </c:pt>
                <c:pt idx="28">
                  <c:v>0.50689648547957433</c:v>
                </c:pt>
                <c:pt idx="29">
                  <c:v>0.50689648547957433</c:v>
                </c:pt>
                <c:pt idx="30">
                  <c:v>0.49756393271702015</c:v>
                </c:pt>
                <c:pt idx="31">
                  <c:v>0.49756393271702015</c:v>
                </c:pt>
                <c:pt idx="32">
                  <c:v>0.49756393271702015</c:v>
                </c:pt>
                <c:pt idx="33">
                  <c:v>0.49756393271702015</c:v>
                </c:pt>
                <c:pt idx="34">
                  <c:v>0.48774299876083471</c:v>
                </c:pt>
                <c:pt idx="35">
                  <c:v>0.48774299876083471</c:v>
                </c:pt>
                <c:pt idx="36">
                  <c:v>0.48774299876083471</c:v>
                </c:pt>
                <c:pt idx="37">
                  <c:v>0.48774299876083471</c:v>
                </c:pt>
                <c:pt idx="38">
                  <c:v>0.48774299876083471</c:v>
                </c:pt>
                <c:pt idx="39">
                  <c:v>0.47818775028542876</c:v>
                </c:pt>
                <c:pt idx="40">
                  <c:v>0.47818775028542876</c:v>
                </c:pt>
                <c:pt idx="41">
                  <c:v>0.47818775028542876</c:v>
                </c:pt>
                <c:pt idx="42">
                  <c:v>0.47818775028542876</c:v>
                </c:pt>
                <c:pt idx="43">
                  <c:v>0.46872578528279868</c:v>
                </c:pt>
                <c:pt idx="44">
                  <c:v>0.46872578528279868</c:v>
                </c:pt>
                <c:pt idx="45">
                  <c:v>0.46872578528279868</c:v>
                </c:pt>
                <c:pt idx="46">
                  <c:v>0.46872578528279868</c:v>
                </c:pt>
                <c:pt idx="47">
                  <c:v>0.46078933803165695</c:v>
                </c:pt>
                <c:pt idx="48">
                  <c:v>0.46078933803165695</c:v>
                </c:pt>
                <c:pt idx="49">
                  <c:v>0.46078933803165695</c:v>
                </c:pt>
                <c:pt idx="50">
                  <c:v>0.46078933803165695</c:v>
                </c:pt>
                <c:pt idx="51">
                  <c:v>0.46078933803165695</c:v>
                </c:pt>
                <c:pt idx="52">
                  <c:v>0.44979102680569383</c:v>
                </c:pt>
                <c:pt idx="53">
                  <c:v>0.44979102680569383</c:v>
                </c:pt>
                <c:pt idx="54">
                  <c:v>0.44979102680569383</c:v>
                </c:pt>
                <c:pt idx="55">
                  <c:v>0.44979102680569383</c:v>
                </c:pt>
                <c:pt idx="56">
                  <c:v>0.43570686257754676</c:v>
                </c:pt>
                <c:pt idx="57">
                  <c:v>0.43570686257754676</c:v>
                </c:pt>
                <c:pt idx="58">
                  <c:v>0.43570686257754676</c:v>
                </c:pt>
                <c:pt idx="59">
                  <c:v>0.43570686257754676</c:v>
                </c:pt>
                <c:pt idx="60">
                  <c:v>0.42320746464144116</c:v>
                </c:pt>
                <c:pt idx="61">
                  <c:v>0.42320746464144116</c:v>
                </c:pt>
                <c:pt idx="62">
                  <c:v>0.42320746464144116</c:v>
                </c:pt>
                <c:pt idx="63">
                  <c:v>0.42320746464144116</c:v>
                </c:pt>
                <c:pt idx="64">
                  <c:v>0.42320746464144116</c:v>
                </c:pt>
                <c:pt idx="65">
                  <c:v>0.41148047375609265</c:v>
                </c:pt>
                <c:pt idx="66">
                  <c:v>0.41148047375609265</c:v>
                </c:pt>
                <c:pt idx="67">
                  <c:v>0.41148047375609265</c:v>
                </c:pt>
                <c:pt idx="68">
                  <c:v>0.41148047375609265</c:v>
                </c:pt>
                <c:pt idx="69">
                  <c:v>0.40081024383657665</c:v>
                </c:pt>
                <c:pt idx="70">
                  <c:v>0.40081024383657665</c:v>
                </c:pt>
                <c:pt idx="71">
                  <c:v>0.40081024383657665</c:v>
                </c:pt>
                <c:pt idx="72">
                  <c:v>0.40081024383657665</c:v>
                </c:pt>
                <c:pt idx="73">
                  <c:v>0.40081024383657665</c:v>
                </c:pt>
                <c:pt idx="74">
                  <c:v>0.38507237806178235</c:v>
                </c:pt>
                <c:pt idx="75">
                  <c:v>0.38507237806178235</c:v>
                </c:pt>
                <c:pt idx="76">
                  <c:v>0.38507237806178235</c:v>
                </c:pt>
                <c:pt idx="77">
                  <c:v>0.38507237806178235</c:v>
                </c:pt>
                <c:pt idx="78">
                  <c:v>0.37294614808842375</c:v>
                </c:pt>
                <c:pt idx="79">
                  <c:v>0.37294614808842375</c:v>
                </c:pt>
                <c:pt idx="80">
                  <c:v>0.37294614808842375</c:v>
                </c:pt>
                <c:pt idx="81">
                  <c:v>0.37294614808842375</c:v>
                </c:pt>
                <c:pt idx="82">
                  <c:v>0.35871199199825965</c:v>
                </c:pt>
                <c:pt idx="83">
                  <c:v>0.35871199199825965</c:v>
                </c:pt>
                <c:pt idx="84">
                  <c:v>0.35871199199825965</c:v>
                </c:pt>
                <c:pt idx="85">
                  <c:v>0.35871199199825965</c:v>
                </c:pt>
                <c:pt idx="86">
                  <c:v>0.35871199199825965</c:v>
                </c:pt>
                <c:pt idx="87">
                  <c:v>0.34649424436027532</c:v>
                </c:pt>
                <c:pt idx="88">
                  <c:v>0.34649424436027532</c:v>
                </c:pt>
                <c:pt idx="89">
                  <c:v>0.34649424436027532</c:v>
                </c:pt>
                <c:pt idx="90">
                  <c:v>0.34649424436027532</c:v>
                </c:pt>
                <c:pt idx="91">
                  <c:v>0.33184587601897486</c:v>
                </c:pt>
                <c:pt idx="92">
                  <c:v>0.33184587601897486</c:v>
                </c:pt>
                <c:pt idx="93">
                  <c:v>0.33184587601897486</c:v>
                </c:pt>
                <c:pt idx="94">
                  <c:v>0.33184587601897486</c:v>
                </c:pt>
                <c:pt idx="95">
                  <c:v>0.31456277294828944</c:v>
                </c:pt>
                <c:pt idx="96">
                  <c:v>0.31456277294828944</c:v>
                </c:pt>
                <c:pt idx="97">
                  <c:v>0.31456277294828944</c:v>
                </c:pt>
                <c:pt idx="98">
                  <c:v>0.31456277294828944</c:v>
                </c:pt>
                <c:pt idx="99">
                  <c:v>0.31456277294828944</c:v>
                </c:pt>
                <c:pt idx="100">
                  <c:v>0.30472539476777555</c:v>
                </c:pt>
                <c:pt idx="101">
                  <c:v>0.30472539476777555</c:v>
                </c:pt>
                <c:pt idx="102">
                  <c:v>0.30472539476777555</c:v>
                </c:pt>
                <c:pt idx="103">
                  <c:v>0.30472539476777555</c:v>
                </c:pt>
                <c:pt idx="104">
                  <c:v>0.29128451623904644</c:v>
                </c:pt>
                <c:pt idx="105">
                  <c:v>0.29128451623904644</c:v>
                </c:pt>
                <c:pt idx="106">
                  <c:v>0.29128451623904644</c:v>
                </c:pt>
                <c:pt idx="107">
                  <c:v>0.29128451623904644</c:v>
                </c:pt>
                <c:pt idx="108">
                  <c:v>0.29128451623904644</c:v>
                </c:pt>
                <c:pt idx="109">
                  <c:v>0.27807849695097897</c:v>
                </c:pt>
                <c:pt idx="110">
                  <c:v>0.27807849695097897</c:v>
                </c:pt>
                <c:pt idx="111">
                  <c:v>0.27807849695097897</c:v>
                </c:pt>
                <c:pt idx="112">
                  <c:v>0.27807849695097897</c:v>
                </c:pt>
                <c:pt idx="113">
                  <c:v>0.26292796013915876</c:v>
                </c:pt>
                <c:pt idx="114">
                  <c:v>0.26292796013915876</c:v>
                </c:pt>
                <c:pt idx="115">
                  <c:v>0.26292796013915876</c:v>
                </c:pt>
                <c:pt idx="116">
                  <c:v>0.26292796013915876</c:v>
                </c:pt>
                <c:pt idx="117">
                  <c:v>0.24848860116772839</c:v>
                </c:pt>
                <c:pt idx="118">
                  <c:v>0.24848860116772839</c:v>
                </c:pt>
                <c:pt idx="119">
                  <c:v>0.24848860116772839</c:v>
                </c:pt>
                <c:pt idx="120">
                  <c:v>0.24848860116772839</c:v>
                </c:pt>
                <c:pt idx="121">
                  <c:v>0.23577921258610923</c:v>
                </c:pt>
                <c:pt idx="122">
                  <c:v>0.23577921258610923</c:v>
                </c:pt>
                <c:pt idx="123">
                  <c:v>0.23577921258610923</c:v>
                </c:pt>
                <c:pt idx="124">
                  <c:v>0.23577921258610923</c:v>
                </c:pt>
                <c:pt idx="125">
                  <c:v>0.23577921258610923</c:v>
                </c:pt>
                <c:pt idx="126">
                  <c:v>0.22224142886571943</c:v>
                </c:pt>
                <c:pt idx="127">
                  <c:v>0.22224142886571943</c:v>
                </c:pt>
                <c:pt idx="128">
                  <c:v>0.22224142886571943</c:v>
                </c:pt>
                <c:pt idx="129">
                  <c:v>0.22224142886571943</c:v>
                </c:pt>
                <c:pt idx="130">
                  <c:v>0.210798858071544</c:v>
                </c:pt>
                <c:pt idx="131">
                  <c:v>0.210798858071544</c:v>
                </c:pt>
                <c:pt idx="132">
                  <c:v>0.210798858071544</c:v>
                </c:pt>
                <c:pt idx="133">
                  <c:v>0.210798858071544</c:v>
                </c:pt>
                <c:pt idx="134">
                  <c:v>0.19964672229879027</c:v>
                </c:pt>
                <c:pt idx="135">
                  <c:v>0.19964672229879027</c:v>
                </c:pt>
                <c:pt idx="136">
                  <c:v>0.19964672229879027</c:v>
                </c:pt>
                <c:pt idx="137">
                  <c:v>0.19964672229879027</c:v>
                </c:pt>
                <c:pt idx="138">
                  <c:v>0.19964672229879027</c:v>
                </c:pt>
                <c:pt idx="139">
                  <c:v>0.19125856762608923</c:v>
                </c:pt>
                <c:pt idx="140">
                  <c:v>0.19125856762608923</c:v>
                </c:pt>
                <c:pt idx="141">
                  <c:v>0.19125856762608923</c:v>
                </c:pt>
                <c:pt idx="142">
                  <c:v>0.19125856762608923</c:v>
                </c:pt>
                <c:pt idx="143">
                  <c:v>0.18465494663068971</c:v>
                </c:pt>
                <c:pt idx="144">
                  <c:v>0.18465494663068971</c:v>
                </c:pt>
                <c:pt idx="145">
                  <c:v>0.18465494663068971</c:v>
                </c:pt>
                <c:pt idx="146">
                  <c:v>0.18465494663068971</c:v>
                </c:pt>
                <c:pt idx="147">
                  <c:v>0.18465494663068971</c:v>
                </c:pt>
                <c:pt idx="148">
                  <c:v>0.17883453886377174</c:v>
                </c:pt>
                <c:pt idx="149">
                  <c:v>0.17883453886377174</c:v>
                </c:pt>
                <c:pt idx="150">
                  <c:v>0.17883453886377174</c:v>
                </c:pt>
                <c:pt idx="151">
                  <c:v>0.17883453886377174</c:v>
                </c:pt>
                <c:pt idx="152">
                  <c:v>0.17304694334456563</c:v>
                </c:pt>
                <c:pt idx="153">
                  <c:v>0.17304694334456563</c:v>
                </c:pt>
                <c:pt idx="154">
                  <c:v>0.17304694334456563</c:v>
                </c:pt>
                <c:pt idx="155">
                  <c:v>0.17304694334456563</c:v>
                </c:pt>
                <c:pt idx="156">
                  <c:v>0.16759693988889501</c:v>
                </c:pt>
                <c:pt idx="157">
                  <c:v>0.16759693988889501</c:v>
                </c:pt>
                <c:pt idx="158">
                  <c:v>0.16759693988889501</c:v>
                </c:pt>
                <c:pt idx="159">
                  <c:v>0.16759693988889501</c:v>
                </c:pt>
                <c:pt idx="160">
                  <c:v>0.16759693988889501</c:v>
                </c:pt>
                <c:pt idx="161">
                  <c:v>0.16289271949515696</c:v>
                </c:pt>
                <c:pt idx="162">
                  <c:v>0.16289271949515696</c:v>
                </c:pt>
                <c:pt idx="163">
                  <c:v>0.16289271949515696</c:v>
                </c:pt>
                <c:pt idx="164">
                  <c:v>0.16289271949515696</c:v>
                </c:pt>
                <c:pt idx="165">
                  <c:v>0.15916451584686789</c:v>
                </c:pt>
                <c:pt idx="166">
                  <c:v>0.15916451584686789</c:v>
                </c:pt>
                <c:pt idx="167">
                  <c:v>0.15916451584686789</c:v>
                </c:pt>
                <c:pt idx="168">
                  <c:v>0.15916451584686789</c:v>
                </c:pt>
                <c:pt idx="169">
                  <c:v>0.15484742317936076</c:v>
                </c:pt>
                <c:pt idx="170">
                  <c:v>0.15484742317936076</c:v>
                </c:pt>
                <c:pt idx="171">
                  <c:v>0.15484742317936076</c:v>
                </c:pt>
                <c:pt idx="172">
                  <c:v>0.15484742317936076</c:v>
                </c:pt>
                <c:pt idx="173">
                  <c:v>0.15068828465006784</c:v>
                </c:pt>
                <c:pt idx="174">
                  <c:v>0.15068828465006784</c:v>
                </c:pt>
                <c:pt idx="175">
                  <c:v>0.15068828465006784</c:v>
                </c:pt>
                <c:pt idx="176">
                  <c:v>0.15068828465006784</c:v>
                </c:pt>
                <c:pt idx="177">
                  <c:v>0.15068828465006784</c:v>
                </c:pt>
                <c:pt idx="178">
                  <c:v>0.14633606054432916</c:v>
                </c:pt>
                <c:pt idx="179">
                  <c:v>0.14633606054432916</c:v>
                </c:pt>
                <c:pt idx="180">
                  <c:v>0.14633606054432916</c:v>
                </c:pt>
                <c:pt idx="181">
                  <c:v>0.14633606054432916</c:v>
                </c:pt>
                <c:pt idx="182">
                  <c:v>0.14217128811914262</c:v>
                </c:pt>
                <c:pt idx="183">
                  <c:v>0.14217128811914262</c:v>
                </c:pt>
                <c:pt idx="184">
                  <c:v>0.14217128811914262</c:v>
                </c:pt>
                <c:pt idx="185">
                  <c:v>0.14217128811914262</c:v>
                </c:pt>
                <c:pt idx="186">
                  <c:v>0.14217128811914262</c:v>
                </c:pt>
                <c:pt idx="187">
                  <c:v>0.13726921649283416</c:v>
                </c:pt>
                <c:pt idx="188">
                  <c:v>0.13726921649283416</c:v>
                </c:pt>
                <c:pt idx="189">
                  <c:v>0.13726921649283416</c:v>
                </c:pt>
                <c:pt idx="190">
                  <c:v>0.13726921649283416</c:v>
                </c:pt>
                <c:pt idx="191">
                  <c:v>0.13290290240855962</c:v>
                </c:pt>
                <c:pt idx="192">
                  <c:v>0.13290290240855962</c:v>
                </c:pt>
                <c:pt idx="193">
                  <c:v>0.13290290240855962</c:v>
                </c:pt>
                <c:pt idx="194">
                  <c:v>0.13290290240855962</c:v>
                </c:pt>
                <c:pt idx="195">
                  <c:v>0.12860098490544827</c:v>
                </c:pt>
                <c:pt idx="196">
                  <c:v>0.12860098490544827</c:v>
                </c:pt>
                <c:pt idx="197">
                  <c:v>0.12860098490544827</c:v>
                </c:pt>
                <c:pt idx="198">
                  <c:v>0.12860098490544827</c:v>
                </c:pt>
                <c:pt idx="199">
                  <c:v>0.12860098490544827</c:v>
                </c:pt>
                <c:pt idx="200">
                  <c:v>0.12465486337646373</c:v>
                </c:pt>
                <c:pt idx="201">
                  <c:v>0.12465486337646373</c:v>
                </c:pt>
                <c:pt idx="202">
                  <c:v>0.12465486337646373</c:v>
                </c:pt>
                <c:pt idx="203">
                  <c:v>0.12465486337646373</c:v>
                </c:pt>
                <c:pt idx="204">
                  <c:v>0.12139425827709796</c:v>
                </c:pt>
                <c:pt idx="205">
                  <c:v>0.12139425827709796</c:v>
                </c:pt>
                <c:pt idx="206">
                  <c:v>0.12139425827709796</c:v>
                </c:pt>
                <c:pt idx="207">
                  <c:v>0.12139425827709796</c:v>
                </c:pt>
                <c:pt idx="208">
                  <c:v>0.12139425827709796</c:v>
                </c:pt>
                <c:pt idx="209">
                  <c:v>0.11801270464106903</c:v>
                </c:pt>
                <c:pt idx="210">
                  <c:v>0.11801270464106903</c:v>
                </c:pt>
                <c:pt idx="211">
                  <c:v>0.11801270464106903</c:v>
                </c:pt>
                <c:pt idx="212">
                  <c:v>0.11801270464106903</c:v>
                </c:pt>
                <c:pt idx="213">
                  <c:v>0.11418005242057283</c:v>
                </c:pt>
                <c:pt idx="214">
                  <c:v>0.11418005242057283</c:v>
                </c:pt>
                <c:pt idx="215">
                  <c:v>0.11418005242057283</c:v>
                </c:pt>
                <c:pt idx="216">
                  <c:v>0.11418005242057283</c:v>
                </c:pt>
                <c:pt idx="217">
                  <c:v>0.11138179926193666</c:v>
                </c:pt>
                <c:pt idx="218">
                  <c:v>0.11138179926193666</c:v>
                </c:pt>
                <c:pt idx="219">
                  <c:v>0.11138179926193666</c:v>
                </c:pt>
                <c:pt idx="220">
                  <c:v>0.11138179926193666</c:v>
                </c:pt>
                <c:pt idx="221">
                  <c:v>0.10752283550041125</c:v>
                </c:pt>
                <c:pt idx="222">
                  <c:v>0.10752283550041125</c:v>
                </c:pt>
                <c:pt idx="223">
                  <c:v>0.10752283550041125</c:v>
                </c:pt>
                <c:pt idx="224">
                  <c:v>0.10752283550041125</c:v>
                </c:pt>
                <c:pt idx="225">
                  <c:v>0.10752283550041125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30464"/>
        <c:axId val="210828672"/>
      </c:lineChart>
      <c:dateAx>
        <c:axId val="2108252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826752"/>
        <c:crosses val="autoZero"/>
        <c:auto val="1"/>
        <c:lblOffset val="100"/>
        <c:baseTimeUnit val="days"/>
        <c:majorUnit val="6"/>
        <c:majorTimeUnit val="months"/>
      </c:dateAx>
      <c:valAx>
        <c:axId val="210826752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out"/>
        <c:minorTickMark val="none"/>
        <c:tickLblPos val="nextTo"/>
        <c:crossAx val="210825216"/>
        <c:crosses val="autoZero"/>
        <c:crossBetween val="between"/>
        <c:dispUnits>
          <c:builtInUnit val="billions"/>
          <c:dispUnitsLbl>
            <c:layout/>
          </c:dispUnitsLbl>
        </c:dispUnits>
      </c:valAx>
      <c:valAx>
        <c:axId val="210828672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210830464"/>
        <c:crosses val="max"/>
        <c:crossBetween val="between"/>
      </c:valAx>
      <c:dateAx>
        <c:axId val="2108304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0828672"/>
        <c:crosses val="autoZero"/>
        <c:auto val="1"/>
        <c:lblOffset val="100"/>
        <c:baseTimeUnit val="days"/>
      </c:dateAx>
      <c:spPr>
        <a:ln>
          <a:solidFill>
            <a:schemeClr val="tx1"/>
          </a:solidFill>
        </a:ln>
      </c:spPr>
    </c:plotArea>
    <c:legend>
      <c:legendPos val="b"/>
      <c:legendEntry>
        <c:idx val="2"/>
        <c:delete val="1"/>
      </c:legendEntry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6"/>
          <c:order val="0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1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871808"/>
        <c:axId val="210873344"/>
      </c:lineChart>
      <c:dateAx>
        <c:axId val="2108718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0873344"/>
        <c:crosses val="autoZero"/>
        <c:auto val="1"/>
        <c:lblOffset val="100"/>
        <c:baseTimeUnit val="days"/>
        <c:majorUnit val="6"/>
        <c:majorTimeUnit val="months"/>
      </c:dateAx>
      <c:valAx>
        <c:axId val="2108733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0871808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506688"/>
        <c:axId val="21150822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523840"/>
        <c:axId val="211522304"/>
      </c:lineChart>
      <c:dateAx>
        <c:axId val="2115066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508224"/>
        <c:crosses val="autoZero"/>
        <c:auto val="1"/>
        <c:lblOffset val="100"/>
        <c:baseTimeUnit val="days"/>
        <c:majorUnit val="6"/>
        <c:majorTimeUnit val="months"/>
      </c:dateAx>
      <c:valAx>
        <c:axId val="211508224"/>
        <c:scaling>
          <c:orientation val="minMax"/>
          <c:max val="1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1506688"/>
        <c:crosses val="autoZero"/>
        <c:crossBetween val="between"/>
      </c:valAx>
      <c:valAx>
        <c:axId val="21152230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211523840"/>
        <c:crosses val="max"/>
        <c:crossBetween val="between"/>
      </c:valAx>
      <c:dateAx>
        <c:axId val="21152384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52230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sz="1600" b="1" i="0" baseline="0" dirty="0" smtClean="0">
                <a:effectLst/>
              </a:rPr>
              <a:t> </a:t>
            </a:r>
            <a:endParaRPr lang="en-US" sz="1600" dirty="0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6273577440957497E-2"/>
          <c:y val="4.103239004183673E-2"/>
          <c:w val="0.82832390448197313"/>
          <c:h val="0.77048847154975197"/>
        </c:manualLayout>
      </c:layout>
      <c:lineChart>
        <c:grouping val="standard"/>
        <c:varyColors val="0"/>
        <c:ser>
          <c:idx val="0"/>
          <c:order val="0"/>
          <c:tx>
            <c:v>Refinancible Percentage</c:v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85024"/>
        <c:axId val="211190912"/>
      </c:lineChart>
      <c:lineChart>
        <c:grouping val="standard"/>
        <c:varyColors val="0"/>
        <c:ser>
          <c:idx val="2"/>
          <c:order val="1"/>
          <c:tx>
            <c:v>Conventional Refi Index</c:v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99104"/>
        <c:axId val="211192832"/>
      </c:lineChart>
      <c:dateAx>
        <c:axId val="2111850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190912"/>
        <c:crosses val="autoZero"/>
        <c:auto val="1"/>
        <c:lblOffset val="100"/>
        <c:baseTimeUnit val="days"/>
        <c:majorUnit val="6"/>
        <c:majorTimeUnit val="months"/>
        <c:minorUnit val="6"/>
        <c:minorTimeUnit val="months"/>
      </c:dateAx>
      <c:valAx>
        <c:axId val="21119091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b="1" i="0" baseline="0" dirty="0" smtClean="0">
                    <a:effectLst/>
                  </a:rPr>
                  <a:t>Pool Level Model</a:t>
                </a:r>
                <a:endParaRPr lang="en-US" sz="1100" dirty="0">
                  <a:effectLst/>
                </a:endParaRP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185024"/>
        <c:crosses val="autoZero"/>
        <c:crossBetween val="between"/>
      </c:valAx>
      <c:valAx>
        <c:axId val="21119283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/>
                </a:pPr>
                <a:r>
                  <a:rPr lang="en-US" sz="1100" dirty="0" err="1" smtClean="0"/>
                  <a:t>Refi</a:t>
                </a:r>
                <a:r>
                  <a:rPr lang="en-US" sz="1100" dirty="0" smtClean="0"/>
                  <a:t> Index</a:t>
                </a:r>
                <a:endParaRPr lang="en-US" sz="11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199104"/>
        <c:crosses val="max"/>
        <c:crossBetween val="between"/>
      </c:valAx>
      <c:dateAx>
        <c:axId val="2111991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192832"/>
        <c:crosses val="autoZero"/>
        <c:auto val="1"/>
        <c:lblOffset val="100"/>
        <c:baseTimeUnit val="days"/>
      </c:dateAx>
    </c:plotArea>
    <c:legend>
      <c:legendPos val="b"/>
      <c:layout>
        <c:manualLayout>
          <c:xMode val="edge"/>
          <c:yMode val="edge"/>
          <c:x val="0.21143387291413382"/>
          <c:y val="0.91154620165232969"/>
          <c:w val="0.57713225417173231"/>
          <c:h val="8.0654696581234336E-2"/>
        </c:manualLayout>
      </c:layout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14903309795535"/>
          <c:y val="5.1400554097404488E-2"/>
          <c:w val="0.79470010024988658"/>
          <c:h val="0.72112459900845727"/>
        </c:manualLayout>
      </c:layout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38912"/>
        <c:axId val="21124044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44544"/>
        <c:axId val="211242368"/>
      </c:lineChart>
      <c:dateAx>
        <c:axId val="211238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240448"/>
        <c:crosses val="autoZero"/>
        <c:auto val="1"/>
        <c:lblOffset val="100"/>
        <c:baseTimeUnit val="days"/>
        <c:majorUnit val="6"/>
        <c:majorTimeUnit val="months"/>
      </c:dateAx>
      <c:valAx>
        <c:axId val="21124044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238912"/>
        <c:crosses val="autoZero"/>
        <c:crossBetween val="between"/>
        <c:majorUnit val="0.2"/>
      </c:valAx>
      <c:valAx>
        <c:axId val="21124236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</a:t>
                </a:r>
                <a:r>
                  <a:rPr lang="en-US" dirty="0" smtClean="0"/>
                  <a:t> Index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244544"/>
        <c:crosses val="max"/>
        <c:crossBetween val="between"/>
      </c:valAx>
      <c:dateAx>
        <c:axId val="2112445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242368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88832"/>
        <c:axId val="211290368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298560"/>
        <c:axId val="211296640"/>
      </c:lineChart>
      <c:dateAx>
        <c:axId val="2112888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290368"/>
        <c:crosses val="autoZero"/>
        <c:auto val="1"/>
        <c:lblOffset val="100"/>
        <c:baseTimeUnit val="days"/>
        <c:majorUnit val="6"/>
        <c:majorTimeUnit val="months"/>
      </c:dateAx>
      <c:valAx>
        <c:axId val="21129036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288832"/>
        <c:crosses val="autoZero"/>
        <c:crossBetween val="between"/>
        <c:majorUnit val="0.2"/>
      </c:valAx>
      <c:valAx>
        <c:axId val="21129664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298560"/>
        <c:crosses val="max"/>
        <c:crossBetween val="between"/>
      </c:valAx>
      <c:dateAx>
        <c:axId val="2112985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296640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72288"/>
        <c:axId val="21138227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94560"/>
        <c:axId val="211384192"/>
      </c:lineChart>
      <c:dateAx>
        <c:axId val="2113722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382272"/>
        <c:crosses val="autoZero"/>
        <c:auto val="1"/>
        <c:lblOffset val="100"/>
        <c:baseTimeUnit val="days"/>
        <c:majorUnit val="6"/>
        <c:majorTimeUnit val="months"/>
      </c:dateAx>
      <c:valAx>
        <c:axId val="21138227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372288"/>
        <c:crosses val="autoZero"/>
        <c:crossBetween val="between"/>
        <c:majorUnit val="0.2"/>
      </c:valAx>
      <c:valAx>
        <c:axId val="21138419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394560"/>
        <c:crosses val="max"/>
        <c:crossBetween val="between"/>
      </c:valAx>
      <c:dateAx>
        <c:axId val="2113945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384192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77728"/>
        <c:axId val="21197926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91552"/>
        <c:axId val="211989632"/>
      </c:lineChart>
      <c:dateAx>
        <c:axId val="2119777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1979264"/>
        <c:crosses val="autoZero"/>
        <c:auto val="1"/>
        <c:lblOffset val="100"/>
        <c:baseTimeUnit val="days"/>
        <c:majorUnit val="6"/>
        <c:majorTimeUnit val="months"/>
      </c:dateAx>
      <c:valAx>
        <c:axId val="21197926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977728"/>
        <c:crosses val="autoZero"/>
        <c:crossBetween val="between"/>
        <c:majorUnit val="0.2"/>
      </c:valAx>
      <c:valAx>
        <c:axId val="21198963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991552"/>
        <c:crosses val="max"/>
        <c:crossBetween val="between"/>
      </c:valAx>
      <c:dateAx>
        <c:axId val="2119915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989632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CDD1EF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PoolRefinancible!$F$2</c:f>
              <c:strCache>
                <c:ptCount val="1"/>
                <c:pt idx="0">
                  <c:v>Loan Level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PoolRefinancible!$F$3:$F$227</c:f>
              <c:numCache>
                <c:formatCode>0%</c:formatCode>
                <c:ptCount val="225"/>
                <c:pt idx="0">
                  <c:v>0.53095286512326811</c:v>
                </c:pt>
                <c:pt idx="1">
                  <c:v>0.53151414802717445</c:v>
                </c:pt>
                <c:pt idx="2">
                  <c:v>0.53128369296391043</c:v>
                </c:pt>
                <c:pt idx="3">
                  <c:v>0.53088486817209324</c:v>
                </c:pt>
                <c:pt idx="4">
                  <c:v>0.45470305131111477</c:v>
                </c:pt>
                <c:pt idx="5">
                  <c:v>0.40745494442377123</c:v>
                </c:pt>
                <c:pt idx="6">
                  <c:v>0.40754568633496746</c:v>
                </c:pt>
                <c:pt idx="7">
                  <c:v>0.45432862067371088</c:v>
                </c:pt>
                <c:pt idx="8">
                  <c:v>0.44537925133640238</c:v>
                </c:pt>
                <c:pt idx="9">
                  <c:v>0.44531343502837423</c:v>
                </c:pt>
                <c:pt idx="10">
                  <c:v>0.50756853544493263</c:v>
                </c:pt>
                <c:pt idx="11">
                  <c:v>0.50709598627705932</c:v>
                </c:pt>
                <c:pt idx="12">
                  <c:v>0.44540607652299313</c:v>
                </c:pt>
                <c:pt idx="13">
                  <c:v>0.43752802947744701</c:v>
                </c:pt>
                <c:pt idx="14">
                  <c:v>0.43743055763305833</c:v>
                </c:pt>
                <c:pt idx="15">
                  <c:v>0.50071367537414391</c:v>
                </c:pt>
                <c:pt idx="16">
                  <c:v>0.50084038538064524</c:v>
                </c:pt>
                <c:pt idx="17">
                  <c:v>0.49619981605913671</c:v>
                </c:pt>
                <c:pt idx="18">
                  <c:v>0.54734510927234215</c:v>
                </c:pt>
                <c:pt idx="19">
                  <c:v>0.54747259610785104</c:v>
                </c:pt>
                <c:pt idx="20">
                  <c:v>0.54749050352200102</c:v>
                </c:pt>
                <c:pt idx="21">
                  <c:v>0.61801719649367404</c:v>
                </c:pt>
                <c:pt idx="22">
                  <c:v>0.61814735042604474</c:v>
                </c:pt>
                <c:pt idx="23">
                  <c:v>0.61809095300776584</c:v>
                </c:pt>
                <c:pt idx="24">
                  <c:v>0.61801719649367404</c:v>
                </c:pt>
                <c:pt idx="25">
                  <c:v>0.61807450623887938</c:v>
                </c:pt>
                <c:pt idx="26">
                  <c:v>0.5369732812748057</c:v>
                </c:pt>
                <c:pt idx="27">
                  <c:v>0.61264472977114681</c:v>
                </c:pt>
                <c:pt idx="28">
                  <c:v>0.61259676686406817</c:v>
                </c:pt>
                <c:pt idx="29">
                  <c:v>0.60542736860140534</c:v>
                </c:pt>
                <c:pt idx="30">
                  <c:v>0.74150202177436741</c:v>
                </c:pt>
                <c:pt idx="31">
                  <c:v>0.84590073793359044</c:v>
                </c:pt>
                <c:pt idx="32">
                  <c:v>0.88586751140233078</c:v>
                </c:pt>
                <c:pt idx="33">
                  <c:v>0.8463192849236576</c:v>
                </c:pt>
                <c:pt idx="34">
                  <c:v>0.84045690434216458</c:v>
                </c:pt>
                <c:pt idx="35">
                  <c:v>0.88186934327029209</c:v>
                </c:pt>
                <c:pt idx="36">
                  <c:v>0.88191978475653932</c:v>
                </c:pt>
                <c:pt idx="37">
                  <c:v>0.88191978475653932</c:v>
                </c:pt>
                <c:pt idx="38">
                  <c:v>0.92481236623397145</c:v>
                </c:pt>
                <c:pt idx="39">
                  <c:v>0.91682101113682013</c:v>
                </c:pt>
                <c:pt idx="40">
                  <c:v>0.87184341688215217</c:v>
                </c:pt>
                <c:pt idx="41">
                  <c:v>0.87184733410546966</c:v>
                </c:pt>
                <c:pt idx="42">
                  <c:v>0.87190767917521173</c:v>
                </c:pt>
                <c:pt idx="43">
                  <c:v>0.90632973266278982</c:v>
                </c:pt>
                <c:pt idx="44">
                  <c:v>0.9063475730739603</c:v>
                </c:pt>
                <c:pt idx="45">
                  <c:v>0.90632973266278982</c:v>
                </c:pt>
                <c:pt idx="46">
                  <c:v>0.90635487345396593</c:v>
                </c:pt>
                <c:pt idx="47">
                  <c:v>0.89703139526962428</c:v>
                </c:pt>
                <c:pt idx="48">
                  <c:v>0.89704903447944062</c:v>
                </c:pt>
                <c:pt idx="49">
                  <c:v>0.89709375429273885</c:v>
                </c:pt>
                <c:pt idx="50">
                  <c:v>0.94137030351529016</c:v>
                </c:pt>
                <c:pt idx="51">
                  <c:v>0.94128842871061857</c:v>
                </c:pt>
                <c:pt idx="52">
                  <c:v>0.93080329806075279</c:v>
                </c:pt>
                <c:pt idx="53">
                  <c:v>0.93090646498108043</c:v>
                </c:pt>
                <c:pt idx="54">
                  <c:v>0.93088678298606131</c:v>
                </c:pt>
                <c:pt idx="55">
                  <c:v>0.88426645621178879</c:v>
                </c:pt>
                <c:pt idx="56">
                  <c:v>0.91360112522716286</c:v>
                </c:pt>
                <c:pt idx="57">
                  <c:v>0.91360112522716286</c:v>
                </c:pt>
                <c:pt idx="58">
                  <c:v>0.91360112522716286</c:v>
                </c:pt>
                <c:pt idx="59">
                  <c:v>0.86453426929410926</c:v>
                </c:pt>
                <c:pt idx="60">
                  <c:v>0.8998965016430206</c:v>
                </c:pt>
                <c:pt idx="61">
                  <c:v>0.89998685767725373</c:v>
                </c:pt>
                <c:pt idx="62">
                  <c:v>0.89987035776157298</c:v>
                </c:pt>
                <c:pt idx="63">
                  <c:v>0.79963025534966692</c:v>
                </c:pt>
                <c:pt idx="64">
                  <c:v>0.84935496597160542</c:v>
                </c:pt>
                <c:pt idx="65">
                  <c:v>0.83420792590434467</c:v>
                </c:pt>
                <c:pt idx="66">
                  <c:v>0.88546928546811865</c:v>
                </c:pt>
                <c:pt idx="67">
                  <c:v>0.88532092394225137</c:v>
                </c:pt>
                <c:pt idx="68">
                  <c:v>0.88546928546811865</c:v>
                </c:pt>
                <c:pt idx="69">
                  <c:v>0.875279554781354</c:v>
                </c:pt>
                <c:pt idx="70">
                  <c:v>0.87534475648983412</c:v>
                </c:pt>
                <c:pt idx="71">
                  <c:v>0.91993589788714725</c:v>
                </c:pt>
                <c:pt idx="72">
                  <c:v>0.91989879371783623</c:v>
                </c:pt>
                <c:pt idx="73">
                  <c:v>0.92005776451854027</c:v>
                </c:pt>
                <c:pt idx="74">
                  <c:v>0.92441254418745433</c:v>
                </c:pt>
                <c:pt idx="75">
                  <c:v>0.90289735225778367</c:v>
                </c:pt>
                <c:pt idx="76">
                  <c:v>0.9244242433615838</c:v>
                </c:pt>
                <c:pt idx="77">
                  <c:v>0.9244242433615838</c:v>
                </c:pt>
                <c:pt idx="78">
                  <c:v>0.91386483587378442</c:v>
                </c:pt>
                <c:pt idx="79">
                  <c:v>0.94968585268042571</c:v>
                </c:pt>
                <c:pt idx="80">
                  <c:v>0.94974571127352658</c:v>
                </c:pt>
                <c:pt idx="81">
                  <c:v>0.95271926668027695</c:v>
                </c:pt>
                <c:pt idx="82">
                  <c:v>0.93570894150236794</c:v>
                </c:pt>
                <c:pt idx="83">
                  <c:v>0.9356798644507448</c:v>
                </c:pt>
                <c:pt idx="84">
                  <c:v>0.89511007451891311</c:v>
                </c:pt>
                <c:pt idx="85">
                  <c:v>0.89495866041217464</c:v>
                </c:pt>
                <c:pt idx="86">
                  <c:v>0.9356798644507448</c:v>
                </c:pt>
                <c:pt idx="87">
                  <c:v>0.921376249797624</c:v>
                </c:pt>
                <c:pt idx="88">
                  <c:v>0.9248916494900683</c:v>
                </c:pt>
                <c:pt idx="89">
                  <c:v>0.92514591669223734</c:v>
                </c:pt>
                <c:pt idx="90">
                  <c:v>0.96960771050923455</c:v>
                </c:pt>
                <c:pt idx="91">
                  <c:v>0.95173821154236116</c:v>
                </c:pt>
                <c:pt idx="92">
                  <c:v>0.9516214910186106</c:v>
                </c:pt>
                <c:pt idx="93">
                  <c:v>0.95171433528773408</c:v>
                </c:pt>
                <c:pt idx="94">
                  <c:v>0.95160314091355924</c:v>
                </c:pt>
                <c:pt idx="95">
                  <c:v>0.92867980817147811</c:v>
                </c:pt>
                <c:pt idx="96">
                  <c:v>0.92867016836240179</c:v>
                </c:pt>
                <c:pt idx="97">
                  <c:v>0.92880125520801771</c:v>
                </c:pt>
                <c:pt idx="98">
                  <c:v>0.95306397070735893</c:v>
                </c:pt>
                <c:pt idx="99">
                  <c:v>0.92879920649220771</c:v>
                </c:pt>
                <c:pt idx="100">
                  <c:v>0.91462867250042379</c:v>
                </c:pt>
                <c:pt idx="101">
                  <c:v>0.94167657117439885</c:v>
                </c:pt>
                <c:pt idx="102">
                  <c:v>0.91459695563417198</c:v>
                </c:pt>
                <c:pt idx="103">
                  <c:v>0.91462311468400781</c:v>
                </c:pt>
                <c:pt idx="104">
                  <c:v>0.89326181251225278</c:v>
                </c:pt>
                <c:pt idx="105">
                  <c:v>0.89311387348630478</c:v>
                </c:pt>
                <c:pt idx="106">
                  <c:v>0.89313594354940329</c:v>
                </c:pt>
                <c:pt idx="107">
                  <c:v>0.89309005512837913</c:v>
                </c:pt>
                <c:pt idx="108">
                  <c:v>0.8331952647990043</c:v>
                </c:pt>
                <c:pt idx="109">
                  <c:v>0.81023525759205761</c:v>
                </c:pt>
                <c:pt idx="110">
                  <c:v>0.81023525759205761</c:v>
                </c:pt>
                <c:pt idx="111">
                  <c:v>0.75933345466765345</c:v>
                </c:pt>
                <c:pt idx="112">
                  <c:v>0.81029528984572785</c:v>
                </c:pt>
                <c:pt idx="113">
                  <c:v>0.78624166702839782</c:v>
                </c:pt>
                <c:pt idx="114">
                  <c:v>0.73111655922691299</c:v>
                </c:pt>
                <c:pt idx="115">
                  <c:v>0.78232504101034894</c:v>
                </c:pt>
                <c:pt idx="116">
                  <c:v>0.73126322983221848</c:v>
                </c:pt>
                <c:pt idx="117">
                  <c:v>0.75888961446246717</c:v>
                </c:pt>
                <c:pt idx="118">
                  <c:v>0.76309932434523087</c:v>
                </c:pt>
                <c:pt idx="119">
                  <c:v>0.82449537522534488</c:v>
                </c:pt>
                <c:pt idx="120">
                  <c:v>0.82447540826292098</c:v>
                </c:pt>
                <c:pt idx="121">
                  <c:v>0.81093209114269571</c:v>
                </c:pt>
                <c:pt idx="122">
                  <c:v>0.81067760043559867</c:v>
                </c:pt>
                <c:pt idx="123">
                  <c:v>0.74620755103308722</c:v>
                </c:pt>
                <c:pt idx="124">
                  <c:v>0.68879869829190365</c:v>
                </c:pt>
                <c:pt idx="125">
                  <c:v>0.60503526915664596</c:v>
                </c:pt>
                <c:pt idx="126">
                  <c:v>0.58039665812793095</c:v>
                </c:pt>
                <c:pt idx="127">
                  <c:v>0.53516783439685534</c:v>
                </c:pt>
                <c:pt idx="128">
                  <c:v>0.5352370883375368</c:v>
                </c:pt>
                <c:pt idx="129">
                  <c:v>0.31802392696495574</c:v>
                </c:pt>
                <c:pt idx="130">
                  <c:v>0.44137433773261886</c:v>
                </c:pt>
                <c:pt idx="131">
                  <c:v>0.30323693087397197</c:v>
                </c:pt>
                <c:pt idx="132">
                  <c:v>0.38224036528758815</c:v>
                </c:pt>
                <c:pt idx="133">
                  <c:v>0.38235673657078234</c:v>
                </c:pt>
                <c:pt idx="134">
                  <c:v>0.366090471734486</c:v>
                </c:pt>
                <c:pt idx="135">
                  <c:v>0.36607182581429965</c:v>
                </c:pt>
                <c:pt idx="136">
                  <c:v>0.36607182581429965</c:v>
                </c:pt>
                <c:pt idx="137">
                  <c:v>0.25066720783636109</c:v>
                </c:pt>
                <c:pt idx="138">
                  <c:v>0.29050117748807303</c:v>
                </c:pt>
                <c:pt idx="139">
                  <c:v>0.27649551668926681</c:v>
                </c:pt>
                <c:pt idx="140">
                  <c:v>0.24165122804318193</c:v>
                </c:pt>
                <c:pt idx="141">
                  <c:v>0.28087782506985004</c:v>
                </c:pt>
                <c:pt idx="142">
                  <c:v>0.41495307542117416</c:v>
                </c:pt>
                <c:pt idx="143">
                  <c:v>0.40987337416034908</c:v>
                </c:pt>
                <c:pt idx="144">
                  <c:v>0.40982657529658695</c:v>
                </c:pt>
                <c:pt idx="145">
                  <c:v>0.40960480873930216</c:v>
                </c:pt>
                <c:pt idx="146">
                  <c:v>0.44702204362509623</c:v>
                </c:pt>
                <c:pt idx="147">
                  <c:v>0.44722315120204531</c:v>
                </c:pt>
                <c:pt idx="148">
                  <c:v>0.44656189112559813</c:v>
                </c:pt>
                <c:pt idx="149">
                  <c:v>0.34376188323838874</c:v>
                </c:pt>
                <c:pt idx="150">
                  <c:v>0.40633426574889947</c:v>
                </c:pt>
                <c:pt idx="151">
                  <c:v>0.40599486098742238</c:v>
                </c:pt>
                <c:pt idx="152">
                  <c:v>0.33663336734019467</c:v>
                </c:pt>
                <c:pt idx="153">
                  <c:v>0.33659925585033085</c:v>
                </c:pt>
                <c:pt idx="154">
                  <c:v>0.26251314123023178</c:v>
                </c:pt>
                <c:pt idx="155">
                  <c:v>0.2624253850951212</c:v>
                </c:pt>
                <c:pt idx="156">
                  <c:v>0.25542920246734474</c:v>
                </c:pt>
                <c:pt idx="157">
                  <c:v>0.25657721618559615</c:v>
                </c:pt>
                <c:pt idx="158">
                  <c:v>0.3304592378060357</c:v>
                </c:pt>
                <c:pt idx="159">
                  <c:v>0.33051418127812865</c:v>
                </c:pt>
                <c:pt idx="160">
                  <c:v>0.39423204709456816</c:v>
                </c:pt>
                <c:pt idx="161">
                  <c:v>0.39101792197108992</c:v>
                </c:pt>
                <c:pt idx="162">
                  <c:v>0.39068366290434636</c:v>
                </c:pt>
                <c:pt idx="163">
                  <c:v>0.32596209420558231</c:v>
                </c:pt>
                <c:pt idx="164">
                  <c:v>0.32584125763891397</c:v>
                </c:pt>
                <c:pt idx="165">
                  <c:v>0.3880906059489676</c:v>
                </c:pt>
                <c:pt idx="166">
                  <c:v>0.32243239988824457</c:v>
                </c:pt>
                <c:pt idx="167">
                  <c:v>0.38803155963126795</c:v>
                </c:pt>
                <c:pt idx="168">
                  <c:v>0.32225376577204623</c:v>
                </c:pt>
                <c:pt idx="169">
                  <c:v>0.31763867857518779</c:v>
                </c:pt>
                <c:pt idx="170">
                  <c:v>0.3179400498756681</c:v>
                </c:pt>
                <c:pt idx="171">
                  <c:v>0.38470598100767872</c:v>
                </c:pt>
                <c:pt idx="172">
                  <c:v>0.38440732841326453</c:v>
                </c:pt>
                <c:pt idx="173">
                  <c:v>0.38059841454921201</c:v>
                </c:pt>
                <c:pt idx="174">
                  <c:v>0.43450609291099734</c:v>
                </c:pt>
                <c:pt idx="175">
                  <c:v>0.43452030184865936</c:v>
                </c:pt>
                <c:pt idx="176">
                  <c:v>0.43535189728112444</c:v>
                </c:pt>
                <c:pt idx="177">
                  <c:v>0.43540610404364999</c:v>
                </c:pt>
                <c:pt idx="178">
                  <c:v>0.43456496283175705</c:v>
                </c:pt>
                <c:pt idx="179">
                  <c:v>0.43354196734760481</c:v>
                </c:pt>
                <c:pt idx="180">
                  <c:v>0.43404253553300182</c:v>
                </c:pt>
                <c:pt idx="181">
                  <c:v>0.43456496283175705</c:v>
                </c:pt>
                <c:pt idx="182">
                  <c:v>0.49845248288256383</c:v>
                </c:pt>
                <c:pt idx="183">
                  <c:v>0.43035217131462522</c:v>
                </c:pt>
                <c:pt idx="184">
                  <c:v>0.43087417454638577</c:v>
                </c:pt>
                <c:pt idx="185">
                  <c:v>0.43087417454638577</c:v>
                </c:pt>
                <c:pt idx="186">
                  <c:v>0.4308956555661862</c:v>
                </c:pt>
                <c:pt idx="187">
                  <c:v>0.42439769838835339</c:v>
                </c:pt>
                <c:pt idx="188">
                  <c:v>0.42491168993334688</c:v>
                </c:pt>
                <c:pt idx="189">
                  <c:v>0.49522669245285544</c:v>
                </c:pt>
                <c:pt idx="190">
                  <c:v>0.49522669245285544</c:v>
                </c:pt>
                <c:pt idx="191">
                  <c:v>0.49109889772075627</c:v>
                </c:pt>
                <c:pt idx="192">
                  <c:v>0.49012736819164349</c:v>
                </c:pt>
                <c:pt idx="193">
                  <c:v>0.41802491804441944</c:v>
                </c:pt>
                <c:pt idx="194">
                  <c:v>0.41850850640907544</c:v>
                </c:pt>
                <c:pt idx="195">
                  <c:v>0.41343470051083375</c:v>
                </c:pt>
                <c:pt idx="196">
                  <c:v>0.48620694744117765</c:v>
                </c:pt>
                <c:pt idx="197">
                  <c:v>0.55255700045884115</c:v>
                </c:pt>
                <c:pt idx="198">
                  <c:v>0.55308845562501008</c:v>
                </c:pt>
                <c:pt idx="199">
                  <c:v>0.55239173073087677</c:v>
                </c:pt>
                <c:pt idx="200">
                  <c:v>0.48321629589156551</c:v>
                </c:pt>
                <c:pt idx="201">
                  <c:v>0.4832857349268318</c:v>
                </c:pt>
                <c:pt idx="202">
                  <c:v>0.5490432943232525</c:v>
                </c:pt>
                <c:pt idx="203">
                  <c:v>0.54924529031688318</c:v>
                </c:pt>
                <c:pt idx="204">
                  <c:v>0.54634536257975941</c:v>
                </c:pt>
                <c:pt idx="205">
                  <c:v>0.54581015855265858</c:v>
                </c:pt>
                <c:pt idx="206">
                  <c:v>0.62551576683628252</c:v>
                </c:pt>
                <c:pt idx="207">
                  <c:v>0.62486343279989665</c:v>
                </c:pt>
                <c:pt idx="208">
                  <c:v>0.54632026447860305</c:v>
                </c:pt>
                <c:pt idx="209">
                  <c:v>0.62197683361271305</c:v>
                </c:pt>
                <c:pt idx="210">
                  <c:v>0.67978466942559534</c:v>
                </c:pt>
                <c:pt idx="211">
                  <c:v>0.67981359258153007</c:v>
                </c:pt>
                <c:pt idx="212">
                  <c:v>0.67978466942559534</c:v>
                </c:pt>
                <c:pt idx="213">
                  <c:v>0.67752750204659062</c:v>
                </c:pt>
                <c:pt idx="214">
                  <c:v>0.676983954566723</c:v>
                </c:pt>
                <c:pt idx="215">
                  <c:v>0.61566859790099082</c:v>
                </c:pt>
                <c:pt idx="216">
                  <c:v>0.6151593401991402</c:v>
                </c:pt>
                <c:pt idx="217">
                  <c:v>0.60677474487423166</c:v>
                </c:pt>
                <c:pt idx="218">
                  <c:v>0.52303888200369164</c:v>
                </c:pt>
                <c:pt idx="219">
                  <c:v>0.60648965415006506</c:v>
                </c:pt>
                <c:pt idx="220">
                  <c:v>0.66948681688726752</c:v>
                </c:pt>
                <c:pt idx="221">
                  <c:v>0.65757284583633613</c:v>
                </c:pt>
                <c:pt idx="222">
                  <c:v>0.65811343479434081</c:v>
                </c:pt>
                <c:pt idx="223">
                  <c:v>0.65789565295070052</c:v>
                </c:pt>
                <c:pt idx="224">
                  <c:v>0.65853359306754533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PoolRefinancible!$G$2</c:f>
              <c:strCache>
                <c:ptCount val="1"/>
                <c:pt idx="0">
                  <c:v>Loan with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PoolRefinancible!$G$3:$G$227</c:f>
              <c:numCache>
                <c:formatCode>0%</c:formatCode>
                <c:ptCount val="225"/>
                <c:pt idx="0">
                  <c:v>0.28463940721984343</c:v>
                </c:pt>
                <c:pt idx="1">
                  <c:v>0.30326691494252433</c:v>
                </c:pt>
                <c:pt idx="2">
                  <c:v>0.28476877321432642</c:v>
                </c:pt>
                <c:pt idx="3">
                  <c:v>0.2846201863525834</c:v>
                </c:pt>
                <c:pt idx="4">
                  <c:v>0.24193364534957326</c:v>
                </c:pt>
                <c:pt idx="5">
                  <c:v>0.20177712502015799</c:v>
                </c:pt>
                <c:pt idx="6">
                  <c:v>0.21194639619399513</c:v>
                </c:pt>
                <c:pt idx="7">
                  <c:v>0.2296622233105281</c:v>
                </c:pt>
                <c:pt idx="8">
                  <c:v>0.22805396368099012</c:v>
                </c:pt>
                <c:pt idx="9">
                  <c:v>0.22800497750165782</c:v>
                </c:pt>
                <c:pt idx="10">
                  <c:v>0.26952651165647717</c:v>
                </c:pt>
                <c:pt idx="11">
                  <c:v>0.25273332689580402</c:v>
                </c:pt>
                <c:pt idx="12">
                  <c:v>0.22807581848396768</c:v>
                </c:pt>
                <c:pt idx="13">
                  <c:v>0.22629927187952814</c:v>
                </c:pt>
                <c:pt idx="14">
                  <c:v>0.22624072096473111</c:v>
                </c:pt>
                <c:pt idx="15">
                  <c:v>0.2512985264962686</c:v>
                </c:pt>
                <c:pt idx="16">
                  <c:v>0.25137722920486677</c:v>
                </c:pt>
                <c:pt idx="17">
                  <c:v>0.26857330186118961</c:v>
                </c:pt>
                <c:pt idx="18">
                  <c:v>0.32233793721061016</c:v>
                </c:pt>
                <c:pt idx="19">
                  <c:v>0.32249985215715632</c:v>
                </c:pt>
                <c:pt idx="20">
                  <c:v>0.32256622584809336</c:v>
                </c:pt>
                <c:pt idx="21">
                  <c:v>0.36014914447868307</c:v>
                </c:pt>
                <c:pt idx="22">
                  <c:v>0.38598811063501398</c:v>
                </c:pt>
                <c:pt idx="23">
                  <c:v>0.38593747737545009</c:v>
                </c:pt>
                <c:pt idx="24">
                  <c:v>0.36014914447868307</c:v>
                </c:pt>
                <c:pt idx="25">
                  <c:v>0.38497887844636058</c:v>
                </c:pt>
                <c:pt idx="26">
                  <c:v>0.32091685059597075</c:v>
                </c:pt>
                <c:pt idx="27">
                  <c:v>0.383025601933284</c:v>
                </c:pt>
                <c:pt idx="28">
                  <c:v>0.35799853895589562</c:v>
                </c:pt>
                <c:pt idx="29">
                  <c:v>0.35662695643050035</c:v>
                </c:pt>
                <c:pt idx="30">
                  <c:v>0.44152388004450221</c:v>
                </c:pt>
                <c:pt idx="31">
                  <c:v>0.56283322937311075</c:v>
                </c:pt>
                <c:pt idx="32">
                  <c:v>0.65725120433713646</c:v>
                </c:pt>
                <c:pt idx="33">
                  <c:v>0.60423363209899439</c:v>
                </c:pt>
                <c:pt idx="34">
                  <c:v>0.60140715225984098</c:v>
                </c:pt>
                <c:pt idx="35">
                  <c:v>0.67983551896838756</c:v>
                </c:pt>
                <c:pt idx="36">
                  <c:v>0.67993486944126125</c:v>
                </c:pt>
                <c:pt idx="37">
                  <c:v>0.67993486944126125</c:v>
                </c:pt>
                <c:pt idx="38">
                  <c:v>0.73138364057558247</c:v>
                </c:pt>
                <c:pt idx="39">
                  <c:v>0.71899866001218793</c:v>
                </c:pt>
                <c:pt idx="40">
                  <c:v>0.6410959583633683</c:v>
                </c:pt>
                <c:pt idx="41">
                  <c:v>0.66581224062715683</c:v>
                </c:pt>
                <c:pt idx="42">
                  <c:v>0.66595295657278242</c:v>
                </c:pt>
                <c:pt idx="43">
                  <c:v>0.70392552647182693</c:v>
                </c:pt>
                <c:pt idx="44">
                  <c:v>0.70394618436594358</c:v>
                </c:pt>
                <c:pt idx="45">
                  <c:v>0.70392552647182693</c:v>
                </c:pt>
                <c:pt idx="46">
                  <c:v>0.70396661640219049</c:v>
                </c:pt>
                <c:pt idx="47">
                  <c:v>0.69000379241839993</c:v>
                </c:pt>
                <c:pt idx="48">
                  <c:v>0.69002399417324023</c:v>
                </c:pt>
                <c:pt idx="49">
                  <c:v>0.69007408458163666</c:v>
                </c:pt>
                <c:pt idx="50">
                  <c:v>0.72186451896875248</c:v>
                </c:pt>
                <c:pt idx="51">
                  <c:v>0.72167534304727499</c:v>
                </c:pt>
                <c:pt idx="52">
                  <c:v>0.70942160362842166</c:v>
                </c:pt>
                <c:pt idx="53">
                  <c:v>0.71029190543434573</c:v>
                </c:pt>
                <c:pt idx="54">
                  <c:v>0.70950341028365815</c:v>
                </c:pt>
                <c:pt idx="55">
                  <c:v>0.6768466690798014</c:v>
                </c:pt>
                <c:pt idx="56">
                  <c:v>0.691794492463359</c:v>
                </c:pt>
                <c:pt idx="57">
                  <c:v>0.691794492463359</c:v>
                </c:pt>
                <c:pt idx="58">
                  <c:v>0.691794492463359</c:v>
                </c:pt>
                <c:pt idx="59">
                  <c:v>0.65880324187098283</c:v>
                </c:pt>
                <c:pt idx="60">
                  <c:v>0.6768042748029276</c:v>
                </c:pt>
                <c:pt idx="61">
                  <c:v>0.67687616474817947</c:v>
                </c:pt>
                <c:pt idx="62">
                  <c:v>0.67666690882866454</c:v>
                </c:pt>
                <c:pt idx="63">
                  <c:v>0.59032138856351324</c:v>
                </c:pt>
                <c:pt idx="64">
                  <c:v>0.64352631185007236</c:v>
                </c:pt>
                <c:pt idx="65">
                  <c:v>0.64723923967041441</c:v>
                </c:pt>
                <c:pt idx="66">
                  <c:v>0.70114627754493941</c:v>
                </c:pt>
                <c:pt idx="67">
                  <c:v>0.68067991850220211</c:v>
                </c:pt>
                <c:pt idx="68">
                  <c:v>0.70114627754493941</c:v>
                </c:pt>
                <c:pt idx="69">
                  <c:v>0.70888791690843067</c:v>
                </c:pt>
                <c:pt idx="70">
                  <c:v>0.70900581341869928</c:v>
                </c:pt>
                <c:pt idx="71">
                  <c:v>0.74206222053219018</c:v>
                </c:pt>
                <c:pt idx="72">
                  <c:v>0.74198992424051435</c:v>
                </c:pt>
                <c:pt idx="73">
                  <c:v>0.74214259096899848</c:v>
                </c:pt>
                <c:pt idx="74">
                  <c:v>0.78454877297076475</c:v>
                </c:pt>
                <c:pt idx="75">
                  <c:v>0.76165437928870827</c:v>
                </c:pt>
                <c:pt idx="76">
                  <c:v>0.78458904121756523</c:v>
                </c:pt>
                <c:pt idx="77">
                  <c:v>0.78458904121756523</c:v>
                </c:pt>
                <c:pt idx="78">
                  <c:v>0.7787052272593904</c:v>
                </c:pt>
                <c:pt idx="79">
                  <c:v>0.81145553697323414</c:v>
                </c:pt>
                <c:pt idx="80">
                  <c:v>0.81152752487539104</c:v>
                </c:pt>
                <c:pt idx="81">
                  <c:v>0.8279869924203217</c:v>
                </c:pt>
                <c:pt idx="82">
                  <c:v>0.79821644612468112</c:v>
                </c:pt>
                <c:pt idx="83">
                  <c:v>0.79815390760264004</c:v>
                </c:pt>
                <c:pt idx="84">
                  <c:v>0.77767208811206812</c:v>
                </c:pt>
                <c:pt idx="85">
                  <c:v>0.76370064895501943</c:v>
                </c:pt>
                <c:pt idx="86">
                  <c:v>0.79815390760264004</c:v>
                </c:pt>
                <c:pt idx="87">
                  <c:v>0.78544987095574126</c:v>
                </c:pt>
                <c:pt idx="88">
                  <c:v>0.78635808843680277</c:v>
                </c:pt>
                <c:pt idx="89">
                  <c:v>0.80445044367527219</c:v>
                </c:pt>
                <c:pt idx="90">
                  <c:v>0.85572735211332496</c:v>
                </c:pt>
                <c:pt idx="91">
                  <c:v>0.8367994340061099</c:v>
                </c:pt>
                <c:pt idx="92">
                  <c:v>0.81647343463882882</c:v>
                </c:pt>
                <c:pt idx="93">
                  <c:v>0.8364537448796312</c:v>
                </c:pt>
                <c:pt idx="94">
                  <c:v>0.8143557568992531</c:v>
                </c:pt>
                <c:pt idx="95">
                  <c:v>0.7903315811871281</c:v>
                </c:pt>
                <c:pt idx="96">
                  <c:v>0.78941596065900443</c:v>
                </c:pt>
                <c:pt idx="97">
                  <c:v>0.81158702805411931</c:v>
                </c:pt>
                <c:pt idx="98">
                  <c:v>0.83732764249868441</c:v>
                </c:pt>
                <c:pt idx="99">
                  <c:v>0.81158050245553093</c:v>
                </c:pt>
                <c:pt idx="100">
                  <c:v>0.79819422857128408</c:v>
                </c:pt>
                <c:pt idx="101">
                  <c:v>0.82430398544770933</c:v>
                </c:pt>
                <c:pt idx="102">
                  <c:v>0.79805276253561475</c:v>
                </c:pt>
                <c:pt idx="103">
                  <c:v>0.79817901661119839</c:v>
                </c:pt>
                <c:pt idx="104">
                  <c:v>0.77903280650246454</c:v>
                </c:pt>
                <c:pt idx="105">
                  <c:v>0.75573593713546339</c:v>
                </c:pt>
                <c:pt idx="106">
                  <c:v>0.7782961731296214</c:v>
                </c:pt>
                <c:pt idx="107">
                  <c:v>0.75445743013165401</c:v>
                </c:pt>
                <c:pt idx="108">
                  <c:v>0.70069200359610684</c:v>
                </c:pt>
                <c:pt idx="109">
                  <c:v>0.68066390920056685</c:v>
                </c:pt>
                <c:pt idx="110">
                  <c:v>0.68066390920056685</c:v>
                </c:pt>
                <c:pt idx="111">
                  <c:v>0.65848868988278741</c:v>
                </c:pt>
                <c:pt idx="112">
                  <c:v>0.68073059983518691</c:v>
                </c:pt>
                <c:pt idx="113">
                  <c:v>0.65724986454914325</c:v>
                </c:pt>
                <c:pt idx="114">
                  <c:v>0.62014045099909187</c:v>
                </c:pt>
                <c:pt idx="115">
                  <c:v>0.6562686953452237</c:v>
                </c:pt>
                <c:pt idx="116">
                  <c:v>0.63433556022178206</c:v>
                </c:pt>
                <c:pt idx="117">
                  <c:v>0.64025888760919014</c:v>
                </c:pt>
                <c:pt idx="118">
                  <c:v>0.6637730812462096</c:v>
                </c:pt>
                <c:pt idx="119">
                  <c:v>0.695622626584674</c:v>
                </c:pt>
                <c:pt idx="120">
                  <c:v>0.69553149400315528</c:v>
                </c:pt>
                <c:pt idx="121">
                  <c:v>0.71409535481591846</c:v>
                </c:pt>
                <c:pt idx="122">
                  <c:v>0.68515952942868741</c:v>
                </c:pt>
                <c:pt idx="123">
                  <c:v>0.6494790290250736</c:v>
                </c:pt>
                <c:pt idx="124">
                  <c:v>0.6051404208222666</c:v>
                </c:pt>
                <c:pt idx="125">
                  <c:v>0.52721345464386349</c:v>
                </c:pt>
                <c:pt idx="126">
                  <c:v>0.4891944540160782</c:v>
                </c:pt>
                <c:pt idx="127">
                  <c:v>0.46639665698988902</c:v>
                </c:pt>
                <c:pt idx="128">
                  <c:v>0.46645564331496181</c:v>
                </c:pt>
                <c:pt idx="129">
                  <c:v>0.24762221189085226</c:v>
                </c:pt>
                <c:pt idx="130">
                  <c:v>0.34116092459322267</c:v>
                </c:pt>
                <c:pt idx="131">
                  <c:v>0.21925196921871176</c:v>
                </c:pt>
                <c:pt idx="132">
                  <c:v>0.30618919991705607</c:v>
                </c:pt>
                <c:pt idx="133">
                  <c:v>0.30641559236172644</c:v>
                </c:pt>
                <c:pt idx="134">
                  <c:v>0.26247242102513602</c:v>
                </c:pt>
                <c:pt idx="135">
                  <c:v>0.26232322891763199</c:v>
                </c:pt>
                <c:pt idx="136">
                  <c:v>0.26232322891763199</c:v>
                </c:pt>
                <c:pt idx="137">
                  <c:v>0.1931798913236967</c:v>
                </c:pt>
                <c:pt idx="138">
                  <c:v>0.22914742259420434</c:v>
                </c:pt>
                <c:pt idx="139">
                  <c:v>0.20407660990880219</c:v>
                </c:pt>
                <c:pt idx="140">
                  <c:v>0.18764355995817586</c:v>
                </c:pt>
                <c:pt idx="141">
                  <c:v>0.2238872135619516</c:v>
                </c:pt>
                <c:pt idx="142">
                  <c:v>0.32122402612001461</c:v>
                </c:pt>
                <c:pt idx="143">
                  <c:v>0.34307700444970379</c:v>
                </c:pt>
                <c:pt idx="144">
                  <c:v>0.34303969168913079</c:v>
                </c:pt>
                <c:pt idx="145">
                  <c:v>0.31440034261436189</c:v>
                </c:pt>
                <c:pt idx="146">
                  <c:v>0.36543320460755224</c:v>
                </c:pt>
                <c:pt idx="147">
                  <c:v>0.38400936708573585</c:v>
                </c:pt>
                <c:pt idx="148">
                  <c:v>0.36033789770283325</c:v>
                </c:pt>
                <c:pt idx="149">
                  <c:v>0.27485742228516102</c:v>
                </c:pt>
                <c:pt idx="150">
                  <c:v>0.33691055631393624</c:v>
                </c:pt>
                <c:pt idx="151">
                  <c:v>0.30831604608005586</c:v>
                </c:pt>
                <c:pt idx="152">
                  <c:v>0.23676117392553889</c:v>
                </c:pt>
                <c:pt idx="153">
                  <c:v>0.23671874324760347</c:v>
                </c:pt>
                <c:pt idx="154">
                  <c:v>0.20585084911050922</c:v>
                </c:pt>
                <c:pt idx="155">
                  <c:v>0.20580376248650398</c:v>
                </c:pt>
                <c:pt idx="156">
                  <c:v>0.18277167291557561</c:v>
                </c:pt>
                <c:pt idx="157">
                  <c:v>0.1995598708648329</c:v>
                </c:pt>
                <c:pt idx="158">
                  <c:v>0.23136337362836862</c:v>
                </c:pt>
                <c:pt idx="159">
                  <c:v>0.23169665097660838</c:v>
                </c:pt>
                <c:pt idx="160">
                  <c:v>0.29474577349870773</c:v>
                </c:pt>
                <c:pt idx="161">
                  <c:v>0.31761815233915819</c:v>
                </c:pt>
                <c:pt idx="162">
                  <c:v>0.28995938501376983</c:v>
                </c:pt>
                <c:pt idx="163">
                  <c:v>0.25704564753531173</c:v>
                </c:pt>
                <c:pt idx="164">
                  <c:v>0.25682661220400127</c:v>
                </c:pt>
                <c:pt idx="165">
                  <c:v>0.2862432263746571</c:v>
                </c:pt>
                <c:pt idx="166">
                  <c:v>0.25311362033574425</c:v>
                </c:pt>
                <c:pt idx="167">
                  <c:v>0.28618346079129836</c:v>
                </c:pt>
                <c:pt idx="168">
                  <c:v>0.2529912660652664</c:v>
                </c:pt>
                <c:pt idx="169">
                  <c:v>0.22226173892798851</c:v>
                </c:pt>
                <c:pt idx="170">
                  <c:v>0.25193488777281597</c:v>
                </c:pt>
                <c:pt idx="171">
                  <c:v>0.28486963190417852</c:v>
                </c:pt>
                <c:pt idx="172">
                  <c:v>0.2847162826216843</c:v>
                </c:pt>
                <c:pt idx="173">
                  <c:v>0.28231972736522121</c:v>
                </c:pt>
                <c:pt idx="174">
                  <c:v>0.33562728951290161</c:v>
                </c:pt>
                <c:pt idx="175">
                  <c:v>0.33564994150270799</c:v>
                </c:pt>
                <c:pt idx="176">
                  <c:v>0.35800907395487891</c:v>
                </c:pt>
                <c:pt idx="177">
                  <c:v>0.35811856180138385</c:v>
                </c:pt>
                <c:pt idx="178">
                  <c:v>0.35629539343759348</c:v>
                </c:pt>
                <c:pt idx="179">
                  <c:v>0.33276240912323568</c:v>
                </c:pt>
                <c:pt idx="180">
                  <c:v>0.33298320890646194</c:v>
                </c:pt>
                <c:pt idx="181">
                  <c:v>0.35629539343759348</c:v>
                </c:pt>
                <c:pt idx="182">
                  <c:v>0.38510975967739758</c:v>
                </c:pt>
                <c:pt idx="183">
                  <c:v>0.32741444023701044</c:v>
                </c:pt>
                <c:pt idx="184">
                  <c:v>0.35110266556174058</c:v>
                </c:pt>
                <c:pt idx="185">
                  <c:v>0.35110266556174058</c:v>
                </c:pt>
                <c:pt idx="186">
                  <c:v>0.35114526360131104</c:v>
                </c:pt>
                <c:pt idx="187">
                  <c:v>0.3199331729306169</c:v>
                </c:pt>
                <c:pt idx="188">
                  <c:v>0.34372390880739873</c:v>
                </c:pt>
                <c:pt idx="189">
                  <c:v>0.37842109522047007</c:v>
                </c:pt>
                <c:pt idx="190">
                  <c:v>0.37842109522047007</c:v>
                </c:pt>
                <c:pt idx="191">
                  <c:v>0.37165910285507714</c:v>
                </c:pt>
                <c:pt idx="192">
                  <c:v>0.3711734763292962</c:v>
                </c:pt>
                <c:pt idx="193">
                  <c:v>0.31262849116425834</c:v>
                </c:pt>
                <c:pt idx="194">
                  <c:v>0.31284206209860954</c:v>
                </c:pt>
                <c:pt idx="195">
                  <c:v>0.32898554801574148</c:v>
                </c:pt>
                <c:pt idx="196">
                  <c:v>0.36357043577417181</c:v>
                </c:pt>
                <c:pt idx="197">
                  <c:v>0.43716239568675586</c:v>
                </c:pt>
                <c:pt idx="198">
                  <c:v>0.46855719956108682</c:v>
                </c:pt>
                <c:pt idx="199">
                  <c:v>0.43709492816271001</c:v>
                </c:pt>
                <c:pt idx="200">
                  <c:v>0.38755454680533724</c:v>
                </c:pt>
                <c:pt idx="201">
                  <c:v>0.3876856076600298</c:v>
                </c:pt>
                <c:pt idx="202">
                  <c:v>0.43020815046617</c:v>
                </c:pt>
                <c:pt idx="203">
                  <c:v>0.43039904065227119</c:v>
                </c:pt>
                <c:pt idx="204">
                  <c:v>0.45628100373039499</c:v>
                </c:pt>
                <c:pt idx="205">
                  <c:v>0.45567894153433269</c:v>
                </c:pt>
                <c:pt idx="206">
                  <c:v>0.49932545547497792</c:v>
                </c:pt>
                <c:pt idx="207">
                  <c:v>0.49889277729006254</c:v>
                </c:pt>
                <c:pt idx="208">
                  <c:v>0.45623015728134225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5"/>
          <c:order val="4"/>
          <c:tx>
            <c:strRef>
              <c:f>PoolRefinancible!$H$2</c:f>
              <c:strCache>
                <c:ptCount val="1"/>
                <c:pt idx="0">
                  <c:v>Time-Dependent LLPA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PoolRefinancible!$H$3:$H$227</c:f>
              <c:numCache>
                <c:formatCode>0%</c:formatCode>
                <c:ptCount val="225"/>
                <c:pt idx="0">
                  <c:v>0.29339129549199244</c:v>
                </c:pt>
                <c:pt idx="1">
                  <c:v>0.31216038149568309</c:v>
                </c:pt>
                <c:pt idx="2">
                  <c:v>0.29352345631455612</c:v>
                </c:pt>
                <c:pt idx="3">
                  <c:v>0.29337181673036272</c:v>
                </c:pt>
                <c:pt idx="4">
                  <c:v>0.25001180569005516</c:v>
                </c:pt>
                <c:pt idx="5">
                  <c:v>0.20884941022700101</c:v>
                </c:pt>
                <c:pt idx="6">
                  <c:v>0.21937474831597803</c:v>
                </c:pt>
                <c:pt idx="7">
                  <c:v>0.23756924071282229</c:v>
                </c:pt>
                <c:pt idx="8">
                  <c:v>0.23580697378092402</c:v>
                </c:pt>
                <c:pt idx="9">
                  <c:v>0.23575738208426369</c:v>
                </c:pt>
                <c:pt idx="10">
                  <c:v>0.27772990136821168</c:v>
                </c:pt>
                <c:pt idx="11">
                  <c:v>0.26081219543552103</c:v>
                </c:pt>
                <c:pt idx="12">
                  <c:v>0.23582915359045858</c:v>
                </c:pt>
                <c:pt idx="13">
                  <c:v>0.23398840657953646</c:v>
                </c:pt>
                <c:pt idx="14">
                  <c:v>0.23392925226898756</c:v>
                </c:pt>
                <c:pt idx="15">
                  <c:v>0.25931046586102646</c:v>
                </c:pt>
                <c:pt idx="16">
                  <c:v>0.25939108420754325</c:v>
                </c:pt>
                <c:pt idx="17">
                  <c:v>0.2767705840929231</c:v>
                </c:pt>
                <c:pt idx="18">
                  <c:v>0.33101736528723608</c:v>
                </c:pt>
                <c:pt idx="19">
                  <c:v>0.33118276104512157</c:v>
                </c:pt>
                <c:pt idx="20">
                  <c:v>0.33125092721379307</c:v>
                </c:pt>
                <c:pt idx="21">
                  <c:v>0.3691835869311077</c:v>
                </c:pt>
                <c:pt idx="22">
                  <c:v>0.39508524505835663</c:v>
                </c:pt>
                <c:pt idx="23">
                  <c:v>0.39503378326956207</c:v>
                </c:pt>
                <c:pt idx="24">
                  <c:v>0.3691835869311077</c:v>
                </c:pt>
                <c:pt idx="25">
                  <c:v>0.39407405863936062</c:v>
                </c:pt>
                <c:pt idx="26">
                  <c:v>0.32953309642129813</c:v>
                </c:pt>
                <c:pt idx="27">
                  <c:v>0.39198068984469925</c:v>
                </c:pt>
                <c:pt idx="28">
                  <c:v>0.36688328154710265</c:v>
                </c:pt>
                <c:pt idx="29">
                  <c:v>0.36550585923079215</c:v>
                </c:pt>
                <c:pt idx="30">
                  <c:v>0.45050394711351643</c:v>
                </c:pt>
                <c:pt idx="31">
                  <c:v>0.57202234451964995</c:v>
                </c:pt>
                <c:pt idx="32">
                  <c:v>0.66665601955240716</c:v>
                </c:pt>
                <c:pt idx="33">
                  <c:v>0.61340669597098385</c:v>
                </c:pt>
                <c:pt idx="34">
                  <c:v>0.61043584134215234</c:v>
                </c:pt>
                <c:pt idx="35">
                  <c:v>0.68911896233120773</c:v>
                </c:pt>
                <c:pt idx="36">
                  <c:v>0.68921930805544263</c:v>
                </c:pt>
                <c:pt idx="37">
                  <c:v>0.68921930805544263</c:v>
                </c:pt>
                <c:pt idx="38">
                  <c:v>0.74085165408919718</c:v>
                </c:pt>
                <c:pt idx="39">
                  <c:v>0.7283352335565505</c:v>
                </c:pt>
                <c:pt idx="40">
                  <c:v>0.65022815919416987</c:v>
                </c:pt>
                <c:pt idx="41">
                  <c:v>0.67496554048719415</c:v>
                </c:pt>
                <c:pt idx="42">
                  <c:v>0.67510900125173667</c:v>
                </c:pt>
                <c:pt idx="43">
                  <c:v>0.71321272785210488</c:v>
                </c:pt>
                <c:pt idx="44">
                  <c:v>0.71323324235131957</c:v>
                </c:pt>
                <c:pt idx="45">
                  <c:v>0.71321272785210488</c:v>
                </c:pt>
                <c:pt idx="46">
                  <c:v>0.71325364250112233</c:v>
                </c:pt>
                <c:pt idx="47">
                  <c:v>0.69921469866784125</c:v>
                </c:pt>
                <c:pt idx="48">
                  <c:v>0.69923497192416595</c:v>
                </c:pt>
                <c:pt idx="49">
                  <c:v>0.69928350198009037</c:v>
                </c:pt>
                <c:pt idx="50">
                  <c:v>0.73130536310420036</c:v>
                </c:pt>
                <c:pt idx="51">
                  <c:v>0.7311164441815301</c:v>
                </c:pt>
                <c:pt idx="52">
                  <c:v>0.71872246623497638</c:v>
                </c:pt>
                <c:pt idx="53">
                  <c:v>0.71892720085282324</c:v>
                </c:pt>
                <c:pt idx="54">
                  <c:v>0.71880362926806407</c:v>
                </c:pt>
                <c:pt idx="55">
                  <c:v>0.68591641414675153</c:v>
                </c:pt>
                <c:pt idx="56">
                  <c:v>0.70090674609623727</c:v>
                </c:pt>
                <c:pt idx="57">
                  <c:v>0.70090674609623727</c:v>
                </c:pt>
                <c:pt idx="58">
                  <c:v>0.70090674609623727</c:v>
                </c:pt>
                <c:pt idx="59">
                  <c:v>0.66768685957234042</c:v>
                </c:pt>
                <c:pt idx="60">
                  <c:v>0.68578772853860537</c:v>
                </c:pt>
                <c:pt idx="61">
                  <c:v>0.68585905113025258</c:v>
                </c:pt>
                <c:pt idx="62">
                  <c:v>0.68564931358979331</c:v>
                </c:pt>
                <c:pt idx="63">
                  <c:v>0.59885812506806924</c:v>
                </c:pt>
                <c:pt idx="64">
                  <c:v>0.65228379705075934</c:v>
                </c:pt>
                <c:pt idx="65">
                  <c:v>0.65610516867504221</c:v>
                </c:pt>
                <c:pt idx="66">
                  <c:v>0.70976914085945686</c:v>
                </c:pt>
                <c:pt idx="67">
                  <c:v>0.68977407029497229</c:v>
                </c:pt>
                <c:pt idx="68">
                  <c:v>0.70976914085945686</c:v>
                </c:pt>
                <c:pt idx="69">
                  <c:v>0.71778894613505184</c:v>
                </c:pt>
                <c:pt idx="70">
                  <c:v>0.71790603687606236</c:v>
                </c:pt>
                <c:pt idx="71">
                  <c:v>0.7511226293764568</c:v>
                </c:pt>
                <c:pt idx="72">
                  <c:v>0.75105035429874611</c:v>
                </c:pt>
                <c:pt idx="73">
                  <c:v>0.7512041517176814</c:v>
                </c:pt>
                <c:pt idx="74">
                  <c:v>0.79329641551681107</c:v>
                </c:pt>
                <c:pt idx="75">
                  <c:v>0.77022399573729294</c:v>
                </c:pt>
                <c:pt idx="76">
                  <c:v>0.79333577564121049</c:v>
                </c:pt>
                <c:pt idx="77">
                  <c:v>0.79333577564121049</c:v>
                </c:pt>
                <c:pt idx="78">
                  <c:v>0.78742350246505088</c:v>
                </c:pt>
                <c:pt idx="79">
                  <c:v>0.81997698463178614</c:v>
                </c:pt>
                <c:pt idx="80">
                  <c:v>0.82005106161314656</c:v>
                </c:pt>
                <c:pt idx="81">
                  <c:v>0.83574642345813432</c:v>
                </c:pt>
                <c:pt idx="82">
                  <c:v>0.80667448116643814</c:v>
                </c:pt>
                <c:pt idx="83">
                  <c:v>0.80661010872786376</c:v>
                </c:pt>
                <c:pt idx="84">
                  <c:v>0.7859411996742075</c:v>
                </c:pt>
                <c:pt idx="85">
                  <c:v>0.77233085778339827</c:v>
                </c:pt>
                <c:pt idx="86">
                  <c:v>0.80661010872786376</c:v>
                </c:pt>
                <c:pt idx="87">
                  <c:v>0.79385522628191763</c:v>
                </c:pt>
                <c:pt idx="88">
                  <c:v>0.79476488314048044</c:v>
                </c:pt>
                <c:pt idx="89">
                  <c:v>0.81215273598629645</c:v>
                </c:pt>
                <c:pt idx="90">
                  <c:v>0.86283075587771796</c:v>
                </c:pt>
                <c:pt idx="91">
                  <c:v>0.84379634926171598</c:v>
                </c:pt>
                <c:pt idx="92">
                  <c:v>0.82335914163118795</c:v>
                </c:pt>
                <c:pt idx="93">
                  <c:v>0.84345556360039442</c:v>
                </c:pt>
                <c:pt idx="94">
                  <c:v>0.82205123015040049</c:v>
                </c:pt>
                <c:pt idx="95">
                  <c:v>0.79712077418900507</c:v>
                </c:pt>
                <c:pt idx="96">
                  <c:v>0.79698536593342428</c:v>
                </c:pt>
                <c:pt idx="97">
                  <c:v>0.81850077597759319</c:v>
                </c:pt>
                <c:pt idx="98">
                  <c:v>0.84439089185574212</c:v>
                </c:pt>
                <c:pt idx="99">
                  <c:v>0.81849486720040165</c:v>
                </c:pt>
                <c:pt idx="100">
                  <c:v>0.80509322996926413</c:v>
                </c:pt>
                <c:pt idx="101">
                  <c:v>0.83135770301903678</c:v>
                </c:pt>
                <c:pt idx="102">
                  <c:v>0.80495713977092143</c:v>
                </c:pt>
                <c:pt idx="103">
                  <c:v>0.80507982737116601</c:v>
                </c:pt>
                <c:pt idx="104">
                  <c:v>0.78587704060014518</c:v>
                </c:pt>
                <c:pt idx="105">
                  <c:v>0.76318717011624149</c:v>
                </c:pt>
                <c:pt idx="106">
                  <c:v>0.785144217858876</c:v>
                </c:pt>
                <c:pt idx="107">
                  <c:v>0.76190943399436351</c:v>
                </c:pt>
                <c:pt idx="108">
                  <c:v>0.70861609938717229</c:v>
                </c:pt>
                <c:pt idx="109">
                  <c:v>0.6884953726397457</c:v>
                </c:pt>
                <c:pt idx="110">
                  <c:v>0.6884953726397457</c:v>
                </c:pt>
                <c:pt idx="111">
                  <c:v>0.66613472475485569</c:v>
                </c:pt>
                <c:pt idx="112">
                  <c:v>0.68856460743428471</c:v>
                </c:pt>
                <c:pt idx="113">
                  <c:v>0.66492754235269635</c:v>
                </c:pt>
                <c:pt idx="114">
                  <c:v>0.62785527997640145</c:v>
                </c:pt>
                <c:pt idx="115">
                  <c:v>0.66394223169170952</c:v>
                </c:pt>
                <c:pt idx="116">
                  <c:v>0.64182776636199401</c:v>
                </c:pt>
                <c:pt idx="117">
                  <c:v>0.64790815234902699</c:v>
                </c:pt>
                <c:pt idx="118">
                  <c:v>0.67093986203227984</c:v>
                </c:pt>
                <c:pt idx="119">
                  <c:v>0.70290697718981421</c:v>
                </c:pt>
                <c:pt idx="120">
                  <c:v>0.70281611264171606</c:v>
                </c:pt>
                <c:pt idx="121">
                  <c:v>0.72094528388633183</c:v>
                </c:pt>
                <c:pt idx="122">
                  <c:v>0.69246979917415841</c:v>
                </c:pt>
                <c:pt idx="123">
                  <c:v>0.65667808288144003</c:v>
                </c:pt>
                <c:pt idx="124">
                  <c:v>0.61265051606608523</c:v>
                </c:pt>
                <c:pt idx="125">
                  <c:v>0.53483965838657976</c:v>
                </c:pt>
                <c:pt idx="126">
                  <c:v>0.49694449948610975</c:v>
                </c:pt>
                <c:pt idx="127">
                  <c:v>0.47397924667640279</c:v>
                </c:pt>
                <c:pt idx="128">
                  <c:v>0.47403756846371675</c:v>
                </c:pt>
                <c:pt idx="129">
                  <c:v>0.25403206756592833</c:v>
                </c:pt>
                <c:pt idx="130">
                  <c:v>0.34777149804179863</c:v>
                </c:pt>
                <c:pt idx="131">
                  <c:v>0.22534397246731291</c:v>
                </c:pt>
                <c:pt idx="132">
                  <c:v>0.31268318581252624</c:v>
                </c:pt>
                <c:pt idx="133">
                  <c:v>0.312913492244701</c:v>
                </c:pt>
                <c:pt idx="134">
                  <c:v>0.26851632698808114</c:v>
                </c:pt>
                <c:pt idx="135">
                  <c:v>0.26848961945490407</c:v>
                </c:pt>
                <c:pt idx="136">
                  <c:v>0.26848961945490407</c:v>
                </c:pt>
                <c:pt idx="137">
                  <c:v>0.19897551419907808</c:v>
                </c:pt>
                <c:pt idx="138">
                  <c:v>0.2352153173287943</c:v>
                </c:pt>
                <c:pt idx="139">
                  <c:v>0.20985102278531986</c:v>
                </c:pt>
                <c:pt idx="140">
                  <c:v>0.1933013159773479</c:v>
                </c:pt>
                <c:pt idx="141">
                  <c:v>0.22981537322953327</c:v>
                </c:pt>
                <c:pt idx="142">
                  <c:v>0.32752583432106064</c:v>
                </c:pt>
                <c:pt idx="143">
                  <c:v>0.34934694100582447</c:v>
                </c:pt>
                <c:pt idx="144">
                  <c:v>0.34930953319751107</c:v>
                </c:pt>
                <c:pt idx="145">
                  <c:v>0.32051900820894169</c:v>
                </c:pt>
                <c:pt idx="146">
                  <c:v>0.37185328450087929</c:v>
                </c:pt>
                <c:pt idx="147">
                  <c:v>0.39063551189178952</c:v>
                </c:pt>
                <c:pt idx="148">
                  <c:v>0.36662430427029247</c:v>
                </c:pt>
                <c:pt idx="149">
                  <c:v>0.28071881128362103</c:v>
                </c:pt>
                <c:pt idx="150">
                  <c:v>0.34304694481314357</c:v>
                </c:pt>
                <c:pt idx="151">
                  <c:v>0.31428622705242126</c:v>
                </c:pt>
                <c:pt idx="152">
                  <c:v>0.24226678471994609</c:v>
                </c:pt>
                <c:pt idx="153">
                  <c:v>0.24222415354324153</c:v>
                </c:pt>
                <c:pt idx="154">
                  <c:v>0.20141162346005181</c:v>
                </c:pt>
                <c:pt idx="155">
                  <c:v>0.2013640996379655</c:v>
                </c:pt>
                <c:pt idx="156">
                  <c:v>0.17802959709068786</c:v>
                </c:pt>
                <c:pt idx="157">
                  <c:v>0.19750176495775237</c:v>
                </c:pt>
                <c:pt idx="158">
                  <c:v>0.22917295307652799</c:v>
                </c:pt>
                <c:pt idx="159">
                  <c:v>0.22951003472904788</c:v>
                </c:pt>
                <c:pt idx="160">
                  <c:v>0.29231353005395816</c:v>
                </c:pt>
                <c:pt idx="161">
                  <c:v>0.31520979957393219</c:v>
                </c:pt>
                <c:pt idx="162">
                  <c:v>0.28764958142832198</c:v>
                </c:pt>
                <c:pt idx="163">
                  <c:v>0.25489738506230836</c:v>
                </c:pt>
                <c:pt idx="164">
                  <c:v>0.25467923398674452</c:v>
                </c:pt>
                <c:pt idx="165">
                  <c:v>0.28397099180873842</c:v>
                </c:pt>
                <c:pt idx="166">
                  <c:v>0.25100221815672541</c:v>
                </c:pt>
                <c:pt idx="167">
                  <c:v>0.28391182536273768</c:v>
                </c:pt>
                <c:pt idx="168">
                  <c:v>0.25088103362043407</c:v>
                </c:pt>
                <c:pt idx="169">
                  <c:v>0.22052709973522447</c:v>
                </c:pt>
                <c:pt idx="170">
                  <c:v>0.25015107339443698</c:v>
                </c:pt>
                <c:pt idx="171">
                  <c:v>0.28299748708911909</c:v>
                </c:pt>
                <c:pt idx="172">
                  <c:v>0.28284593551814341</c:v>
                </c:pt>
                <c:pt idx="173">
                  <c:v>0.28069096324496473</c:v>
                </c:pt>
                <c:pt idx="174">
                  <c:v>0.33387849823041243</c:v>
                </c:pt>
                <c:pt idx="175">
                  <c:v>0.33390062435369622</c:v>
                </c:pt>
                <c:pt idx="176">
                  <c:v>0.35622497076114035</c:v>
                </c:pt>
                <c:pt idx="177">
                  <c:v>0.35633423706395456</c:v>
                </c:pt>
                <c:pt idx="178">
                  <c:v>0.35489250561464825</c:v>
                </c:pt>
                <c:pt idx="179">
                  <c:v>0.33139268056260768</c:v>
                </c:pt>
                <c:pt idx="180">
                  <c:v>0.33161272059622571</c:v>
                </c:pt>
                <c:pt idx="181">
                  <c:v>0.35489250561464825</c:v>
                </c:pt>
                <c:pt idx="182">
                  <c:v>0.38369257635845216</c:v>
                </c:pt>
                <c:pt idx="183">
                  <c:v>0.32616027597080055</c:v>
                </c:pt>
                <c:pt idx="184">
                  <c:v>0.34980501428845279</c:v>
                </c:pt>
                <c:pt idx="185">
                  <c:v>0.34980501428845279</c:v>
                </c:pt>
                <c:pt idx="186">
                  <c:v>0.34984761232802325</c:v>
                </c:pt>
                <c:pt idx="187">
                  <c:v>0.31880210030046374</c:v>
                </c:pt>
                <c:pt idx="188">
                  <c:v>0.34253304807104173</c:v>
                </c:pt>
                <c:pt idx="189">
                  <c:v>0.37707642116327283</c:v>
                </c:pt>
                <c:pt idx="190">
                  <c:v>0.37707642116327283</c:v>
                </c:pt>
                <c:pt idx="191">
                  <c:v>0.37038222757969602</c:v>
                </c:pt>
                <c:pt idx="192">
                  <c:v>0.36989684152089741</c:v>
                </c:pt>
                <c:pt idx="193">
                  <c:v>0.31156063649874671</c:v>
                </c:pt>
                <c:pt idx="194">
                  <c:v>0.31177385303472149</c:v>
                </c:pt>
                <c:pt idx="195">
                  <c:v>0.32780574578763855</c:v>
                </c:pt>
                <c:pt idx="196">
                  <c:v>0.36218729223083185</c:v>
                </c:pt>
                <c:pt idx="197">
                  <c:v>0.4353898175636014</c:v>
                </c:pt>
                <c:pt idx="198">
                  <c:v>0.46664485443170889</c:v>
                </c:pt>
                <c:pt idx="199">
                  <c:v>0.43532256207051467</c:v>
                </c:pt>
                <c:pt idx="200">
                  <c:v>0.38587687479746474</c:v>
                </c:pt>
                <c:pt idx="201">
                  <c:v>0.38600681959673633</c:v>
                </c:pt>
                <c:pt idx="202">
                  <c:v>0.42814045267369355</c:v>
                </c:pt>
                <c:pt idx="203">
                  <c:v>0.42832938632971174</c:v>
                </c:pt>
                <c:pt idx="204">
                  <c:v>0.45366657462074822</c:v>
                </c:pt>
                <c:pt idx="205">
                  <c:v>0.45307285506276335</c:v>
                </c:pt>
                <c:pt idx="206">
                  <c:v>0.49619277574154708</c:v>
                </c:pt>
                <c:pt idx="207">
                  <c:v>0.49576374351331026</c:v>
                </c:pt>
                <c:pt idx="208">
                  <c:v>0.45361652490457088</c:v>
                </c:pt>
                <c:pt idx="209">
                  <c:v>0.52521506611823021</c:v>
                </c:pt>
                <c:pt idx="210">
                  <c:v>0.59589441419972755</c:v>
                </c:pt>
                <c:pt idx="211">
                  <c:v>0.59596808480105368</c:v>
                </c:pt>
                <c:pt idx="212">
                  <c:v>0.59589441419972755</c:v>
                </c:pt>
                <c:pt idx="213">
                  <c:v>0.59044174111366599</c:v>
                </c:pt>
                <c:pt idx="214">
                  <c:v>0.56093530260459656</c:v>
                </c:pt>
                <c:pt idx="215">
                  <c:v>0.51672469270397592</c:v>
                </c:pt>
                <c:pt idx="216">
                  <c:v>0.48350846650958634</c:v>
                </c:pt>
                <c:pt idx="217">
                  <c:v>0.50718342258638915</c:v>
                </c:pt>
                <c:pt idx="218">
                  <c:v>0.43124435584172754</c:v>
                </c:pt>
                <c:pt idx="219">
                  <c:v>0.50666988212578556</c:v>
                </c:pt>
                <c:pt idx="220">
                  <c:v>0.55138762509375627</c:v>
                </c:pt>
                <c:pt idx="221">
                  <c:v>0.53682243639344718</c:v>
                </c:pt>
                <c:pt idx="222">
                  <c:v>0.56624534907007407</c:v>
                </c:pt>
                <c:pt idx="223">
                  <c:v>0.5369178318662613</c:v>
                </c:pt>
                <c:pt idx="224">
                  <c:v>0.56669393867683882</c:v>
                </c:pt>
              </c:numCache>
            </c:numRef>
          </c:val>
          <c:smooth val="0"/>
        </c:ser>
        <c:ser>
          <c:idx val="6"/>
          <c:order val="5"/>
          <c:tx>
            <c:strRef>
              <c:f>PoolRefinancible!$I$2</c:f>
              <c:strCache>
                <c:ptCount val="1"/>
                <c:pt idx="0">
                  <c:v>LLPA &amp; PMI</c:v>
                </c:pt>
              </c:strCache>
            </c:strRef>
          </c:tx>
          <c:spPr>
            <a:ln w="19050">
              <a:solidFill>
                <a:srgbClr val="F6D6E3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PoolRefinancible!$I$3:$I$227</c:f>
              <c:numCache>
                <c:formatCode>0%</c:formatCode>
                <c:ptCount val="225"/>
                <c:pt idx="0">
                  <c:v>0.20951326762642539</c:v>
                </c:pt>
                <c:pt idx="1">
                  <c:v>0.2286525724028925</c:v>
                </c:pt>
                <c:pt idx="2">
                  <c:v>0.2131179723271458</c:v>
                </c:pt>
                <c:pt idx="3">
                  <c:v>0.20810932608426305</c:v>
                </c:pt>
                <c:pt idx="4">
                  <c:v>0.17891549814152402</c:v>
                </c:pt>
                <c:pt idx="5">
                  <c:v>0.13456022248425625</c:v>
                </c:pt>
                <c:pt idx="6">
                  <c:v>0.14775234916291591</c:v>
                </c:pt>
                <c:pt idx="7">
                  <c:v>0.16009478143712152</c:v>
                </c:pt>
                <c:pt idx="8">
                  <c:v>0.16418790753930707</c:v>
                </c:pt>
                <c:pt idx="9">
                  <c:v>0.16404066322029284</c:v>
                </c:pt>
                <c:pt idx="10">
                  <c:v>0.1977947076697287</c:v>
                </c:pt>
                <c:pt idx="11">
                  <c:v>0.17977939874028584</c:v>
                </c:pt>
                <c:pt idx="12">
                  <c:v>0.16421372267642936</c:v>
                </c:pt>
                <c:pt idx="13">
                  <c:v>0.16406956784376403</c:v>
                </c:pt>
                <c:pt idx="14">
                  <c:v>0.16188317261266852</c:v>
                </c:pt>
                <c:pt idx="15">
                  <c:v>0.18010388926248624</c:v>
                </c:pt>
                <c:pt idx="16">
                  <c:v>0.18382677970033753</c:v>
                </c:pt>
                <c:pt idx="17">
                  <c:v>0.20387133077641981</c:v>
                </c:pt>
                <c:pt idx="18">
                  <c:v>0.2408135217586809</c:v>
                </c:pt>
                <c:pt idx="19">
                  <c:v>0.24117986251785034</c:v>
                </c:pt>
                <c:pt idx="20">
                  <c:v>0.24355361553325378</c:v>
                </c:pt>
                <c:pt idx="21">
                  <c:v>0.27670038879120418</c:v>
                </c:pt>
                <c:pt idx="22">
                  <c:v>0.29931986389681725</c:v>
                </c:pt>
                <c:pt idx="23">
                  <c:v>0.29927890586033978</c:v>
                </c:pt>
                <c:pt idx="24">
                  <c:v>0.27670038879120418</c:v>
                </c:pt>
                <c:pt idx="25">
                  <c:v>0.29803164102095814</c:v>
                </c:pt>
                <c:pt idx="26">
                  <c:v>0.24635975140985969</c:v>
                </c:pt>
                <c:pt idx="27">
                  <c:v>0.29801285071746725</c:v>
                </c:pt>
                <c:pt idx="28">
                  <c:v>0.27647176144055741</c:v>
                </c:pt>
                <c:pt idx="29">
                  <c:v>0.26886674922653592</c:v>
                </c:pt>
                <c:pt idx="30">
                  <c:v>0.35055994389214357</c:v>
                </c:pt>
                <c:pt idx="31">
                  <c:v>0.44640823318837386</c:v>
                </c:pt>
                <c:pt idx="32">
                  <c:v>0.53965388848865747</c:v>
                </c:pt>
                <c:pt idx="33">
                  <c:v>0.49732012063845815</c:v>
                </c:pt>
                <c:pt idx="34">
                  <c:v>0.49621049424249691</c:v>
                </c:pt>
                <c:pt idx="35">
                  <c:v>0.56188763696413691</c:v>
                </c:pt>
                <c:pt idx="36">
                  <c:v>0.56666393386789538</c:v>
                </c:pt>
                <c:pt idx="37">
                  <c:v>0.56666393386789538</c:v>
                </c:pt>
                <c:pt idx="38">
                  <c:v>0.6263817731067115</c:v>
                </c:pt>
                <c:pt idx="39">
                  <c:v>0.61506978972280768</c:v>
                </c:pt>
                <c:pt idx="40">
                  <c:v>0.52200302676770738</c:v>
                </c:pt>
                <c:pt idx="41">
                  <c:v>0.54092116244187771</c:v>
                </c:pt>
                <c:pt idx="42">
                  <c:v>0.54427813909906164</c:v>
                </c:pt>
                <c:pt idx="43">
                  <c:v>0.5930585678824033</c:v>
                </c:pt>
                <c:pt idx="44">
                  <c:v>0.59308702713551809</c:v>
                </c:pt>
                <c:pt idx="45">
                  <c:v>0.5930585678824033</c:v>
                </c:pt>
                <c:pt idx="46">
                  <c:v>0.59609102497578137</c:v>
                </c:pt>
                <c:pt idx="47">
                  <c:v>0.57637470870076846</c:v>
                </c:pt>
                <c:pt idx="48">
                  <c:v>0.57640199098694489</c:v>
                </c:pt>
                <c:pt idx="49">
                  <c:v>0.58069452065626503</c:v>
                </c:pt>
                <c:pt idx="50">
                  <c:v>0.61774760876460955</c:v>
                </c:pt>
                <c:pt idx="51">
                  <c:v>0.60388415088067371</c:v>
                </c:pt>
                <c:pt idx="52">
                  <c:v>0.59330115968578845</c:v>
                </c:pt>
                <c:pt idx="53">
                  <c:v>0.61007610137748614</c:v>
                </c:pt>
                <c:pt idx="54">
                  <c:v>0.6075488171158312</c:v>
                </c:pt>
                <c:pt idx="55">
                  <c:v>0.56757815274844003</c:v>
                </c:pt>
                <c:pt idx="56">
                  <c:v>0.59021628278930161</c:v>
                </c:pt>
                <c:pt idx="57">
                  <c:v>0.59021628278930161</c:v>
                </c:pt>
                <c:pt idx="58">
                  <c:v>0.59021628278930161</c:v>
                </c:pt>
                <c:pt idx="59">
                  <c:v>0.55038966954359403</c:v>
                </c:pt>
                <c:pt idx="60">
                  <c:v>0.56168586846910651</c:v>
                </c:pt>
                <c:pt idx="61">
                  <c:v>0.57507010563023941</c:v>
                </c:pt>
                <c:pt idx="62">
                  <c:v>0.56062904678556613</c:v>
                </c:pt>
                <c:pt idx="63">
                  <c:v>0.4708307878948611</c:v>
                </c:pt>
                <c:pt idx="64">
                  <c:v>0.53275480546964971</c:v>
                </c:pt>
                <c:pt idx="65">
                  <c:v>0.55204144089130647</c:v>
                </c:pt>
                <c:pt idx="66">
                  <c:v>0.61520517788323992</c:v>
                </c:pt>
                <c:pt idx="67">
                  <c:v>0.57950169097067328</c:v>
                </c:pt>
                <c:pt idx="68">
                  <c:v>0.61520517788323992</c:v>
                </c:pt>
                <c:pt idx="69">
                  <c:v>0.6317239856588488</c:v>
                </c:pt>
                <c:pt idx="70">
                  <c:v>0.63749716402095913</c:v>
                </c:pt>
                <c:pt idx="71">
                  <c:v>0.6654941916397813</c:v>
                </c:pt>
                <c:pt idx="72">
                  <c:v>0.66148107330138128</c:v>
                </c:pt>
                <c:pt idx="73">
                  <c:v>0.66816368917970947</c:v>
                </c:pt>
                <c:pt idx="74">
                  <c:v>0.72131165820460841</c:v>
                </c:pt>
                <c:pt idx="75">
                  <c:v>0.7016393157738251</c:v>
                </c:pt>
                <c:pt idx="76">
                  <c:v>0.72329670850827033</c:v>
                </c:pt>
                <c:pt idx="77">
                  <c:v>0.72329670850827033</c:v>
                </c:pt>
                <c:pt idx="78">
                  <c:v>0.72001119292013993</c:v>
                </c:pt>
                <c:pt idx="79">
                  <c:v>0.75407044900013098</c:v>
                </c:pt>
                <c:pt idx="80">
                  <c:v>0.75979626670465439</c:v>
                </c:pt>
                <c:pt idx="81">
                  <c:v>0.7772659421579855</c:v>
                </c:pt>
                <c:pt idx="82">
                  <c:v>0.74202188782112288</c:v>
                </c:pt>
                <c:pt idx="83">
                  <c:v>0.74172452642125275</c:v>
                </c:pt>
                <c:pt idx="84">
                  <c:v>0.72502948633550401</c:v>
                </c:pt>
                <c:pt idx="85">
                  <c:v>0.70545980617085735</c:v>
                </c:pt>
                <c:pt idx="86">
                  <c:v>0.74172452642125275</c:v>
                </c:pt>
                <c:pt idx="87">
                  <c:v>0.73031006659475117</c:v>
                </c:pt>
                <c:pt idx="88">
                  <c:v>0.73633520756526005</c:v>
                </c:pt>
                <c:pt idx="89">
                  <c:v>0.75820018205964568</c:v>
                </c:pt>
                <c:pt idx="90">
                  <c:v>0.80745235876438604</c:v>
                </c:pt>
                <c:pt idx="91">
                  <c:v>0.79075164893065863</c:v>
                </c:pt>
                <c:pt idx="92">
                  <c:v>0.7668489280555747</c:v>
                </c:pt>
                <c:pt idx="93">
                  <c:v>0.78750763693586801</c:v>
                </c:pt>
                <c:pt idx="94">
                  <c:v>0.76516434563272751</c:v>
                </c:pt>
                <c:pt idx="95">
                  <c:v>0.74037235734233853</c:v>
                </c:pt>
                <c:pt idx="96">
                  <c:v>0.73991276487142854</c:v>
                </c:pt>
                <c:pt idx="97">
                  <c:v>0.76480419869010208</c:v>
                </c:pt>
                <c:pt idx="98">
                  <c:v>0.78285539257517112</c:v>
                </c:pt>
                <c:pt idx="99">
                  <c:v>0.76478774162966701</c:v>
                </c:pt>
                <c:pt idx="100">
                  <c:v>0.75100707648100773</c:v>
                </c:pt>
                <c:pt idx="101">
                  <c:v>0.7687818046324969</c:v>
                </c:pt>
                <c:pt idx="102">
                  <c:v>0.74807230422736604</c:v>
                </c:pt>
                <c:pt idx="103">
                  <c:v>0.75035821746947151</c:v>
                </c:pt>
                <c:pt idx="104">
                  <c:v>0.73297781488807146</c:v>
                </c:pt>
                <c:pt idx="105">
                  <c:v>0.70742761689353828</c:v>
                </c:pt>
                <c:pt idx="106">
                  <c:v>0.72944046146990393</c:v>
                </c:pt>
                <c:pt idx="107">
                  <c:v>0.70454946765433357</c:v>
                </c:pt>
                <c:pt idx="108">
                  <c:v>0.65383764183083803</c:v>
                </c:pt>
                <c:pt idx="109">
                  <c:v>0.63114301374580217</c:v>
                </c:pt>
                <c:pt idx="110">
                  <c:v>0.63114301374580217</c:v>
                </c:pt>
                <c:pt idx="111">
                  <c:v>0.61369684310791517</c:v>
                </c:pt>
                <c:pt idx="112">
                  <c:v>0.63491676312975698</c:v>
                </c:pt>
                <c:pt idx="113">
                  <c:v>0.61458591818107544</c:v>
                </c:pt>
                <c:pt idx="114">
                  <c:v>0.57544552260540727</c:v>
                </c:pt>
                <c:pt idx="115">
                  <c:v>0.60905555004469225</c:v>
                </c:pt>
                <c:pt idx="116">
                  <c:v>0.59208663893880442</c:v>
                </c:pt>
                <c:pt idx="117">
                  <c:v>0.59809945210751836</c:v>
                </c:pt>
                <c:pt idx="118">
                  <c:v>0.62716608193306933</c:v>
                </c:pt>
                <c:pt idx="119">
                  <c:v>0.65452696598777205</c:v>
                </c:pt>
                <c:pt idx="120">
                  <c:v>0.65157246412580749</c:v>
                </c:pt>
                <c:pt idx="121">
                  <c:v>0.67537337584507506</c:v>
                </c:pt>
                <c:pt idx="122">
                  <c:v>0.64540614198338686</c:v>
                </c:pt>
                <c:pt idx="123">
                  <c:v>0.61371644626137789</c:v>
                </c:pt>
                <c:pt idx="124">
                  <c:v>0.57161053072002388</c:v>
                </c:pt>
                <c:pt idx="125">
                  <c:v>0.49281389771726519</c:v>
                </c:pt>
                <c:pt idx="126">
                  <c:v>0.45700453068812052</c:v>
                </c:pt>
                <c:pt idx="127">
                  <c:v>0.4344487152177407</c:v>
                </c:pt>
                <c:pt idx="128">
                  <c:v>0.43496628993259662</c:v>
                </c:pt>
                <c:pt idx="129">
                  <c:v>0.2199872648895852</c:v>
                </c:pt>
                <c:pt idx="130">
                  <c:v>0.31059723114058108</c:v>
                </c:pt>
                <c:pt idx="131">
                  <c:v>0.19429609707083362</c:v>
                </c:pt>
                <c:pt idx="132">
                  <c:v>0.2794842470602576</c:v>
                </c:pt>
                <c:pt idx="133">
                  <c:v>0.28045144255790144</c:v>
                </c:pt>
                <c:pt idx="134">
                  <c:v>0.23838945674236522</c:v>
                </c:pt>
                <c:pt idx="135">
                  <c:v>0.23805160399751818</c:v>
                </c:pt>
                <c:pt idx="136">
                  <c:v>0.23805160399751818</c:v>
                </c:pt>
                <c:pt idx="137">
                  <c:v>0.17139837278320391</c:v>
                </c:pt>
                <c:pt idx="138">
                  <c:v>0.20573773224038241</c:v>
                </c:pt>
                <c:pt idx="139">
                  <c:v>0.18142824317266582</c:v>
                </c:pt>
                <c:pt idx="140">
                  <c:v>0.16781950534512624</c:v>
                </c:pt>
                <c:pt idx="141">
                  <c:v>0.20224886083981533</c:v>
                </c:pt>
                <c:pt idx="142">
                  <c:v>0.2938332535347441</c:v>
                </c:pt>
                <c:pt idx="143">
                  <c:v>0.31777500213957705</c:v>
                </c:pt>
                <c:pt idx="144">
                  <c:v>0.31720208476376438</c:v>
                </c:pt>
                <c:pt idx="145">
                  <c:v>0.28885302300705301</c:v>
                </c:pt>
                <c:pt idx="146">
                  <c:v>0.33766312973364548</c:v>
                </c:pt>
                <c:pt idx="147">
                  <c:v>0.35586088249893616</c:v>
                </c:pt>
                <c:pt idx="148">
                  <c:v>0.32955790309451866</c:v>
                </c:pt>
                <c:pt idx="149">
                  <c:v>0.25277848591280316</c:v>
                </c:pt>
                <c:pt idx="150">
                  <c:v>0.31131333173074666</c:v>
                </c:pt>
                <c:pt idx="151">
                  <c:v>0.28206150012278947</c:v>
                </c:pt>
                <c:pt idx="152">
                  <c:v>0.21485389589079185</c:v>
                </c:pt>
                <c:pt idx="153">
                  <c:v>0.21443883052881366</c:v>
                </c:pt>
                <c:pt idx="154">
                  <c:v>0.17874887754348148</c:v>
                </c:pt>
                <c:pt idx="155">
                  <c:v>0.17806894310932117</c:v>
                </c:pt>
                <c:pt idx="156">
                  <c:v>0.15577799845188453</c:v>
                </c:pt>
                <c:pt idx="157">
                  <c:v>0.17930576521621211</c:v>
                </c:pt>
                <c:pt idx="158">
                  <c:v>0.20959300534444442</c:v>
                </c:pt>
                <c:pt idx="159">
                  <c:v>0.21019143531749254</c:v>
                </c:pt>
                <c:pt idx="160">
                  <c:v>0.26753407065163864</c:v>
                </c:pt>
                <c:pt idx="161">
                  <c:v>0.29181927799860874</c:v>
                </c:pt>
                <c:pt idx="162">
                  <c:v>0.26481047273119829</c:v>
                </c:pt>
                <c:pt idx="163">
                  <c:v>0.23629264624582719</c:v>
                </c:pt>
                <c:pt idx="164">
                  <c:v>0.23523336613531681</c:v>
                </c:pt>
                <c:pt idx="165">
                  <c:v>0.26131289645907729</c:v>
                </c:pt>
                <c:pt idx="166">
                  <c:v>0.23229463907320802</c:v>
                </c:pt>
                <c:pt idx="167">
                  <c:v>0.25991121759857438</c:v>
                </c:pt>
                <c:pt idx="168">
                  <c:v>0.23160663701689185</c:v>
                </c:pt>
                <c:pt idx="169">
                  <c:v>0.20321387799468149</c:v>
                </c:pt>
                <c:pt idx="170">
                  <c:v>0.23288461809893268</c:v>
                </c:pt>
                <c:pt idx="171">
                  <c:v>0.26202204782205368</c:v>
                </c:pt>
                <c:pt idx="172">
                  <c:v>0.26064759544975269</c:v>
                </c:pt>
                <c:pt idx="173">
                  <c:v>0.26096797184396925</c:v>
                </c:pt>
                <c:pt idx="174">
                  <c:v>0.30889383306981971</c:v>
                </c:pt>
                <c:pt idx="175">
                  <c:v>0.30891479778446918</c:v>
                </c:pt>
                <c:pt idx="176">
                  <c:v>0.33114270527414602</c:v>
                </c:pt>
                <c:pt idx="177">
                  <c:v>0.33194076989098714</c:v>
                </c:pt>
                <c:pt idx="178">
                  <c:v>0.33192034731196002</c:v>
                </c:pt>
                <c:pt idx="179">
                  <c:v>0.30807676123988897</c:v>
                </c:pt>
                <c:pt idx="180">
                  <c:v>0.30971242843576313</c:v>
                </c:pt>
                <c:pt idx="181">
                  <c:v>0.33192034731196002</c:v>
                </c:pt>
                <c:pt idx="182">
                  <c:v>0.3526251649505287</c:v>
                </c:pt>
                <c:pt idx="183">
                  <c:v>0.30448503707734181</c:v>
                </c:pt>
                <c:pt idx="184">
                  <c:v>0.32660064596161226</c:v>
                </c:pt>
                <c:pt idx="185">
                  <c:v>0.32660064596161226</c:v>
                </c:pt>
                <c:pt idx="186">
                  <c:v>0.32699157373577631</c:v>
                </c:pt>
                <c:pt idx="187">
                  <c:v>0.29774290507115825</c:v>
                </c:pt>
                <c:pt idx="188">
                  <c:v>0.32013236192256794</c:v>
                </c:pt>
                <c:pt idx="189">
                  <c:v>0.34626375886905675</c:v>
                </c:pt>
                <c:pt idx="190">
                  <c:v>0.34626375886905675</c:v>
                </c:pt>
                <c:pt idx="191">
                  <c:v>0.33989690719769772</c:v>
                </c:pt>
                <c:pt idx="192">
                  <c:v>0.33936239503709198</c:v>
                </c:pt>
                <c:pt idx="193">
                  <c:v>0.28985985896912109</c:v>
                </c:pt>
                <c:pt idx="194">
                  <c:v>0.29129845378289931</c:v>
                </c:pt>
                <c:pt idx="195">
                  <c:v>0.30547746964083727</c:v>
                </c:pt>
                <c:pt idx="196">
                  <c:v>0.33144164337331594</c:v>
                </c:pt>
                <c:pt idx="197">
                  <c:v>0.39292803060156761</c:v>
                </c:pt>
                <c:pt idx="198">
                  <c:v>0.42272700072756136</c:v>
                </c:pt>
                <c:pt idx="199">
                  <c:v>0.39286667249963214</c:v>
                </c:pt>
                <c:pt idx="200">
                  <c:v>0.35414308183782223</c:v>
                </c:pt>
                <c:pt idx="201">
                  <c:v>0.3542712812179995</c:v>
                </c:pt>
                <c:pt idx="202">
                  <c:v>0.38515221599308352</c:v>
                </c:pt>
                <c:pt idx="203">
                  <c:v>0.38537159802743809</c:v>
                </c:pt>
                <c:pt idx="204">
                  <c:v>0.40924051329753336</c:v>
                </c:pt>
                <c:pt idx="205">
                  <c:v>0.4080580571716918</c:v>
                </c:pt>
                <c:pt idx="206">
                  <c:v>0.44444312661220686</c:v>
                </c:pt>
                <c:pt idx="207">
                  <c:v>0.44157633126365065</c:v>
                </c:pt>
                <c:pt idx="208">
                  <c:v>0.40919489925904234</c:v>
                </c:pt>
                <c:pt idx="209">
                  <c:v>0.4699805706154972</c:v>
                </c:pt>
                <c:pt idx="210">
                  <c:v>0.52605134754242744</c:v>
                </c:pt>
                <c:pt idx="211">
                  <c:v>0.52835609079609336</c:v>
                </c:pt>
                <c:pt idx="212">
                  <c:v>0.52605134754242744</c:v>
                </c:pt>
                <c:pt idx="213">
                  <c:v>0.5254602265012428</c:v>
                </c:pt>
                <c:pt idx="214">
                  <c:v>0.49442366816029654</c:v>
                </c:pt>
                <c:pt idx="215">
                  <c:v>0.46098343440077427</c:v>
                </c:pt>
                <c:pt idx="216">
                  <c:v>0.43010921248141931</c:v>
                </c:pt>
                <c:pt idx="217">
                  <c:v>0.45294063034136495</c:v>
                </c:pt>
                <c:pt idx="218">
                  <c:v>0.3870529036276229</c:v>
                </c:pt>
                <c:pt idx="219">
                  <c:v>0.45175307267929959</c:v>
                </c:pt>
                <c:pt idx="220">
                  <c:v>0.48615161590543643</c:v>
                </c:pt>
                <c:pt idx="221">
                  <c:v>0.47072884359674472</c:v>
                </c:pt>
                <c:pt idx="222">
                  <c:v>0.49915608737725392</c:v>
                </c:pt>
                <c:pt idx="223">
                  <c:v>0.47260889923644794</c:v>
                </c:pt>
                <c:pt idx="224">
                  <c:v>0.50167016442185053</c:v>
                </c:pt>
              </c:numCache>
            </c:numRef>
          </c:val>
          <c:smooth val="0"/>
        </c:ser>
        <c:ser>
          <c:idx val="7"/>
          <c:order val="6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076416"/>
        <c:axId val="212077952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C3EBD9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102528"/>
        <c:axId val="212100608"/>
      </c:lineChart>
      <c:dateAx>
        <c:axId val="2120764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077952"/>
        <c:crosses val="autoZero"/>
        <c:auto val="1"/>
        <c:lblOffset val="100"/>
        <c:baseTimeUnit val="days"/>
        <c:majorUnit val="6"/>
        <c:majorTimeUnit val="months"/>
      </c:dateAx>
      <c:valAx>
        <c:axId val="21207795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2076416"/>
        <c:crosses val="autoZero"/>
        <c:crossBetween val="between"/>
        <c:majorUnit val="0.2"/>
      </c:valAx>
      <c:valAx>
        <c:axId val="21210060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2102528"/>
        <c:crosses val="max"/>
        <c:crossBetween val="between"/>
      </c:valAx>
      <c:dateAx>
        <c:axId val="21210252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2100608"/>
        <c:crosses val="autoZero"/>
        <c:auto val="1"/>
        <c:lblOffset val="100"/>
        <c:baseTimeUnit val="days"/>
      </c:dateAx>
    </c:plotArea>
    <c:legend>
      <c:legendPos val="b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PoolRefinancible!$C$2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PoolRefinancible!$C$3:$C$227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7"/>
          <c:order val="2"/>
          <c:tx>
            <c:strRef>
              <c:f>PoolRefinancible!$J$2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PoolRefinancible!$J$3:$J$227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01824"/>
        <c:axId val="212120704"/>
      </c:lineChart>
      <c:lineChart>
        <c:grouping val="standard"/>
        <c:varyColors val="0"/>
        <c:ser>
          <c:idx val="2"/>
          <c:order val="1"/>
          <c:tx>
            <c:strRef>
              <c:f>PoolRefinancible!$E$2</c:f>
              <c:strCache>
                <c:ptCount val="1"/>
                <c:pt idx="0">
                  <c:v>Conv Refi Index</c:v>
                </c:pt>
              </c:strCache>
            </c:strRef>
          </c:tx>
          <c:spPr>
            <a:ln w="19050">
              <a:solidFill>
                <a:srgbClr val="2E8A60"/>
              </a:solidFill>
            </a:ln>
          </c:spPr>
          <c:marker>
            <c:symbol val="none"/>
          </c:marker>
          <c:cat>
            <c:numRef>
              <c:f>PoolRefinancible!$B$3:$B$227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PoolRefinancible!$E$3:$E$227</c:f>
              <c:numCache>
                <c:formatCode>General</c:formatCode>
                <c:ptCount val="225"/>
                <c:pt idx="0">
                  <c:v>2344.3000000000002</c:v>
                </c:pt>
                <c:pt idx="1">
                  <c:v>2528.6999999999998</c:v>
                </c:pt>
                <c:pt idx="2">
                  <c:v>2129.6999999999998</c:v>
                </c:pt>
                <c:pt idx="3">
                  <c:v>2371.1</c:v>
                </c:pt>
                <c:pt idx="4">
                  <c:v>2190.4</c:v>
                </c:pt>
                <c:pt idx="5">
                  <c:v>1953.2</c:v>
                </c:pt>
                <c:pt idx="6">
                  <c:v>2325.3000000000002</c:v>
                </c:pt>
                <c:pt idx="7">
                  <c:v>2155.5</c:v>
                </c:pt>
                <c:pt idx="8">
                  <c:v>2539.4</c:v>
                </c:pt>
                <c:pt idx="9">
                  <c:v>2563.6</c:v>
                </c:pt>
                <c:pt idx="10">
                  <c:v>2620.8000000000002</c:v>
                </c:pt>
                <c:pt idx="11">
                  <c:v>2350.6999999999998</c:v>
                </c:pt>
                <c:pt idx="12">
                  <c:v>2194.4</c:v>
                </c:pt>
                <c:pt idx="13">
                  <c:v>2010.6</c:v>
                </c:pt>
                <c:pt idx="14">
                  <c:v>2065.3000000000002</c:v>
                </c:pt>
                <c:pt idx="15">
                  <c:v>2091.4</c:v>
                </c:pt>
                <c:pt idx="16">
                  <c:v>2220.1</c:v>
                </c:pt>
                <c:pt idx="17">
                  <c:v>2414.9</c:v>
                </c:pt>
                <c:pt idx="18">
                  <c:v>2742.2</c:v>
                </c:pt>
                <c:pt idx="19">
                  <c:v>2764.6</c:v>
                </c:pt>
                <c:pt idx="20">
                  <c:v>2619.6999999999998</c:v>
                </c:pt>
                <c:pt idx="21">
                  <c:v>2648</c:v>
                </c:pt>
                <c:pt idx="22">
                  <c:v>3101.7</c:v>
                </c:pt>
                <c:pt idx="23">
                  <c:v>2857.9</c:v>
                </c:pt>
                <c:pt idx="24">
                  <c:v>2809.5</c:v>
                </c:pt>
                <c:pt idx="25">
                  <c:v>2527.5</c:v>
                </c:pt>
                <c:pt idx="26">
                  <c:v>2362.6999999999998</c:v>
                </c:pt>
                <c:pt idx="27">
                  <c:v>2923.8</c:v>
                </c:pt>
                <c:pt idx="28">
                  <c:v>2769.6</c:v>
                </c:pt>
                <c:pt idx="29">
                  <c:v>2974.1</c:v>
                </c:pt>
                <c:pt idx="30">
                  <c:v>3880.9</c:v>
                </c:pt>
                <c:pt idx="31">
                  <c:v>4184.3999999999996</c:v>
                </c:pt>
                <c:pt idx="32">
                  <c:v>4110.8</c:v>
                </c:pt>
                <c:pt idx="33">
                  <c:v>3601.3</c:v>
                </c:pt>
                <c:pt idx="34">
                  <c:v>3372</c:v>
                </c:pt>
                <c:pt idx="35">
                  <c:v>3571.7</c:v>
                </c:pt>
                <c:pt idx="36">
                  <c:v>4033.8</c:v>
                </c:pt>
                <c:pt idx="37">
                  <c:v>4512.1000000000004</c:v>
                </c:pt>
                <c:pt idx="38">
                  <c:v>4241.8</c:v>
                </c:pt>
                <c:pt idx="39">
                  <c:v>4251.1000000000004</c:v>
                </c:pt>
                <c:pt idx="40">
                  <c:v>3553.2</c:v>
                </c:pt>
                <c:pt idx="41">
                  <c:v>3719.3</c:v>
                </c:pt>
                <c:pt idx="42">
                  <c:v>3695</c:v>
                </c:pt>
                <c:pt idx="43">
                  <c:v>4137.6000000000004</c:v>
                </c:pt>
                <c:pt idx="44">
                  <c:v>3664.5</c:v>
                </c:pt>
                <c:pt idx="45">
                  <c:v>3466.8</c:v>
                </c:pt>
                <c:pt idx="46">
                  <c:v>#N/A</c:v>
                </c:pt>
                <c:pt idx="47">
                  <c:v>3394.7</c:v>
                </c:pt>
                <c:pt idx="48">
                  <c:v>3708.6</c:v>
                </c:pt>
                <c:pt idx="49">
                  <c:v>3676.1</c:v>
                </c:pt>
                <c:pt idx="50">
                  <c:v>3684.5</c:v>
                </c:pt>
                <c:pt idx="51">
                  <c:v>3608.1</c:v>
                </c:pt>
                <c:pt idx="52">
                  <c:v>3668.3</c:v>
                </c:pt>
                <c:pt idx="53">
                  <c:v>4626.5</c:v>
                </c:pt>
                <c:pt idx="54">
                  <c:v>4326.3999999999996</c:v>
                </c:pt>
                <c:pt idx="55">
                  <c:v>4184.3</c:v>
                </c:pt>
                <c:pt idx="56">
                  <c:v>4617.1000000000004</c:v>
                </c:pt>
                <c:pt idx="57">
                  <c:v>4716.1000000000004</c:v>
                </c:pt>
                <c:pt idx="58">
                  <c:v>4466.8999999999996</c:v>
                </c:pt>
                <c:pt idx="59">
                  <c:v>4379.1000000000004</c:v>
                </c:pt>
                <c:pt idx="60">
                  <c:v>4277.6000000000004</c:v>
                </c:pt>
                <c:pt idx="61">
                  <c:v>4063.4</c:v>
                </c:pt>
                <c:pt idx="62">
                  <c:v>3715.2</c:v>
                </c:pt>
                <c:pt idx="63">
                  <c:v>3588.4</c:v>
                </c:pt>
                <c:pt idx="64">
                  <c:v>3699.5</c:v>
                </c:pt>
                <c:pt idx="65">
                  <c:v>3549.3</c:v>
                </c:pt>
                <c:pt idx="66">
                  <c:v>4144.3</c:v>
                </c:pt>
                <c:pt idx="67">
                  <c:v>3892.2</c:v>
                </c:pt>
                <c:pt idx="68">
                  <c:v>3856</c:v>
                </c:pt>
                <c:pt idx="69">
                  <c:v>3924.4</c:v>
                </c:pt>
                <c:pt idx="70">
                  <c:v>4482</c:v>
                </c:pt>
                <c:pt idx="71">
                  <c:v>4732</c:v>
                </c:pt>
                <c:pt idx="72">
                  <c:v>4675.8999999999996</c:v>
                </c:pt>
                <c:pt idx="73">
                  <c:v>4736</c:v>
                </c:pt>
                <c:pt idx="74">
                  <c:v>5590</c:v>
                </c:pt>
                <c:pt idx="75">
                  <c:v>4719.6000000000004</c:v>
                </c:pt>
                <c:pt idx="76">
                  <c:v>4585.8</c:v>
                </c:pt>
                <c:pt idx="77">
                  <c:v>4372.2</c:v>
                </c:pt>
                <c:pt idx="78">
                  <c:v>4267.8999999999996</c:v>
                </c:pt>
                <c:pt idx="79">
                  <c:v>5246.8</c:v>
                </c:pt>
                <c:pt idx="80">
                  <c:v>5383.1</c:v>
                </c:pt>
                <c:pt idx="81">
                  <c:v>5492.1</c:v>
                </c:pt>
                <c:pt idx="82">
                  <c:v>5444.3</c:v>
                </c:pt>
                <c:pt idx="83">
                  <c:v>5172.2</c:v>
                </c:pt>
                <c:pt idx="84">
                  <c:v>4671.1000000000004</c:v>
                </c:pt>
                <c:pt idx="85">
                  <c:v>4414.6000000000004</c:v>
                </c:pt>
                <c:pt idx="86">
                  <c:v>4274.8</c:v>
                </c:pt>
                <c:pt idx="87">
                  <c:v>4779.1000000000004</c:v>
                </c:pt>
                <c:pt idx="88">
                  <c:v>4823.3</c:v>
                </c:pt>
                <c:pt idx="89">
                  <c:v>4979</c:v>
                </c:pt>
                <c:pt idx="90">
                  <c:v>5965.5</c:v>
                </c:pt>
                <c:pt idx="91">
                  <c:v>5892.5</c:v>
                </c:pt>
                <c:pt idx="92">
                  <c:v>5572.2</c:v>
                </c:pt>
                <c:pt idx="93">
                  <c:v>4847.2</c:v>
                </c:pt>
                <c:pt idx="94">
                  <c:v>4550.7</c:v>
                </c:pt>
                <c:pt idx="95">
                  <c:v>4297.7</c:v>
                </c:pt>
                <c:pt idx="96">
                  <c:v>4856.1000000000004</c:v>
                </c:pt>
                <c:pt idx="97">
                  <c:v>4702.3999999999996</c:v>
                </c:pt>
                <c:pt idx="98">
                  <c:v>#N/A</c:v>
                </c:pt>
                <c:pt idx="99">
                  <c:v>4943</c:v>
                </c:pt>
                <c:pt idx="100">
                  <c:v>5368.1</c:v>
                </c:pt>
                <c:pt idx="101">
                  <c:v>4564.3999999999996</c:v>
                </c:pt>
                <c:pt idx="102">
                  <c:v>3983.2</c:v>
                </c:pt>
                <c:pt idx="103">
                  <c:v>3488.9</c:v>
                </c:pt>
                <c:pt idx="104">
                  <c:v>3896.4</c:v>
                </c:pt>
                <c:pt idx="105">
                  <c:v>4554.3999999999996</c:v>
                </c:pt>
                <c:pt idx="106">
                  <c:v>4937.3999999999996</c:v>
                </c:pt>
                <c:pt idx="107">
                  <c:v>4433.6000000000004</c:v>
                </c:pt>
                <c:pt idx="108">
                  <c:v>4579</c:v>
                </c:pt>
                <c:pt idx="109">
                  <c:v>4284.3</c:v>
                </c:pt>
                <c:pt idx="110">
                  <c:v>4261.8</c:v>
                </c:pt>
                <c:pt idx="111">
                  <c:v>4136.3</c:v>
                </c:pt>
                <c:pt idx="112">
                  <c:v>4724.8999999999996</c:v>
                </c:pt>
                <c:pt idx="113">
                  <c:v>4485.2</c:v>
                </c:pt>
                <c:pt idx="114">
                  <c:v>4111.3</c:v>
                </c:pt>
                <c:pt idx="115">
                  <c:v>4412.8999999999996</c:v>
                </c:pt>
                <c:pt idx="116">
                  <c:v>4119.2</c:v>
                </c:pt>
                <c:pt idx="117">
                  <c:v>4528.8999999999996</c:v>
                </c:pt>
                <c:pt idx="118">
                  <c:v>4726.8999999999996</c:v>
                </c:pt>
                <c:pt idx="119">
                  <c:v>4672.1000000000004</c:v>
                </c:pt>
                <c:pt idx="120">
                  <c:v>4854.1000000000004</c:v>
                </c:pt>
                <c:pt idx="121">
                  <c:v>5279.9</c:v>
                </c:pt>
                <c:pt idx="122">
                  <c:v>4797.2</c:v>
                </c:pt>
                <c:pt idx="123">
                  <c:v>4241.5</c:v>
                </c:pt>
                <c:pt idx="124">
                  <c:v>3709.4</c:v>
                </c:pt>
                <c:pt idx="125">
                  <c:v>3163.6</c:v>
                </c:pt>
                <c:pt idx="126">
                  <c:v>3339.8</c:v>
                </c:pt>
                <c:pt idx="127">
                  <c:v>3214.4</c:v>
                </c:pt>
                <c:pt idx="128">
                  <c:v>3040.1</c:v>
                </c:pt>
                <c:pt idx="129">
                  <c:v>2573.4</c:v>
                </c:pt>
                <c:pt idx="130">
                  <c:v>#N/A</c:v>
                </c:pt>
                <c:pt idx="131">
                  <c:v>2242.1999999999998</c:v>
                </c:pt>
                <c:pt idx="132">
                  <c:v>2288</c:v>
                </c:pt>
                <c:pt idx="133">
                  <c:v>2218.3000000000002</c:v>
                </c:pt>
                <c:pt idx="134">
                  <c:v>2228.9</c:v>
                </c:pt>
                <c:pt idx="135">
                  <c:v>2110.6</c:v>
                </c:pt>
                <c:pt idx="136">
                  <c:v>1935.1</c:v>
                </c:pt>
                <c:pt idx="137">
                  <c:v>1842.6</c:v>
                </c:pt>
                <c:pt idx="138">
                  <c:v>1909</c:v>
                </c:pt>
                <c:pt idx="139">
                  <c:v>1512.9</c:v>
                </c:pt>
                <c:pt idx="140">
                  <c:v>1814</c:v>
                </c:pt>
                <c:pt idx="141">
                  <c:v>1922.9</c:v>
                </c:pt>
                <c:pt idx="142">
                  <c:v>1956.6</c:v>
                </c:pt>
                <c:pt idx="143">
                  <c:v>2025.3</c:v>
                </c:pt>
                <c:pt idx="144">
                  <c:v>2102.6999999999998</c:v>
                </c:pt>
                <c:pt idx="145">
                  <c:v>2033.7</c:v>
                </c:pt>
                <c:pt idx="146">
                  <c:v>2211.8000000000002</c:v>
                </c:pt>
                <c:pt idx="147">
                  <c:v>2105.6</c:v>
                </c:pt>
                <c:pt idx="148">
                  <c:v>2056.9</c:v>
                </c:pt>
                <c:pt idx="149">
                  <c:v>1903.5</c:v>
                </c:pt>
                <c:pt idx="150">
                  <c:v>1917.2</c:v>
                </c:pt>
                <c:pt idx="151">
                  <c:v>#N/A</c:v>
                </c:pt>
                <c:pt idx="152">
                  <c:v>1599.4</c:v>
                </c:pt>
                <c:pt idx="153">
                  <c:v>1529.8</c:v>
                </c:pt>
                <c:pt idx="154">
                  <c:v>1426.7</c:v>
                </c:pt>
                <c:pt idx="155">
                  <c:v>1277.8</c:v>
                </c:pt>
                <c:pt idx="156">
                  <c:v>1352.7</c:v>
                </c:pt>
                <c:pt idx="157">
                  <c:v>1507</c:v>
                </c:pt>
                <c:pt idx="158">
                  <c:v>1675.8</c:v>
                </c:pt>
                <c:pt idx="159">
                  <c:v>1601.2</c:v>
                </c:pt>
                <c:pt idx="160">
                  <c:v>1667.5</c:v>
                </c:pt>
                <c:pt idx="161">
                  <c:v>1674.2</c:v>
                </c:pt>
                <c:pt idx="162">
                  <c:v>1650.6</c:v>
                </c:pt>
                <c:pt idx="163">
                  <c:v>1442.3</c:v>
                </c:pt>
                <c:pt idx="164">
                  <c:v>1600.6</c:v>
                </c:pt>
                <c:pt idx="165">
                  <c:v>1528</c:v>
                </c:pt>
                <c:pt idx="166">
                  <c:v>1552.1</c:v>
                </c:pt>
                <c:pt idx="167">
                  <c:v>1426.3</c:v>
                </c:pt>
                <c:pt idx="168">
                  <c:v>1383.5</c:v>
                </c:pt>
                <c:pt idx="169">
                  <c:v>1324.7</c:v>
                </c:pt>
                <c:pt idx="170">
                  <c:v>1429.9</c:v>
                </c:pt>
                <c:pt idx="171">
                  <c:v>1370.9</c:v>
                </c:pt>
                <c:pt idx="172">
                  <c:v>1298.0999999999999</c:v>
                </c:pt>
                <c:pt idx="173">
                  <c:v>1323.9</c:v>
                </c:pt>
                <c:pt idx="174">
                  <c:v>1400.9</c:v>
                </c:pt>
                <c:pt idx="175">
                  <c:v>1460.6</c:v>
                </c:pt>
                <c:pt idx="176">
                  <c:v>1453.4</c:v>
                </c:pt>
                <c:pt idx="177">
                  <c:v>1382.6</c:v>
                </c:pt>
                <c:pt idx="178">
                  <c:v>1516.9</c:v>
                </c:pt>
                <c:pt idx="179">
                  <c:v>1321.3</c:v>
                </c:pt>
                <c:pt idx="180">
                  <c:v>1333.5</c:v>
                </c:pt>
                <c:pt idx="181">
                  <c:v>1341.8</c:v>
                </c:pt>
                <c:pt idx="182">
                  <c:v>1346.8</c:v>
                </c:pt>
                <c:pt idx="183">
                  <c:v>1329.7</c:v>
                </c:pt>
                <c:pt idx="184">
                  <c:v>1400.7</c:v>
                </c:pt>
                <c:pt idx="185">
                  <c:v>1327.5</c:v>
                </c:pt>
                <c:pt idx="186">
                  <c:v>1373.9</c:v>
                </c:pt>
                <c:pt idx="187">
                  <c:v>1342.6</c:v>
                </c:pt>
                <c:pt idx="188">
                  <c:v>1404.9</c:v>
                </c:pt>
                <c:pt idx="189">
                  <c:v>1439.4</c:v>
                </c:pt>
                <c:pt idx="190">
                  <c:v>1436</c:v>
                </c:pt>
                <c:pt idx="191">
                  <c:v>1275.8</c:v>
                </c:pt>
                <c:pt idx="192">
                  <c:v>1398.4</c:v>
                </c:pt>
                <c:pt idx="193">
                  <c:v>1335.1</c:v>
                </c:pt>
                <c:pt idx="194">
                  <c:v>1326.2</c:v>
                </c:pt>
                <c:pt idx="195">
                  <c:v>1387.1</c:v>
                </c:pt>
                <c:pt idx="196">
                  <c:v>1560.6</c:v>
                </c:pt>
                <c:pt idx="197">
                  <c:v>1898.2</c:v>
                </c:pt>
                <c:pt idx="198">
                  <c:v>1713.6</c:v>
                </c:pt>
                <c:pt idx="199">
                  <c:v>1604.8</c:v>
                </c:pt>
                <c:pt idx="200">
                  <c:v>1565.3</c:v>
                </c:pt>
                <c:pt idx="201">
                  <c:v>1563.2</c:v>
                </c:pt>
                <c:pt idx="202">
                  <c:v>1547.9</c:v>
                </c:pt>
                <c:pt idx="203">
                  <c:v>#N/A</c:v>
                </c:pt>
                <c:pt idx="204">
                  <c:v>1548.6</c:v>
                </c:pt>
                <c:pt idx="205">
                  <c:v>1518.8</c:v>
                </c:pt>
                <c:pt idx="206">
                  <c:v>1538.7</c:v>
                </c:pt>
                <c:pt idx="207">
                  <c:v>#N/A</c:v>
                </c:pt>
                <c:pt idx="208">
                  <c:v>#N/A</c:v>
                </c:pt>
                <c:pt idx="209">
                  <c:v>2271.5</c:v>
                </c:pt>
                <c:pt idx="210">
                  <c:v>2799.3</c:v>
                </c:pt>
                <c:pt idx="211">
                  <c:v>2572.3000000000002</c:v>
                </c:pt>
                <c:pt idx="212">
                  <c:v>2584.8000000000002</c:v>
                </c:pt>
                <c:pt idx="213">
                  <c:v>2291.3000000000002</c:v>
                </c:pt>
                <c:pt idx="214">
                  <c:v>1904.2</c:v>
                </c:pt>
                <c:pt idx="215">
                  <c:v>1703.1</c:v>
                </c:pt>
                <c:pt idx="216">
                  <c:v>1740.3</c:v>
                </c:pt>
                <c:pt idx="217">
                  <c:v>1685.7</c:v>
                </c:pt>
                <c:pt idx="218">
                  <c:v>1623.6</c:v>
                </c:pt>
                <c:pt idx="219">
                  <c:v>1860.8</c:v>
                </c:pt>
                <c:pt idx="220">
                  <c:v>1941.6</c:v>
                </c:pt>
                <c:pt idx="221">
                  <c:v>1854.7</c:v>
                </c:pt>
                <c:pt idx="222">
                  <c:v>1804.6</c:v>
                </c:pt>
                <c:pt idx="223">
                  <c:v>1817</c:v>
                </c:pt>
                <c:pt idx="224">
                  <c:v>#N/A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128896"/>
        <c:axId val="212122624"/>
      </c:lineChart>
      <c:dateAx>
        <c:axId val="2119018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12120704"/>
        <c:crosses val="autoZero"/>
        <c:auto val="1"/>
        <c:lblOffset val="100"/>
        <c:baseTimeUnit val="days"/>
        <c:majorUnit val="6"/>
        <c:majorTimeUnit val="months"/>
      </c:dateAx>
      <c:valAx>
        <c:axId val="212120704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Refinancible Percentage</a:t>
                </a:r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901824"/>
        <c:crosses val="autoZero"/>
        <c:crossBetween val="between"/>
        <c:majorUnit val="0.2"/>
      </c:valAx>
      <c:valAx>
        <c:axId val="21212262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Refi Index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2128896"/>
        <c:crosses val="max"/>
        <c:crossBetween val="between"/>
      </c:valAx>
      <c:dateAx>
        <c:axId val="21212889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2122624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'Current Paying PMI'!$O$2</c:f>
              <c:strCache>
                <c:ptCount val="1"/>
                <c:pt idx="0">
                  <c:v>Diff(New-HARP)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PMI'!$O$3:$O$227</c:f>
              <c:numCache>
                <c:formatCode>0%</c:formatCode>
                <c:ptCount val="225"/>
                <c:pt idx="0">
                  <c:v>9.3495241385430083E-3</c:v>
                </c:pt>
                <c:pt idx="1">
                  <c:v>9.7764953835769997E-3</c:v>
                </c:pt>
                <c:pt idx="2">
                  <c:v>1.0318153007277009E-2</c:v>
                </c:pt>
                <c:pt idx="3">
                  <c:v>9.3339138419399892E-3</c:v>
                </c:pt>
                <c:pt idx="4">
                  <c:v>8.475346466158995E-3</c:v>
                </c:pt>
                <c:pt idx="5">
                  <c:v>9.2530243339870033E-3</c:v>
                </c:pt>
                <c:pt idx="6">
                  <c:v>7.5123916485980158E-3</c:v>
                </c:pt>
                <c:pt idx="7">
                  <c:v>8.4254797116330438E-3</c:v>
                </c:pt>
                <c:pt idx="8">
                  <c:v>7.2636580526129757E-3</c:v>
                </c:pt>
                <c:pt idx="9">
                  <c:v>7.2671544618709838E-3</c:v>
                </c:pt>
                <c:pt idx="10">
                  <c:v>8.5764331301529939E-3</c:v>
                </c:pt>
                <c:pt idx="11">
                  <c:v>8.3215869708520018E-3</c:v>
                </c:pt>
                <c:pt idx="12">
                  <c:v>7.5233280501109667E-3</c:v>
                </c:pt>
                <c:pt idx="13">
                  <c:v>7.3718362209940214E-3</c:v>
                </c:pt>
                <c:pt idx="14">
                  <c:v>7.3236168429789972E-3</c:v>
                </c:pt>
                <c:pt idx="15">
                  <c:v>8.9599073183029843E-3</c:v>
                </c:pt>
                <c:pt idx="16">
                  <c:v>9.1440288694429883E-3</c:v>
                </c:pt>
                <c:pt idx="17">
                  <c:v>1.0089053710369E-2</c:v>
                </c:pt>
                <c:pt idx="18">
                  <c:v>1.1604541103639954E-2</c:v>
                </c:pt>
                <c:pt idx="19">
                  <c:v>1.1736471472792998E-2</c:v>
                </c:pt>
                <c:pt idx="20">
                  <c:v>1.2194486948020999E-2</c:v>
                </c:pt>
                <c:pt idx="21">
                  <c:v>1.4666242077077007E-2</c:v>
                </c:pt>
                <c:pt idx="22">
                  <c:v>1.4801730708252026E-2</c:v>
                </c:pt>
                <c:pt idx="23">
                  <c:v>1.4719262800910016E-2</c:v>
                </c:pt>
                <c:pt idx="24">
                  <c:v>1.4666242077077007E-2</c:v>
                </c:pt>
                <c:pt idx="25">
                  <c:v>1.4604701783771989E-2</c:v>
                </c:pt>
                <c:pt idx="26">
                  <c:v>1.3429700826978974E-2</c:v>
                </c:pt>
                <c:pt idx="27">
                  <c:v>1.5049871557931971E-2</c:v>
                </c:pt>
                <c:pt idx="28">
                  <c:v>1.5205300219296003E-2</c:v>
                </c:pt>
                <c:pt idx="29">
                  <c:v>1.3799936595487006E-2</c:v>
                </c:pt>
                <c:pt idx="30">
                  <c:v>1.7408259272822968E-2</c:v>
                </c:pt>
                <c:pt idx="31">
                  <c:v>1.8418134978159029E-2</c:v>
                </c:pt>
                <c:pt idx="32">
                  <c:v>1.9647746254231047E-2</c:v>
                </c:pt>
                <c:pt idx="33">
                  <c:v>1.7430095710167959E-2</c:v>
                </c:pt>
                <c:pt idx="34">
                  <c:v>1.8215036501237014E-2</c:v>
                </c:pt>
                <c:pt idx="35">
                  <c:v>2.0206441572086065E-2</c:v>
                </c:pt>
                <c:pt idx="36">
                  <c:v>1.9247265884268949E-2</c:v>
                </c:pt>
                <c:pt idx="37">
                  <c:v>1.9247265884268949E-2</c:v>
                </c:pt>
                <c:pt idx="38">
                  <c:v>2.0028947162988975E-2</c:v>
                </c:pt>
                <c:pt idx="39">
                  <c:v>1.8573776239296014E-2</c:v>
                </c:pt>
                <c:pt idx="40">
                  <c:v>1.9709494658493032E-2</c:v>
                </c:pt>
                <c:pt idx="41">
                  <c:v>1.9647685019433037E-2</c:v>
                </c:pt>
                <c:pt idx="42">
                  <c:v>1.9293741162645039E-2</c:v>
                </c:pt>
                <c:pt idx="43">
                  <c:v>1.8904364698372089E-2</c:v>
                </c:pt>
                <c:pt idx="44">
                  <c:v>1.8929213469001005E-2</c:v>
                </c:pt>
                <c:pt idx="45">
                  <c:v>1.8904364698372089E-2</c:v>
                </c:pt>
                <c:pt idx="46">
                  <c:v>1.7936046178664955E-2</c:v>
                </c:pt>
                <c:pt idx="47">
                  <c:v>1.8382652160383928E-2</c:v>
                </c:pt>
                <c:pt idx="48">
                  <c:v>1.8408175809995986E-2</c:v>
                </c:pt>
                <c:pt idx="49">
                  <c:v>1.7583763647146977E-2</c:v>
                </c:pt>
                <c:pt idx="50">
                  <c:v>1.8559332718324995E-2</c:v>
                </c:pt>
                <c:pt idx="51">
                  <c:v>1.7981692797587101E-2</c:v>
                </c:pt>
                <c:pt idx="52">
                  <c:v>1.8600258976843032E-2</c:v>
                </c:pt>
                <c:pt idx="53">
                  <c:v>1.8665984509633082E-2</c:v>
                </c:pt>
                <c:pt idx="54">
                  <c:v>1.8547178324596958E-2</c:v>
                </c:pt>
                <c:pt idx="55">
                  <c:v>1.7308349356765951E-2</c:v>
                </c:pt>
                <c:pt idx="56">
                  <c:v>1.8243782482877058E-2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1.693489903586598E-2</c:v>
                </c:pt>
                <c:pt idx="60">
                  <c:v>1.8326113974864944E-2</c:v>
                </c:pt>
                <c:pt idx="61">
                  <c:v>1.7934817450554918E-2</c:v>
                </c:pt>
                <c:pt idx="62">
                  <c:v>1.7797705219311011E-2</c:v>
                </c:pt>
                <c:pt idx="63">
                  <c:v>1.5990790065342986E-2</c:v>
                </c:pt>
                <c:pt idx="64">
                  <c:v>1.746434616697301E-2</c:v>
                </c:pt>
                <c:pt idx="65">
                  <c:v>1.9564630295097918E-2</c:v>
                </c:pt>
                <c:pt idx="66">
                  <c:v>1.991736462615501E-2</c:v>
                </c:pt>
                <c:pt idx="67">
                  <c:v>2.1602036666818036E-2</c:v>
                </c:pt>
                <c:pt idx="68">
                  <c:v>1.991736462615501E-2</c:v>
                </c:pt>
                <c:pt idx="69">
                  <c:v>2.1714787323291018E-2</c:v>
                </c:pt>
                <c:pt idx="70">
                  <c:v>2.0728347991117002E-2</c:v>
                </c:pt>
                <c:pt idx="71">
                  <c:v>2.2740230821109986E-2</c:v>
                </c:pt>
                <c:pt idx="72">
                  <c:v>2.3102469259690062E-2</c:v>
                </c:pt>
                <c:pt idx="73">
                  <c:v>2.2230821022807934E-2</c:v>
                </c:pt>
                <c:pt idx="74">
                  <c:v>2.2843554143903044E-2</c:v>
                </c:pt>
                <c:pt idx="75">
                  <c:v>2.130927465103194E-2</c:v>
                </c:pt>
                <c:pt idx="76">
                  <c:v>2.2115915769991945E-2</c:v>
                </c:pt>
                <c:pt idx="77">
                  <c:v>2.2115915769991945E-2</c:v>
                </c:pt>
                <c:pt idx="78">
                  <c:v>2.2677880181799948E-2</c:v>
                </c:pt>
                <c:pt idx="79">
                  <c:v>2.3080661909188005E-2</c:v>
                </c:pt>
                <c:pt idx="80">
                  <c:v>2.1594538110413009E-2</c:v>
                </c:pt>
                <c:pt idx="81">
                  <c:v>2.1243881609642967E-2</c:v>
                </c:pt>
                <c:pt idx="82">
                  <c:v>2.3646964380398927E-2</c:v>
                </c:pt>
                <c:pt idx="83">
                  <c:v>2.3511077421998983E-2</c:v>
                </c:pt>
                <c:pt idx="84">
                  <c:v>2.1865379268423912E-2</c:v>
                </c:pt>
                <c:pt idx="85">
                  <c:v>2.3011168931345027E-2</c:v>
                </c:pt>
                <c:pt idx="86">
                  <c:v>2.3511077421998983E-2</c:v>
                </c:pt>
                <c:pt idx="87">
                  <c:v>2.3879648060012082E-2</c:v>
                </c:pt>
                <c:pt idx="88">
                  <c:v>2.2185781271320981E-2</c:v>
                </c:pt>
                <c:pt idx="89">
                  <c:v>2.1499852763206984E-2</c:v>
                </c:pt>
                <c:pt idx="90">
                  <c:v>2.2623213265619002E-2</c:v>
                </c:pt>
                <c:pt idx="91">
                  <c:v>2.2028660134635003E-2</c:v>
                </c:pt>
                <c:pt idx="92">
                  <c:v>2.323860005587397E-2</c:v>
                </c:pt>
                <c:pt idx="93">
                  <c:v>2.3045104413206952E-2</c:v>
                </c:pt>
                <c:pt idx="94">
                  <c:v>2.3281195485508999E-2</c:v>
                </c:pt>
                <c:pt idx="95">
                  <c:v>2.3045894514512999E-2</c:v>
                </c:pt>
                <c:pt idx="96">
                  <c:v>2.3116433002183912E-2</c:v>
                </c:pt>
                <c:pt idx="97">
                  <c:v>2.1940207735437034E-2</c:v>
                </c:pt>
                <c:pt idx="98">
                  <c:v>2.5474221239196959E-2</c:v>
                </c:pt>
                <c:pt idx="99">
                  <c:v>2.192245353908695E-2</c:v>
                </c:pt>
                <c:pt idx="100">
                  <c:v>2.2006042072019949E-2</c:v>
                </c:pt>
                <c:pt idx="101">
                  <c:v>2.5400728001473971E-2</c:v>
                </c:pt>
                <c:pt idx="102">
                  <c:v>2.2933742337526986E-2</c:v>
                </c:pt>
                <c:pt idx="103">
                  <c:v>2.2159728908155985E-2</c:v>
                </c:pt>
                <c:pt idx="104">
                  <c:v>2.2334868622206017E-2</c:v>
                </c:pt>
                <c:pt idx="105">
                  <c:v>2.3285771323386051E-2</c:v>
                </c:pt>
                <c:pt idx="106">
                  <c:v>2.3012611082431023E-2</c:v>
                </c:pt>
                <c:pt idx="107">
                  <c:v>2.395908768709798E-2</c:v>
                </c:pt>
                <c:pt idx="108">
                  <c:v>2.182584852505598E-2</c:v>
                </c:pt>
                <c:pt idx="109">
                  <c:v>2.3138061689571998E-2</c:v>
                </c:pt>
                <c:pt idx="110">
                  <c:v>2.3138061689571998E-2</c:v>
                </c:pt>
                <c:pt idx="111">
                  <c:v>2.1574399682273038E-2</c:v>
                </c:pt>
                <c:pt idx="112">
                  <c:v>2.2049529166050075E-2</c:v>
                </c:pt>
                <c:pt idx="113">
                  <c:v>2.1712951748458997E-2</c:v>
                </c:pt>
                <c:pt idx="114">
                  <c:v>2.1006711837945002E-2</c:v>
                </c:pt>
                <c:pt idx="115">
                  <c:v>2.2718223243017976E-2</c:v>
                </c:pt>
                <c:pt idx="116">
                  <c:v>2.1336673395858985E-2</c:v>
                </c:pt>
                <c:pt idx="117">
                  <c:v>2.3934707665684951E-2</c:v>
                </c:pt>
                <c:pt idx="118">
                  <c:v>2.3885746565118993E-2</c:v>
                </c:pt>
                <c:pt idx="119">
                  <c:v>2.4636886181579998E-2</c:v>
                </c:pt>
                <c:pt idx="120">
                  <c:v>2.5954770465140942E-2</c:v>
                </c:pt>
                <c:pt idx="121">
                  <c:v>2.7387624846188063E-2</c:v>
                </c:pt>
                <c:pt idx="122">
                  <c:v>2.7396846707897993E-2</c:v>
                </c:pt>
                <c:pt idx="123">
                  <c:v>2.4356249349563042E-2</c:v>
                </c:pt>
                <c:pt idx="124">
                  <c:v>2.4748707436991979E-2</c:v>
                </c:pt>
                <c:pt idx="125">
                  <c:v>2.3721983966421001E-2</c:v>
                </c:pt>
                <c:pt idx="126">
                  <c:v>2.4015035680918007E-2</c:v>
                </c:pt>
                <c:pt idx="127">
                  <c:v>2.4586657410025969E-2</c:v>
                </c:pt>
                <c:pt idx="128">
                  <c:v>2.5020140115835976E-2</c:v>
                </c:pt>
                <c:pt idx="129">
                  <c:v>2.448780499499198E-2</c:v>
                </c:pt>
                <c:pt idx="130">
                  <c:v>2.5234444143474033E-2</c:v>
                </c:pt>
                <c:pt idx="131">
                  <c:v>2.3436581748615015E-2</c:v>
                </c:pt>
                <c:pt idx="132">
                  <c:v>2.4698216777366E-2</c:v>
                </c:pt>
                <c:pt idx="133">
                  <c:v>2.5923790087743037E-2</c:v>
                </c:pt>
                <c:pt idx="134">
                  <c:v>2.5579483137793013E-2</c:v>
                </c:pt>
                <c:pt idx="135">
                  <c:v>2.5253844188383001E-2</c:v>
                </c:pt>
                <c:pt idx="136">
                  <c:v>2.5253844188383001E-2</c:v>
                </c:pt>
                <c:pt idx="137">
                  <c:v>2.2354680914343006E-2</c:v>
                </c:pt>
                <c:pt idx="138">
                  <c:v>2.3237239610985033E-2</c:v>
                </c:pt>
                <c:pt idx="139">
                  <c:v>2.2833508159864985E-2</c:v>
                </c:pt>
                <c:pt idx="140">
                  <c:v>2.2826442408018011E-2</c:v>
                </c:pt>
                <c:pt idx="141">
                  <c:v>2.3657600623909009E-2</c:v>
                </c:pt>
                <c:pt idx="142">
                  <c:v>2.4411442429122021E-2</c:v>
                </c:pt>
                <c:pt idx="143">
                  <c:v>2.4521120670748964E-2</c:v>
                </c:pt>
                <c:pt idx="144">
                  <c:v>2.4364301177299985E-2</c:v>
                </c:pt>
                <c:pt idx="145">
                  <c:v>2.4726941736278041E-2</c:v>
                </c:pt>
                <c:pt idx="146">
                  <c:v>2.442832455333499E-2</c:v>
                </c:pt>
                <c:pt idx="147">
                  <c:v>2.5445593911785969E-2</c:v>
                </c:pt>
                <c:pt idx="148">
                  <c:v>2.4544578239795001E-2</c:v>
                </c:pt>
                <c:pt idx="149">
                  <c:v>2.4962760610098E-2</c:v>
                </c:pt>
                <c:pt idx="150">
                  <c:v>2.4443345160808039E-2</c:v>
                </c:pt>
                <c:pt idx="151">
                  <c:v>2.4714769010983018E-2</c:v>
                </c:pt>
                <c:pt idx="152">
                  <c:v>2.4132577762210977E-2</c:v>
                </c:pt>
                <c:pt idx="153">
                  <c:v>2.3910182191404006E-2</c:v>
                </c:pt>
                <c:pt idx="154">
                  <c:v>2.0677936525821006E-2</c:v>
                </c:pt>
                <c:pt idx="155">
                  <c:v>2.0405939315742999E-2</c:v>
                </c:pt>
                <c:pt idx="156">
                  <c:v>1.9012181649803006E-2</c:v>
                </c:pt>
                <c:pt idx="157">
                  <c:v>2.1725041379872995E-2</c:v>
                </c:pt>
                <c:pt idx="158">
                  <c:v>2.385631641094299E-2</c:v>
                </c:pt>
                <c:pt idx="159">
                  <c:v>2.4133376864509004E-2</c:v>
                </c:pt>
                <c:pt idx="160">
                  <c:v>2.3490582878840982E-2</c:v>
                </c:pt>
                <c:pt idx="161">
                  <c:v>2.3734404029613021E-2</c:v>
                </c:pt>
                <c:pt idx="162">
                  <c:v>2.4015377742685973E-2</c:v>
                </c:pt>
                <c:pt idx="163">
                  <c:v>2.4006639656241002E-2</c:v>
                </c:pt>
                <c:pt idx="164">
                  <c:v>2.2864760551051022E-2</c:v>
                </c:pt>
                <c:pt idx="165">
                  <c:v>2.4163207379861051E-2</c:v>
                </c:pt>
                <c:pt idx="166">
                  <c:v>2.4001956463504004E-2</c:v>
                </c:pt>
                <c:pt idx="167">
                  <c:v>2.4129946993109996E-2</c:v>
                </c:pt>
                <c:pt idx="168">
                  <c:v>2.2717125856637987E-2</c:v>
                </c:pt>
                <c:pt idx="169">
                  <c:v>2.4922595095405009E-2</c:v>
                </c:pt>
                <c:pt idx="170">
                  <c:v>2.5262059710907003E-2</c:v>
                </c:pt>
                <c:pt idx="171">
                  <c:v>2.5789543754646038E-2</c:v>
                </c:pt>
                <c:pt idx="172">
                  <c:v>2.5282717803924992E-2</c:v>
                </c:pt>
                <c:pt idx="173">
                  <c:v>2.7081223449143044E-2</c:v>
                </c:pt>
                <c:pt idx="174">
                  <c:v>2.9228013361092986E-2</c:v>
                </c:pt>
                <c:pt idx="175">
                  <c:v>2.9583398933585969E-2</c:v>
                </c:pt>
                <c:pt idx="176">
                  <c:v>3.0650699740589982E-2</c:v>
                </c:pt>
                <c:pt idx="177">
                  <c:v>3.189345616816297E-2</c:v>
                </c:pt>
                <c:pt idx="178">
                  <c:v>3.5124617247681011E-2</c:v>
                </c:pt>
                <c:pt idx="179">
                  <c:v>3.1810678137463022E-2</c:v>
                </c:pt>
                <c:pt idx="180">
                  <c:v>3.2199345902175991E-2</c:v>
                </c:pt>
                <c:pt idx="181">
                  <c:v>3.5124617247681011E-2</c:v>
                </c:pt>
                <c:pt idx="182">
                  <c:v>4.0894418191104953E-2</c:v>
                </c:pt>
                <c:pt idx="183">
                  <c:v>3.3218408855878012E-2</c:v>
                </c:pt>
                <c:pt idx="184">
                  <c:v>3.560048076730099E-2</c:v>
                </c:pt>
                <c:pt idx="185">
                  <c:v>3.560048076730099E-2</c:v>
                </c:pt>
                <c:pt idx="186">
                  <c:v>3.6682465672604025E-2</c:v>
                </c:pt>
                <c:pt idx="187">
                  <c:v>3.4538022001328994E-2</c:v>
                </c:pt>
                <c:pt idx="188">
                  <c:v>3.7848045871507974E-2</c:v>
                </c:pt>
                <c:pt idx="189">
                  <c:v>4.311865390370101E-2</c:v>
                </c:pt>
                <c:pt idx="190">
                  <c:v>4.311865390370101E-2</c:v>
                </c:pt>
                <c:pt idx="191">
                  <c:v>4.4396531936435002E-2</c:v>
                </c:pt>
                <c:pt idx="192">
                  <c:v>4.3202912888349987E-2</c:v>
                </c:pt>
                <c:pt idx="193">
                  <c:v>3.3927986103489016E-2</c:v>
                </c:pt>
                <c:pt idx="194">
                  <c:v>3.4664119688267991E-2</c:v>
                </c:pt>
                <c:pt idx="195">
                  <c:v>3.6299018885005974E-2</c:v>
                </c:pt>
                <c:pt idx="196">
                  <c:v>4.320778348878801E-2</c:v>
                </c:pt>
                <c:pt idx="197">
                  <c:v>5.5767371436922009E-2</c:v>
                </c:pt>
                <c:pt idx="198">
                  <c:v>5.7854243434436015E-2</c:v>
                </c:pt>
                <c:pt idx="199">
                  <c:v>5.5119685426901988E-2</c:v>
                </c:pt>
                <c:pt idx="200">
                  <c:v>4.9176612529252983E-2</c:v>
                </c:pt>
                <c:pt idx="201">
                  <c:v>4.922814110974999E-2</c:v>
                </c:pt>
                <c:pt idx="202">
                  <c:v>5.4910159185180996E-2</c:v>
                </c:pt>
                <c:pt idx="203">
                  <c:v>5.5879986587148045E-2</c:v>
                </c:pt>
                <c:pt idx="204">
                  <c:v>6.0133306816469001E-2</c:v>
                </c:pt>
                <c:pt idx="205">
                  <c:v>5.7371946942211982E-2</c:v>
                </c:pt>
                <c:pt idx="206">
                  <c:v>6.5990729484909971E-2</c:v>
                </c:pt>
                <c:pt idx="207">
                  <c:v>6.5567374115548971E-2</c:v>
                </c:pt>
                <c:pt idx="208">
                  <c:v>6.0112688684925975E-2</c:v>
                </c:pt>
                <c:pt idx="209">
                  <c:v>6.9436754868894002E-2</c:v>
                </c:pt>
                <c:pt idx="210">
                  <c:v>7.7699256329745059E-2</c:v>
                </c:pt>
                <c:pt idx="211">
                  <c:v>7.6952677594411045E-2</c:v>
                </c:pt>
                <c:pt idx="212">
                  <c:v>7.7699256329745059E-2</c:v>
                </c:pt>
                <c:pt idx="213">
                  <c:v>7.8919066492824985E-2</c:v>
                </c:pt>
                <c:pt idx="214">
                  <c:v>7.8500810862844106E-2</c:v>
                </c:pt>
                <c:pt idx="215">
                  <c:v>6.8989937785272015E-2</c:v>
                </c:pt>
                <c:pt idx="216">
                  <c:v>6.7065716502306971E-2</c:v>
                </c:pt>
                <c:pt idx="217">
                  <c:v>6.9638092828048004E-2</c:v>
                </c:pt>
                <c:pt idx="218">
                  <c:v>6.058929716573902E-2</c:v>
                </c:pt>
                <c:pt idx="219">
                  <c:v>6.8121076713101969E-2</c:v>
                </c:pt>
                <c:pt idx="220">
                  <c:v>7.8989527008370031E-2</c:v>
                </c:pt>
                <c:pt idx="221">
                  <c:v>7.8781843340151037E-2</c:v>
                </c:pt>
                <c:pt idx="222">
                  <c:v>7.9865453436108957E-2</c:v>
                </c:pt>
                <c:pt idx="223">
                  <c:v>7.8117664757740013E-2</c:v>
                </c:pt>
                <c:pt idx="224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313344"/>
        <c:axId val="184311808"/>
      </c:barChart>
      <c:lineChart>
        <c:grouping val="standard"/>
        <c:varyColors val="0"/>
        <c:ser>
          <c:idx val="0"/>
          <c:order val="0"/>
          <c:tx>
            <c:strRef>
              <c:f>'Current Paying PMI'!$L$2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PMI'!$L$3:$L$227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'Current Paying PMI'!$M$2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6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PMI'!$M$3:$M$227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'Current Paying PMI'!$N$2</c:f>
              <c:strCache>
                <c:ptCount val="1"/>
                <c:pt idx="0">
                  <c:v>Currnet PMI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'Current Paying PMI'!$K$3:$K$227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'Current Paying PMI'!$N$3:$N$227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304000"/>
        <c:axId val="184305536"/>
      </c:lineChart>
      <c:dateAx>
        <c:axId val="1843040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84305536"/>
        <c:crosses val="autoZero"/>
        <c:auto val="1"/>
        <c:lblOffset val="100"/>
        <c:baseTimeUnit val="days"/>
        <c:majorUnit val="6"/>
        <c:majorTimeUnit val="months"/>
      </c:dateAx>
      <c:valAx>
        <c:axId val="18430553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4304000"/>
        <c:crosses val="autoZero"/>
        <c:crossBetween val="between"/>
      </c:valAx>
      <c:valAx>
        <c:axId val="18431180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4313344"/>
        <c:crosses val="max"/>
        <c:crossBetween val="between"/>
      </c:valAx>
      <c:dateAx>
        <c:axId val="1843133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84311808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4"/>
          <c:order val="4"/>
          <c:tx>
            <c:strRef>
              <c:f>'Pre 2005'!$F$2</c:f>
              <c:strCache>
                <c:ptCount val="1"/>
                <c:pt idx="0">
                  <c:v>Diff(Pre2005,Current PMI)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c:spPr>
          <c:invertIfNegative val="0"/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2005'!$F$3:$F$227</c:f>
              <c:numCache>
                <c:formatCode>0%</c:formatCode>
                <c:ptCount val="225"/>
                <c:pt idx="0">
                  <c:v>4.9488456440996975E-2</c:v>
                </c:pt>
                <c:pt idx="1">
                  <c:v>5.0529009845269979E-2</c:v>
                </c:pt>
                <c:pt idx="2">
                  <c:v>5.0546699661463024E-2</c:v>
                </c:pt>
                <c:pt idx="3">
                  <c:v>4.8767644715451031E-2</c:v>
                </c:pt>
                <c:pt idx="4">
                  <c:v>3.7274322494333989E-2</c:v>
                </c:pt>
                <c:pt idx="5">
                  <c:v>-4.9719580842720323E-3</c:v>
                </c:pt>
                <c:pt idx="6">
                  <c:v>5.0476470251930028E-3</c:v>
                </c:pt>
                <c:pt idx="7">
                  <c:v>3.2825350518134955E-2</c:v>
                </c:pt>
                <c:pt idx="8">
                  <c:v>3.6813860082698047E-2</c:v>
                </c:pt>
                <c:pt idx="9">
                  <c:v>3.5950712025775045E-2</c:v>
                </c:pt>
                <c:pt idx="10">
                  <c:v>5.1589604250593002E-2</c:v>
                </c:pt>
                <c:pt idx="11">
                  <c:v>5.0290414917454007E-2</c:v>
                </c:pt>
                <c:pt idx="12">
                  <c:v>3.721530510323301E-2</c:v>
                </c:pt>
                <c:pt idx="13">
                  <c:v>3.7457763566616009E-2</c:v>
                </c:pt>
                <c:pt idx="14">
                  <c:v>3.6257887269480982E-2</c:v>
                </c:pt>
                <c:pt idx="15">
                  <c:v>5.1072383269261001E-2</c:v>
                </c:pt>
                <c:pt idx="16">
                  <c:v>5.2243683774188032E-2</c:v>
                </c:pt>
                <c:pt idx="17">
                  <c:v>5.3984413383515006E-2</c:v>
                </c:pt>
                <c:pt idx="18">
                  <c:v>5.8039897980984023E-2</c:v>
                </c:pt>
                <c:pt idx="19">
                  <c:v>6.1849900700826965E-2</c:v>
                </c:pt>
                <c:pt idx="20">
                  <c:v>6.2394039017361014E-2</c:v>
                </c:pt>
                <c:pt idx="21">
                  <c:v>6.6510290528073002E-2</c:v>
                </c:pt>
                <c:pt idx="22">
                  <c:v>6.4573996342679019E-2</c:v>
                </c:pt>
                <c:pt idx="23">
                  <c:v>6.4567263438161937E-2</c:v>
                </c:pt>
                <c:pt idx="24">
                  <c:v>6.6510290528073002E-2</c:v>
                </c:pt>
                <c:pt idx="25">
                  <c:v>6.4624827880668034E-2</c:v>
                </c:pt>
                <c:pt idx="26">
                  <c:v>6.3195305185586026E-2</c:v>
                </c:pt>
                <c:pt idx="27">
                  <c:v>6.5126800513053029E-2</c:v>
                </c:pt>
                <c:pt idx="28">
                  <c:v>6.7079509913499979E-2</c:v>
                </c:pt>
                <c:pt idx="29">
                  <c:v>6.5537296441114057E-2</c:v>
                </c:pt>
                <c:pt idx="30">
                  <c:v>6.3591139526474993E-2</c:v>
                </c:pt>
                <c:pt idx="31">
                  <c:v>5.2057630346825978E-2</c:v>
                </c:pt>
                <c:pt idx="32">
                  <c:v>3.8951638571517955E-2</c:v>
                </c:pt>
                <c:pt idx="33">
                  <c:v>4.5294805526842064E-2</c:v>
                </c:pt>
                <c:pt idx="34">
                  <c:v>4.6220894550596969E-2</c:v>
                </c:pt>
                <c:pt idx="35">
                  <c:v>3.6878644744590017E-2</c:v>
                </c:pt>
                <c:pt idx="36">
                  <c:v>3.6785544229373968E-2</c:v>
                </c:pt>
                <c:pt idx="37">
                  <c:v>3.6785544229373968E-2</c:v>
                </c:pt>
                <c:pt idx="38">
                  <c:v>2.9693556256539022E-2</c:v>
                </c:pt>
                <c:pt idx="39">
                  <c:v>3.2762412228043991E-2</c:v>
                </c:pt>
                <c:pt idx="40">
                  <c:v>4.3083053506789981E-2</c:v>
                </c:pt>
                <c:pt idx="41">
                  <c:v>4.0210659018677042E-2</c:v>
                </c:pt>
                <c:pt idx="42">
                  <c:v>4.0115291049296897E-2</c:v>
                </c:pt>
                <c:pt idx="43">
                  <c:v>3.6348287748072972E-2</c:v>
                </c:pt>
                <c:pt idx="44">
                  <c:v>3.6348340333054896E-2</c:v>
                </c:pt>
                <c:pt idx="45">
                  <c:v>3.6348287748072972E-2</c:v>
                </c:pt>
                <c:pt idx="46">
                  <c:v>3.6233635685232968E-2</c:v>
                </c:pt>
                <c:pt idx="47">
                  <c:v>3.9233634631533065E-2</c:v>
                </c:pt>
                <c:pt idx="48">
                  <c:v>3.9234233124342044E-2</c:v>
                </c:pt>
                <c:pt idx="49">
                  <c:v>3.9028523797270953E-2</c:v>
                </c:pt>
                <c:pt idx="50">
                  <c:v>3.4417521071716028E-2</c:v>
                </c:pt>
                <c:pt idx="51">
                  <c:v>3.6105612625122907E-2</c:v>
                </c:pt>
                <c:pt idx="52">
                  <c:v>3.7980473320500918E-2</c:v>
                </c:pt>
                <c:pt idx="53">
                  <c:v>3.6034383654450997E-2</c:v>
                </c:pt>
                <c:pt idx="54">
                  <c:v>3.6319305572277027E-2</c:v>
                </c:pt>
                <c:pt idx="55">
                  <c:v>4.1036450555448023E-2</c:v>
                </c:pt>
                <c:pt idx="56">
                  <c:v>4.0633581612559921E-2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4.5202405422087089E-2</c:v>
                </c:pt>
                <c:pt idx="60">
                  <c:v>4.4742778993690058E-2</c:v>
                </c:pt>
                <c:pt idx="61">
                  <c:v>4.3282630975394087E-2</c:v>
                </c:pt>
                <c:pt idx="62">
                  <c:v>4.4795379028260918E-2</c:v>
                </c:pt>
                <c:pt idx="63">
                  <c:v>5.3551743735012924E-2</c:v>
                </c:pt>
                <c:pt idx="64">
                  <c:v>4.7729777133123985E-2</c:v>
                </c:pt>
                <c:pt idx="65">
                  <c:v>4.6230751755233057E-2</c:v>
                </c:pt>
                <c:pt idx="66">
                  <c:v>3.876739323121503E-2</c:v>
                </c:pt>
                <c:pt idx="67">
                  <c:v>4.3347220427047972E-2</c:v>
                </c:pt>
                <c:pt idx="68">
                  <c:v>3.876739323121503E-2</c:v>
                </c:pt>
                <c:pt idx="69">
                  <c:v>3.8235216702937946E-2</c:v>
                </c:pt>
                <c:pt idx="70">
                  <c:v>3.7782157100558988E-2</c:v>
                </c:pt>
                <c:pt idx="71">
                  <c:v>3.361365324163601E-2</c:v>
                </c:pt>
                <c:pt idx="72">
                  <c:v>3.4018441049064929E-2</c:v>
                </c:pt>
                <c:pt idx="73">
                  <c:v>3.3425996908618028E-2</c:v>
                </c:pt>
                <c:pt idx="74">
                  <c:v>2.818740320962998E-2</c:v>
                </c:pt>
                <c:pt idx="75">
                  <c:v>3.1210474704000069E-2</c:v>
                </c:pt>
                <c:pt idx="76">
                  <c:v>2.8064402067171978E-2</c:v>
                </c:pt>
                <c:pt idx="77">
                  <c:v>2.8064402067171978E-2</c:v>
                </c:pt>
                <c:pt idx="78">
                  <c:v>2.9828629688043007E-2</c:v>
                </c:pt>
                <c:pt idx="79">
                  <c:v>2.5037759970937046E-2</c:v>
                </c:pt>
                <c:pt idx="80">
                  <c:v>2.4491110063175947E-2</c:v>
                </c:pt>
                <c:pt idx="81">
                  <c:v>2.1258233706140106E-2</c:v>
                </c:pt>
                <c:pt idx="82">
                  <c:v>2.7560694347372072E-2</c:v>
                </c:pt>
                <c:pt idx="83">
                  <c:v>2.759443364625902E-2</c:v>
                </c:pt>
                <c:pt idx="84">
                  <c:v>2.995858920101202E-2</c:v>
                </c:pt>
                <c:pt idx="85">
                  <c:v>3.2553690221043929E-2</c:v>
                </c:pt>
                <c:pt idx="86">
                  <c:v>2.759443364625902E-2</c:v>
                </c:pt>
                <c:pt idx="87">
                  <c:v>3.0833346629270952E-2</c:v>
                </c:pt>
                <c:pt idx="88">
                  <c:v>3.0198179232183042E-2</c:v>
                </c:pt>
                <c:pt idx="89">
                  <c:v>2.6416282755001075E-2</c:v>
                </c:pt>
                <c:pt idx="90">
                  <c:v>1.6789578275939965E-2</c:v>
                </c:pt>
                <c:pt idx="91">
                  <c:v>2.0539413776172966E-2</c:v>
                </c:pt>
                <c:pt idx="92">
                  <c:v>2.5246369690445025E-2</c:v>
                </c:pt>
                <c:pt idx="93">
                  <c:v>2.0858176637501002E-2</c:v>
                </c:pt>
                <c:pt idx="94">
                  <c:v>2.5485123480433969E-2</c:v>
                </c:pt>
                <c:pt idx="95">
                  <c:v>3.0038729094662986E-2</c:v>
                </c:pt>
                <c:pt idx="96">
                  <c:v>3.0088094020416012E-2</c:v>
                </c:pt>
                <c:pt idx="97">
                  <c:v>2.5268754293864992E-2</c:v>
                </c:pt>
                <c:pt idx="98">
                  <c:v>2.146683552441897E-2</c:v>
                </c:pt>
                <c:pt idx="99">
                  <c:v>2.5271305523286047E-2</c:v>
                </c:pt>
                <c:pt idx="100">
                  <c:v>2.8154041154201059E-2</c:v>
                </c:pt>
                <c:pt idx="101">
                  <c:v>2.4466251303879027E-2</c:v>
                </c:pt>
                <c:pt idx="102">
                  <c:v>2.8433364285112006E-2</c:v>
                </c:pt>
                <c:pt idx="103">
                  <c:v>2.8225145378202976E-2</c:v>
                </c:pt>
                <c:pt idx="104">
                  <c:v>3.025049587679296E-2</c:v>
                </c:pt>
                <c:pt idx="105">
                  <c:v>3.5120493781590989E-2</c:v>
                </c:pt>
                <c:pt idx="106">
                  <c:v>3.0628607676109976E-2</c:v>
                </c:pt>
                <c:pt idx="107">
                  <c:v>3.5419437422880007E-2</c:v>
                </c:pt>
                <c:pt idx="108">
                  <c:v>4.3689415312084035E-2</c:v>
                </c:pt>
                <c:pt idx="109">
                  <c:v>4.6960323059720088E-2</c:v>
                </c:pt>
                <c:pt idx="110">
                  <c:v>4.6960323059720088E-2</c:v>
                </c:pt>
                <c:pt idx="111">
                  <c:v>4.8662520111955931E-2</c:v>
                </c:pt>
                <c:pt idx="112">
                  <c:v>4.6576931045634984E-2</c:v>
                </c:pt>
                <c:pt idx="113">
                  <c:v>5.052698100511499E-2</c:v>
                </c:pt>
                <c:pt idx="114">
                  <c:v>5.4410855549770987E-2</c:v>
                </c:pt>
                <c:pt idx="115">
                  <c:v>5.1083938454940081E-2</c:v>
                </c:pt>
                <c:pt idx="116">
                  <c:v>5.2575710085431049E-2</c:v>
                </c:pt>
                <c:pt idx="117">
                  <c:v>5.2744679384570059E-2</c:v>
                </c:pt>
                <c:pt idx="118">
                  <c:v>4.8626460775928915E-2</c:v>
                </c:pt>
                <c:pt idx="119">
                  <c:v>4.4892163890073E-2</c:v>
                </c:pt>
                <c:pt idx="120">
                  <c:v>4.5098589299104042E-2</c:v>
                </c:pt>
                <c:pt idx="121">
                  <c:v>4.1474698827229983E-2</c:v>
                </c:pt>
                <c:pt idx="122">
                  <c:v>4.6578866937930008E-2</c:v>
                </c:pt>
                <c:pt idx="123">
                  <c:v>5.1274156130255988E-2</c:v>
                </c:pt>
                <c:pt idx="124">
                  <c:v>5.5797008121089009E-2</c:v>
                </c:pt>
                <c:pt idx="125">
                  <c:v>6.2139047694143024E-2</c:v>
                </c:pt>
                <c:pt idx="126">
                  <c:v>6.5479569488400946E-2</c:v>
                </c:pt>
                <c:pt idx="127">
                  <c:v>6.6036682564467986E-2</c:v>
                </c:pt>
                <c:pt idx="128">
                  <c:v>6.5996550581632007E-2</c:v>
                </c:pt>
                <c:pt idx="129">
                  <c:v>6.6911349645386975E-2</c:v>
                </c:pt>
                <c:pt idx="130">
                  <c:v>7.0250779646390982E-2</c:v>
                </c:pt>
                <c:pt idx="131">
                  <c:v>6.6310756504361024E-2</c:v>
                </c:pt>
                <c:pt idx="132">
                  <c:v>6.9292572156613996E-2</c:v>
                </c:pt>
                <c:pt idx="133">
                  <c:v>6.9243099374504957E-2</c:v>
                </c:pt>
                <c:pt idx="134">
                  <c:v>6.9566028791875012E-2</c:v>
                </c:pt>
                <c:pt idx="135">
                  <c:v>6.9525282365491992E-2</c:v>
                </c:pt>
                <c:pt idx="136">
                  <c:v>6.9525282365491992E-2</c:v>
                </c:pt>
                <c:pt idx="137">
                  <c:v>6.0902813060101008E-2</c:v>
                </c:pt>
                <c:pt idx="138">
                  <c:v>6.675880378310195E-2</c:v>
                </c:pt>
                <c:pt idx="139">
                  <c:v>6.4842764347872006E-2</c:v>
                </c:pt>
                <c:pt idx="140">
                  <c:v>6.1627169670443016E-2</c:v>
                </c:pt>
                <c:pt idx="141">
                  <c:v>6.6532780323222962E-2</c:v>
                </c:pt>
                <c:pt idx="142">
                  <c:v>7.0643469398236014E-2</c:v>
                </c:pt>
                <c:pt idx="143">
                  <c:v>6.9543356172970028E-2</c:v>
                </c:pt>
                <c:pt idx="144">
                  <c:v>6.9580721937717027E-2</c:v>
                </c:pt>
                <c:pt idx="145">
                  <c:v>7.0264682596682948E-2</c:v>
                </c:pt>
                <c:pt idx="146">
                  <c:v>6.955294320580202E-2</c:v>
                </c:pt>
                <c:pt idx="147">
                  <c:v>6.9094261587319017E-2</c:v>
                </c:pt>
                <c:pt idx="148">
                  <c:v>6.9584037029775003E-2</c:v>
                </c:pt>
                <c:pt idx="149">
                  <c:v>6.8873603348620027E-2</c:v>
                </c:pt>
                <c:pt idx="150">
                  <c:v>6.9524971726296958E-2</c:v>
                </c:pt>
                <c:pt idx="151">
                  <c:v>7.0214615639454026E-2</c:v>
                </c:pt>
                <c:pt idx="152">
                  <c:v>6.8549496640635033E-2</c:v>
                </c:pt>
                <c:pt idx="153">
                  <c:v>6.8549696091667001E-2</c:v>
                </c:pt>
                <c:pt idx="154">
                  <c:v>6.5675926422710973E-2</c:v>
                </c:pt>
                <c:pt idx="155">
                  <c:v>6.5654039814543985E-2</c:v>
                </c:pt>
                <c:pt idx="156">
                  <c:v>6.386319183307701E-2</c:v>
                </c:pt>
                <c:pt idx="157">
                  <c:v>6.519609415053601E-2</c:v>
                </c:pt>
                <c:pt idx="158">
                  <c:v>6.8237475223827004E-2</c:v>
                </c:pt>
                <c:pt idx="159">
                  <c:v>6.8310701881455993E-2</c:v>
                </c:pt>
                <c:pt idx="160">
                  <c:v>7.038382341578403E-2</c:v>
                </c:pt>
                <c:pt idx="161">
                  <c:v>6.9562813525740008E-2</c:v>
                </c:pt>
                <c:pt idx="162">
                  <c:v>6.9927603367712032E-2</c:v>
                </c:pt>
                <c:pt idx="163">
                  <c:v>6.8421267467149993E-2</c:v>
                </c:pt>
                <c:pt idx="164">
                  <c:v>6.8468498471188965E-2</c:v>
                </c:pt>
                <c:pt idx="165">
                  <c:v>6.9682368532728967E-2</c:v>
                </c:pt>
                <c:pt idx="166">
                  <c:v>6.8148423828393978E-2</c:v>
                </c:pt>
                <c:pt idx="167">
                  <c:v>6.9752488875226004E-2</c:v>
                </c:pt>
                <c:pt idx="168">
                  <c:v>6.8186977948739014E-2</c:v>
                </c:pt>
                <c:pt idx="169">
                  <c:v>6.6971934363424995E-2</c:v>
                </c:pt>
                <c:pt idx="170">
                  <c:v>6.7718352338000998E-2</c:v>
                </c:pt>
                <c:pt idx="171">
                  <c:v>6.9328627830211986E-2</c:v>
                </c:pt>
                <c:pt idx="172">
                  <c:v>6.9392352340676033E-2</c:v>
                </c:pt>
                <c:pt idx="173">
                  <c:v>6.8953329924895002E-2</c:v>
                </c:pt>
                <c:pt idx="174">
                  <c:v>6.8557021928585982E-2</c:v>
                </c:pt>
                <c:pt idx="175">
                  <c:v>6.8519034523828015E-2</c:v>
                </c:pt>
                <c:pt idx="176">
                  <c:v>6.762055725039301E-2</c:v>
                </c:pt>
                <c:pt idx="177">
                  <c:v>6.7445814951733019E-2</c:v>
                </c:pt>
                <c:pt idx="178">
                  <c:v>6.6728124753439977E-2</c:v>
                </c:pt>
                <c:pt idx="179">
                  <c:v>6.8140227470597003E-2</c:v>
                </c:pt>
                <c:pt idx="180">
                  <c:v>6.807194787383003E-2</c:v>
                </c:pt>
                <c:pt idx="181">
                  <c:v>6.6728124753439977E-2</c:v>
                </c:pt>
                <c:pt idx="182">
                  <c:v>6.5819452115320032E-2</c:v>
                </c:pt>
                <c:pt idx="183">
                  <c:v>6.8099162508510003E-2</c:v>
                </c:pt>
                <c:pt idx="184">
                  <c:v>6.6801160894580991E-2</c:v>
                </c:pt>
                <c:pt idx="185">
                  <c:v>6.6801160894580991E-2</c:v>
                </c:pt>
                <c:pt idx="186">
                  <c:v>6.6636023073536998E-2</c:v>
                </c:pt>
                <c:pt idx="187">
                  <c:v>6.7985608018208965E-2</c:v>
                </c:pt>
                <c:pt idx="188">
                  <c:v>6.6542448381609998E-2</c:v>
                </c:pt>
                <c:pt idx="189">
                  <c:v>6.577732328977498E-2</c:v>
                </c:pt>
                <c:pt idx="190">
                  <c:v>6.577732328977498E-2</c:v>
                </c:pt>
                <c:pt idx="191">
                  <c:v>6.5909708911317977E-2</c:v>
                </c:pt>
                <c:pt idx="192">
                  <c:v>6.6021288994640992E-2</c:v>
                </c:pt>
                <c:pt idx="193">
                  <c:v>6.8130050660738017E-2</c:v>
                </c:pt>
                <c:pt idx="194">
                  <c:v>6.8039839537685998E-2</c:v>
                </c:pt>
                <c:pt idx="195">
                  <c:v>6.6998766162890022E-2</c:v>
                </c:pt>
                <c:pt idx="196">
                  <c:v>6.6162240542234019E-2</c:v>
                </c:pt>
                <c:pt idx="197">
                  <c:v>6.1182965277842061E-2</c:v>
                </c:pt>
                <c:pt idx="198">
                  <c:v>5.8261376461104963E-2</c:v>
                </c:pt>
                <c:pt idx="199">
                  <c:v>6.1278701980569061E-2</c:v>
                </c:pt>
                <c:pt idx="200">
                  <c:v>6.3769573862266005E-2</c:v>
                </c:pt>
                <c:pt idx="201">
                  <c:v>6.3762118135569978E-2</c:v>
                </c:pt>
                <c:pt idx="202">
                  <c:v>6.1671006284792051E-2</c:v>
                </c:pt>
                <c:pt idx="203">
                  <c:v>6.1529881744163017E-2</c:v>
                </c:pt>
                <c:pt idx="204">
                  <c:v>5.8761992353357995E-2</c:v>
                </c:pt>
                <c:pt idx="205">
                  <c:v>5.9253467735875975E-2</c:v>
                </c:pt>
                <c:pt idx="206">
                  <c:v>5.5613366791851027E-2</c:v>
                </c:pt>
                <c:pt idx="207">
                  <c:v>5.5983802061876031E-2</c:v>
                </c:pt>
                <c:pt idx="208">
                  <c:v>5.8771468512184066E-2</c:v>
                </c:pt>
                <c:pt idx="209">
                  <c:v>5.2598399374692018E-2</c:v>
                </c:pt>
                <c:pt idx="210">
                  <c:v>4.5372682738245018E-2</c:v>
                </c:pt>
                <c:pt idx="211">
                  <c:v>4.522601271544191E-2</c:v>
                </c:pt>
                <c:pt idx="212">
                  <c:v>4.5372682738245018E-2</c:v>
                </c:pt>
                <c:pt idx="213">
                  <c:v>4.5658771685404997E-2</c:v>
                </c:pt>
                <c:pt idx="214">
                  <c:v>4.9285486863871908E-2</c:v>
                </c:pt>
                <c:pt idx="215">
                  <c:v>5.4029424500717904E-2</c:v>
                </c:pt>
                <c:pt idx="216">
                  <c:v>5.7652986793638061E-2</c:v>
                </c:pt>
                <c:pt idx="217">
                  <c:v>5.5813968399360037E-2</c:v>
                </c:pt>
                <c:pt idx="218">
                  <c:v>6.2014271980531999E-2</c:v>
                </c:pt>
                <c:pt idx="219">
                  <c:v>5.6129496748115959E-2</c:v>
                </c:pt>
                <c:pt idx="220">
                  <c:v>5.1286975989614958E-2</c:v>
                </c:pt>
                <c:pt idx="221">
                  <c:v>5.4109360502346937E-2</c:v>
                </c:pt>
                <c:pt idx="222">
                  <c:v>5.0881743975076055E-2</c:v>
                </c:pt>
                <c:pt idx="223">
                  <c:v>5.4033523305923037E-2</c:v>
                </c:pt>
                <c:pt idx="224">
                  <c:v>5.0697906606040011E-2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252544"/>
        <c:axId val="188241792"/>
      </c:barChart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'Pre 2005'!$D$2</c:f>
              <c:strCache>
                <c:ptCount val="1"/>
                <c:pt idx="0">
                  <c:v>Currnet PMI</c:v>
                </c:pt>
              </c:strCache>
            </c:strRef>
          </c:tx>
          <c:spPr>
            <a:ln w="19050">
              <a:solidFill>
                <a:schemeClr val="tx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2005'!$D$3:$D$227</c:f>
              <c:numCache>
                <c:formatCode>0%</c:formatCode>
                <c:ptCount val="225"/>
                <c:pt idx="0">
                  <c:v>0.42852398059902003</c:v>
                </c:pt>
                <c:pt idx="1">
                  <c:v>0.44599635168013801</c:v>
                </c:pt>
                <c:pt idx="2">
                  <c:v>0.42976523862424298</c:v>
                </c:pt>
                <c:pt idx="3">
                  <c:v>0.42804406226545899</c:v>
                </c:pt>
                <c:pt idx="4">
                  <c:v>0.39735095404405901</c:v>
                </c:pt>
                <c:pt idx="5">
                  <c:v>0.36026372477374102</c:v>
                </c:pt>
                <c:pt idx="6">
                  <c:v>0.37174112183007801</c:v>
                </c:pt>
                <c:pt idx="7">
                  <c:v>0.38268704676703003</c:v>
                </c:pt>
                <c:pt idx="8">
                  <c:v>0.38534073201873098</c:v>
                </c:pt>
                <c:pt idx="9">
                  <c:v>0.38530209930722298</c:v>
                </c:pt>
                <c:pt idx="10">
                  <c:v>0.41625559569387699</c:v>
                </c:pt>
                <c:pt idx="11">
                  <c:v>0.39986849956992299</c:v>
                </c:pt>
                <c:pt idx="12">
                  <c:v>0.38561724765369598</c:v>
                </c:pt>
                <c:pt idx="13">
                  <c:v>0.377336561198648</c:v>
                </c:pt>
                <c:pt idx="14">
                  <c:v>0.37716378157473002</c:v>
                </c:pt>
                <c:pt idx="15">
                  <c:v>0.39280861828637997</c:v>
                </c:pt>
                <c:pt idx="16">
                  <c:v>0.39347477869207098</c:v>
                </c:pt>
                <c:pt idx="17">
                  <c:v>0.404960459321071</c:v>
                </c:pt>
                <c:pt idx="18">
                  <c:v>0.44239757779940198</c:v>
                </c:pt>
                <c:pt idx="19">
                  <c:v>0.44263839982775999</c:v>
                </c:pt>
                <c:pt idx="20">
                  <c:v>0.443305158673787</c:v>
                </c:pt>
                <c:pt idx="21">
                  <c:v>0.46808927773665898</c:v>
                </c:pt>
                <c:pt idx="22">
                  <c:v>0.49109730679799701</c:v>
                </c:pt>
                <c:pt idx="23">
                  <c:v>0.49098227335116801</c:v>
                </c:pt>
                <c:pt idx="24">
                  <c:v>0.46808927773665898</c:v>
                </c:pt>
                <c:pt idx="25">
                  <c:v>0.489935821452404</c:v>
                </c:pt>
                <c:pt idx="26">
                  <c:v>0.43458744050497899</c:v>
                </c:pt>
                <c:pt idx="27">
                  <c:v>0.485108874378754</c:v>
                </c:pt>
                <c:pt idx="28">
                  <c:v>0.46318279756695502</c:v>
                </c:pt>
                <c:pt idx="29">
                  <c:v>0.45789854868906799</c:v>
                </c:pt>
                <c:pt idx="30">
                  <c:v>0.53278765965471897</c:v>
                </c:pt>
                <c:pt idx="31">
                  <c:v>0.63586839821177099</c:v>
                </c:pt>
                <c:pt idx="32">
                  <c:v>0.730678857237261</c:v>
                </c:pt>
                <c:pt idx="33">
                  <c:v>0.68478976915726397</c:v>
                </c:pt>
                <c:pt idx="34">
                  <c:v>0.67891821943498099</c:v>
                </c:pt>
                <c:pt idx="35">
                  <c:v>0.74882938585751302</c:v>
                </c:pt>
                <c:pt idx="36">
                  <c:v>0.75105682006900099</c:v>
                </c:pt>
                <c:pt idx="37">
                  <c:v>0.75105682006900099</c:v>
                </c:pt>
                <c:pt idx="38">
                  <c:v>0.80540404717700897</c:v>
                </c:pt>
                <c:pt idx="39">
                  <c:v>0.790582670298423</c:v>
                </c:pt>
                <c:pt idx="40">
                  <c:v>0.707335305309861</c:v>
                </c:pt>
                <c:pt idx="41">
                  <c:v>0.72872079834060799</c:v>
                </c:pt>
                <c:pt idx="42">
                  <c:v>0.73025745423770105</c:v>
                </c:pt>
                <c:pt idx="43">
                  <c:v>0.77103501437728905</c:v>
                </c:pt>
                <c:pt idx="44">
                  <c:v>0.77108265099835005</c:v>
                </c:pt>
                <c:pt idx="45">
                  <c:v>0.77103501437728905</c:v>
                </c:pt>
                <c:pt idx="46">
                  <c:v>0.77245486812915198</c:v>
                </c:pt>
                <c:pt idx="47">
                  <c:v>0.75539515722260098</c:v>
                </c:pt>
                <c:pt idx="48">
                  <c:v>0.75544279443301199</c:v>
                </c:pt>
                <c:pt idx="49">
                  <c:v>0.757642248754546</c:v>
                </c:pt>
                <c:pt idx="50">
                  <c:v>0.79118415521131102</c:v>
                </c:pt>
                <c:pt idx="51">
                  <c:v>0.78151191934601505</c:v>
                </c:pt>
                <c:pt idx="52">
                  <c:v>0.76877472295611105</c:v>
                </c:pt>
                <c:pt idx="53">
                  <c:v>0.78061484194895703</c:v>
                </c:pt>
                <c:pt idx="54">
                  <c:v>0.77869870375179695</c:v>
                </c:pt>
                <c:pt idx="55">
                  <c:v>0.74269630829851996</c:v>
                </c:pt>
                <c:pt idx="56">
                  <c:v>0.75801228690967404</c:v>
                </c:pt>
                <c:pt idx="57">
                  <c:v>0.75801228690967404</c:v>
                </c:pt>
                <c:pt idx="58">
                  <c:v>0.75801228690967404</c:v>
                </c:pt>
                <c:pt idx="59">
                  <c:v>0.72175870157936195</c:v>
                </c:pt>
                <c:pt idx="60">
                  <c:v>0.73029656495304496</c:v>
                </c:pt>
                <c:pt idx="61">
                  <c:v>0.73979044413136397</c:v>
                </c:pt>
                <c:pt idx="62">
                  <c:v>0.72964736165354105</c:v>
                </c:pt>
                <c:pt idx="63">
                  <c:v>0.64602889454414902</c:v>
                </c:pt>
                <c:pt idx="64">
                  <c:v>0.70222983991940502</c:v>
                </c:pt>
                <c:pt idx="65">
                  <c:v>0.70658526279350897</c:v>
                </c:pt>
                <c:pt idx="66">
                  <c:v>0.76351833890642296</c:v>
                </c:pt>
                <c:pt idx="67">
                  <c:v>0.73479366879535601</c:v>
                </c:pt>
                <c:pt idx="68">
                  <c:v>0.76351833890642296</c:v>
                </c:pt>
                <c:pt idx="69">
                  <c:v>0.76630418933940703</c:v>
                </c:pt>
                <c:pt idx="70">
                  <c:v>0.76953827651336104</c:v>
                </c:pt>
                <c:pt idx="71">
                  <c:v>0.79807316092952996</c:v>
                </c:pt>
                <c:pt idx="72">
                  <c:v>0.79563096421455903</c:v>
                </c:pt>
                <c:pt idx="73">
                  <c:v>0.79942305429412797</c:v>
                </c:pt>
                <c:pt idx="74">
                  <c:v>0.83446023873339104</c:v>
                </c:pt>
                <c:pt idx="75">
                  <c:v>0.81451926267734698</c:v>
                </c:pt>
                <c:pt idx="76">
                  <c:v>0.83520811127149397</c:v>
                </c:pt>
                <c:pt idx="77">
                  <c:v>0.83520811127149397</c:v>
                </c:pt>
                <c:pt idx="78">
                  <c:v>0.82572377371151395</c:v>
                </c:pt>
                <c:pt idx="79">
                  <c:v>0.85783899509521899</c:v>
                </c:pt>
                <c:pt idx="80">
                  <c:v>0.86087360527541701</c:v>
                </c:pt>
                <c:pt idx="81">
                  <c:v>0.87708074343545095</c:v>
                </c:pt>
                <c:pt idx="82">
                  <c:v>0.84037294476980395</c:v>
                </c:pt>
                <c:pt idx="83">
                  <c:v>0.840112046562973</c:v>
                </c:pt>
                <c:pt idx="84">
                  <c:v>0.82226069643838895</c:v>
                </c:pt>
                <c:pt idx="85">
                  <c:v>0.80587399760802503</c:v>
                </c:pt>
                <c:pt idx="86">
                  <c:v>0.840112046562973</c:v>
                </c:pt>
                <c:pt idx="87">
                  <c:v>0.82391595701949605</c:v>
                </c:pt>
                <c:pt idx="88">
                  <c:v>0.82736042337984095</c:v>
                </c:pt>
                <c:pt idx="89">
                  <c:v>0.84729321867928498</c:v>
                </c:pt>
                <c:pt idx="90">
                  <c:v>0.89615078381030699</c:v>
                </c:pt>
                <c:pt idx="91">
                  <c:v>0.87486861740066002</c:v>
                </c:pt>
                <c:pt idx="92">
                  <c:v>0.85304113167718099</c:v>
                </c:pt>
                <c:pt idx="93">
                  <c:v>0.87300917575702497</c:v>
                </c:pt>
                <c:pt idx="94">
                  <c:v>0.85152995637800399</c:v>
                </c:pt>
                <c:pt idx="95">
                  <c:v>0.82220398378432702</c:v>
                </c:pt>
                <c:pt idx="96">
                  <c:v>0.82185068481131995</c:v>
                </c:pt>
                <c:pt idx="97">
                  <c:v>0.84470977412850301</c:v>
                </c:pt>
                <c:pt idx="98">
                  <c:v>0.86614098528866201</c:v>
                </c:pt>
                <c:pt idx="99">
                  <c:v>0.84467796841209597</c:v>
                </c:pt>
                <c:pt idx="100">
                  <c:v>0.82850582146884499</c:v>
                </c:pt>
                <c:pt idx="101">
                  <c:v>0.84959064095614001</c:v>
                </c:pt>
                <c:pt idx="102">
                  <c:v>0.82683597281031795</c:v>
                </c:pt>
                <c:pt idx="103">
                  <c:v>0.82807405180361804</c:v>
                </c:pt>
                <c:pt idx="104">
                  <c:v>0.80673651039812899</c:v>
                </c:pt>
                <c:pt idx="105">
                  <c:v>0.78289243382516405</c:v>
                </c:pt>
                <c:pt idx="106">
                  <c:v>0.80443705009709199</c:v>
                </c:pt>
                <c:pt idx="107">
                  <c:v>0.78096114426466201</c:v>
                </c:pt>
                <c:pt idx="108">
                  <c:v>0.72958928267474799</c:v>
                </c:pt>
                <c:pt idx="109">
                  <c:v>0.70463630866607596</c:v>
                </c:pt>
                <c:pt idx="110">
                  <c:v>0.70463630866607596</c:v>
                </c:pt>
                <c:pt idx="111">
                  <c:v>0.68600596152600102</c:v>
                </c:pt>
                <c:pt idx="112">
                  <c:v>0.70679030246685104</c:v>
                </c:pt>
                <c:pt idx="113">
                  <c:v>0.68136636277891505</c:v>
                </c:pt>
                <c:pt idx="114">
                  <c:v>0.643549022861998</c:v>
                </c:pt>
                <c:pt idx="115">
                  <c:v>0.67762091879307995</c:v>
                </c:pt>
                <c:pt idx="116">
                  <c:v>0.65948110445833896</c:v>
                </c:pt>
                <c:pt idx="117">
                  <c:v>0.66095197338656198</c:v>
                </c:pt>
                <c:pt idx="118">
                  <c:v>0.68860823620008205</c:v>
                </c:pt>
                <c:pt idx="119">
                  <c:v>0.716254173818763</c:v>
                </c:pt>
                <c:pt idx="120">
                  <c:v>0.71489894663224296</c:v>
                </c:pt>
                <c:pt idx="121">
                  <c:v>0.73385185995662305</c:v>
                </c:pt>
                <c:pt idx="122">
                  <c:v>0.70449810822234304</c:v>
                </c:pt>
                <c:pt idx="123">
                  <c:v>0.670440489942566</c:v>
                </c:pt>
                <c:pt idx="124">
                  <c:v>0.62967212939531803</c:v>
                </c:pt>
                <c:pt idx="125">
                  <c:v>0.55358328589825201</c:v>
                </c:pt>
                <c:pt idx="126">
                  <c:v>0.513378243304075</c:v>
                </c:pt>
                <c:pt idx="127">
                  <c:v>0.49262377778590499</c:v>
                </c:pt>
                <c:pt idx="128">
                  <c:v>0.493438474284569</c:v>
                </c:pt>
                <c:pt idx="129">
                  <c:v>0.283795068214441</c:v>
                </c:pt>
                <c:pt idx="130">
                  <c:v>0.36923191611788803</c:v>
                </c:pt>
                <c:pt idx="131">
                  <c:v>0.253957802145788</c:v>
                </c:pt>
                <c:pt idx="132">
                  <c:v>0.338227154884298</c:v>
                </c:pt>
                <c:pt idx="133">
                  <c:v>0.34002935370481002</c:v>
                </c:pt>
                <c:pt idx="134">
                  <c:v>0.29429658935164799</c:v>
                </c:pt>
                <c:pt idx="135">
                  <c:v>0.29368072164202702</c:v>
                </c:pt>
                <c:pt idx="136">
                  <c:v>0.29368072164202702</c:v>
                </c:pt>
                <c:pt idx="137">
                  <c:v>0.22780665760041099</c:v>
                </c:pt>
                <c:pt idx="138">
                  <c:v>0.26087468607729303</c:v>
                </c:pt>
                <c:pt idx="139">
                  <c:v>0.234327007260555</c:v>
                </c:pt>
                <c:pt idx="140">
                  <c:v>0.221101303306941</c:v>
                </c:pt>
                <c:pt idx="141">
                  <c:v>0.25463965057747101</c:v>
                </c:pt>
                <c:pt idx="142">
                  <c:v>0.34572071513934099</c:v>
                </c:pt>
                <c:pt idx="143">
                  <c:v>0.36826613493452298</c:v>
                </c:pt>
                <c:pt idx="144">
                  <c:v>0.36772676288515499</c:v>
                </c:pt>
                <c:pt idx="145">
                  <c:v>0.33908242712021103</c:v>
                </c:pt>
                <c:pt idx="146">
                  <c:v>0.387225653389144</c:v>
                </c:pt>
                <c:pt idx="147">
                  <c:v>0.40621263933441498</c:v>
                </c:pt>
                <c:pt idx="148">
                  <c:v>0.37858348879144199</c:v>
                </c:pt>
                <c:pt idx="149">
                  <c:v>0.30261309490806398</c:v>
                </c:pt>
                <c:pt idx="150">
                  <c:v>0.36064781933831103</c:v>
                </c:pt>
                <c:pt idx="151">
                  <c:v>0.33133815164288799</c:v>
                </c:pt>
                <c:pt idx="152">
                  <c:v>0.26300483944839198</c:v>
                </c:pt>
                <c:pt idx="153">
                  <c:v>0.26260248571262501</c:v>
                </c:pt>
                <c:pt idx="154">
                  <c:v>0.22663439683454101</c:v>
                </c:pt>
                <c:pt idx="155">
                  <c:v>0.22629116015596901</c:v>
                </c:pt>
                <c:pt idx="156">
                  <c:v>0.20171259537917</c:v>
                </c:pt>
                <c:pt idx="157">
                  <c:v>0.225222551391554</c:v>
                </c:pt>
                <c:pt idx="158">
                  <c:v>0.256712796608494</c:v>
                </c:pt>
                <c:pt idx="159">
                  <c:v>0.25744135481017799</c:v>
                </c:pt>
                <c:pt idx="160">
                  <c:v>0.31438854181645098</c:v>
                </c:pt>
                <c:pt idx="161">
                  <c:v>0.33798112173000799</c:v>
                </c:pt>
                <c:pt idx="162">
                  <c:v>0.31055726404016398</c:v>
                </c:pt>
                <c:pt idx="163">
                  <c:v>0.28224141067613401</c:v>
                </c:pt>
                <c:pt idx="164">
                  <c:v>0.28030510938432601</c:v>
                </c:pt>
                <c:pt idx="165">
                  <c:v>0.30632423581387003</c:v>
                </c:pt>
                <c:pt idx="166">
                  <c:v>0.27739231314429902</c:v>
                </c:pt>
                <c:pt idx="167">
                  <c:v>0.305158136960197</c:v>
                </c:pt>
                <c:pt idx="168">
                  <c:v>0.27571464318613598</c:v>
                </c:pt>
                <c:pt idx="169">
                  <c:v>0.24706631517703201</c:v>
                </c:pt>
                <c:pt idx="170">
                  <c:v>0.27695663394785902</c:v>
                </c:pt>
                <c:pt idx="171">
                  <c:v>0.30636975607074801</c:v>
                </c:pt>
                <c:pt idx="172">
                  <c:v>0.30473155820130099</c:v>
                </c:pt>
                <c:pt idx="173">
                  <c:v>0.30466547690103202</c:v>
                </c:pt>
                <c:pt idx="174">
                  <c:v>0.35473146099265701</c:v>
                </c:pt>
                <c:pt idx="175">
                  <c:v>0.35510750939955799</c:v>
                </c:pt>
                <c:pt idx="176">
                  <c:v>0.37813915561231398</c:v>
                </c:pt>
                <c:pt idx="177">
                  <c:v>0.38007735837086398</c:v>
                </c:pt>
                <c:pt idx="178">
                  <c:v>0.38136274564707001</c:v>
                </c:pt>
                <c:pt idx="179">
                  <c:v>0.354558274605281</c:v>
                </c:pt>
                <c:pt idx="180">
                  <c:v>0.35638375297164099</c:v>
                </c:pt>
                <c:pt idx="181">
                  <c:v>0.38136274564707001</c:v>
                </c:pt>
                <c:pt idx="182">
                  <c:v>0.40668349695613898</c:v>
                </c:pt>
                <c:pt idx="183">
                  <c:v>0.35127441371780599</c:v>
                </c:pt>
                <c:pt idx="184">
                  <c:v>0.37569546518688601</c:v>
                </c:pt>
                <c:pt idx="185">
                  <c:v>0.37569546518688601</c:v>
                </c:pt>
                <c:pt idx="186">
                  <c:v>0.37710616064306202</c:v>
                </c:pt>
                <c:pt idx="187">
                  <c:v>0.34489863565206802</c:v>
                </c:pt>
                <c:pt idx="188">
                  <c:v>0.37048359025229799</c:v>
                </c:pt>
                <c:pt idx="189">
                  <c:v>0.40150628228700203</c:v>
                </c:pt>
                <c:pt idx="190">
                  <c:v>0.40150628228700203</c:v>
                </c:pt>
                <c:pt idx="191">
                  <c:v>0.39564048824252901</c:v>
                </c:pt>
                <c:pt idx="192">
                  <c:v>0.39402430051755699</c:v>
                </c:pt>
                <c:pt idx="193">
                  <c:v>0.335786197250867</c:v>
                </c:pt>
                <c:pt idx="194">
                  <c:v>0.33779900726217199</c:v>
                </c:pt>
                <c:pt idx="195">
                  <c:v>0.35298059221452499</c:v>
                </c:pt>
                <c:pt idx="196">
                  <c:v>0.38553330142435899</c:v>
                </c:pt>
                <c:pt idx="197">
                  <c:v>0.45862210331192299</c:v>
                </c:pt>
                <c:pt idx="198">
                  <c:v>0.49010064863363401</c:v>
                </c:pt>
                <c:pt idx="199">
                  <c:v>0.45791499093723897</c:v>
                </c:pt>
                <c:pt idx="200">
                  <c:v>0.41298189638604699</c:v>
                </c:pt>
                <c:pt idx="201">
                  <c:v>0.413158972870934</c:v>
                </c:pt>
                <c:pt idx="202">
                  <c:v>0.44955259080167498</c:v>
                </c:pt>
                <c:pt idx="203">
                  <c:v>0.45066656472309602</c:v>
                </c:pt>
                <c:pt idx="204">
                  <c:v>0.47792725629958699</c:v>
                </c:pt>
                <c:pt idx="205">
                  <c:v>0.47411357431497397</c:v>
                </c:pt>
                <c:pt idx="206">
                  <c:v>0.51872843856357098</c:v>
                </c:pt>
                <c:pt idx="207">
                  <c:v>0.515529212075723</c:v>
                </c:pt>
                <c:pt idx="208">
                  <c:v>0.47786309276619199</c:v>
                </c:pt>
                <c:pt idx="209">
                  <c:v>0.54657009543334001</c:v>
                </c:pt>
                <c:pt idx="210">
                  <c:v>0.61065980094002503</c:v>
                </c:pt>
                <c:pt idx="211">
                  <c:v>0.61221176462929705</c:v>
                </c:pt>
                <c:pt idx="212">
                  <c:v>0.61065980094002503</c:v>
                </c:pt>
                <c:pt idx="213">
                  <c:v>0.61088327202867398</c:v>
                </c:pt>
                <c:pt idx="214">
                  <c:v>0.57963018238461905</c:v>
                </c:pt>
                <c:pt idx="215">
                  <c:v>0.53686246920525704</c:v>
                </c:pt>
                <c:pt idx="216">
                  <c:v>0.50427101713461098</c:v>
                </c:pt>
                <c:pt idx="217">
                  <c:v>0.52923216774975401</c:v>
                </c:pt>
                <c:pt idx="218">
                  <c:v>0.45475870152619202</c:v>
                </c:pt>
                <c:pt idx="219">
                  <c:v>0.52662977972920499</c:v>
                </c:pt>
                <c:pt idx="220">
                  <c:v>0.57162965928380105</c:v>
                </c:pt>
                <c:pt idx="221">
                  <c:v>0.55578836979509405</c:v>
                </c:pt>
                <c:pt idx="222">
                  <c:v>0.58517099495605296</c:v>
                </c:pt>
                <c:pt idx="223">
                  <c:v>0.556970480976966</c:v>
                </c:pt>
                <c:pt idx="224">
                  <c:v>0.58711925424012301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347264"/>
        <c:axId val="184505088"/>
      </c:lineChart>
      <c:dateAx>
        <c:axId val="18234726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84505088"/>
        <c:crosses val="autoZero"/>
        <c:auto val="1"/>
        <c:lblOffset val="100"/>
        <c:baseTimeUnit val="days"/>
        <c:majorUnit val="6"/>
        <c:majorTimeUnit val="months"/>
      </c:dateAx>
      <c:valAx>
        <c:axId val="18450508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2347264"/>
        <c:crosses val="autoZero"/>
        <c:crossBetween val="between"/>
      </c:valAx>
      <c:valAx>
        <c:axId val="188241792"/>
        <c:scaling>
          <c:orientation val="minMax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Difference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8252544"/>
        <c:crosses val="max"/>
        <c:crossBetween val="between"/>
      </c:valAx>
      <c:dateAx>
        <c:axId val="1882525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88241792"/>
        <c:crosses val="autoZero"/>
        <c:auto val="1"/>
        <c:lblOffset val="100"/>
        <c:baseTimeUnit val="days"/>
      </c:date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cked"/>
        <c:varyColors val="0"/>
        <c:ser>
          <c:idx val="4"/>
          <c:order val="0"/>
          <c:tx>
            <c:v>Current PMI</c:v>
          </c:tx>
          <c:spPr>
            <a:solidFill>
              <a:srgbClr val="AD275C"/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2005'!$F$2:$F$227</c:f>
              <c:numCache>
                <c:formatCode>0%</c:formatCode>
                <c:ptCount val="226"/>
                <c:pt idx="0" formatCode="General">
                  <c:v>0</c:v>
                </c:pt>
                <c:pt idx="1">
                  <c:v>4.9488456440996975E-2</c:v>
                </c:pt>
                <c:pt idx="2">
                  <c:v>5.0529009845269979E-2</c:v>
                </c:pt>
                <c:pt idx="3">
                  <c:v>5.0546699661463024E-2</c:v>
                </c:pt>
                <c:pt idx="4">
                  <c:v>4.8767644715451031E-2</c:v>
                </c:pt>
                <c:pt idx="5">
                  <c:v>3.7274322494333989E-2</c:v>
                </c:pt>
                <c:pt idx="6">
                  <c:v>-4.9719580842720323E-3</c:v>
                </c:pt>
                <c:pt idx="7">
                  <c:v>5.0476470251930028E-3</c:v>
                </c:pt>
                <c:pt idx="8">
                  <c:v>3.2825350518134955E-2</c:v>
                </c:pt>
                <c:pt idx="9">
                  <c:v>3.6813860082698047E-2</c:v>
                </c:pt>
                <c:pt idx="10">
                  <c:v>3.5950712025775045E-2</c:v>
                </c:pt>
                <c:pt idx="11">
                  <c:v>5.1589604250593002E-2</c:v>
                </c:pt>
                <c:pt idx="12">
                  <c:v>5.0290414917454007E-2</c:v>
                </c:pt>
                <c:pt idx="13">
                  <c:v>3.721530510323301E-2</c:v>
                </c:pt>
                <c:pt idx="14">
                  <c:v>3.7457763566616009E-2</c:v>
                </c:pt>
                <c:pt idx="15">
                  <c:v>3.6257887269480982E-2</c:v>
                </c:pt>
                <c:pt idx="16">
                  <c:v>5.1072383269261001E-2</c:v>
                </c:pt>
                <c:pt idx="17">
                  <c:v>5.2243683774188032E-2</c:v>
                </c:pt>
                <c:pt idx="18">
                  <c:v>5.3984413383515006E-2</c:v>
                </c:pt>
                <c:pt idx="19">
                  <c:v>5.8039897980984023E-2</c:v>
                </c:pt>
                <c:pt idx="20">
                  <c:v>6.1849900700826965E-2</c:v>
                </c:pt>
                <c:pt idx="21">
                  <c:v>6.2394039017361014E-2</c:v>
                </c:pt>
                <c:pt idx="22">
                  <c:v>6.6510290528073002E-2</c:v>
                </c:pt>
                <c:pt idx="23">
                  <c:v>6.4573996342679019E-2</c:v>
                </c:pt>
                <c:pt idx="24">
                  <c:v>6.4567263438161937E-2</c:v>
                </c:pt>
                <c:pt idx="25">
                  <c:v>6.6510290528073002E-2</c:v>
                </c:pt>
                <c:pt idx="26">
                  <c:v>6.4624827880668034E-2</c:v>
                </c:pt>
                <c:pt idx="27">
                  <c:v>6.3195305185586026E-2</c:v>
                </c:pt>
                <c:pt idx="28">
                  <c:v>6.5126800513053029E-2</c:v>
                </c:pt>
                <c:pt idx="29">
                  <c:v>6.7079509913499979E-2</c:v>
                </c:pt>
                <c:pt idx="30">
                  <c:v>6.5537296441114057E-2</c:v>
                </c:pt>
                <c:pt idx="31">
                  <c:v>6.3591139526474993E-2</c:v>
                </c:pt>
                <c:pt idx="32">
                  <c:v>5.2057630346825978E-2</c:v>
                </c:pt>
                <c:pt idx="33">
                  <c:v>3.8951638571517955E-2</c:v>
                </c:pt>
                <c:pt idx="34">
                  <c:v>4.5294805526842064E-2</c:v>
                </c:pt>
                <c:pt idx="35">
                  <c:v>4.6220894550596969E-2</c:v>
                </c:pt>
                <c:pt idx="36">
                  <c:v>3.6878644744590017E-2</c:v>
                </c:pt>
                <c:pt idx="37">
                  <c:v>3.6785544229373968E-2</c:v>
                </c:pt>
                <c:pt idx="38">
                  <c:v>3.6785544229373968E-2</c:v>
                </c:pt>
                <c:pt idx="39">
                  <c:v>2.9693556256539022E-2</c:v>
                </c:pt>
                <c:pt idx="40">
                  <c:v>3.2762412228043991E-2</c:v>
                </c:pt>
                <c:pt idx="41">
                  <c:v>4.3083053506789981E-2</c:v>
                </c:pt>
                <c:pt idx="42">
                  <c:v>4.0210659018677042E-2</c:v>
                </c:pt>
                <c:pt idx="43">
                  <c:v>4.0115291049296897E-2</c:v>
                </c:pt>
                <c:pt idx="44">
                  <c:v>3.6348287748072972E-2</c:v>
                </c:pt>
                <c:pt idx="45">
                  <c:v>3.6348340333054896E-2</c:v>
                </c:pt>
                <c:pt idx="46">
                  <c:v>3.6348287748072972E-2</c:v>
                </c:pt>
                <c:pt idx="47">
                  <c:v>3.6233635685232968E-2</c:v>
                </c:pt>
                <c:pt idx="48">
                  <c:v>3.9233634631533065E-2</c:v>
                </c:pt>
                <c:pt idx="49">
                  <c:v>3.9234233124342044E-2</c:v>
                </c:pt>
                <c:pt idx="50">
                  <c:v>3.9028523797270953E-2</c:v>
                </c:pt>
                <c:pt idx="51">
                  <c:v>3.4417521071716028E-2</c:v>
                </c:pt>
                <c:pt idx="52">
                  <c:v>3.6105612625122907E-2</c:v>
                </c:pt>
                <c:pt idx="53">
                  <c:v>3.7980473320500918E-2</c:v>
                </c:pt>
                <c:pt idx="54">
                  <c:v>3.6034383654450997E-2</c:v>
                </c:pt>
                <c:pt idx="55">
                  <c:v>3.6319305572277027E-2</c:v>
                </c:pt>
                <c:pt idx="56">
                  <c:v>4.1036450555448023E-2</c:v>
                </c:pt>
                <c:pt idx="57">
                  <c:v>4.0633581612559921E-2</c:v>
                </c:pt>
                <c:pt idx="58">
                  <c:v>4.0633581612559921E-2</c:v>
                </c:pt>
                <c:pt idx="59">
                  <c:v>4.0633581612559921E-2</c:v>
                </c:pt>
                <c:pt idx="60">
                  <c:v>4.5202405422087089E-2</c:v>
                </c:pt>
                <c:pt idx="61">
                  <c:v>4.4742778993690058E-2</c:v>
                </c:pt>
                <c:pt idx="62">
                  <c:v>4.3282630975394087E-2</c:v>
                </c:pt>
                <c:pt idx="63">
                  <c:v>4.4795379028260918E-2</c:v>
                </c:pt>
                <c:pt idx="64">
                  <c:v>5.3551743735012924E-2</c:v>
                </c:pt>
                <c:pt idx="65">
                  <c:v>4.7729777133123985E-2</c:v>
                </c:pt>
                <c:pt idx="66">
                  <c:v>4.6230751755233057E-2</c:v>
                </c:pt>
                <c:pt idx="67">
                  <c:v>3.876739323121503E-2</c:v>
                </c:pt>
                <c:pt idx="68">
                  <c:v>4.3347220427047972E-2</c:v>
                </c:pt>
                <c:pt idx="69">
                  <c:v>3.876739323121503E-2</c:v>
                </c:pt>
                <c:pt idx="70">
                  <c:v>3.8235216702937946E-2</c:v>
                </c:pt>
                <c:pt idx="71">
                  <c:v>3.7782157100558988E-2</c:v>
                </c:pt>
                <c:pt idx="72">
                  <c:v>3.361365324163601E-2</c:v>
                </c:pt>
                <c:pt idx="73">
                  <c:v>3.4018441049064929E-2</c:v>
                </c:pt>
                <c:pt idx="74">
                  <c:v>3.3425996908618028E-2</c:v>
                </c:pt>
                <c:pt idx="75">
                  <c:v>2.818740320962998E-2</c:v>
                </c:pt>
                <c:pt idx="76">
                  <c:v>3.1210474704000069E-2</c:v>
                </c:pt>
                <c:pt idx="77">
                  <c:v>2.8064402067171978E-2</c:v>
                </c:pt>
                <c:pt idx="78">
                  <c:v>2.8064402067171978E-2</c:v>
                </c:pt>
                <c:pt idx="79">
                  <c:v>2.9828629688043007E-2</c:v>
                </c:pt>
                <c:pt idx="80">
                  <c:v>2.5037759970937046E-2</c:v>
                </c:pt>
                <c:pt idx="81">
                  <c:v>2.4491110063175947E-2</c:v>
                </c:pt>
                <c:pt idx="82">
                  <c:v>2.1258233706140106E-2</c:v>
                </c:pt>
                <c:pt idx="83">
                  <c:v>2.7560694347372072E-2</c:v>
                </c:pt>
                <c:pt idx="84">
                  <c:v>2.759443364625902E-2</c:v>
                </c:pt>
                <c:pt idx="85">
                  <c:v>2.995858920101202E-2</c:v>
                </c:pt>
                <c:pt idx="86">
                  <c:v>3.2553690221043929E-2</c:v>
                </c:pt>
                <c:pt idx="87">
                  <c:v>2.759443364625902E-2</c:v>
                </c:pt>
                <c:pt idx="88">
                  <c:v>3.0833346629270952E-2</c:v>
                </c:pt>
                <c:pt idx="89">
                  <c:v>3.0198179232183042E-2</c:v>
                </c:pt>
                <c:pt idx="90">
                  <c:v>2.6416282755001075E-2</c:v>
                </c:pt>
                <c:pt idx="91">
                  <c:v>1.6789578275939965E-2</c:v>
                </c:pt>
                <c:pt idx="92">
                  <c:v>2.0539413776172966E-2</c:v>
                </c:pt>
                <c:pt idx="93">
                  <c:v>2.5246369690445025E-2</c:v>
                </c:pt>
                <c:pt idx="94">
                  <c:v>2.0858176637501002E-2</c:v>
                </c:pt>
                <c:pt idx="95">
                  <c:v>2.5485123480433969E-2</c:v>
                </c:pt>
                <c:pt idx="96">
                  <c:v>3.0038729094662986E-2</c:v>
                </c:pt>
                <c:pt idx="97">
                  <c:v>3.0088094020416012E-2</c:v>
                </c:pt>
                <c:pt idx="98">
                  <c:v>2.5268754293864992E-2</c:v>
                </c:pt>
                <c:pt idx="99">
                  <c:v>2.146683552441897E-2</c:v>
                </c:pt>
                <c:pt idx="100">
                  <c:v>2.5271305523286047E-2</c:v>
                </c:pt>
                <c:pt idx="101">
                  <c:v>2.8154041154201059E-2</c:v>
                </c:pt>
                <c:pt idx="102">
                  <c:v>2.4466251303879027E-2</c:v>
                </c:pt>
                <c:pt idx="103">
                  <c:v>2.8433364285112006E-2</c:v>
                </c:pt>
                <c:pt idx="104">
                  <c:v>2.8225145378202976E-2</c:v>
                </c:pt>
                <c:pt idx="105">
                  <c:v>3.025049587679296E-2</c:v>
                </c:pt>
                <c:pt idx="106">
                  <c:v>3.5120493781590989E-2</c:v>
                </c:pt>
                <c:pt idx="107">
                  <c:v>3.0628607676109976E-2</c:v>
                </c:pt>
                <c:pt idx="108">
                  <c:v>3.5419437422880007E-2</c:v>
                </c:pt>
                <c:pt idx="109">
                  <c:v>4.3689415312084035E-2</c:v>
                </c:pt>
                <c:pt idx="110">
                  <c:v>4.6960323059720088E-2</c:v>
                </c:pt>
                <c:pt idx="111">
                  <c:v>4.6960323059720088E-2</c:v>
                </c:pt>
                <c:pt idx="112">
                  <c:v>4.8662520111955931E-2</c:v>
                </c:pt>
                <c:pt idx="113">
                  <c:v>4.6576931045634984E-2</c:v>
                </c:pt>
                <c:pt idx="114">
                  <c:v>5.052698100511499E-2</c:v>
                </c:pt>
                <c:pt idx="115">
                  <c:v>5.4410855549770987E-2</c:v>
                </c:pt>
                <c:pt idx="116">
                  <c:v>5.1083938454940081E-2</c:v>
                </c:pt>
                <c:pt idx="117">
                  <c:v>5.2575710085431049E-2</c:v>
                </c:pt>
                <c:pt idx="118">
                  <c:v>5.2744679384570059E-2</c:v>
                </c:pt>
                <c:pt idx="119">
                  <c:v>4.8626460775928915E-2</c:v>
                </c:pt>
                <c:pt idx="120">
                  <c:v>4.4892163890073E-2</c:v>
                </c:pt>
                <c:pt idx="121">
                  <c:v>4.5098589299104042E-2</c:v>
                </c:pt>
                <c:pt idx="122">
                  <c:v>4.1474698827229983E-2</c:v>
                </c:pt>
                <c:pt idx="123">
                  <c:v>4.6578866937930008E-2</c:v>
                </c:pt>
                <c:pt idx="124">
                  <c:v>5.1274156130255988E-2</c:v>
                </c:pt>
                <c:pt idx="125">
                  <c:v>5.5797008121089009E-2</c:v>
                </c:pt>
                <c:pt idx="126">
                  <c:v>6.2139047694143024E-2</c:v>
                </c:pt>
                <c:pt idx="127">
                  <c:v>6.5479569488400946E-2</c:v>
                </c:pt>
                <c:pt idx="128">
                  <c:v>6.6036682564467986E-2</c:v>
                </c:pt>
                <c:pt idx="129">
                  <c:v>6.5996550581632007E-2</c:v>
                </c:pt>
                <c:pt idx="130">
                  <c:v>6.6911349645386975E-2</c:v>
                </c:pt>
                <c:pt idx="131">
                  <c:v>7.0250779646390982E-2</c:v>
                </c:pt>
                <c:pt idx="132">
                  <c:v>6.6310756504361024E-2</c:v>
                </c:pt>
                <c:pt idx="133">
                  <c:v>6.9292572156613996E-2</c:v>
                </c:pt>
                <c:pt idx="134">
                  <c:v>6.9243099374504957E-2</c:v>
                </c:pt>
                <c:pt idx="135">
                  <c:v>6.9566028791875012E-2</c:v>
                </c:pt>
                <c:pt idx="136">
                  <c:v>6.9525282365491992E-2</c:v>
                </c:pt>
                <c:pt idx="137">
                  <c:v>6.9525282365491992E-2</c:v>
                </c:pt>
                <c:pt idx="138">
                  <c:v>6.0902813060101008E-2</c:v>
                </c:pt>
                <c:pt idx="139">
                  <c:v>6.675880378310195E-2</c:v>
                </c:pt>
                <c:pt idx="140">
                  <c:v>6.4842764347872006E-2</c:v>
                </c:pt>
                <c:pt idx="141">
                  <c:v>6.1627169670443016E-2</c:v>
                </c:pt>
                <c:pt idx="142">
                  <c:v>6.6532780323222962E-2</c:v>
                </c:pt>
                <c:pt idx="143">
                  <c:v>7.0643469398236014E-2</c:v>
                </c:pt>
                <c:pt idx="144">
                  <c:v>6.9543356172970028E-2</c:v>
                </c:pt>
                <c:pt idx="145">
                  <c:v>6.9580721937717027E-2</c:v>
                </c:pt>
                <c:pt idx="146">
                  <c:v>7.0264682596682948E-2</c:v>
                </c:pt>
                <c:pt idx="147">
                  <c:v>6.955294320580202E-2</c:v>
                </c:pt>
                <c:pt idx="148">
                  <c:v>6.9094261587319017E-2</c:v>
                </c:pt>
                <c:pt idx="149">
                  <c:v>6.9584037029775003E-2</c:v>
                </c:pt>
                <c:pt idx="150">
                  <c:v>6.8873603348620027E-2</c:v>
                </c:pt>
                <c:pt idx="151">
                  <c:v>6.9524971726296958E-2</c:v>
                </c:pt>
                <c:pt idx="152">
                  <c:v>7.0214615639454026E-2</c:v>
                </c:pt>
                <c:pt idx="153">
                  <c:v>6.8549496640635033E-2</c:v>
                </c:pt>
                <c:pt idx="154">
                  <c:v>6.8549696091667001E-2</c:v>
                </c:pt>
                <c:pt idx="155">
                  <c:v>6.5675926422710973E-2</c:v>
                </c:pt>
                <c:pt idx="156">
                  <c:v>6.5654039814543985E-2</c:v>
                </c:pt>
                <c:pt idx="157">
                  <c:v>6.386319183307701E-2</c:v>
                </c:pt>
                <c:pt idx="158">
                  <c:v>6.519609415053601E-2</c:v>
                </c:pt>
                <c:pt idx="159">
                  <c:v>6.8237475223827004E-2</c:v>
                </c:pt>
                <c:pt idx="160">
                  <c:v>6.8310701881455993E-2</c:v>
                </c:pt>
                <c:pt idx="161">
                  <c:v>7.038382341578403E-2</c:v>
                </c:pt>
                <c:pt idx="162">
                  <c:v>6.9562813525740008E-2</c:v>
                </c:pt>
                <c:pt idx="163">
                  <c:v>6.9927603367712032E-2</c:v>
                </c:pt>
                <c:pt idx="164">
                  <c:v>6.8421267467149993E-2</c:v>
                </c:pt>
                <c:pt idx="165">
                  <c:v>6.8468498471188965E-2</c:v>
                </c:pt>
                <c:pt idx="166">
                  <c:v>6.9682368532728967E-2</c:v>
                </c:pt>
                <c:pt idx="167">
                  <c:v>6.8148423828393978E-2</c:v>
                </c:pt>
                <c:pt idx="168">
                  <c:v>6.9752488875226004E-2</c:v>
                </c:pt>
                <c:pt idx="169">
                  <c:v>6.8186977948739014E-2</c:v>
                </c:pt>
                <c:pt idx="170">
                  <c:v>6.6971934363424995E-2</c:v>
                </c:pt>
                <c:pt idx="171">
                  <c:v>6.7718352338000998E-2</c:v>
                </c:pt>
                <c:pt idx="172">
                  <c:v>6.9328627830211986E-2</c:v>
                </c:pt>
                <c:pt idx="173">
                  <c:v>6.9392352340676033E-2</c:v>
                </c:pt>
                <c:pt idx="174">
                  <c:v>6.8953329924895002E-2</c:v>
                </c:pt>
                <c:pt idx="175">
                  <c:v>6.8557021928585982E-2</c:v>
                </c:pt>
                <c:pt idx="176">
                  <c:v>6.8519034523828015E-2</c:v>
                </c:pt>
                <c:pt idx="177">
                  <c:v>6.762055725039301E-2</c:v>
                </c:pt>
                <c:pt idx="178">
                  <c:v>6.7445814951733019E-2</c:v>
                </c:pt>
                <c:pt idx="179">
                  <c:v>6.6728124753439977E-2</c:v>
                </c:pt>
                <c:pt idx="180">
                  <c:v>6.8140227470597003E-2</c:v>
                </c:pt>
                <c:pt idx="181">
                  <c:v>6.807194787383003E-2</c:v>
                </c:pt>
                <c:pt idx="182">
                  <c:v>6.6728124753439977E-2</c:v>
                </c:pt>
                <c:pt idx="183">
                  <c:v>6.5819452115320032E-2</c:v>
                </c:pt>
                <c:pt idx="184">
                  <c:v>6.8099162508510003E-2</c:v>
                </c:pt>
                <c:pt idx="185">
                  <c:v>6.6801160894580991E-2</c:v>
                </c:pt>
                <c:pt idx="186">
                  <c:v>6.6801160894580991E-2</c:v>
                </c:pt>
                <c:pt idx="187">
                  <c:v>6.6636023073536998E-2</c:v>
                </c:pt>
                <c:pt idx="188">
                  <c:v>6.7985608018208965E-2</c:v>
                </c:pt>
                <c:pt idx="189">
                  <c:v>6.6542448381609998E-2</c:v>
                </c:pt>
                <c:pt idx="190">
                  <c:v>6.577732328977498E-2</c:v>
                </c:pt>
                <c:pt idx="191">
                  <c:v>6.577732328977498E-2</c:v>
                </c:pt>
                <c:pt idx="192">
                  <c:v>6.5909708911317977E-2</c:v>
                </c:pt>
                <c:pt idx="193">
                  <c:v>6.6021288994640992E-2</c:v>
                </c:pt>
                <c:pt idx="194">
                  <c:v>6.8130050660738017E-2</c:v>
                </c:pt>
                <c:pt idx="195">
                  <c:v>6.8039839537685998E-2</c:v>
                </c:pt>
                <c:pt idx="196">
                  <c:v>6.6998766162890022E-2</c:v>
                </c:pt>
                <c:pt idx="197">
                  <c:v>6.6162240542234019E-2</c:v>
                </c:pt>
                <c:pt idx="198">
                  <c:v>6.1182965277842061E-2</c:v>
                </c:pt>
                <c:pt idx="199">
                  <c:v>5.8261376461104963E-2</c:v>
                </c:pt>
                <c:pt idx="200">
                  <c:v>6.1278701980569061E-2</c:v>
                </c:pt>
                <c:pt idx="201">
                  <c:v>6.3769573862266005E-2</c:v>
                </c:pt>
                <c:pt idx="202">
                  <c:v>6.3762118135569978E-2</c:v>
                </c:pt>
                <c:pt idx="203">
                  <c:v>6.1671006284792051E-2</c:v>
                </c:pt>
                <c:pt idx="204">
                  <c:v>6.1529881744163017E-2</c:v>
                </c:pt>
                <c:pt idx="205">
                  <c:v>5.8761992353357995E-2</c:v>
                </c:pt>
                <c:pt idx="206">
                  <c:v>5.9253467735875975E-2</c:v>
                </c:pt>
                <c:pt idx="207">
                  <c:v>5.5613366791851027E-2</c:v>
                </c:pt>
                <c:pt idx="208">
                  <c:v>5.5983802061876031E-2</c:v>
                </c:pt>
                <c:pt idx="209">
                  <c:v>5.8771468512184066E-2</c:v>
                </c:pt>
                <c:pt idx="210">
                  <c:v>5.2598399374692018E-2</c:v>
                </c:pt>
                <c:pt idx="211">
                  <c:v>4.5372682738245018E-2</c:v>
                </c:pt>
                <c:pt idx="212">
                  <c:v>4.522601271544191E-2</c:v>
                </c:pt>
                <c:pt idx="213">
                  <c:v>4.5372682738245018E-2</c:v>
                </c:pt>
                <c:pt idx="214">
                  <c:v>4.5658771685404997E-2</c:v>
                </c:pt>
                <c:pt idx="215">
                  <c:v>4.9285486863871908E-2</c:v>
                </c:pt>
                <c:pt idx="216">
                  <c:v>5.4029424500717904E-2</c:v>
                </c:pt>
                <c:pt idx="217">
                  <c:v>5.7652986793638061E-2</c:v>
                </c:pt>
                <c:pt idx="218">
                  <c:v>5.5813968399360037E-2</c:v>
                </c:pt>
                <c:pt idx="219">
                  <c:v>6.2014271980531999E-2</c:v>
                </c:pt>
                <c:pt idx="220">
                  <c:v>5.6129496748115959E-2</c:v>
                </c:pt>
                <c:pt idx="221">
                  <c:v>5.1286975989614958E-2</c:v>
                </c:pt>
                <c:pt idx="222">
                  <c:v>5.4109360502346937E-2</c:v>
                </c:pt>
                <c:pt idx="223">
                  <c:v>5.0881743975076055E-2</c:v>
                </c:pt>
                <c:pt idx="224">
                  <c:v>5.4033523305923037E-2</c:v>
                </c:pt>
                <c:pt idx="225">
                  <c:v>5.0697906606040011E-2</c:v>
                </c:pt>
              </c:numCache>
            </c:numRef>
          </c:val>
        </c:ser>
        <c:ser>
          <c:idx val="5"/>
          <c:order val="1"/>
          <c:tx>
            <c:v>Pre 2005</c:v>
          </c:tx>
          <c:spPr>
            <a:solidFill>
              <a:schemeClr val="accent2">
                <a:lumMod val="50000"/>
              </a:schemeClr>
            </a:solidFill>
            <a:ln>
              <a:noFill/>
            </a:ln>
          </c:spP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2005'!$G$2:$G$227</c:f>
              <c:numCache>
                <c:formatCode>0%</c:formatCode>
                <c:ptCount val="226"/>
                <c:pt idx="1">
                  <c:v>9.3495241385430083E-3</c:v>
                </c:pt>
                <c:pt idx="2">
                  <c:v>9.7764953835769997E-3</c:v>
                </c:pt>
                <c:pt idx="3">
                  <c:v>1.0318153007277009E-2</c:v>
                </c:pt>
                <c:pt idx="4">
                  <c:v>9.3339138419399892E-3</c:v>
                </c:pt>
                <c:pt idx="5">
                  <c:v>8.475346466158995E-3</c:v>
                </c:pt>
                <c:pt idx="6">
                  <c:v>9.2530243339870033E-3</c:v>
                </c:pt>
                <c:pt idx="7">
                  <c:v>7.5123916485980158E-3</c:v>
                </c:pt>
                <c:pt idx="8">
                  <c:v>8.4254797116330438E-3</c:v>
                </c:pt>
                <c:pt idx="9">
                  <c:v>7.2636580526129757E-3</c:v>
                </c:pt>
                <c:pt idx="10">
                  <c:v>7.2671544618709838E-3</c:v>
                </c:pt>
                <c:pt idx="11">
                  <c:v>8.5764331301529939E-3</c:v>
                </c:pt>
                <c:pt idx="12">
                  <c:v>8.3215869708520018E-3</c:v>
                </c:pt>
                <c:pt idx="13">
                  <c:v>7.5233280501109667E-3</c:v>
                </c:pt>
                <c:pt idx="14">
                  <c:v>7.3718362209940214E-3</c:v>
                </c:pt>
                <c:pt idx="15">
                  <c:v>7.3236168429789972E-3</c:v>
                </c:pt>
                <c:pt idx="16">
                  <c:v>8.9599073183029843E-3</c:v>
                </c:pt>
                <c:pt idx="17">
                  <c:v>9.1440288694429883E-3</c:v>
                </c:pt>
                <c:pt idx="18">
                  <c:v>1.0089053710369E-2</c:v>
                </c:pt>
                <c:pt idx="19">
                  <c:v>1.1604541103639954E-2</c:v>
                </c:pt>
                <c:pt idx="20">
                  <c:v>1.1736471472792998E-2</c:v>
                </c:pt>
                <c:pt idx="21">
                  <c:v>1.2194486948020999E-2</c:v>
                </c:pt>
                <c:pt idx="22">
                  <c:v>1.4666242077077007E-2</c:v>
                </c:pt>
                <c:pt idx="23">
                  <c:v>1.4801730708252026E-2</c:v>
                </c:pt>
                <c:pt idx="24">
                  <c:v>1.4719262800910016E-2</c:v>
                </c:pt>
                <c:pt idx="25">
                  <c:v>1.4666242077077007E-2</c:v>
                </c:pt>
                <c:pt idx="26">
                  <c:v>1.4604701783771989E-2</c:v>
                </c:pt>
                <c:pt idx="27">
                  <c:v>1.3429700826978974E-2</c:v>
                </c:pt>
                <c:pt idx="28">
                  <c:v>1.5049871557931971E-2</c:v>
                </c:pt>
                <c:pt idx="29">
                  <c:v>1.5205300219296003E-2</c:v>
                </c:pt>
                <c:pt idx="30">
                  <c:v>1.3799936595487006E-2</c:v>
                </c:pt>
                <c:pt idx="31">
                  <c:v>1.7408259272822968E-2</c:v>
                </c:pt>
                <c:pt idx="32">
                  <c:v>1.8418134978159029E-2</c:v>
                </c:pt>
                <c:pt idx="33">
                  <c:v>1.9647746254231047E-2</c:v>
                </c:pt>
                <c:pt idx="34">
                  <c:v>1.7430095710167959E-2</c:v>
                </c:pt>
                <c:pt idx="35">
                  <c:v>1.8215036501237014E-2</c:v>
                </c:pt>
                <c:pt idx="36">
                  <c:v>2.0206441572086065E-2</c:v>
                </c:pt>
                <c:pt idx="37">
                  <c:v>1.9247265884268949E-2</c:v>
                </c:pt>
                <c:pt idx="38">
                  <c:v>1.9247265884268949E-2</c:v>
                </c:pt>
                <c:pt idx="39">
                  <c:v>2.0028947162988975E-2</c:v>
                </c:pt>
                <c:pt idx="40">
                  <c:v>1.8573776239296014E-2</c:v>
                </c:pt>
                <c:pt idx="41">
                  <c:v>1.9709494658493032E-2</c:v>
                </c:pt>
                <c:pt idx="42">
                  <c:v>1.9647685019433037E-2</c:v>
                </c:pt>
                <c:pt idx="43">
                  <c:v>1.9293741162645039E-2</c:v>
                </c:pt>
                <c:pt idx="44">
                  <c:v>1.8904364698372089E-2</c:v>
                </c:pt>
                <c:pt idx="45">
                  <c:v>1.8929213469001005E-2</c:v>
                </c:pt>
                <c:pt idx="46">
                  <c:v>1.8904364698372089E-2</c:v>
                </c:pt>
                <c:pt idx="47">
                  <c:v>1.7936046178664955E-2</c:v>
                </c:pt>
                <c:pt idx="48">
                  <c:v>1.8382652160383928E-2</c:v>
                </c:pt>
                <c:pt idx="49">
                  <c:v>1.8408175809995986E-2</c:v>
                </c:pt>
                <c:pt idx="50">
                  <c:v>1.7583763647146977E-2</c:v>
                </c:pt>
                <c:pt idx="51">
                  <c:v>1.8559332718324995E-2</c:v>
                </c:pt>
                <c:pt idx="52">
                  <c:v>1.7981692797587101E-2</c:v>
                </c:pt>
                <c:pt idx="53">
                  <c:v>1.8600258976843032E-2</c:v>
                </c:pt>
                <c:pt idx="54">
                  <c:v>1.8665984509633082E-2</c:v>
                </c:pt>
                <c:pt idx="55">
                  <c:v>1.8547178324596958E-2</c:v>
                </c:pt>
                <c:pt idx="56">
                  <c:v>1.7308349356765951E-2</c:v>
                </c:pt>
                <c:pt idx="57">
                  <c:v>1.8243782482877058E-2</c:v>
                </c:pt>
                <c:pt idx="58">
                  <c:v>1.8243782482877058E-2</c:v>
                </c:pt>
                <c:pt idx="59">
                  <c:v>1.8243782482877058E-2</c:v>
                </c:pt>
                <c:pt idx="60">
                  <c:v>1.693489903586598E-2</c:v>
                </c:pt>
                <c:pt idx="61">
                  <c:v>1.8326113974864944E-2</c:v>
                </c:pt>
                <c:pt idx="62">
                  <c:v>1.7934817450554918E-2</c:v>
                </c:pt>
                <c:pt idx="63">
                  <c:v>1.7797705219311011E-2</c:v>
                </c:pt>
                <c:pt idx="64">
                  <c:v>1.5990790065342986E-2</c:v>
                </c:pt>
                <c:pt idx="65">
                  <c:v>1.746434616697301E-2</c:v>
                </c:pt>
                <c:pt idx="66">
                  <c:v>1.9564630295097918E-2</c:v>
                </c:pt>
                <c:pt idx="67">
                  <c:v>1.991736462615501E-2</c:v>
                </c:pt>
                <c:pt idx="68">
                  <c:v>2.1602036666818036E-2</c:v>
                </c:pt>
                <c:pt idx="69">
                  <c:v>1.991736462615501E-2</c:v>
                </c:pt>
                <c:pt idx="70">
                  <c:v>2.1714787323291018E-2</c:v>
                </c:pt>
                <c:pt idx="71">
                  <c:v>2.0728347991117002E-2</c:v>
                </c:pt>
                <c:pt idx="72">
                  <c:v>2.2740230821109986E-2</c:v>
                </c:pt>
                <c:pt idx="73">
                  <c:v>2.3102469259690062E-2</c:v>
                </c:pt>
                <c:pt idx="74">
                  <c:v>2.2230821022807934E-2</c:v>
                </c:pt>
                <c:pt idx="75">
                  <c:v>2.2843554143903044E-2</c:v>
                </c:pt>
                <c:pt idx="76">
                  <c:v>2.130927465103194E-2</c:v>
                </c:pt>
                <c:pt idx="77">
                  <c:v>2.2115915769991945E-2</c:v>
                </c:pt>
                <c:pt idx="78">
                  <c:v>2.2115915769991945E-2</c:v>
                </c:pt>
                <c:pt idx="79">
                  <c:v>2.2677880181799948E-2</c:v>
                </c:pt>
                <c:pt idx="80">
                  <c:v>2.3080661909188005E-2</c:v>
                </c:pt>
                <c:pt idx="81">
                  <c:v>2.1594538110413009E-2</c:v>
                </c:pt>
                <c:pt idx="82">
                  <c:v>2.1243881609642967E-2</c:v>
                </c:pt>
                <c:pt idx="83">
                  <c:v>2.3646964380398927E-2</c:v>
                </c:pt>
                <c:pt idx="84">
                  <c:v>2.3511077421998983E-2</c:v>
                </c:pt>
                <c:pt idx="85">
                  <c:v>2.1865379268423912E-2</c:v>
                </c:pt>
                <c:pt idx="86">
                  <c:v>2.3011168931345027E-2</c:v>
                </c:pt>
                <c:pt idx="87">
                  <c:v>2.3511077421998983E-2</c:v>
                </c:pt>
                <c:pt idx="88">
                  <c:v>2.3879648060012082E-2</c:v>
                </c:pt>
                <c:pt idx="89">
                  <c:v>2.2185781271320981E-2</c:v>
                </c:pt>
                <c:pt idx="90">
                  <c:v>2.1499852763206984E-2</c:v>
                </c:pt>
                <c:pt idx="91">
                  <c:v>2.2623213265619002E-2</c:v>
                </c:pt>
                <c:pt idx="92">
                  <c:v>2.2028660134635003E-2</c:v>
                </c:pt>
                <c:pt idx="93">
                  <c:v>2.323860005587397E-2</c:v>
                </c:pt>
                <c:pt idx="94">
                  <c:v>2.3045104413206952E-2</c:v>
                </c:pt>
                <c:pt idx="95">
                  <c:v>2.3281195485508999E-2</c:v>
                </c:pt>
                <c:pt idx="96">
                  <c:v>2.3045894514512999E-2</c:v>
                </c:pt>
                <c:pt idx="97">
                  <c:v>2.3116433002183912E-2</c:v>
                </c:pt>
                <c:pt idx="98">
                  <c:v>2.1940207735437034E-2</c:v>
                </c:pt>
                <c:pt idx="99">
                  <c:v>2.5474221239196959E-2</c:v>
                </c:pt>
                <c:pt idx="100">
                  <c:v>2.192245353908695E-2</c:v>
                </c:pt>
                <c:pt idx="101">
                  <c:v>2.2006042072019949E-2</c:v>
                </c:pt>
                <c:pt idx="102">
                  <c:v>2.5400728001473971E-2</c:v>
                </c:pt>
                <c:pt idx="103">
                  <c:v>2.2933742337526986E-2</c:v>
                </c:pt>
                <c:pt idx="104">
                  <c:v>2.2159728908155985E-2</c:v>
                </c:pt>
                <c:pt idx="105">
                  <c:v>2.2334868622206017E-2</c:v>
                </c:pt>
                <c:pt idx="106">
                  <c:v>2.3285771323386051E-2</c:v>
                </c:pt>
                <c:pt idx="107">
                  <c:v>2.3012611082431023E-2</c:v>
                </c:pt>
                <c:pt idx="108">
                  <c:v>2.395908768709798E-2</c:v>
                </c:pt>
                <c:pt idx="109">
                  <c:v>2.182584852505598E-2</c:v>
                </c:pt>
                <c:pt idx="110">
                  <c:v>2.3138061689571998E-2</c:v>
                </c:pt>
                <c:pt idx="111">
                  <c:v>2.3138061689571998E-2</c:v>
                </c:pt>
                <c:pt idx="112">
                  <c:v>2.1574399682273038E-2</c:v>
                </c:pt>
                <c:pt idx="113">
                  <c:v>2.2049529166050075E-2</c:v>
                </c:pt>
                <c:pt idx="114">
                  <c:v>2.1712951748458997E-2</c:v>
                </c:pt>
                <c:pt idx="115">
                  <c:v>2.1006711837945002E-2</c:v>
                </c:pt>
                <c:pt idx="116">
                  <c:v>2.2718223243017976E-2</c:v>
                </c:pt>
                <c:pt idx="117">
                  <c:v>2.1336673395858985E-2</c:v>
                </c:pt>
                <c:pt idx="118">
                  <c:v>2.3934707665684951E-2</c:v>
                </c:pt>
                <c:pt idx="119">
                  <c:v>2.3885746565118993E-2</c:v>
                </c:pt>
                <c:pt idx="120">
                  <c:v>2.4636886181579998E-2</c:v>
                </c:pt>
                <c:pt idx="121">
                  <c:v>2.5954770465140942E-2</c:v>
                </c:pt>
                <c:pt idx="122">
                  <c:v>2.7387624846188063E-2</c:v>
                </c:pt>
                <c:pt idx="123">
                  <c:v>2.7396846707897993E-2</c:v>
                </c:pt>
                <c:pt idx="124">
                  <c:v>2.4356249349563042E-2</c:v>
                </c:pt>
                <c:pt idx="125">
                  <c:v>2.4748707436991979E-2</c:v>
                </c:pt>
                <c:pt idx="126">
                  <c:v>2.3721983966421001E-2</c:v>
                </c:pt>
                <c:pt idx="127">
                  <c:v>2.4015035680918007E-2</c:v>
                </c:pt>
                <c:pt idx="128">
                  <c:v>2.4586657410025969E-2</c:v>
                </c:pt>
                <c:pt idx="129">
                  <c:v>2.5020140115835976E-2</c:v>
                </c:pt>
                <c:pt idx="130">
                  <c:v>2.448780499499198E-2</c:v>
                </c:pt>
                <c:pt idx="131">
                  <c:v>2.5234444143474033E-2</c:v>
                </c:pt>
                <c:pt idx="132">
                  <c:v>2.3436581748615015E-2</c:v>
                </c:pt>
                <c:pt idx="133">
                  <c:v>2.4698216777366E-2</c:v>
                </c:pt>
                <c:pt idx="134">
                  <c:v>2.5923790087743037E-2</c:v>
                </c:pt>
                <c:pt idx="135">
                  <c:v>2.5579483137793013E-2</c:v>
                </c:pt>
                <c:pt idx="136">
                  <c:v>2.5253844188383001E-2</c:v>
                </c:pt>
                <c:pt idx="137">
                  <c:v>2.5253844188383001E-2</c:v>
                </c:pt>
                <c:pt idx="138">
                  <c:v>2.2354680914343006E-2</c:v>
                </c:pt>
                <c:pt idx="139">
                  <c:v>2.3237239610985033E-2</c:v>
                </c:pt>
                <c:pt idx="140">
                  <c:v>2.2833508159864985E-2</c:v>
                </c:pt>
                <c:pt idx="141">
                  <c:v>2.2826442408018011E-2</c:v>
                </c:pt>
                <c:pt idx="142">
                  <c:v>2.3657600623909009E-2</c:v>
                </c:pt>
                <c:pt idx="143">
                  <c:v>2.4411442429122021E-2</c:v>
                </c:pt>
                <c:pt idx="144">
                  <c:v>2.4521120670748964E-2</c:v>
                </c:pt>
                <c:pt idx="145">
                  <c:v>2.4364301177299985E-2</c:v>
                </c:pt>
                <c:pt idx="146">
                  <c:v>2.4726941736278041E-2</c:v>
                </c:pt>
                <c:pt idx="147">
                  <c:v>2.442832455333499E-2</c:v>
                </c:pt>
                <c:pt idx="148">
                  <c:v>2.5445593911785969E-2</c:v>
                </c:pt>
                <c:pt idx="149">
                  <c:v>2.4544578239795001E-2</c:v>
                </c:pt>
                <c:pt idx="150">
                  <c:v>2.4962760610098E-2</c:v>
                </c:pt>
                <c:pt idx="151">
                  <c:v>2.4443345160808039E-2</c:v>
                </c:pt>
                <c:pt idx="152">
                  <c:v>2.4714769010983018E-2</c:v>
                </c:pt>
                <c:pt idx="153">
                  <c:v>2.4132577762210977E-2</c:v>
                </c:pt>
                <c:pt idx="154">
                  <c:v>2.3910182191404006E-2</c:v>
                </c:pt>
                <c:pt idx="155">
                  <c:v>2.0677936525821006E-2</c:v>
                </c:pt>
                <c:pt idx="156">
                  <c:v>2.0405939315742999E-2</c:v>
                </c:pt>
                <c:pt idx="157">
                  <c:v>1.9012181649803006E-2</c:v>
                </c:pt>
                <c:pt idx="158">
                  <c:v>2.1725041379872995E-2</c:v>
                </c:pt>
                <c:pt idx="159">
                  <c:v>2.385631641094299E-2</c:v>
                </c:pt>
                <c:pt idx="160">
                  <c:v>2.4133376864509004E-2</c:v>
                </c:pt>
                <c:pt idx="161">
                  <c:v>2.3490582878840982E-2</c:v>
                </c:pt>
                <c:pt idx="162">
                  <c:v>2.3734404029613021E-2</c:v>
                </c:pt>
                <c:pt idx="163">
                  <c:v>2.4015377742685973E-2</c:v>
                </c:pt>
                <c:pt idx="164">
                  <c:v>2.4006639656241002E-2</c:v>
                </c:pt>
                <c:pt idx="165">
                  <c:v>2.2864760551051022E-2</c:v>
                </c:pt>
                <c:pt idx="166">
                  <c:v>2.4163207379861051E-2</c:v>
                </c:pt>
                <c:pt idx="167">
                  <c:v>2.4001956463504004E-2</c:v>
                </c:pt>
                <c:pt idx="168">
                  <c:v>2.4129946993109996E-2</c:v>
                </c:pt>
                <c:pt idx="169">
                  <c:v>2.2717125856637987E-2</c:v>
                </c:pt>
                <c:pt idx="170">
                  <c:v>2.4922595095405009E-2</c:v>
                </c:pt>
                <c:pt idx="171">
                  <c:v>2.5262059710907003E-2</c:v>
                </c:pt>
                <c:pt idx="172">
                  <c:v>2.5789543754646038E-2</c:v>
                </c:pt>
                <c:pt idx="173">
                  <c:v>2.5282717803924992E-2</c:v>
                </c:pt>
                <c:pt idx="174">
                  <c:v>2.7081223449143044E-2</c:v>
                </c:pt>
                <c:pt idx="175">
                  <c:v>2.9228013361092986E-2</c:v>
                </c:pt>
                <c:pt idx="176">
                  <c:v>2.9583398933585969E-2</c:v>
                </c:pt>
                <c:pt idx="177">
                  <c:v>3.0650699740589982E-2</c:v>
                </c:pt>
                <c:pt idx="178">
                  <c:v>3.189345616816297E-2</c:v>
                </c:pt>
                <c:pt idx="179">
                  <c:v>3.5124617247681011E-2</c:v>
                </c:pt>
                <c:pt idx="180">
                  <c:v>3.1810678137463022E-2</c:v>
                </c:pt>
                <c:pt idx="181">
                  <c:v>3.2199345902175991E-2</c:v>
                </c:pt>
                <c:pt idx="182">
                  <c:v>3.5124617247681011E-2</c:v>
                </c:pt>
                <c:pt idx="183">
                  <c:v>4.0894418191104953E-2</c:v>
                </c:pt>
                <c:pt idx="184">
                  <c:v>3.3218408855878012E-2</c:v>
                </c:pt>
                <c:pt idx="185">
                  <c:v>3.560048076730099E-2</c:v>
                </c:pt>
                <c:pt idx="186">
                  <c:v>3.560048076730099E-2</c:v>
                </c:pt>
                <c:pt idx="187">
                  <c:v>3.6682465672604025E-2</c:v>
                </c:pt>
                <c:pt idx="188">
                  <c:v>3.4538022001328994E-2</c:v>
                </c:pt>
                <c:pt idx="189">
                  <c:v>3.7848045871507974E-2</c:v>
                </c:pt>
                <c:pt idx="190">
                  <c:v>4.311865390370101E-2</c:v>
                </c:pt>
                <c:pt idx="191">
                  <c:v>4.311865390370101E-2</c:v>
                </c:pt>
                <c:pt idx="192">
                  <c:v>4.4396531936435002E-2</c:v>
                </c:pt>
                <c:pt idx="193">
                  <c:v>4.3202912888349987E-2</c:v>
                </c:pt>
                <c:pt idx="194">
                  <c:v>3.3927986103489016E-2</c:v>
                </c:pt>
                <c:pt idx="195">
                  <c:v>3.4664119688267991E-2</c:v>
                </c:pt>
                <c:pt idx="196">
                  <c:v>3.6299018885005974E-2</c:v>
                </c:pt>
                <c:pt idx="197">
                  <c:v>4.320778348878801E-2</c:v>
                </c:pt>
                <c:pt idx="198">
                  <c:v>5.5767371436922009E-2</c:v>
                </c:pt>
                <c:pt idx="199">
                  <c:v>5.7854243434436015E-2</c:v>
                </c:pt>
                <c:pt idx="200">
                  <c:v>5.5119685426901988E-2</c:v>
                </c:pt>
                <c:pt idx="201">
                  <c:v>4.9176612529252983E-2</c:v>
                </c:pt>
                <c:pt idx="202">
                  <c:v>4.922814110974999E-2</c:v>
                </c:pt>
                <c:pt idx="203">
                  <c:v>5.4910159185180996E-2</c:v>
                </c:pt>
                <c:pt idx="204">
                  <c:v>5.5879986587148045E-2</c:v>
                </c:pt>
                <c:pt idx="205">
                  <c:v>6.0133306816469001E-2</c:v>
                </c:pt>
                <c:pt idx="206">
                  <c:v>5.7371946942211982E-2</c:v>
                </c:pt>
                <c:pt idx="207">
                  <c:v>6.5990729484909971E-2</c:v>
                </c:pt>
                <c:pt idx="208">
                  <c:v>6.5567374115548971E-2</c:v>
                </c:pt>
                <c:pt idx="209">
                  <c:v>6.0112688684925975E-2</c:v>
                </c:pt>
                <c:pt idx="210">
                  <c:v>6.9436754868894002E-2</c:v>
                </c:pt>
                <c:pt idx="211">
                  <c:v>7.7699256329745059E-2</c:v>
                </c:pt>
                <c:pt idx="212">
                  <c:v>7.6952677594411045E-2</c:v>
                </c:pt>
                <c:pt idx="213">
                  <c:v>7.7699256329745059E-2</c:v>
                </c:pt>
                <c:pt idx="214">
                  <c:v>7.8919066492824985E-2</c:v>
                </c:pt>
                <c:pt idx="215">
                  <c:v>7.8500810862844106E-2</c:v>
                </c:pt>
                <c:pt idx="216">
                  <c:v>6.8989937785272015E-2</c:v>
                </c:pt>
                <c:pt idx="217">
                  <c:v>6.7065716502306971E-2</c:v>
                </c:pt>
                <c:pt idx="218">
                  <c:v>6.9638092828048004E-2</c:v>
                </c:pt>
                <c:pt idx="219">
                  <c:v>6.058929716573902E-2</c:v>
                </c:pt>
                <c:pt idx="220">
                  <c:v>6.8121076713101969E-2</c:v>
                </c:pt>
                <c:pt idx="221">
                  <c:v>7.8989527008370031E-2</c:v>
                </c:pt>
                <c:pt idx="222">
                  <c:v>7.8781843340151037E-2</c:v>
                </c:pt>
                <c:pt idx="223">
                  <c:v>7.9865453436108957E-2</c:v>
                </c:pt>
                <c:pt idx="224">
                  <c:v>7.8117664757740013E-2</c:v>
                </c:pt>
                <c:pt idx="225">
                  <c:v>7.9362525783738036E-2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0663808"/>
        <c:axId val="220665344"/>
      </c:areaChart>
      <c:dateAx>
        <c:axId val="2206638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0665344"/>
        <c:crosses val="autoZero"/>
        <c:auto val="1"/>
        <c:lblOffset val="100"/>
        <c:baseTimeUnit val="days"/>
        <c:majorUnit val="6"/>
        <c:majorTimeUnit val="months"/>
      </c:dateAx>
      <c:valAx>
        <c:axId val="220665344"/>
        <c:scaling>
          <c:orientation val="minMax"/>
          <c:min val="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220663808"/>
        <c:crosses val="autoZero"/>
        <c:crossBetween val="midCat"/>
      </c:valAx>
      <c:spPr>
        <a:noFill/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'Pre 2005'!$B$2</c:f>
              <c:strCache>
                <c:ptCount val="1"/>
                <c:pt idx="0">
                  <c:v>Pool Level</c:v>
                </c:pt>
              </c:strCache>
            </c:strRef>
          </c:tx>
          <c:spPr>
            <a:ln w="19050">
              <a:solidFill>
                <a:srgbClr val="AD275C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2005'!$B$3:$B$227</c:f>
              <c:numCache>
                <c:formatCode>0%</c:formatCode>
                <c:ptCount val="225"/>
                <c:pt idx="0">
                  <c:v>0.62402170072443153</c:v>
                </c:pt>
                <c:pt idx="1">
                  <c:v>0.62817294477626939</c:v>
                </c:pt>
                <c:pt idx="2">
                  <c:v>0.62597730951219899</c:v>
                </c:pt>
                <c:pt idx="3">
                  <c:v>0.62392159162868732</c:v>
                </c:pt>
                <c:pt idx="4">
                  <c:v>0.60653142223595213</c:v>
                </c:pt>
                <c:pt idx="5">
                  <c:v>0.50868797673712363</c:v>
                </c:pt>
                <c:pt idx="6">
                  <c:v>0.52965901814335548</c:v>
                </c:pt>
                <c:pt idx="7">
                  <c:v>0.57709503787578109</c:v>
                </c:pt>
                <c:pt idx="8">
                  <c:v>0.59224775585706535</c:v>
                </c:pt>
                <c:pt idx="9">
                  <c:v>0.59090570789662444</c:v>
                </c:pt>
                <c:pt idx="10">
                  <c:v>0.60261779474869925</c:v>
                </c:pt>
                <c:pt idx="11">
                  <c:v>0.59950595681897523</c:v>
                </c:pt>
                <c:pt idx="12">
                  <c:v>0.593225708201635</c:v>
                </c:pt>
                <c:pt idx="13">
                  <c:v>0.58542144661011908</c:v>
                </c:pt>
                <c:pt idx="14">
                  <c:v>0.58155199492979581</c:v>
                </c:pt>
                <c:pt idx="15">
                  <c:v>0.59356262313394537</c:v>
                </c:pt>
                <c:pt idx="16">
                  <c:v>0.59445921362542997</c:v>
                </c:pt>
                <c:pt idx="17">
                  <c:v>0.59391131067456038</c:v>
                </c:pt>
                <c:pt idx="18">
                  <c:v>0.60662155942020002</c:v>
                </c:pt>
                <c:pt idx="19">
                  <c:v>0.61264076908113763</c:v>
                </c:pt>
                <c:pt idx="20">
                  <c:v>0.61599363608099678</c:v>
                </c:pt>
                <c:pt idx="21">
                  <c:v>0.66311590107349083</c:v>
                </c:pt>
                <c:pt idx="22">
                  <c:v>0.74517189360077984</c:v>
                </c:pt>
                <c:pt idx="23">
                  <c:v>0.72397022872334449</c:v>
                </c:pt>
                <c:pt idx="24">
                  <c:v>0.66311590107349083</c:v>
                </c:pt>
                <c:pt idx="25">
                  <c:v>0.69050447134038251</c:v>
                </c:pt>
                <c:pt idx="26">
                  <c:v>0.60410549631050647</c:v>
                </c:pt>
                <c:pt idx="27">
                  <c:v>0.684475421712615</c:v>
                </c:pt>
                <c:pt idx="28">
                  <c:v>0.66675683999516944</c:v>
                </c:pt>
                <c:pt idx="29">
                  <c:v>0.61660059317974736</c:v>
                </c:pt>
                <c:pt idx="30">
                  <c:v>0.81803711941746404</c:v>
                </c:pt>
                <c:pt idx="31">
                  <c:v>0.83404184296119399</c:v>
                </c:pt>
                <c:pt idx="32">
                  <c:v>0.86117434904403212</c:v>
                </c:pt>
                <c:pt idx="33">
                  <c:v>0.84714025108084823</c:v>
                </c:pt>
                <c:pt idx="34">
                  <c:v>0.84129278814437181</c:v>
                </c:pt>
                <c:pt idx="35">
                  <c:v>0.87859103936280614</c:v>
                </c:pt>
                <c:pt idx="36">
                  <c:v>0.90242289630359074</c:v>
                </c:pt>
                <c:pt idx="37">
                  <c:v>0.90242289630359074</c:v>
                </c:pt>
                <c:pt idx="38">
                  <c:v>0.94644262124543443</c:v>
                </c:pt>
                <c:pt idx="39">
                  <c:v>0.96725200604215567</c:v>
                </c:pt>
                <c:pt idx="40">
                  <c:v>0.84917694017596268</c:v>
                </c:pt>
                <c:pt idx="41">
                  <c:v>0.85635864773186432</c:v>
                </c:pt>
                <c:pt idx="42">
                  <c:v>0.86512672485653175</c:v>
                </c:pt>
                <c:pt idx="43">
                  <c:v>0.93485323798856346</c:v>
                </c:pt>
                <c:pt idx="44">
                  <c:v>0.94404770550683115</c:v>
                </c:pt>
                <c:pt idx="45">
                  <c:v>0.93485323798856346</c:v>
                </c:pt>
                <c:pt idx="46">
                  <c:v>0.94997170807452469</c:v>
                </c:pt>
                <c:pt idx="47">
                  <c:v>0.91542628506626045</c:v>
                </c:pt>
                <c:pt idx="48">
                  <c:v>0.9248746068169833</c:v>
                </c:pt>
                <c:pt idx="49">
                  <c:v>0.93969161247928745</c:v>
                </c:pt>
                <c:pt idx="50">
                  <c:v>0.9601958662364245</c:v>
                </c:pt>
                <c:pt idx="51">
                  <c:v>0.94762260030460288</c:v>
                </c:pt>
                <c:pt idx="52">
                  <c:v>0.94481773750585774</c:v>
                </c:pt>
                <c:pt idx="53">
                  <c:v>0.95320351892281485</c:v>
                </c:pt>
                <c:pt idx="54">
                  <c:v>0.95182771809710431</c:v>
                </c:pt>
                <c:pt idx="55">
                  <c:v>0.91861521434498927</c:v>
                </c:pt>
                <c:pt idx="56">
                  <c:v>0.94107838104995334</c:v>
                </c:pt>
                <c:pt idx="57">
                  <c:v>0.94107838104995334</c:v>
                </c:pt>
                <c:pt idx="58">
                  <c:v>0.94107838104995334</c:v>
                </c:pt>
                <c:pt idx="59">
                  <c:v>0.90921329115869776</c:v>
                </c:pt>
                <c:pt idx="60">
                  <c:v>0.91584710240533518</c:v>
                </c:pt>
                <c:pt idx="61">
                  <c:v>0.91902765125865959</c:v>
                </c:pt>
                <c:pt idx="62">
                  <c:v>0.90514599034862198</c:v>
                </c:pt>
                <c:pt idx="63">
                  <c:v>0.78959380464288376</c:v>
                </c:pt>
                <c:pt idx="64">
                  <c:v>0.87490910290764468</c:v>
                </c:pt>
                <c:pt idx="65">
                  <c:v>0.86928745494692716</c:v>
                </c:pt>
                <c:pt idx="66">
                  <c:v>0.90849340717481886</c:v>
                </c:pt>
                <c:pt idx="67">
                  <c:v>0.9034983903169389</c:v>
                </c:pt>
                <c:pt idx="68">
                  <c:v>0.90849340717481886</c:v>
                </c:pt>
                <c:pt idx="69">
                  <c:v>0.89225108632442729</c:v>
                </c:pt>
                <c:pt idx="70">
                  <c:v>0.89337268606647302</c:v>
                </c:pt>
                <c:pt idx="71">
                  <c:v>0.8948997967143093</c:v>
                </c:pt>
                <c:pt idx="72">
                  <c:v>0.89443957907281746</c:v>
                </c:pt>
                <c:pt idx="73">
                  <c:v>0.89512122084695944</c:v>
                </c:pt>
                <c:pt idx="74">
                  <c:v>0.8920195449585564</c:v>
                </c:pt>
                <c:pt idx="75">
                  <c:v>0.88667449797815956</c:v>
                </c:pt>
                <c:pt idx="76">
                  <c:v>0.89407594990163874</c:v>
                </c:pt>
                <c:pt idx="77">
                  <c:v>0.89407594990163874</c:v>
                </c:pt>
                <c:pt idx="78">
                  <c:v>0.8819114104860859</c:v>
                </c:pt>
                <c:pt idx="79">
                  <c:v>0.94551237246929465</c:v>
                </c:pt>
                <c:pt idx="80">
                  <c:v>0.97186924857158052</c:v>
                </c:pt>
                <c:pt idx="81">
                  <c:v>0.98451993370244106</c:v>
                </c:pt>
                <c:pt idx="82">
                  <c:v>0.9385222539497815</c:v>
                </c:pt>
                <c:pt idx="83">
                  <c:v>0.92408794393225557</c:v>
                </c:pt>
                <c:pt idx="84">
                  <c:v>0.88445471641937157</c:v>
                </c:pt>
                <c:pt idx="85">
                  <c:v>0.85694996797233836</c:v>
                </c:pt>
                <c:pt idx="86">
                  <c:v>0.92408794393225557</c:v>
                </c:pt>
                <c:pt idx="87">
                  <c:v>0.91761037893987563</c:v>
                </c:pt>
                <c:pt idx="88">
                  <c:v>0.94047646256577366</c:v>
                </c:pt>
                <c:pt idx="89">
                  <c:v>0.95891425076544745</c:v>
                </c:pt>
                <c:pt idx="90">
                  <c:v>0.96459917415866681</c:v>
                </c:pt>
                <c:pt idx="91">
                  <c:v>0.95362908529618629</c:v>
                </c:pt>
                <c:pt idx="92">
                  <c:v>0.95159604304738465</c:v>
                </c:pt>
                <c:pt idx="93">
                  <c:v>0.95277295236812309</c:v>
                </c:pt>
                <c:pt idx="94">
                  <c:v>0.95079229345734595</c:v>
                </c:pt>
                <c:pt idx="95">
                  <c:v>0.92571311512973709</c:v>
                </c:pt>
                <c:pt idx="96">
                  <c:v>0.9252942527060104</c:v>
                </c:pt>
                <c:pt idx="97">
                  <c:v>0.92772026190850965</c:v>
                </c:pt>
                <c:pt idx="98">
                  <c:v>0.9299301195282087</c:v>
                </c:pt>
                <c:pt idx="99">
                  <c:v>0.92756020040727527</c:v>
                </c:pt>
                <c:pt idx="100">
                  <c:v>0.9105479087849232</c:v>
                </c:pt>
                <c:pt idx="101">
                  <c:v>0.9126136851792267</c:v>
                </c:pt>
                <c:pt idx="102">
                  <c:v>0.90965157918840345</c:v>
                </c:pt>
                <c:pt idx="103">
                  <c:v>0.91018597538933266</c:v>
                </c:pt>
                <c:pt idx="104">
                  <c:v>0.88829814088555981</c:v>
                </c:pt>
                <c:pt idx="105">
                  <c:v>0.88507237465236011</c:v>
                </c:pt>
                <c:pt idx="106">
                  <c:v>0.88631407683414742</c:v>
                </c:pt>
                <c:pt idx="107">
                  <c:v>0.88379536104531342</c:v>
                </c:pt>
                <c:pt idx="108">
                  <c:v>0.84748759806752005</c:v>
                </c:pt>
                <c:pt idx="109">
                  <c:v>0.79744674672768578</c:v>
                </c:pt>
                <c:pt idx="110">
                  <c:v>0.79744674672768578</c:v>
                </c:pt>
                <c:pt idx="111">
                  <c:v>0.75767121274967097</c:v>
                </c:pt>
                <c:pt idx="112">
                  <c:v>0.81599621049204552</c:v>
                </c:pt>
                <c:pt idx="113">
                  <c:v>0.81254588826988361</c:v>
                </c:pt>
                <c:pt idx="114">
                  <c:v>0.70260073761186825</c:v>
                </c:pt>
                <c:pt idx="115">
                  <c:v>0.76832708554350626</c:v>
                </c:pt>
                <c:pt idx="116">
                  <c:v>0.73085022058809757</c:v>
                </c:pt>
                <c:pt idx="117">
                  <c:v>0.74812714109915845</c:v>
                </c:pt>
                <c:pt idx="118">
                  <c:v>0.81951890925716175</c:v>
                </c:pt>
                <c:pt idx="119">
                  <c:v>0.8263799320049966</c:v>
                </c:pt>
                <c:pt idx="120">
                  <c:v>0.82478602429419701</c:v>
                </c:pt>
                <c:pt idx="121">
                  <c:v>0.81686282095814366</c:v>
                </c:pt>
                <c:pt idx="122">
                  <c:v>0.80807149473903783</c:v>
                </c:pt>
                <c:pt idx="123">
                  <c:v>0.77783403735744605</c:v>
                </c:pt>
                <c:pt idx="124">
                  <c:v>0.69528028144531095</c:v>
                </c:pt>
                <c:pt idx="125">
                  <c:v>0.63267241864898449</c:v>
                </c:pt>
                <c:pt idx="126">
                  <c:v>0.60569175356282723</c:v>
                </c:pt>
                <c:pt idx="127">
                  <c:v>0.57343184072471942</c:v>
                </c:pt>
                <c:pt idx="128">
                  <c:v>0.58795254732817659</c:v>
                </c:pt>
                <c:pt idx="129">
                  <c:v>0.39082116641682313</c:v>
                </c:pt>
                <c:pt idx="130">
                  <c:v>0.4330864642120939</c:v>
                </c:pt>
                <c:pt idx="131">
                  <c:v>0.31856955774356621</c:v>
                </c:pt>
                <c:pt idx="132">
                  <c:v>0.42624975952077765</c:v>
                </c:pt>
                <c:pt idx="133">
                  <c:v>0.42922629610906576</c:v>
                </c:pt>
                <c:pt idx="134">
                  <c:v>0.40917398895537016</c:v>
                </c:pt>
                <c:pt idx="135">
                  <c:v>0.40797811985401045</c:v>
                </c:pt>
                <c:pt idx="136">
                  <c:v>0.40797811985401045</c:v>
                </c:pt>
                <c:pt idx="137">
                  <c:v>0.28211495793674252</c:v>
                </c:pt>
                <c:pt idx="138">
                  <c:v>0.32707732602530493</c:v>
                </c:pt>
                <c:pt idx="139">
                  <c:v>0.2818649256036454</c:v>
                </c:pt>
                <c:pt idx="140">
                  <c:v>0.27463010199382165</c:v>
                </c:pt>
                <c:pt idx="141">
                  <c:v>0.33277831045649614</c:v>
                </c:pt>
                <c:pt idx="142">
                  <c:v>0.40445747526612724</c:v>
                </c:pt>
                <c:pt idx="143">
                  <c:v>0.41528178559290679</c:v>
                </c:pt>
                <c:pt idx="144">
                  <c:v>0.41314719259777027</c:v>
                </c:pt>
                <c:pt idx="145">
                  <c:v>0.40232481590336117</c:v>
                </c:pt>
                <c:pt idx="146">
                  <c:v>0.43156912924668556</c:v>
                </c:pt>
                <c:pt idx="147">
                  <c:v>0.4605405147219428</c:v>
                </c:pt>
                <c:pt idx="148">
                  <c:v>0.42159370418067171</c:v>
                </c:pt>
                <c:pt idx="149">
                  <c:v>0.38756459325455095</c:v>
                </c:pt>
                <c:pt idx="150">
                  <c:v>0.41410653536495057</c:v>
                </c:pt>
                <c:pt idx="151">
                  <c:v>0.3969981593322805</c:v>
                </c:pt>
                <c:pt idx="152">
                  <c:v>0.37338021104571051</c:v>
                </c:pt>
                <c:pt idx="153">
                  <c:v>0.3707206267478419</c:v>
                </c:pt>
                <c:pt idx="154">
                  <c:v>0.33974567777608206</c:v>
                </c:pt>
                <c:pt idx="155">
                  <c:v>0.33029809597210952</c:v>
                </c:pt>
                <c:pt idx="156">
                  <c:v>0.26212623729092371</c:v>
                </c:pt>
                <c:pt idx="157">
                  <c:v>0.2902260049252946</c:v>
                </c:pt>
                <c:pt idx="158">
                  <c:v>0.36774882579493112</c:v>
                </c:pt>
                <c:pt idx="159">
                  <c:v>0.37084428304329614</c:v>
                </c:pt>
                <c:pt idx="160">
                  <c:v>0.38160196936392621</c:v>
                </c:pt>
                <c:pt idx="161">
                  <c:v>0.40068103493110224</c:v>
                </c:pt>
                <c:pt idx="162">
                  <c:v>0.38532630107916044</c:v>
                </c:pt>
                <c:pt idx="163">
                  <c:v>0.3755719775185945</c:v>
                </c:pt>
                <c:pt idx="164">
                  <c:v>0.36967404481869215</c:v>
                </c:pt>
                <c:pt idx="165">
                  <c:v>0.38316963725836589</c:v>
                </c:pt>
                <c:pt idx="166">
                  <c:v>0.36933430427665681</c:v>
                </c:pt>
                <c:pt idx="167">
                  <c:v>0.38030249532079374</c:v>
                </c:pt>
                <c:pt idx="168">
                  <c:v>0.36565400061256043</c:v>
                </c:pt>
                <c:pt idx="169">
                  <c:v>0.35521926568999218</c:v>
                </c:pt>
                <c:pt idx="170">
                  <c:v>0.36683376695248865</c:v>
                </c:pt>
                <c:pt idx="171">
                  <c:v>0.38166972699665563</c:v>
                </c:pt>
                <c:pt idx="172">
                  <c:v>0.37393962817107157</c:v>
                </c:pt>
                <c:pt idx="173">
                  <c:v>0.37360583835556432</c:v>
                </c:pt>
                <c:pt idx="174">
                  <c:v>0.40975674753773905</c:v>
                </c:pt>
                <c:pt idx="175">
                  <c:v>0.4132153406951769</c:v>
                </c:pt>
                <c:pt idx="176">
                  <c:v>0.44799454346559853</c:v>
                </c:pt>
                <c:pt idx="177">
                  <c:v>0.46362020494951672</c:v>
                </c:pt>
                <c:pt idx="178">
                  <c:v>0.46847875373528863</c:v>
                </c:pt>
                <c:pt idx="179">
                  <c:v>0.41096738430920449</c:v>
                </c:pt>
                <c:pt idx="180">
                  <c:v>0.42635938692148717</c:v>
                </c:pt>
                <c:pt idx="181">
                  <c:v>0.46847875373528863</c:v>
                </c:pt>
                <c:pt idx="182">
                  <c:v>0.48178321750260522</c:v>
                </c:pt>
                <c:pt idx="183">
                  <c:v>0.42147742037560049</c:v>
                </c:pt>
                <c:pt idx="184">
                  <c:v>0.45155296827836544</c:v>
                </c:pt>
                <c:pt idx="185">
                  <c:v>0.45155296827836544</c:v>
                </c:pt>
                <c:pt idx="186">
                  <c:v>0.45923072088835232</c:v>
                </c:pt>
                <c:pt idx="187">
                  <c:v>0.42413376349642812</c:v>
                </c:pt>
                <c:pt idx="188">
                  <c:v>0.45575254137027688</c:v>
                </c:pt>
                <c:pt idx="189">
                  <c:v>0.49084413664233395</c:v>
                </c:pt>
                <c:pt idx="190">
                  <c:v>0.49084413664233395</c:v>
                </c:pt>
                <c:pt idx="191">
                  <c:v>0.4873264191007175</c:v>
                </c:pt>
                <c:pt idx="192">
                  <c:v>0.4741591952243816</c:v>
                </c:pt>
                <c:pt idx="193">
                  <c:v>0.3981672862675662</c:v>
                </c:pt>
                <c:pt idx="194">
                  <c:v>0.41373230170663788</c:v>
                </c:pt>
                <c:pt idx="195">
                  <c:v>0.43232059685066798</c:v>
                </c:pt>
                <c:pt idx="196">
                  <c:v>0.47165449273347226</c:v>
                </c:pt>
                <c:pt idx="197">
                  <c:v>0.57517284737260799</c:v>
                </c:pt>
                <c:pt idx="198">
                  <c:v>0.58745733896979668</c:v>
                </c:pt>
                <c:pt idx="199">
                  <c:v>0.57181297396619646</c:v>
                </c:pt>
                <c:pt idx="200">
                  <c:v>0.54857982917990311</c:v>
                </c:pt>
                <c:pt idx="201">
                  <c:v>0.55497671209744126</c:v>
                </c:pt>
                <c:pt idx="202">
                  <c:v>0.56606721089043732</c:v>
                </c:pt>
                <c:pt idx="203">
                  <c:v>0.57290983086857539</c:v>
                </c:pt>
                <c:pt idx="204">
                  <c:v>0.59279776197128353</c:v>
                </c:pt>
                <c:pt idx="205">
                  <c:v>0.5786710507683992</c:v>
                </c:pt>
                <c:pt idx="206">
                  <c:v>0.6155496963810797</c:v>
                </c:pt>
                <c:pt idx="207">
                  <c:v>0.60574636223541978</c:v>
                </c:pt>
                <c:pt idx="208">
                  <c:v>0.59072795930158906</c:v>
                </c:pt>
                <c:pt idx="209">
                  <c:v>0.63580141506138355</c:v>
                </c:pt>
                <c:pt idx="210">
                  <c:v>0.66264885680249008</c:v>
                </c:pt>
                <c:pt idx="211">
                  <c:v>0.66474126748702123</c:v>
                </c:pt>
                <c:pt idx="212">
                  <c:v>0.66264885680249008</c:v>
                </c:pt>
                <c:pt idx="213">
                  <c:v>0.68438167594716182</c:v>
                </c:pt>
                <c:pt idx="214">
                  <c:v>0.64890841265420796</c:v>
                </c:pt>
                <c:pt idx="215">
                  <c:v>0.62651628119673453</c:v>
                </c:pt>
                <c:pt idx="216">
                  <c:v>0.61098575112407738</c:v>
                </c:pt>
                <c:pt idx="217">
                  <c:v>0.61966926616186646</c:v>
                </c:pt>
                <c:pt idx="218">
                  <c:v>0.57559445438514367</c:v>
                </c:pt>
                <c:pt idx="219">
                  <c:v>0.60937196228640689</c:v>
                </c:pt>
                <c:pt idx="220">
                  <c:v>0.64195316325793905</c:v>
                </c:pt>
                <c:pt idx="221">
                  <c:v>0.62778439660000751</c:v>
                </c:pt>
                <c:pt idx="222">
                  <c:v>0.64459292642165245</c:v>
                </c:pt>
                <c:pt idx="223">
                  <c:v>0.63055503904182508</c:v>
                </c:pt>
                <c:pt idx="224">
                  <c:v>0.64951370522505292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'Pre 2005'!$C$2</c:f>
              <c:strCache>
                <c:ptCount val="1"/>
                <c:pt idx="0">
                  <c:v>HARP</c:v>
                </c:pt>
              </c:strCache>
            </c:strRef>
          </c:tx>
          <c:spPr>
            <a:ln w="19050">
              <a:solidFill>
                <a:schemeClr val="accent1">
                  <a:lumMod val="20000"/>
                  <a:lumOff val="80000"/>
                </a:schemeClr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2005'!$C$3:$C$227</c:f>
              <c:numCache>
                <c:formatCode>0%</c:formatCode>
                <c:ptCount val="225"/>
                <c:pt idx="0">
                  <c:v>0.41917445646047702</c:v>
                </c:pt>
                <c:pt idx="1">
                  <c:v>0.43621985629656101</c:v>
                </c:pt>
                <c:pt idx="2">
                  <c:v>0.41944708561696598</c:v>
                </c:pt>
                <c:pt idx="3">
                  <c:v>0.418710148423519</c:v>
                </c:pt>
                <c:pt idx="4">
                  <c:v>0.38887560757790002</c:v>
                </c:pt>
                <c:pt idx="5">
                  <c:v>0.35101070043975402</c:v>
                </c:pt>
                <c:pt idx="6">
                  <c:v>0.36422873018148</c:v>
                </c:pt>
                <c:pt idx="7">
                  <c:v>0.37426156705539698</c:v>
                </c:pt>
                <c:pt idx="8">
                  <c:v>0.378077073966118</c:v>
                </c:pt>
                <c:pt idx="9">
                  <c:v>0.37803494484535199</c:v>
                </c:pt>
                <c:pt idx="10">
                  <c:v>0.407679162563724</c:v>
                </c:pt>
                <c:pt idx="11">
                  <c:v>0.39154691259907098</c:v>
                </c:pt>
                <c:pt idx="12">
                  <c:v>0.37809391960358502</c:v>
                </c:pt>
                <c:pt idx="13">
                  <c:v>0.36996472497765398</c:v>
                </c:pt>
                <c:pt idx="14">
                  <c:v>0.36984016473175102</c:v>
                </c:pt>
                <c:pt idx="15">
                  <c:v>0.38384871096807699</c:v>
                </c:pt>
                <c:pt idx="16">
                  <c:v>0.38433074982262799</c:v>
                </c:pt>
                <c:pt idx="17">
                  <c:v>0.394871405610702</c:v>
                </c:pt>
                <c:pt idx="18">
                  <c:v>0.43079303669576202</c:v>
                </c:pt>
                <c:pt idx="19">
                  <c:v>0.43090192835496699</c:v>
                </c:pt>
                <c:pt idx="20">
                  <c:v>0.431110671725766</c:v>
                </c:pt>
                <c:pt idx="21">
                  <c:v>0.45342303565958197</c:v>
                </c:pt>
                <c:pt idx="22">
                  <c:v>0.47629557608974499</c:v>
                </c:pt>
                <c:pt idx="23">
                  <c:v>0.47626301055025799</c:v>
                </c:pt>
                <c:pt idx="24">
                  <c:v>0.45342303565958197</c:v>
                </c:pt>
                <c:pt idx="25">
                  <c:v>0.47533111966863201</c:v>
                </c:pt>
                <c:pt idx="26">
                  <c:v>0.42115773967800002</c:v>
                </c:pt>
                <c:pt idx="27">
                  <c:v>0.47005900282082203</c:v>
                </c:pt>
                <c:pt idx="28">
                  <c:v>0.44797749734765901</c:v>
                </c:pt>
                <c:pt idx="29">
                  <c:v>0.44409861209358098</c:v>
                </c:pt>
                <c:pt idx="30">
                  <c:v>0.515379400381896</c:v>
                </c:pt>
                <c:pt idx="31">
                  <c:v>0.61745026323361196</c:v>
                </c:pt>
                <c:pt idx="32">
                  <c:v>0.71103111098302996</c:v>
                </c:pt>
                <c:pt idx="33">
                  <c:v>0.66735967344709601</c:v>
                </c:pt>
                <c:pt idx="34">
                  <c:v>0.66070318293374397</c:v>
                </c:pt>
                <c:pt idx="35">
                  <c:v>0.72862294428542695</c:v>
                </c:pt>
                <c:pt idx="36">
                  <c:v>0.73180955418473204</c:v>
                </c:pt>
                <c:pt idx="37">
                  <c:v>0.73180955418473204</c:v>
                </c:pt>
                <c:pt idx="38">
                  <c:v>0.78537510001402</c:v>
                </c:pt>
                <c:pt idx="39">
                  <c:v>0.77200889405912698</c:v>
                </c:pt>
                <c:pt idx="40">
                  <c:v>0.68762581065136796</c:v>
                </c:pt>
                <c:pt idx="41">
                  <c:v>0.70907311332117495</c:v>
                </c:pt>
                <c:pt idx="42">
                  <c:v>0.71096371307505601</c:v>
                </c:pt>
                <c:pt idx="43">
                  <c:v>0.75213064967891696</c:v>
                </c:pt>
                <c:pt idx="44">
                  <c:v>0.75215343752934904</c:v>
                </c:pt>
                <c:pt idx="45">
                  <c:v>0.75213064967891696</c:v>
                </c:pt>
                <c:pt idx="46">
                  <c:v>0.75451882195048703</c:v>
                </c:pt>
                <c:pt idx="47">
                  <c:v>0.73701250506221705</c:v>
                </c:pt>
                <c:pt idx="48">
                  <c:v>0.737034618623016</c:v>
                </c:pt>
                <c:pt idx="49">
                  <c:v>0.74005848510739902</c:v>
                </c:pt>
                <c:pt idx="50">
                  <c:v>0.77262482249298603</c:v>
                </c:pt>
                <c:pt idx="51">
                  <c:v>0.76353022654842795</c:v>
                </c:pt>
                <c:pt idx="52">
                  <c:v>0.75017446397926801</c:v>
                </c:pt>
                <c:pt idx="53">
                  <c:v>0.76194885743932395</c:v>
                </c:pt>
                <c:pt idx="54">
                  <c:v>0.76015152542719999</c:v>
                </c:pt>
                <c:pt idx="55">
                  <c:v>0.72538795894175401</c:v>
                </c:pt>
                <c:pt idx="56">
                  <c:v>0.73976850442679698</c:v>
                </c:pt>
                <c:pt idx="57">
                  <c:v>0.73976850442679698</c:v>
                </c:pt>
                <c:pt idx="58">
                  <c:v>0.73976850442679698</c:v>
                </c:pt>
                <c:pt idx="59">
                  <c:v>0.70482380254349597</c:v>
                </c:pt>
                <c:pt idx="60">
                  <c:v>0.71197045097818001</c:v>
                </c:pt>
                <c:pt idx="61">
                  <c:v>0.72185562668080905</c:v>
                </c:pt>
                <c:pt idx="62">
                  <c:v>0.71184965643423004</c:v>
                </c:pt>
                <c:pt idx="63">
                  <c:v>0.63003810447880604</c:v>
                </c:pt>
                <c:pt idx="64">
                  <c:v>0.68476549375243201</c:v>
                </c:pt>
                <c:pt idx="65">
                  <c:v>0.68702063249841105</c:v>
                </c:pt>
                <c:pt idx="66">
                  <c:v>0.74360097428026795</c:v>
                </c:pt>
                <c:pt idx="67">
                  <c:v>0.71319163212853798</c:v>
                </c:pt>
                <c:pt idx="68">
                  <c:v>0.74360097428026795</c:v>
                </c:pt>
                <c:pt idx="69">
                  <c:v>0.74458940201611601</c:v>
                </c:pt>
                <c:pt idx="70">
                  <c:v>0.74880992852224404</c:v>
                </c:pt>
                <c:pt idx="71">
                  <c:v>0.77533293010841997</c:v>
                </c:pt>
                <c:pt idx="72">
                  <c:v>0.77252849495486897</c:v>
                </c:pt>
                <c:pt idx="73">
                  <c:v>0.77719223327132003</c:v>
                </c:pt>
                <c:pt idx="74">
                  <c:v>0.81161668458948799</c:v>
                </c:pt>
                <c:pt idx="75">
                  <c:v>0.79320998802631504</c:v>
                </c:pt>
                <c:pt idx="76">
                  <c:v>0.81309219550150202</c:v>
                </c:pt>
                <c:pt idx="77">
                  <c:v>0.81309219550150202</c:v>
                </c:pt>
                <c:pt idx="78">
                  <c:v>0.80304589352971401</c:v>
                </c:pt>
                <c:pt idx="79">
                  <c:v>0.83475833318603099</c:v>
                </c:pt>
                <c:pt idx="80">
                  <c:v>0.839279067165004</c:v>
                </c:pt>
                <c:pt idx="81">
                  <c:v>0.85583686182580798</c:v>
                </c:pt>
                <c:pt idx="82">
                  <c:v>0.81672598038940503</c:v>
                </c:pt>
                <c:pt idx="83">
                  <c:v>0.81660096914097402</c:v>
                </c:pt>
                <c:pt idx="84">
                  <c:v>0.80039531716996504</c:v>
                </c:pt>
                <c:pt idx="85">
                  <c:v>0.78286282867668</c:v>
                </c:pt>
                <c:pt idx="86">
                  <c:v>0.81660096914097402</c:v>
                </c:pt>
                <c:pt idx="87">
                  <c:v>0.80003630895948397</c:v>
                </c:pt>
                <c:pt idx="88">
                  <c:v>0.80517464210851997</c:v>
                </c:pt>
                <c:pt idx="89">
                  <c:v>0.82579336591607799</c:v>
                </c:pt>
                <c:pt idx="90">
                  <c:v>0.87352757054468799</c:v>
                </c:pt>
                <c:pt idx="91">
                  <c:v>0.85283995726602502</c:v>
                </c:pt>
                <c:pt idx="92">
                  <c:v>0.82980253162130702</c:v>
                </c:pt>
                <c:pt idx="93">
                  <c:v>0.84996407134381802</c:v>
                </c:pt>
                <c:pt idx="94">
                  <c:v>0.828248760892495</c:v>
                </c:pt>
                <c:pt idx="95">
                  <c:v>0.79915808926981402</c:v>
                </c:pt>
                <c:pt idx="96">
                  <c:v>0.79873425180913604</c:v>
                </c:pt>
                <c:pt idx="97">
                  <c:v>0.82276956639306598</c:v>
                </c:pt>
                <c:pt idx="98">
                  <c:v>0.84066676404946505</c:v>
                </c:pt>
                <c:pt idx="99">
                  <c:v>0.82275551487300902</c:v>
                </c:pt>
                <c:pt idx="100">
                  <c:v>0.80649977939682505</c:v>
                </c:pt>
                <c:pt idx="101">
                  <c:v>0.82418991295466604</c:v>
                </c:pt>
                <c:pt idx="102">
                  <c:v>0.80390223047279097</c:v>
                </c:pt>
                <c:pt idx="103">
                  <c:v>0.80591432289546205</c:v>
                </c:pt>
                <c:pt idx="104">
                  <c:v>0.78440164177592298</c:v>
                </c:pt>
                <c:pt idx="105">
                  <c:v>0.759606662501778</c:v>
                </c:pt>
                <c:pt idx="106">
                  <c:v>0.78142443901466097</c:v>
                </c:pt>
                <c:pt idx="107">
                  <c:v>0.75700205657756403</c:v>
                </c:pt>
                <c:pt idx="108">
                  <c:v>0.70776343414969201</c:v>
                </c:pt>
                <c:pt idx="109">
                  <c:v>0.68149824697650396</c:v>
                </c:pt>
                <c:pt idx="110">
                  <c:v>0.68149824697650396</c:v>
                </c:pt>
                <c:pt idx="111">
                  <c:v>0.66443156184372798</c:v>
                </c:pt>
                <c:pt idx="112">
                  <c:v>0.68474077330080096</c:v>
                </c:pt>
                <c:pt idx="113">
                  <c:v>0.65965341103045605</c:v>
                </c:pt>
                <c:pt idx="114">
                  <c:v>0.622542311024053</c:v>
                </c:pt>
                <c:pt idx="115">
                  <c:v>0.65490269555006198</c:v>
                </c:pt>
                <c:pt idx="116">
                  <c:v>0.63814443106247998</c:v>
                </c:pt>
                <c:pt idx="117">
                  <c:v>0.63701726572087702</c:v>
                </c:pt>
                <c:pt idx="118">
                  <c:v>0.66472248963496305</c:v>
                </c:pt>
                <c:pt idx="119">
                  <c:v>0.691617287637183</c:v>
                </c:pt>
                <c:pt idx="120">
                  <c:v>0.68894417616710202</c:v>
                </c:pt>
                <c:pt idx="121">
                  <c:v>0.70646423511043499</c:v>
                </c:pt>
                <c:pt idx="122">
                  <c:v>0.67710126151444505</c:v>
                </c:pt>
                <c:pt idx="123">
                  <c:v>0.64608424059300296</c:v>
                </c:pt>
                <c:pt idx="124">
                  <c:v>0.60492342195832605</c:v>
                </c:pt>
                <c:pt idx="125">
                  <c:v>0.52986130193183101</c:v>
                </c:pt>
                <c:pt idx="126">
                  <c:v>0.48936320762315699</c:v>
                </c:pt>
                <c:pt idx="127">
                  <c:v>0.46803712037587902</c:v>
                </c:pt>
                <c:pt idx="128">
                  <c:v>0.46841833416873302</c:v>
                </c:pt>
                <c:pt idx="129">
                  <c:v>0.25930726321944902</c:v>
                </c:pt>
                <c:pt idx="130">
                  <c:v>0.34399747197441399</c:v>
                </c:pt>
                <c:pt idx="131">
                  <c:v>0.23052122039717299</c:v>
                </c:pt>
                <c:pt idx="132">
                  <c:v>0.313528938106932</c:v>
                </c:pt>
                <c:pt idx="133">
                  <c:v>0.31410556361706699</c:v>
                </c:pt>
                <c:pt idx="134">
                  <c:v>0.26871710621385497</c:v>
                </c:pt>
                <c:pt idx="135">
                  <c:v>0.26842687745364402</c:v>
                </c:pt>
                <c:pt idx="136">
                  <c:v>0.26842687745364402</c:v>
                </c:pt>
                <c:pt idx="137">
                  <c:v>0.20545197668606799</c:v>
                </c:pt>
                <c:pt idx="138">
                  <c:v>0.23763744646630799</c:v>
                </c:pt>
                <c:pt idx="139">
                  <c:v>0.21149349910069001</c:v>
                </c:pt>
                <c:pt idx="140">
                  <c:v>0.19827486089892299</c:v>
                </c:pt>
                <c:pt idx="141">
                  <c:v>0.230982049953562</c:v>
                </c:pt>
                <c:pt idx="142">
                  <c:v>0.32130927271021897</c:v>
                </c:pt>
                <c:pt idx="143">
                  <c:v>0.34374501426377402</c:v>
                </c:pt>
                <c:pt idx="144">
                  <c:v>0.343362461707855</c:v>
                </c:pt>
                <c:pt idx="145">
                  <c:v>0.31435548538393299</c:v>
                </c:pt>
                <c:pt idx="146">
                  <c:v>0.36279732883580901</c:v>
                </c:pt>
                <c:pt idx="147">
                  <c:v>0.38076704542262901</c:v>
                </c:pt>
                <c:pt idx="148">
                  <c:v>0.35403891055164699</c:v>
                </c:pt>
                <c:pt idx="149">
                  <c:v>0.27765033429796598</c:v>
                </c:pt>
                <c:pt idx="150">
                  <c:v>0.33620447417750299</c:v>
                </c:pt>
                <c:pt idx="151">
                  <c:v>0.30662338263190497</c:v>
                </c:pt>
                <c:pt idx="152">
                  <c:v>0.238872261686181</c:v>
                </c:pt>
                <c:pt idx="153">
                  <c:v>0.23869230352122101</c:v>
                </c:pt>
                <c:pt idx="154">
                  <c:v>0.20595646030872</c:v>
                </c:pt>
                <c:pt idx="155">
                  <c:v>0.20588522084022601</c:v>
                </c:pt>
                <c:pt idx="156">
                  <c:v>0.18270041372936699</c:v>
                </c:pt>
                <c:pt idx="157">
                  <c:v>0.20349751001168101</c:v>
                </c:pt>
                <c:pt idx="158">
                  <c:v>0.23285648019755101</c:v>
                </c:pt>
                <c:pt idx="159">
                  <c:v>0.23330797794566899</c:v>
                </c:pt>
                <c:pt idx="160">
                  <c:v>0.29089795893761</c:v>
                </c:pt>
                <c:pt idx="161">
                  <c:v>0.31424671770039497</c:v>
                </c:pt>
                <c:pt idx="162">
                  <c:v>0.28654188629747801</c:v>
                </c:pt>
                <c:pt idx="163">
                  <c:v>0.25823477101989301</c:v>
                </c:pt>
                <c:pt idx="164">
                  <c:v>0.25744034883327499</c:v>
                </c:pt>
                <c:pt idx="165">
                  <c:v>0.28216102843400898</c:v>
                </c:pt>
                <c:pt idx="166">
                  <c:v>0.25339035668079501</c:v>
                </c:pt>
                <c:pt idx="167">
                  <c:v>0.28102818996708701</c:v>
                </c:pt>
                <c:pt idx="168">
                  <c:v>0.25299751732949799</c:v>
                </c:pt>
                <c:pt idx="169">
                  <c:v>0.222143720081627</c:v>
                </c:pt>
                <c:pt idx="170">
                  <c:v>0.25169457423695202</c:v>
                </c:pt>
                <c:pt idx="171">
                  <c:v>0.28058021231610197</c:v>
                </c:pt>
                <c:pt idx="172">
                  <c:v>0.279448840397376</c:v>
                </c:pt>
                <c:pt idx="173">
                  <c:v>0.27758425345188897</c:v>
                </c:pt>
                <c:pt idx="174">
                  <c:v>0.32550344763156402</c:v>
                </c:pt>
                <c:pt idx="175">
                  <c:v>0.32552411046597202</c:v>
                </c:pt>
                <c:pt idx="176">
                  <c:v>0.347488455871724</c:v>
                </c:pt>
                <c:pt idx="177">
                  <c:v>0.34818390220270101</c:v>
                </c:pt>
                <c:pt idx="178">
                  <c:v>0.346238128399389</c:v>
                </c:pt>
                <c:pt idx="179">
                  <c:v>0.32274759646781798</c:v>
                </c:pt>
                <c:pt idx="180">
                  <c:v>0.324184407069465</c:v>
                </c:pt>
                <c:pt idx="181">
                  <c:v>0.346238128399389</c:v>
                </c:pt>
                <c:pt idx="182">
                  <c:v>0.36578907876503403</c:v>
                </c:pt>
                <c:pt idx="183">
                  <c:v>0.31805600486192798</c:v>
                </c:pt>
                <c:pt idx="184">
                  <c:v>0.34009498441958502</c:v>
                </c:pt>
                <c:pt idx="185">
                  <c:v>0.34009498441958502</c:v>
                </c:pt>
                <c:pt idx="186">
                  <c:v>0.34042369497045799</c:v>
                </c:pt>
                <c:pt idx="187">
                  <c:v>0.31036061365073903</c:v>
                </c:pt>
                <c:pt idx="188">
                  <c:v>0.33263554438079002</c:v>
                </c:pt>
                <c:pt idx="189">
                  <c:v>0.35838762838330102</c:v>
                </c:pt>
                <c:pt idx="190">
                  <c:v>0.35838762838330102</c:v>
                </c:pt>
                <c:pt idx="191">
                  <c:v>0.35124395630609401</c:v>
                </c:pt>
                <c:pt idx="192">
                  <c:v>0.350821387629207</c:v>
                </c:pt>
                <c:pt idx="193">
                  <c:v>0.30185821114737799</c:v>
                </c:pt>
                <c:pt idx="194">
                  <c:v>0.303134887573904</c:v>
                </c:pt>
                <c:pt idx="195">
                  <c:v>0.31668157332951902</c:v>
                </c:pt>
                <c:pt idx="196">
                  <c:v>0.34232551793557098</c:v>
                </c:pt>
                <c:pt idx="197">
                  <c:v>0.40285473187500098</c:v>
                </c:pt>
                <c:pt idx="198">
                  <c:v>0.43224640519919799</c:v>
                </c:pt>
                <c:pt idx="199">
                  <c:v>0.40279530551033699</c:v>
                </c:pt>
                <c:pt idx="200">
                  <c:v>0.363805283856794</c:v>
                </c:pt>
                <c:pt idx="201">
                  <c:v>0.36393083176118401</c:v>
                </c:pt>
                <c:pt idx="202">
                  <c:v>0.39464243161649398</c:v>
                </c:pt>
                <c:pt idx="203">
                  <c:v>0.39478657813594797</c:v>
                </c:pt>
                <c:pt idx="204">
                  <c:v>0.41779394948311799</c:v>
                </c:pt>
                <c:pt idx="205">
                  <c:v>0.41674162737276199</c:v>
                </c:pt>
                <c:pt idx="206">
                  <c:v>0.45273770907866101</c:v>
                </c:pt>
                <c:pt idx="207">
                  <c:v>0.44996183796017403</c:v>
                </c:pt>
                <c:pt idx="208">
                  <c:v>0.41775040408126601</c:v>
                </c:pt>
                <c:pt idx="209">
                  <c:v>0.47713334056444601</c:v>
                </c:pt>
                <c:pt idx="210">
                  <c:v>0.53296054461027997</c:v>
                </c:pt>
                <c:pt idx="211">
                  <c:v>0.53525908703488601</c:v>
                </c:pt>
                <c:pt idx="212">
                  <c:v>0.53296054461027997</c:v>
                </c:pt>
                <c:pt idx="213">
                  <c:v>0.531964205535849</c:v>
                </c:pt>
                <c:pt idx="214">
                  <c:v>0.50112937152177495</c:v>
                </c:pt>
                <c:pt idx="215">
                  <c:v>0.46787253141998503</c:v>
                </c:pt>
                <c:pt idx="216">
                  <c:v>0.43720530063230401</c:v>
                </c:pt>
                <c:pt idx="217">
                  <c:v>0.45959407492170601</c:v>
                </c:pt>
                <c:pt idx="218">
                  <c:v>0.394169404360453</c:v>
                </c:pt>
                <c:pt idx="219">
                  <c:v>0.45850870301610303</c:v>
                </c:pt>
                <c:pt idx="220">
                  <c:v>0.49264013227543102</c:v>
                </c:pt>
                <c:pt idx="221">
                  <c:v>0.47700652645494301</c:v>
                </c:pt>
                <c:pt idx="222">
                  <c:v>0.505305541519944</c:v>
                </c:pt>
                <c:pt idx="223">
                  <c:v>0.47885281621922599</c:v>
                </c:pt>
                <c:pt idx="224">
                  <c:v>0.50775672845638498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'Pre 2005'!$E$2</c:f>
              <c:strCache>
                <c:ptCount val="1"/>
                <c:pt idx="0">
                  <c:v>Pre 2005</c:v>
                </c:pt>
              </c:strCache>
            </c:strRef>
          </c:tx>
          <c:spPr>
            <a:ln w="25400">
              <a:solidFill>
                <a:srgbClr val="2E398A"/>
              </a:solidFill>
            </a:ln>
          </c:spPr>
          <c:marker>
            <c:symbol val="none"/>
          </c:marker>
          <c:cat>
            <c:numRef>
              <c:f>'Pre 2005'!$A$3:$A$227</c:f>
              <c:numCache>
                <c:formatCode>m/d/yyyy</c:formatCode>
                <c:ptCount val="225"/>
                <c:pt idx="0">
                  <c:v>40549</c:v>
                </c:pt>
                <c:pt idx="1">
                  <c:v>40556</c:v>
                </c:pt>
                <c:pt idx="2">
                  <c:v>40563</c:v>
                </c:pt>
                <c:pt idx="3">
                  <c:v>40570</c:v>
                </c:pt>
                <c:pt idx="4">
                  <c:v>40577</c:v>
                </c:pt>
                <c:pt idx="5">
                  <c:v>40584</c:v>
                </c:pt>
                <c:pt idx="6">
                  <c:v>40591</c:v>
                </c:pt>
                <c:pt idx="7">
                  <c:v>40598</c:v>
                </c:pt>
                <c:pt idx="8">
                  <c:v>40605</c:v>
                </c:pt>
                <c:pt idx="9">
                  <c:v>40612</c:v>
                </c:pt>
                <c:pt idx="10">
                  <c:v>40619</c:v>
                </c:pt>
                <c:pt idx="11">
                  <c:v>40626</c:v>
                </c:pt>
                <c:pt idx="12">
                  <c:v>40633</c:v>
                </c:pt>
                <c:pt idx="13">
                  <c:v>40640</c:v>
                </c:pt>
                <c:pt idx="14">
                  <c:v>40647</c:v>
                </c:pt>
                <c:pt idx="15">
                  <c:v>40654</c:v>
                </c:pt>
                <c:pt idx="16">
                  <c:v>40661</c:v>
                </c:pt>
                <c:pt idx="17">
                  <c:v>40668</c:v>
                </c:pt>
                <c:pt idx="18">
                  <c:v>40675</c:v>
                </c:pt>
                <c:pt idx="19">
                  <c:v>40682</c:v>
                </c:pt>
                <c:pt idx="20">
                  <c:v>40689</c:v>
                </c:pt>
                <c:pt idx="21">
                  <c:v>40696</c:v>
                </c:pt>
                <c:pt idx="22">
                  <c:v>40703</c:v>
                </c:pt>
                <c:pt idx="23">
                  <c:v>40710</c:v>
                </c:pt>
                <c:pt idx="24">
                  <c:v>40717</c:v>
                </c:pt>
                <c:pt idx="25">
                  <c:v>40724</c:v>
                </c:pt>
                <c:pt idx="26">
                  <c:v>40731</c:v>
                </c:pt>
                <c:pt idx="27">
                  <c:v>40738</c:v>
                </c:pt>
                <c:pt idx="28">
                  <c:v>40745</c:v>
                </c:pt>
                <c:pt idx="29">
                  <c:v>40752</c:v>
                </c:pt>
                <c:pt idx="30">
                  <c:v>40759</c:v>
                </c:pt>
                <c:pt idx="31">
                  <c:v>40766</c:v>
                </c:pt>
                <c:pt idx="32">
                  <c:v>40773</c:v>
                </c:pt>
                <c:pt idx="33">
                  <c:v>40780</c:v>
                </c:pt>
                <c:pt idx="34">
                  <c:v>40787</c:v>
                </c:pt>
                <c:pt idx="35">
                  <c:v>40794</c:v>
                </c:pt>
                <c:pt idx="36">
                  <c:v>40801</c:v>
                </c:pt>
                <c:pt idx="37">
                  <c:v>40808</c:v>
                </c:pt>
                <c:pt idx="38">
                  <c:v>40815</c:v>
                </c:pt>
                <c:pt idx="39">
                  <c:v>40822</c:v>
                </c:pt>
                <c:pt idx="40">
                  <c:v>40829</c:v>
                </c:pt>
                <c:pt idx="41">
                  <c:v>40836</c:v>
                </c:pt>
                <c:pt idx="42">
                  <c:v>40843</c:v>
                </c:pt>
                <c:pt idx="43">
                  <c:v>40850</c:v>
                </c:pt>
                <c:pt idx="44">
                  <c:v>40857</c:v>
                </c:pt>
                <c:pt idx="45">
                  <c:v>40864</c:v>
                </c:pt>
                <c:pt idx="46">
                  <c:v>40870</c:v>
                </c:pt>
                <c:pt idx="47">
                  <c:v>40878</c:v>
                </c:pt>
                <c:pt idx="48">
                  <c:v>40885</c:v>
                </c:pt>
                <c:pt idx="49">
                  <c:v>40892</c:v>
                </c:pt>
                <c:pt idx="50">
                  <c:v>40899</c:v>
                </c:pt>
                <c:pt idx="51">
                  <c:v>40906</c:v>
                </c:pt>
                <c:pt idx="52">
                  <c:v>40913</c:v>
                </c:pt>
                <c:pt idx="53">
                  <c:v>40920</c:v>
                </c:pt>
                <c:pt idx="54">
                  <c:v>40927</c:v>
                </c:pt>
                <c:pt idx="55">
                  <c:v>40934</c:v>
                </c:pt>
                <c:pt idx="56">
                  <c:v>40941</c:v>
                </c:pt>
                <c:pt idx="57">
                  <c:v>40948</c:v>
                </c:pt>
                <c:pt idx="58">
                  <c:v>40955</c:v>
                </c:pt>
                <c:pt idx="59">
                  <c:v>40962</c:v>
                </c:pt>
                <c:pt idx="60">
                  <c:v>40969</c:v>
                </c:pt>
                <c:pt idx="61">
                  <c:v>40976</c:v>
                </c:pt>
                <c:pt idx="62">
                  <c:v>40983</c:v>
                </c:pt>
                <c:pt idx="63">
                  <c:v>40990</c:v>
                </c:pt>
                <c:pt idx="64">
                  <c:v>40997</c:v>
                </c:pt>
                <c:pt idx="65">
                  <c:v>41004</c:v>
                </c:pt>
                <c:pt idx="66">
                  <c:v>41011</c:v>
                </c:pt>
                <c:pt idx="67">
                  <c:v>41018</c:v>
                </c:pt>
                <c:pt idx="68">
                  <c:v>41025</c:v>
                </c:pt>
                <c:pt idx="69">
                  <c:v>41032</c:v>
                </c:pt>
                <c:pt idx="70">
                  <c:v>41039</c:v>
                </c:pt>
                <c:pt idx="71">
                  <c:v>41046</c:v>
                </c:pt>
                <c:pt idx="72">
                  <c:v>41053</c:v>
                </c:pt>
                <c:pt idx="73">
                  <c:v>41060</c:v>
                </c:pt>
                <c:pt idx="74">
                  <c:v>41067</c:v>
                </c:pt>
                <c:pt idx="75">
                  <c:v>41074</c:v>
                </c:pt>
                <c:pt idx="76">
                  <c:v>41081</c:v>
                </c:pt>
                <c:pt idx="77">
                  <c:v>41088</c:v>
                </c:pt>
                <c:pt idx="78">
                  <c:v>41095</c:v>
                </c:pt>
                <c:pt idx="79">
                  <c:v>41102</c:v>
                </c:pt>
                <c:pt idx="80">
                  <c:v>41109</c:v>
                </c:pt>
                <c:pt idx="81">
                  <c:v>41116</c:v>
                </c:pt>
                <c:pt idx="82">
                  <c:v>41123</c:v>
                </c:pt>
                <c:pt idx="83">
                  <c:v>41130</c:v>
                </c:pt>
                <c:pt idx="84">
                  <c:v>41137</c:v>
                </c:pt>
                <c:pt idx="85">
                  <c:v>41144</c:v>
                </c:pt>
                <c:pt idx="86">
                  <c:v>41151</c:v>
                </c:pt>
                <c:pt idx="87">
                  <c:v>41158</c:v>
                </c:pt>
                <c:pt idx="88">
                  <c:v>41165</c:v>
                </c:pt>
                <c:pt idx="89">
                  <c:v>41172</c:v>
                </c:pt>
                <c:pt idx="90">
                  <c:v>41179</c:v>
                </c:pt>
                <c:pt idx="91">
                  <c:v>41186</c:v>
                </c:pt>
                <c:pt idx="92">
                  <c:v>41193</c:v>
                </c:pt>
                <c:pt idx="93">
                  <c:v>41200</c:v>
                </c:pt>
                <c:pt idx="94">
                  <c:v>41207</c:v>
                </c:pt>
                <c:pt idx="95">
                  <c:v>41214</c:v>
                </c:pt>
                <c:pt idx="96">
                  <c:v>41221</c:v>
                </c:pt>
                <c:pt idx="97">
                  <c:v>41228</c:v>
                </c:pt>
                <c:pt idx="98">
                  <c:v>41234</c:v>
                </c:pt>
                <c:pt idx="99">
                  <c:v>41242</c:v>
                </c:pt>
                <c:pt idx="100">
                  <c:v>41249</c:v>
                </c:pt>
                <c:pt idx="101">
                  <c:v>41256</c:v>
                </c:pt>
                <c:pt idx="102">
                  <c:v>41263</c:v>
                </c:pt>
                <c:pt idx="103">
                  <c:v>41270</c:v>
                </c:pt>
                <c:pt idx="104">
                  <c:v>41277</c:v>
                </c:pt>
                <c:pt idx="105">
                  <c:v>41284</c:v>
                </c:pt>
                <c:pt idx="106">
                  <c:v>41291</c:v>
                </c:pt>
                <c:pt idx="107">
                  <c:v>41298</c:v>
                </c:pt>
                <c:pt idx="108">
                  <c:v>41305</c:v>
                </c:pt>
                <c:pt idx="109">
                  <c:v>41312</c:v>
                </c:pt>
                <c:pt idx="110">
                  <c:v>41319</c:v>
                </c:pt>
                <c:pt idx="111">
                  <c:v>41326</c:v>
                </c:pt>
                <c:pt idx="112">
                  <c:v>41333</c:v>
                </c:pt>
                <c:pt idx="113">
                  <c:v>41340</c:v>
                </c:pt>
                <c:pt idx="114">
                  <c:v>41347</c:v>
                </c:pt>
                <c:pt idx="115">
                  <c:v>41354</c:v>
                </c:pt>
                <c:pt idx="116">
                  <c:v>41361</c:v>
                </c:pt>
                <c:pt idx="117">
                  <c:v>41368</c:v>
                </c:pt>
                <c:pt idx="118">
                  <c:v>41375</c:v>
                </c:pt>
                <c:pt idx="119">
                  <c:v>41382</c:v>
                </c:pt>
                <c:pt idx="120">
                  <c:v>41389</c:v>
                </c:pt>
                <c:pt idx="121">
                  <c:v>41396</c:v>
                </c:pt>
                <c:pt idx="122">
                  <c:v>41403</c:v>
                </c:pt>
                <c:pt idx="123">
                  <c:v>41410</c:v>
                </c:pt>
                <c:pt idx="124">
                  <c:v>41417</c:v>
                </c:pt>
                <c:pt idx="125">
                  <c:v>41424</c:v>
                </c:pt>
                <c:pt idx="126">
                  <c:v>41431</c:v>
                </c:pt>
                <c:pt idx="127">
                  <c:v>41438</c:v>
                </c:pt>
                <c:pt idx="128">
                  <c:v>41445</c:v>
                </c:pt>
                <c:pt idx="129">
                  <c:v>41452</c:v>
                </c:pt>
                <c:pt idx="130">
                  <c:v>41458</c:v>
                </c:pt>
                <c:pt idx="131">
                  <c:v>41466</c:v>
                </c:pt>
                <c:pt idx="132">
                  <c:v>41473</c:v>
                </c:pt>
                <c:pt idx="133">
                  <c:v>41480</c:v>
                </c:pt>
                <c:pt idx="134">
                  <c:v>41487</c:v>
                </c:pt>
                <c:pt idx="135">
                  <c:v>41494</c:v>
                </c:pt>
                <c:pt idx="136">
                  <c:v>41501</c:v>
                </c:pt>
                <c:pt idx="137">
                  <c:v>41508</c:v>
                </c:pt>
                <c:pt idx="138">
                  <c:v>41515</c:v>
                </c:pt>
                <c:pt idx="139">
                  <c:v>41522</c:v>
                </c:pt>
                <c:pt idx="140">
                  <c:v>41529</c:v>
                </c:pt>
                <c:pt idx="141">
                  <c:v>41536</c:v>
                </c:pt>
                <c:pt idx="142">
                  <c:v>41543</c:v>
                </c:pt>
                <c:pt idx="143">
                  <c:v>41550</c:v>
                </c:pt>
                <c:pt idx="144">
                  <c:v>41557</c:v>
                </c:pt>
                <c:pt idx="145">
                  <c:v>41564</c:v>
                </c:pt>
                <c:pt idx="146">
                  <c:v>41571</c:v>
                </c:pt>
                <c:pt idx="147">
                  <c:v>41578</c:v>
                </c:pt>
                <c:pt idx="148">
                  <c:v>41585</c:v>
                </c:pt>
                <c:pt idx="149">
                  <c:v>41592</c:v>
                </c:pt>
                <c:pt idx="150">
                  <c:v>41599</c:v>
                </c:pt>
                <c:pt idx="151">
                  <c:v>41605</c:v>
                </c:pt>
                <c:pt idx="152">
                  <c:v>41613</c:v>
                </c:pt>
                <c:pt idx="153">
                  <c:v>41620</c:v>
                </c:pt>
                <c:pt idx="154">
                  <c:v>41627</c:v>
                </c:pt>
                <c:pt idx="155">
                  <c:v>41634</c:v>
                </c:pt>
                <c:pt idx="156">
                  <c:v>41641</c:v>
                </c:pt>
                <c:pt idx="157">
                  <c:v>41648</c:v>
                </c:pt>
                <c:pt idx="158">
                  <c:v>41655</c:v>
                </c:pt>
                <c:pt idx="159">
                  <c:v>41662</c:v>
                </c:pt>
                <c:pt idx="160">
                  <c:v>41669</c:v>
                </c:pt>
                <c:pt idx="161">
                  <c:v>41676</c:v>
                </c:pt>
                <c:pt idx="162">
                  <c:v>41683</c:v>
                </c:pt>
                <c:pt idx="163">
                  <c:v>41690</c:v>
                </c:pt>
                <c:pt idx="164">
                  <c:v>41697</c:v>
                </c:pt>
                <c:pt idx="165">
                  <c:v>41704</c:v>
                </c:pt>
                <c:pt idx="166">
                  <c:v>41711</c:v>
                </c:pt>
                <c:pt idx="167">
                  <c:v>41718</c:v>
                </c:pt>
                <c:pt idx="168">
                  <c:v>41725</c:v>
                </c:pt>
                <c:pt idx="169">
                  <c:v>41732</c:v>
                </c:pt>
                <c:pt idx="170">
                  <c:v>41739</c:v>
                </c:pt>
                <c:pt idx="171">
                  <c:v>41746</c:v>
                </c:pt>
                <c:pt idx="172">
                  <c:v>41753</c:v>
                </c:pt>
                <c:pt idx="173">
                  <c:v>41760</c:v>
                </c:pt>
                <c:pt idx="174">
                  <c:v>41767</c:v>
                </c:pt>
                <c:pt idx="175">
                  <c:v>41774</c:v>
                </c:pt>
                <c:pt idx="176">
                  <c:v>41781</c:v>
                </c:pt>
                <c:pt idx="177">
                  <c:v>41788</c:v>
                </c:pt>
                <c:pt idx="178">
                  <c:v>41795</c:v>
                </c:pt>
                <c:pt idx="179">
                  <c:v>41802</c:v>
                </c:pt>
                <c:pt idx="180">
                  <c:v>41809</c:v>
                </c:pt>
                <c:pt idx="181">
                  <c:v>41816</c:v>
                </c:pt>
                <c:pt idx="182">
                  <c:v>41823</c:v>
                </c:pt>
                <c:pt idx="183">
                  <c:v>41830</c:v>
                </c:pt>
                <c:pt idx="184">
                  <c:v>41837</c:v>
                </c:pt>
                <c:pt idx="185">
                  <c:v>41844</c:v>
                </c:pt>
                <c:pt idx="186">
                  <c:v>41851</c:v>
                </c:pt>
                <c:pt idx="187">
                  <c:v>41858</c:v>
                </c:pt>
                <c:pt idx="188">
                  <c:v>41865</c:v>
                </c:pt>
                <c:pt idx="189">
                  <c:v>41872</c:v>
                </c:pt>
                <c:pt idx="190">
                  <c:v>41879</c:v>
                </c:pt>
                <c:pt idx="191">
                  <c:v>41886</c:v>
                </c:pt>
                <c:pt idx="192">
                  <c:v>41893</c:v>
                </c:pt>
                <c:pt idx="193">
                  <c:v>41900</c:v>
                </c:pt>
                <c:pt idx="194">
                  <c:v>41907</c:v>
                </c:pt>
                <c:pt idx="195">
                  <c:v>41914</c:v>
                </c:pt>
                <c:pt idx="196">
                  <c:v>41921</c:v>
                </c:pt>
                <c:pt idx="197">
                  <c:v>41928</c:v>
                </c:pt>
                <c:pt idx="198">
                  <c:v>41935</c:v>
                </c:pt>
                <c:pt idx="199">
                  <c:v>41942</c:v>
                </c:pt>
                <c:pt idx="200">
                  <c:v>41949</c:v>
                </c:pt>
                <c:pt idx="201">
                  <c:v>41956</c:v>
                </c:pt>
                <c:pt idx="202">
                  <c:v>41963</c:v>
                </c:pt>
                <c:pt idx="203">
                  <c:v>41969</c:v>
                </c:pt>
                <c:pt idx="204">
                  <c:v>41977</c:v>
                </c:pt>
                <c:pt idx="205">
                  <c:v>41984</c:v>
                </c:pt>
                <c:pt idx="206">
                  <c:v>41991</c:v>
                </c:pt>
                <c:pt idx="207">
                  <c:v>41997</c:v>
                </c:pt>
                <c:pt idx="208">
                  <c:v>42004</c:v>
                </c:pt>
                <c:pt idx="209">
                  <c:v>42012</c:v>
                </c:pt>
                <c:pt idx="210">
                  <c:v>42019</c:v>
                </c:pt>
                <c:pt idx="211">
                  <c:v>42026</c:v>
                </c:pt>
                <c:pt idx="212">
                  <c:v>42033</c:v>
                </c:pt>
                <c:pt idx="213">
                  <c:v>42040</c:v>
                </c:pt>
                <c:pt idx="214">
                  <c:v>42047</c:v>
                </c:pt>
                <c:pt idx="215">
                  <c:v>42054</c:v>
                </c:pt>
                <c:pt idx="216">
                  <c:v>42061</c:v>
                </c:pt>
                <c:pt idx="217">
                  <c:v>42068</c:v>
                </c:pt>
                <c:pt idx="218">
                  <c:v>42075</c:v>
                </c:pt>
                <c:pt idx="219">
                  <c:v>42082</c:v>
                </c:pt>
                <c:pt idx="220">
                  <c:v>42089</c:v>
                </c:pt>
                <c:pt idx="221">
                  <c:v>42096</c:v>
                </c:pt>
                <c:pt idx="222">
                  <c:v>42103</c:v>
                </c:pt>
                <c:pt idx="223">
                  <c:v>42110</c:v>
                </c:pt>
                <c:pt idx="224">
                  <c:v>42117</c:v>
                </c:pt>
              </c:numCache>
            </c:numRef>
          </c:cat>
          <c:val>
            <c:numRef>
              <c:f>'Pre 2005'!$E$3:$E$227</c:f>
              <c:numCache>
                <c:formatCode>0%</c:formatCode>
                <c:ptCount val="225"/>
                <c:pt idx="0">
                  <c:v>0.478012437040017</c:v>
                </c:pt>
                <c:pt idx="1">
                  <c:v>0.49652536152540799</c:v>
                </c:pt>
                <c:pt idx="2">
                  <c:v>0.48031193828570601</c:v>
                </c:pt>
                <c:pt idx="3">
                  <c:v>0.47681170698091002</c:v>
                </c:pt>
                <c:pt idx="4">
                  <c:v>0.434625276538393</c:v>
                </c:pt>
                <c:pt idx="5">
                  <c:v>0.35529176668946899</c:v>
                </c:pt>
                <c:pt idx="6">
                  <c:v>0.37678876885527102</c:v>
                </c:pt>
                <c:pt idx="7">
                  <c:v>0.41551239728516498</c:v>
                </c:pt>
                <c:pt idx="8">
                  <c:v>0.42215459210142903</c:v>
                </c:pt>
                <c:pt idx="9">
                  <c:v>0.42125281133299802</c:v>
                </c:pt>
                <c:pt idx="10">
                  <c:v>0.46784519994446999</c:v>
                </c:pt>
                <c:pt idx="11">
                  <c:v>0.45015891448737699</c:v>
                </c:pt>
                <c:pt idx="12">
                  <c:v>0.42283255275692899</c:v>
                </c:pt>
                <c:pt idx="13">
                  <c:v>0.41479432476526401</c:v>
                </c:pt>
                <c:pt idx="14">
                  <c:v>0.413421668844211</c:v>
                </c:pt>
                <c:pt idx="15">
                  <c:v>0.44388100155564097</c:v>
                </c:pt>
                <c:pt idx="16">
                  <c:v>0.44571846246625901</c:v>
                </c:pt>
                <c:pt idx="17">
                  <c:v>0.458944872704586</c:v>
                </c:pt>
                <c:pt idx="18">
                  <c:v>0.500437475780386</c:v>
                </c:pt>
                <c:pt idx="19">
                  <c:v>0.50448830052858695</c:v>
                </c:pt>
                <c:pt idx="20">
                  <c:v>0.50569919769114802</c:v>
                </c:pt>
                <c:pt idx="21">
                  <c:v>0.53459956826473198</c:v>
                </c:pt>
                <c:pt idx="22">
                  <c:v>0.55567130314067603</c:v>
                </c:pt>
                <c:pt idx="23">
                  <c:v>0.55554953678932995</c:v>
                </c:pt>
                <c:pt idx="24">
                  <c:v>0.53459956826473198</c:v>
                </c:pt>
                <c:pt idx="25">
                  <c:v>0.55456064933307203</c:v>
                </c:pt>
                <c:pt idx="26">
                  <c:v>0.49778274569056502</c:v>
                </c:pt>
                <c:pt idx="27">
                  <c:v>0.55023567489180703</c:v>
                </c:pt>
                <c:pt idx="28">
                  <c:v>0.530262307480455</c:v>
                </c:pt>
                <c:pt idx="29">
                  <c:v>0.52343584513018204</c:v>
                </c:pt>
                <c:pt idx="30">
                  <c:v>0.59637879918119396</c:v>
                </c:pt>
                <c:pt idx="31">
                  <c:v>0.68792602855859697</c:v>
                </c:pt>
                <c:pt idx="32">
                  <c:v>0.76963049580877896</c:v>
                </c:pt>
                <c:pt idx="33">
                  <c:v>0.73008457468410604</c:v>
                </c:pt>
                <c:pt idx="34">
                  <c:v>0.72513911398557795</c:v>
                </c:pt>
                <c:pt idx="35">
                  <c:v>0.78570803060210304</c:v>
                </c:pt>
                <c:pt idx="36">
                  <c:v>0.78784236429837495</c:v>
                </c:pt>
                <c:pt idx="37">
                  <c:v>0.78784236429837495</c:v>
                </c:pt>
                <c:pt idx="38">
                  <c:v>0.835097603433548</c:v>
                </c:pt>
                <c:pt idx="39">
                  <c:v>0.82334508252646699</c:v>
                </c:pt>
                <c:pt idx="40">
                  <c:v>0.75041835881665098</c:v>
                </c:pt>
                <c:pt idx="41">
                  <c:v>0.76893145735928503</c:v>
                </c:pt>
                <c:pt idx="42">
                  <c:v>0.77037274528699795</c:v>
                </c:pt>
                <c:pt idx="43">
                  <c:v>0.80738330212536202</c:v>
                </c:pt>
                <c:pt idx="44">
                  <c:v>0.80743099133140495</c:v>
                </c:pt>
                <c:pt idx="45">
                  <c:v>0.80738330212536202</c:v>
                </c:pt>
                <c:pt idx="46">
                  <c:v>0.80868850381438495</c:v>
                </c:pt>
                <c:pt idx="47">
                  <c:v>0.79462879185413404</c:v>
                </c:pt>
                <c:pt idx="48">
                  <c:v>0.79467702755735403</c:v>
                </c:pt>
                <c:pt idx="49">
                  <c:v>0.79667077255181695</c:v>
                </c:pt>
                <c:pt idx="50">
                  <c:v>0.82560167628302705</c:v>
                </c:pt>
                <c:pt idx="51">
                  <c:v>0.81761753197113796</c:v>
                </c:pt>
                <c:pt idx="52">
                  <c:v>0.80675519627661196</c:v>
                </c:pt>
                <c:pt idx="53">
                  <c:v>0.81664922560340802</c:v>
                </c:pt>
                <c:pt idx="54">
                  <c:v>0.81501800932407398</c:v>
                </c:pt>
                <c:pt idx="55">
                  <c:v>0.78373275885396798</c:v>
                </c:pt>
                <c:pt idx="56">
                  <c:v>0.79864586852223396</c:v>
                </c:pt>
                <c:pt idx="57">
                  <c:v>0.79864586852223396</c:v>
                </c:pt>
                <c:pt idx="58">
                  <c:v>0.79864586852223396</c:v>
                </c:pt>
                <c:pt idx="59">
                  <c:v>0.76696110700144904</c:v>
                </c:pt>
                <c:pt idx="60">
                  <c:v>0.77503934394673502</c:v>
                </c:pt>
                <c:pt idx="61">
                  <c:v>0.78307307510675805</c:v>
                </c:pt>
                <c:pt idx="62">
                  <c:v>0.77444274068180197</c:v>
                </c:pt>
                <c:pt idx="63">
                  <c:v>0.69958063827916195</c:v>
                </c:pt>
                <c:pt idx="64">
                  <c:v>0.749959617052529</c:v>
                </c:pt>
                <c:pt idx="65">
                  <c:v>0.75281601454874203</c:v>
                </c:pt>
                <c:pt idx="66">
                  <c:v>0.80228573213763799</c:v>
                </c:pt>
                <c:pt idx="67">
                  <c:v>0.77814088922240399</c:v>
                </c:pt>
                <c:pt idx="68">
                  <c:v>0.80228573213763799</c:v>
                </c:pt>
                <c:pt idx="69">
                  <c:v>0.80453940604234497</c:v>
                </c:pt>
                <c:pt idx="70">
                  <c:v>0.80732043361392003</c:v>
                </c:pt>
                <c:pt idx="71">
                  <c:v>0.83168681417116597</c:v>
                </c:pt>
                <c:pt idx="72">
                  <c:v>0.82964940526362396</c:v>
                </c:pt>
                <c:pt idx="73">
                  <c:v>0.83284905120274599</c:v>
                </c:pt>
                <c:pt idx="74">
                  <c:v>0.86264764194302102</c:v>
                </c:pt>
                <c:pt idx="75">
                  <c:v>0.84572973738134705</c:v>
                </c:pt>
                <c:pt idx="76">
                  <c:v>0.86327251333866595</c:v>
                </c:pt>
                <c:pt idx="77">
                  <c:v>0.86327251333866595</c:v>
                </c:pt>
                <c:pt idx="78">
                  <c:v>0.85555240339955696</c:v>
                </c:pt>
                <c:pt idx="79">
                  <c:v>0.88287675506615604</c:v>
                </c:pt>
                <c:pt idx="80">
                  <c:v>0.88536471533859296</c:v>
                </c:pt>
                <c:pt idx="81">
                  <c:v>0.89833897714159106</c:v>
                </c:pt>
                <c:pt idx="82">
                  <c:v>0.86793363911717603</c:v>
                </c:pt>
                <c:pt idx="83">
                  <c:v>0.86770648020923202</c:v>
                </c:pt>
                <c:pt idx="84">
                  <c:v>0.85221928563940097</c:v>
                </c:pt>
                <c:pt idx="85">
                  <c:v>0.83842768782906896</c:v>
                </c:pt>
                <c:pt idx="86">
                  <c:v>0.86770648020923202</c:v>
                </c:pt>
                <c:pt idx="87">
                  <c:v>0.854749303648767</c:v>
                </c:pt>
                <c:pt idx="88">
                  <c:v>0.85755860261202399</c:v>
                </c:pt>
                <c:pt idx="89">
                  <c:v>0.87370950143428605</c:v>
                </c:pt>
                <c:pt idx="90">
                  <c:v>0.91294036208624696</c:v>
                </c:pt>
                <c:pt idx="91">
                  <c:v>0.89540803117683299</c:v>
                </c:pt>
                <c:pt idx="92">
                  <c:v>0.87828750136762601</c:v>
                </c:pt>
                <c:pt idx="93">
                  <c:v>0.89386735239452597</c:v>
                </c:pt>
                <c:pt idx="94">
                  <c:v>0.87701507985843796</c:v>
                </c:pt>
                <c:pt idx="95">
                  <c:v>0.85224271287899001</c:v>
                </c:pt>
                <c:pt idx="96">
                  <c:v>0.85193877883173597</c:v>
                </c:pt>
                <c:pt idx="97">
                  <c:v>0.869978528422368</c:v>
                </c:pt>
                <c:pt idx="98">
                  <c:v>0.88760782081308098</c:v>
                </c:pt>
                <c:pt idx="99">
                  <c:v>0.86994927393538202</c:v>
                </c:pt>
                <c:pt idx="100">
                  <c:v>0.85665986262304605</c:v>
                </c:pt>
                <c:pt idx="101">
                  <c:v>0.87405689226001904</c:v>
                </c:pt>
                <c:pt idx="102">
                  <c:v>0.85526933709542996</c:v>
                </c:pt>
                <c:pt idx="103">
                  <c:v>0.85629919718182101</c:v>
                </c:pt>
                <c:pt idx="104">
                  <c:v>0.83698700627492195</c:v>
                </c:pt>
                <c:pt idx="105">
                  <c:v>0.81801292760675504</c:v>
                </c:pt>
                <c:pt idx="106">
                  <c:v>0.83506565777320196</c:v>
                </c:pt>
                <c:pt idx="107">
                  <c:v>0.81638058168754202</c:v>
                </c:pt>
                <c:pt idx="108">
                  <c:v>0.77327869798683202</c:v>
                </c:pt>
                <c:pt idx="109">
                  <c:v>0.75159663172579605</c:v>
                </c:pt>
                <c:pt idx="110">
                  <c:v>0.75159663172579605</c:v>
                </c:pt>
                <c:pt idx="111">
                  <c:v>0.73466848163795695</c:v>
                </c:pt>
                <c:pt idx="112">
                  <c:v>0.75336723351248602</c:v>
                </c:pt>
                <c:pt idx="113">
                  <c:v>0.73189334378403004</c:v>
                </c:pt>
                <c:pt idx="114">
                  <c:v>0.69795987841176899</c:v>
                </c:pt>
                <c:pt idx="115">
                  <c:v>0.72870485724802003</c:v>
                </c:pt>
                <c:pt idx="116">
                  <c:v>0.71205681454377001</c:v>
                </c:pt>
                <c:pt idx="117">
                  <c:v>0.71369665277113203</c:v>
                </c:pt>
                <c:pt idx="118">
                  <c:v>0.73723469697601096</c:v>
                </c:pt>
                <c:pt idx="119">
                  <c:v>0.761146337708836</c:v>
                </c:pt>
                <c:pt idx="120">
                  <c:v>0.759997535931347</c:v>
                </c:pt>
                <c:pt idx="121">
                  <c:v>0.77532655878385304</c:v>
                </c:pt>
                <c:pt idx="122">
                  <c:v>0.75107697516027305</c:v>
                </c:pt>
                <c:pt idx="123">
                  <c:v>0.72171464607282199</c:v>
                </c:pt>
                <c:pt idx="124">
                  <c:v>0.68546913751640703</c:v>
                </c:pt>
                <c:pt idx="125">
                  <c:v>0.61572233359239503</c:v>
                </c:pt>
                <c:pt idx="126">
                  <c:v>0.57885781279247595</c:v>
                </c:pt>
                <c:pt idx="127">
                  <c:v>0.55866046035037298</c:v>
                </c:pt>
                <c:pt idx="128">
                  <c:v>0.559435024866201</c:v>
                </c:pt>
                <c:pt idx="129">
                  <c:v>0.35070641785982798</c:v>
                </c:pt>
                <c:pt idx="130">
                  <c:v>0.43948269576427901</c:v>
                </c:pt>
                <c:pt idx="131">
                  <c:v>0.32026855865014903</c:v>
                </c:pt>
                <c:pt idx="132">
                  <c:v>0.40751972704091199</c:v>
                </c:pt>
                <c:pt idx="133">
                  <c:v>0.40927245307931498</c:v>
                </c:pt>
                <c:pt idx="134">
                  <c:v>0.363862618143523</c:v>
                </c:pt>
                <c:pt idx="135">
                  <c:v>0.36320600400751901</c:v>
                </c:pt>
                <c:pt idx="136">
                  <c:v>0.36320600400751901</c:v>
                </c:pt>
                <c:pt idx="137">
                  <c:v>0.288709470660512</c:v>
                </c:pt>
                <c:pt idx="138">
                  <c:v>0.32763348986039498</c:v>
                </c:pt>
                <c:pt idx="139">
                  <c:v>0.299169771608427</c:v>
                </c:pt>
                <c:pt idx="140">
                  <c:v>0.28272847297738402</c:v>
                </c:pt>
                <c:pt idx="141">
                  <c:v>0.32117243090069397</c:v>
                </c:pt>
                <c:pt idx="142">
                  <c:v>0.41636418453757701</c:v>
                </c:pt>
                <c:pt idx="143">
                  <c:v>0.43780949110749301</c:v>
                </c:pt>
                <c:pt idx="144">
                  <c:v>0.43730748482287202</c:v>
                </c:pt>
                <c:pt idx="145">
                  <c:v>0.40934710971689398</c:v>
                </c:pt>
                <c:pt idx="146">
                  <c:v>0.45677859659494602</c:v>
                </c:pt>
                <c:pt idx="147">
                  <c:v>0.475306900921734</c:v>
                </c:pt>
                <c:pt idx="148">
                  <c:v>0.44816752582121699</c:v>
                </c:pt>
                <c:pt idx="149">
                  <c:v>0.37148669825668401</c:v>
                </c:pt>
                <c:pt idx="150">
                  <c:v>0.43017279106460798</c:v>
                </c:pt>
                <c:pt idx="151">
                  <c:v>0.40155276728234202</c:v>
                </c:pt>
                <c:pt idx="152">
                  <c:v>0.33155433608902701</c:v>
                </c:pt>
                <c:pt idx="153">
                  <c:v>0.33115218180429201</c:v>
                </c:pt>
                <c:pt idx="154">
                  <c:v>0.29231032325725198</c:v>
                </c:pt>
                <c:pt idx="155">
                  <c:v>0.29194519997051299</c:v>
                </c:pt>
                <c:pt idx="156">
                  <c:v>0.26557578721224701</c:v>
                </c:pt>
                <c:pt idx="157">
                  <c:v>0.29041864554209001</c:v>
                </c:pt>
                <c:pt idx="158">
                  <c:v>0.324950271832321</c:v>
                </c:pt>
                <c:pt idx="159">
                  <c:v>0.32575205669163398</c:v>
                </c:pt>
                <c:pt idx="160">
                  <c:v>0.38477236523223501</c:v>
                </c:pt>
                <c:pt idx="161">
                  <c:v>0.407543935255748</c:v>
                </c:pt>
                <c:pt idx="162">
                  <c:v>0.38048486740787602</c:v>
                </c:pt>
                <c:pt idx="163">
                  <c:v>0.350662678143284</c:v>
                </c:pt>
                <c:pt idx="164">
                  <c:v>0.34877360785551498</c:v>
                </c:pt>
                <c:pt idx="165">
                  <c:v>0.37600660434659899</c:v>
                </c:pt>
                <c:pt idx="166">
                  <c:v>0.345540736972693</c:v>
                </c:pt>
                <c:pt idx="167">
                  <c:v>0.37491062583542301</c:v>
                </c:pt>
                <c:pt idx="168">
                  <c:v>0.34390162113487499</c:v>
                </c:pt>
                <c:pt idx="169">
                  <c:v>0.314038249540457</c:v>
                </c:pt>
                <c:pt idx="170">
                  <c:v>0.34467498628586002</c:v>
                </c:pt>
                <c:pt idx="171">
                  <c:v>0.37569838390096</c:v>
                </c:pt>
                <c:pt idx="172">
                  <c:v>0.37412391054197702</c:v>
                </c:pt>
                <c:pt idx="173">
                  <c:v>0.37361880682592702</c:v>
                </c:pt>
                <c:pt idx="174">
                  <c:v>0.42328848292124299</c:v>
                </c:pt>
                <c:pt idx="175">
                  <c:v>0.423626543923386</c:v>
                </c:pt>
                <c:pt idx="176">
                  <c:v>0.44575971286270699</c:v>
                </c:pt>
                <c:pt idx="177">
                  <c:v>0.447523173322597</c:v>
                </c:pt>
                <c:pt idx="178">
                  <c:v>0.44809087040050999</c:v>
                </c:pt>
                <c:pt idx="179">
                  <c:v>0.422698502075878</c:v>
                </c:pt>
                <c:pt idx="180">
                  <c:v>0.42445570084547102</c:v>
                </c:pt>
                <c:pt idx="181">
                  <c:v>0.44809087040050999</c:v>
                </c:pt>
                <c:pt idx="182">
                  <c:v>0.47250294907145901</c:v>
                </c:pt>
                <c:pt idx="183">
                  <c:v>0.41937357622631599</c:v>
                </c:pt>
                <c:pt idx="184">
                  <c:v>0.442496626081467</c:v>
                </c:pt>
                <c:pt idx="185">
                  <c:v>0.442496626081467</c:v>
                </c:pt>
                <c:pt idx="186">
                  <c:v>0.44374218371659901</c:v>
                </c:pt>
                <c:pt idx="187">
                  <c:v>0.41288424367027698</c:v>
                </c:pt>
                <c:pt idx="188">
                  <c:v>0.43702603863390799</c:v>
                </c:pt>
                <c:pt idx="189">
                  <c:v>0.46728360557677701</c:v>
                </c:pt>
                <c:pt idx="190">
                  <c:v>0.46728360557677701</c:v>
                </c:pt>
                <c:pt idx="191">
                  <c:v>0.46155019715384699</c:v>
                </c:pt>
                <c:pt idx="192">
                  <c:v>0.46004558951219798</c:v>
                </c:pt>
                <c:pt idx="193">
                  <c:v>0.40391624791160502</c:v>
                </c:pt>
                <c:pt idx="194">
                  <c:v>0.40583884679985799</c:v>
                </c:pt>
                <c:pt idx="195">
                  <c:v>0.41997935837741501</c:v>
                </c:pt>
                <c:pt idx="196">
                  <c:v>0.45169554196659301</c:v>
                </c:pt>
                <c:pt idx="197">
                  <c:v>0.51980506858976505</c:v>
                </c:pt>
                <c:pt idx="198">
                  <c:v>0.54836202509473897</c:v>
                </c:pt>
                <c:pt idx="199">
                  <c:v>0.51919369291780804</c:v>
                </c:pt>
                <c:pt idx="200">
                  <c:v>0.47675147024831299</c:v>
                </c:pt>
                <c:pt idx="201">
                  <c:v>0.47692109100650398</c:v>
                </c:pt>
                <c:pt idx="202">
                  <c:v>0.51122359708646703</c:v>
                </c:pt>
                <c:pt idx="203">
                  <c:v>0.51219644646725904</c:v>
                </c:pt>
                <c:pt idx="204">
                  <c:v>0.53668924865294498</c:v>
                </c:pt>
                <c:pt idx="205">
                  <c:v>0.53336704205084995</c:v>
                </c:pt>
                <c:pt idx="206">
                  <c:v>0.57434180535542201</c:v>
                </c:pt>
                <c:pt idx="207">
                  <c:v>0.57151301413759903</c:v>
                </c:pt>
                <c:pt idx="208">
                  <c:v>0.53663456127837605</c:v>
                </c:pt>
                <c:pt idx="209">
                  <c:v>0.59916849480803203</c:v>
                </c:pt>
                <c:pt idx="210">
                  <c:v>0.65603248367827005</c:v>
                </c:pt>
                <c:pt idx="211">
                  <c:v>0.65743777734473896</c:v>
                </c:pt>
                <c:pt idx="212">
                  <c:v>0.65603248367827005</c:v>
                </c:pt>
                <c:pt idx="213">
                  <c:v>0.65654204371407898</c:v>
                </c:pt>
                <c:pt idx="214">
                  <c:v>0.62891566924849096</c:v>
                </c:pt>
                <c:pt idx="215">
                  <c:v>0.59089189370597495</c:v>
                </c:pt>
                <c:pt idx="216">
                  <c:v>0.56192400392824904</c:v>
                </c:pt>
                <c:pt idx="217">
                  <c:v>0.58504613614911405</c:v>
                </c:pt>
                <c:pt idx="218">
                  <c:v>0.51677297350672402</c:v>
                </c:pt>
                <c:pt idx="219">
                  <c:v>0.58275927647732095</c:v>
                </c:pt>
                <c:pt idx="220">
                  <c:v>0.62291663527341601</c:v>
                </c:pt>
                <c:pt idx="221">
                  <c:v>0.60989773029744099</c:v>
                </c:pt>
                <c:pt idx="222">
                  <c:v>0.63605273893112901</c:v>
                </c:pt>
                <c:pt idx="223">
                  <c:v>0.61100400428288903</c:v>
                </c:pt>
                <c:pt idx="224">
                  <c:v>0.63781716084616302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1235840"/>
        <c:axId val="201311744"/>
      </c:lineChart>
      <c:dateAx>
        <c:axId val="2012358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01311744"/>
        <c:crosses val="autoZero"/>
        <c:auto val="1"/>
        <c:lblOffset val="100"/>
        <c:baseTimeUnit val="days"/>
        <c:majorUnit val="6"/>
        <c:majorTimeUnit val="months"/>
      </c:dateAx>
      <c:valAx>
        <c:axId val="20131174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err="1" smtClean="0"/>
                  <a:t>Refinancible</a:t>
                </a:r>
                <a:r>
                  <a:rPr lang="en-US" dirty="0" smtClean="0"/>
                  <a:t> Percentage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01235840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chart" Target="../charts/chart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chart" Target="../charts/chart2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Approximating the Percentage of </a:t>
            </a:r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Refinancible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MBS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>
                <a:latin typeface="+mn-lt"/>
              </a:rPr>
              <a:t>Prepayment </a:t>
            </a:r>
            <a:r>
              <a:rPr lang="en-US" dirty="0" smtClean="0">
                <a:latin typeface="+mn-lt"/>
              </a:rPr>
              <a:t>on </a:t>
            </a:r>
            <a:r>
              <a:rPr lang="en-US" dirty="0">
                <a:latin typeface="+mn-lt"/>
              </a:rPr>
              <a:t>Residential </a:t>
            </a:r>
            <a:r>
              <a:rPr lang="en-US" dirty="0" smtClean="0">
                <a:latin typeface="+mn-lt"/>
              </a:rPr>
              <a:t>Mortgages</a:t>
            </a:r>
            <a:endParaRPr lang="en-US" sz="1200" b="0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626" y="2453699"/>
            <a:ext cx="8601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  <a:cs typeface="Arial" panose="020B0604020202020204" pitchFamily="34" charset="0"/>
              </a:rPr>
              <a:t>I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nvestor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in a MBS has a short position in a call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right to prepay, a put option due to the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homeowner’s option to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default, and also a long position in a non-callable bond.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Prepayments alter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cash flow of the MBS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and thus its return. So,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the key to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estimating the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value of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an MBS </a:t>
            </a:r>
            <a:r>
              <a:rPr lang="en-US" sz="1400" dirty="0">
                <a:latin typeface="+mn-lt"/>
                <a:cs typeface="Arial" panose="020B0604020202020204" pitchFamily="34" charset="0"/>
              </a:rPr>
              <a:t>is to accurately estimate </a:t>
            </a:r>
            <a:r>
              <a:rPr lang="en-US" sz="1400" dirty="0" smtClean="0">
                <a:latin typeface="+mn-lt"/>
                <a:cs typeface="Arial" panose="020B0604020202020204" pitchFamily="34" charset="0"/>
              </a:rPr>
              <a:t>the prepayment activity. 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113632" y="1244084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6114" y="1090196"/>
            <a:ext cx="356053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cs typeface="Arial" panose="020B0604020202020204" pitchFamily="34" charset="0"/>
              </a:rPr>
              <a:t>Prepayment Importance </a:t>
            </a:r>
            <a:endParaRPr lang="en-US" sz="1600" dirty="0"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713" y="1639601"/>
            <a:ext cx="1927860" cy="3028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rgbClr val="FFFFFF"/>
                </a:solidFill>
              </a:rPr>
              <a:t>MBS Valuation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6233" y="1639601"/>
            <a:ext cx="1927860" cy="3028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300" dirty="0" smtClean="0">
                <a:solidFill>
                  <a:schemeClr val="tx1"/>
                </a:solidFill>
              </a:rPr>
              <a:t>Cash Flow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1895" y="1640600"/>
            <a:ext cx="1927860" cy="287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1751" tIns="50877" rIns="101751" bIns="50877" rtlCol="0">
            <a:spAutoFit/>
          </a:bodyPr>
          <a:lstStyle/>
          <a:p>
            <a:pPr algn="ctr" defTabSz="1017038" fontAlgn="auto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cs typeface="Arial" panose="020B0604020202020204" pitchFamily="34" charset="0"/>
              </a:rPr>
              <a:t>Prepayment</a:t>
            </a:r>
            <a:endParaRPr lang="en-US" sz="13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27" idx="1"/>
            <a:endCxn id="26" idx="3"/>
          </p:cNvCxnSpPr>
          <p:nvPr/>
        </p:nvCxnSpPr>
        <p:spPr>
          <a:xfrm flipH="1">
            <a:off x="2675573" y="1791002"/>
            <a:ext cx="147066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1"/>
            <a:endCxn id="27" idx="3"/>
          </p:cNvCxnSpPr>
          <p:nvPr/>
        </p:nvCxnSpPr>
        <p:spPr>
          <a:xfrm flipH="1">
            <a:off x="6074093" y="1784307"/>
            <a:ext cx="1467802" cy="6695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8" idx="2"/>
            <a:endCxn id="26" idx="2"/>
          </p:cNvCxnSpPr>
          <p:nvPr/>
        </p:nvCxnSpPr>
        <p:spPr>
          <a:xfrm rot="5400000">
            <a:off x="5101540" y="-1461883"/>
            <a:ext cx="14389" cy="6794182"/>
          </a:xfrm>
          <a:prstGeom prst="curvedConnector3">
            <a:avLst>
              <a:gd name="adj1" fmla="val 2880249"/>
            </a:avLst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23603"/>
              </p:ext>
            </p:extLst>
          </p:nvPr>
        </p:nvGraphicFramePr>
        <p:xfrm>
          <a:off x="237220" y="3438525"/>
          <a:ext cx="9515475" cy="329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9626" y="6406247"/>
            <a:ext cx="297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Good slide but Investment committee already knows this. Let’s skip.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9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𝑊𝐴𝐶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" y="4995386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≥</m:t>
                      </m:r>
                      <m:r>
                        <a:rPr lang="en-US" sz="1400" b="0" i="1" smtClean="0">
                          <a:latin typeface="Cambria Math"/>
                        </a:rPr>
                        <m:t>𝑇h𝑟𝑒𝑠h𝑜𝑙𝑑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976" y="5103106"/>
                <a:ext cx="2049407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𝑃𝑜𝑜𝑙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8" y="6326743"/>
                <a:ext cx="4828181" cy="546625"/>
              </a:xfrm>
              <a:prstGeom prst="rect">
                <a:avLst/>
              </a:prstGeom>
              <a:blipFill rotWithShape="1">
                <a:blip r:embed="rId4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900370"/>
              </p:ext>
            </p:extLst>
          </p:nvPr>
        </p:nvGraphicFramePr>
        <p:xfrm>
          <a:off x="237220" y="1209674"/>
          <a:ext cx="9515475" cy="3218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sosceles Triangle 4"/>
          <p:cNvSpPr/>
          <p:nvPr/>
        </p:nvSpPr>
        <p:spPr>
          <a:xfrm rot="5400000">
            <a:off x="3069595" y="5157981"/>
            <a:ext cx="599003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2926719" y="588268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194594" y="4709988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0090" y="4540711"/>
            <a:ext cx="4129286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How we approximate the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universe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21968" y="6326743"/>
            <a:ext cx="2464431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57950" y="4941748"/>
            <a:ext cx="31613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Things may affect 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100% of Pool balance </a:t>
            </a:r>
            <a:r>
              <a:rPr lang="en-US" sz="1200" dirty="0">
                <a:latin typeface="+mn-lt"/>
              </a:rPr>
              <a:t>is </a:t>
            </a:r>
            <a:r>
              <a:rPr lang="en-US" sz="1200" dirty="0" smtClean="0">
                <a:latin typeface="+mn-lt"/>
              </a:rPr>
              <a:t>counted </a:t>
            </a:r>
            <a:r>
              <a:rPr lang="en-US" sz="1200" dirty="0">
                <a:latin typeface="+mn-lt"/>
              </a:rPr>
              <a:t>in </a:t>
            </a:r>
            <a:r>
              <a:rPr lang="en-US" sz="1200" dirty="0" smtClean="0">
                <a:latin typeface="+mn-lt"/>
              </a:rPr>
              <a:t>numerator.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+mn-lt"/>
              </a:rPr>
              <a:t>All borrowers in a pool have the same WAC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and hence the same incentive.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9830" y="5002735"/>
            <a:ext cx="519020" cy="254261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191250" y="5042207"/>
            <a:ext cx="0" cy="1739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603369" y="6141608"/>
            <a:ext cx="2559680" cy="272206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35408" y="6533379"/>
            <a:ext cx="2946717" cy="292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a loan level model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>
            <a:off x="1194594" y="1088087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1027" y="956910"/>
            <a:ext cx="6057739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Historical Conventional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Index vs. FGLMC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Refinancible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Universe (50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incentive)</a:t>
            </a:r>
          </a:p>
        </p:txBody>
      </p:sp>
    </p:spTree>
    <p:extLst>
      <p:ext uri="{BB962C8B-B14F-4D97-AF65-F5344CB8AC3E}">
        <p14:creationId xmlns:p14="http://schemas.microsoft.com/office/powerpoint/2010/main" val="38997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0" grpId="0"/>
      <p:bldP spid="5" grpId="0" animBg="1"/>
      <p:bldP spid="25" grpId="0" animBg="1"/>
      <p:bldP spid="38" grpId="0" animBg="1"/>
      <p:bldP spid="6" grpId="0" animBg="1"/>
      <p:bldP spid="7" grpId="0"/>
      <p:bldP spid="40" grpId="0" animBg="1"/>
      <p:bldP spid="41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APPROACH TO APPROXIMATING THE REFINANCIBLE UNIVERSE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1" i="1" smtClean="0">
                          <a:latin typeface="Cambria Math"/>
                        </a:rPr>
                        <m:t>𝑾𝑨𝑪</m:t>
                      </m:r>
                      <m:r>
                        <a:rPr lang="en-US" sz="1400" b="0" i="1" smtClean="0">
                          <a:latin typeface="Cambria Math"/>
                        </a:rPr>
                        <m:t> −</m:t>
                      </m:r>
                      <m:r>
                        <a:rPr lang="en-US" sz="1400" b="0" i="1" smtClean="0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19" y="1501198"/>
                <a:ext cx="242130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7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𝑷𝒐𝒐𝒍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65" y="2203905"/>
                <a:ext cx="4933915" cy="546625"/>
              </a:xfrm>
              <a:prstGeom prst="rect">
                <a:avLst/>
              </a:prstGeom>
              <a:blipFill rotWithShape="1">
                <a:blip r:embed="rId3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432869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70163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1" i="1">
                          <a:latin typeface="Cambria Math"/>
                        </a:rPr>
                        <m:t>𝑶𝒓𝒊𝒈𝑵𝒐𝒕𝒆𝑹𝒂𝒕𝒆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  <a:p>
                <a:r>
                  <a:rPr lang="en-US" sz="1400" i="1" dirty="0">
                    <a:latin typeface="Cambria Math"/>
                  </a:rPr>
                  <a:t>Threshold = 50 bps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1501198"/>
                <a:ext cx="31956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82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 smtClean="0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869" y="2203904"/>
                <a:ext cx="4896212" cy="546625"/>
              </a:xfrm>
              <a:prstGeom prst="rect">
                <a:avLst/>
              </a:prstGeom>
              <a:blipFill rotWithShape="1">
                <a:blip r:embed="rId5"/>
                <a:stretch>
                  <a:fillRect t="-59551" b="-46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>
            <a:off x="5009356" y="1154621"/>
            <a:ext cx="0" cy="1595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2738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All </a:t>
            </a:r>
            <a:r>
              <a:rPr lang="en-US" sz="1400" dirty="0">
                <a:latin typeface="+mn-lt"/>
              </a:rPr>
              <a:t>borrowers in a pool </a:t>
            </a:r>
            <a:r>
              <a:rPr lang="en-US" sz="1400" dirty="0" smtClean="0">
                <a:latin typeface="+mn-lt"/>
              </a:rPr>
              <a:t>have the </a:t>
            </a:r>
            <a:r>
              <a:rPr lang="en-US" sz="1400" dirty="0">
                <a:latin typeface="+mn-lt"/>
              </a:rPr>
              <a:t>same </a:t>
            </a:r>
            <a:r>
              <a:rPr lang="en-US" sz="1400" dirty="0" smtClean="0">
                <a:latin typeface="+mn-lt"/>
              </a:rPr>
              <a:t>WAC </a:t>
            </a:r>
            <a:r>
              <a:rPr lang="en-US" sz="1400" dirty="0">
                <a:latin typeface="+mn-lt"/>
              </a:rPr>
              <a:t>and </a:t>
            </a:r>
            <a:r>
              <a:rPr lang="en-US" sz="1400" dirty="0" smtClean="0">
                <a:latin typeface="+mn-lt"/>
              </a:rPr>
              <a:t>hence the same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100% Pool balance is </a:t>
            </a:r>
            <a:r>
              <a:rPr lang="en-US" sz="1400" dirty="0" smtClean="0"/>
              <a:t>counted </a:t>
            </a:r>
            <a:r>
              <a:rPr lang="en-US" sz="1400" dirty="0"/>
              <a:t>in </a:t>
            </a:r>
            <a:r>
              <a:rPr lang="en-US" sz="1400" dirty="0" smtClean="0"/>
              <a:t>the numerator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294996" y="29337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for each </a:t>
            </a:r>
            <a:r>
              <a:rPr lang="en-US" sz="1400" dirty="0" smtClean="0"/>
              <a:t>borrower</a:t>
            </a:r>
            <a:endParaRPr lang="en-US" sz="1400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Only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loans will be counted in the numerator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166074" y="122383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3368" y="105456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881467"/>
              </p:ext>
            </p:extLst>
          </p:nvPr>
        </p:nvGraphicFramePr>
        <p:xfrm>
          <a:off x="230819" y="4143374"/>
          <a:ext cx="7152666" cy="294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657225" y="4073752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4318" y="3942575"/>
            <a:ext cx="3158328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Pool Level Model vs Loan Level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40412" y="4081074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Question:</a:t>
            </a:r>
          </a:p>
          <a:p>
            <a:r>
              <a:rPr lang="en-US" sz="1400" dirty="0" smtClean="0">
                <a:latin typeface="+mn-lt"/>
              </a:rPr>
              <a:t>Does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– PMMS) truly measure the incentive?</a:t>
            </a:r>
          </a:p>
          <a:p>
            <a:endParaRPr lang="en-US" sz="1400" dirty="0"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40411" y="5049080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Other costs should be taken into account.</a:t>
            </a:r>
            <a:endParaRPr lang="en-US" sz="1400" dirty="0">
              <a:latin typeface="+mn-lt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5658" y="1501198"/>
            <a:ext cx="2187292" cy="26161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7340409" y="5981701"/>
            <a:ext cx="2424349" cy="600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LLPA</a:t>
            </a:r>
            <a:endParaRPr lang="en-US" dirty="0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7778248" y="4885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7805957" y="5647179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9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LLPA MATRIX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24083" y="2183424"/>
            <a:ext cx="4324349" cy="954107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In reality, the available rate depends on loan/borrower/property characteristics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076238"/>
              </p:ext>
            </p:extLst>
          </p:nvPr>
        </p:nvGraphicFramePr>
        <p:xfrm>
          <a:off x="396175" y="3615986"/>
          <a:ext cx="9131303" cy="2667000"/>
        </p:xfrm>
        <a:graphic>
          <a:graphicData uri="http://schemas.openxmlformats.org/drawingml/2006/table">
            <a:tbl>
              <a:tblPr/>
              <a:tblGrid>
                <a:gridCol w="2330583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  <a:gridCol w="85009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6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417K (purchase &amp; rate-term)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48" name="Straight Connector 47"/>
          <p:cNvCxnSpPr/>
          <p:nvPr/>
        </p:nvCxnSpPr>
        <p:spPr>
          <a:xfrm>
            <a:off x="1643587" y="3425278"/>
            <a:ext cx="62388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93405" y="3256001"/>
            <a:ext cx="1948179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LLPA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174" y="6370675"/>
            <a:ext cx="92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e.g. </a:t>
            </a:r>
            <a:r>
              <a:rPr lang="en-US" sz="1400" dirty="0" smtClean="0"/>
              <a:t>A borrower with LTV 76, FICO 710, investment property, regular loan size, paying mortgage rate of 4.5%: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30072" y="43828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5430072" y="5716338"/>
            <a:ext cx="546823" cy="20821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8695" y="6678452"/>
            <a:ext cx="421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Without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= 92 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18" y="6678452"/>
            <a:ext cx="4610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With LLPA:  </a:t>
            </a:r>
          </a:p>
          <a:p>
            <a:r>
              <a:rPr lang="en-US" sz="1400" dirty="0"/>
              <a:t>I</a:t>
            </a:r>
            <a:r>
              <a:rPr lang="en-US" sz="1400" dirty="0" smtClean="0"/>
              <a:t>ncentive = 4.5% - PMMS 3.58% - (1.25+3)/4= -14.25 bps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3405" y="667845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Refinancible</a:t>
            </a:r>
            <a:endParaRPr lang="en-US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8390638" y="6631092"/>
            <a:ext cx="1136840" cy="298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89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 animBg="1"/>
      <p:bldP spid="51" grpId="0" animBg="1"/>
      <p:bldP spid="52" grpId="0"/>
      <p:bldP spid="53" grpId="0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96" y="1552489"/>
                <a:ext cx="3089564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8796" y="2286000"/>
            <a:ext cx="4324349" cy="1169551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Calculate incentive </a:t>
            </a:r>
            <a:r>
              <a:rPr lang="en-US" sz="1400" dirty="0" smtClean="0"/>
              <a:t>only based on the origination note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In </a:t>
            </a:r>
            <a:r>
              <a:rPr lang="en-US" sz="1400" dirty="0"/>
              <a:t>reality, the available rate depends on loan/borrower/property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89874" y="121771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27168" y="1048441"/>
            <a:ext cx="147409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1" i="1" smtClean="0">
                          <a:latin typeface="Cambria Math"/>
                        </a:rPr>
                        <m:t>/</m:t>
                      </m:r>
                      <m:r>
                        <a:rPr lang="en-US" sz="1400" b="1" i="1" smtClean="0">
                          <a:latin typeface="Cambria Math"/>
                        </a:rPr>
                        <m:t>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057521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147970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Take the upfront  loan-level price adjustment into incentive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better proxy for the true incentive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3188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012189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636877" y="3852446"/>
            <a:ext cx="59353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34295" y="3683169"/>
            <a:ext cx="2104285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1161448"/>
              </p:ext>
            </p:extLst>
          </p:nvPr>
        </p:nvGraphicFramePr>
        <p:xfrm>
          <a:off x="232175" y="4019550"/>
          <a:ext cx="6597250" cy="29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54060" y="3716090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+mn-lt"/>
              </a:rPr>
              <a:t>Problem:</a:t>
            </a:r>
          </a:p>
          <a:p>
            <a:r>
              <a:rPr lang="en-US" sz="1400" dirty="0" smtClean="0">
                <a:latin typeface="+mn-lt"/>
              </a:rPr>
              <a:t>The LLPA matrix is updated from time to time.</a:t>
            </a:r>
            <a:endParaRPr lang="en-US" sz="1400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54059" y="4684096"/>
            <a:ext cx="24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a constant LLPA matrix affects calculation accuracy</a:t>
            </a:r>
            <a:endParaRPr lang="en-US" sz="1400" dirty="0"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54056" y="5825067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loan level model with time-dependent LLPA</a:t>
            </a:r>
            <a:endParaRPr lang="en-US" dirty="0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7591896" y="45201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619605" y="5539370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7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LLPA UPDATES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441035" y="3602345"/>
            <a:ext cx="9020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58314" y="3427054"/>
            <a:ext cx="280035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omponent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changes when the LLPA matrix changes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146207"/>
              </p:ext>
            </p:extLst>
          </p:nvPr>
        </p:nvGraphicFramePr>
        <p:xfrm>
          <a:off x="207514" y="4208638"/>
          <a:ext cx="4650975" cy="20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95"/>
                <a:gridCol w="930195"/>
                <a:gridCol w="930195"/>
                <a:gridCol w="930195"/>
                <a:gridCol w="930195"/>
              </a:tblGrid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Updates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LTV</a:t>
                      </a:r>
                      <a:r>
                        <a:rPr lang="en-US" sz="1200" baseline="0" dirty="0" smtClean="0"/>
                        <a:t> &amp; FICO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09/22/2011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12/16/2013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01/07/2015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Occupancy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Unit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11/14/2013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High</a:t>
                      </a:r>
                      <a:r>
                        <a:rPr lang="en-US" sz="1200" baseline="0" dirty="0" smtClean="0"/>
                        <a:t> LTV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5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AMDC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09/22/2011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12/16/2013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01/08/2014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6" name="Group 65"/>
          <p:cNvGrpSpPr/>
          <p:nvPr/>
        </p:nvGrpSpPr>
        <p:grpSpPr>
          <a:xfrm>
            <a:off x="5190481" y="3865491"/>
            <a:ext cx="4362759" cy="603746"/>
            <a:chOff x="1266825" y="1628775"/>
            <a:chExt cx="6580188" cy="431801"/>
          </a:xfrm>
        </p:grpSpPr>
        <p:sp>
          <p:nvSpPr>
            <p:cNvPr id="68" name="Text Box 4"/>
            <p:cNvSpPr txBox="1">
              <a:spLocks noChangeArrowheads="1"/>
            </p:cNvSpPr>
            <p:nvPr/>
          </p:nvSpPr>
          <p:spPr bwMode="auto">
            <a:xfrm>
              <a:off x="1865313" y="1628775"/>
              <a:ext cx="598487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Sep 2011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060700" y="1628775"/>
              <a:ext cx="598488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Nov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4257675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Dec 2013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5453063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2014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6650038" y="1628775"/>
              <a:ext cx="596900" cy="1460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US" sz="1000" dirty="0" smtClean="0">
                  <a:solidFill>
                    <a:schemeClr val="tx2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Jan 2015</a:t>
              </a: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auto">
            <a:xfrm>
              <a:off x="1266825" y="1916114"/>
              <a:ext cx="6580188" cy="144462"/>
            </a:xfrm>
            <a:custGeom>
              <a:avLst/>
              <a:gdLst>
                <a:gd name="T0" fmla="*/ 0 w 4490"/>
                <a:gd name="T1" fmla="*/ 2147483647 h 91"/>
                <a:gd name="T2" fmla="*/ 0 w 4490"/>
                <a:gd name="T3" fmla="*/ 0 h 91"/>
                <a:gd name="T4" fmla="*/ 2147483647 w 4490"/>
                <a:gd name="T5" fmla="*/ 0 h 91"/>
                <a:gd name="T6" fmla="*/ 2147483647 w 4490"/>
                <a:gd name="T7" fmla="*/ 2147483647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90"/>
                <a:gd name="T13" fmla="*/ 0 h 91"/>
                <a:gd name="T14" fmla="*/ 4490 w 4490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90" h="91">
                  <a:moveTo>
                    <a:pt x="0" y="91"/>
                  </a:moveTo>
                  <a:lnTo>
                    <a:pt x="0" y="0"/>
                  </a:lnTo>
                  <a:lnTo>
                    <a:pt x="4490" y="0"/>
                  </a:lnTo>
                  <a:lnTo>
                    <a:pt x="4490" y="91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0" name="AutoShape 16"/>
            <p:cNvSpPr>
              <a:spLocks noChangeArrowheads="1"/>
            </p:cNvSpPr>
            <p:nvPr/>
          </p:nvSpPr>
          <p:spPr bwMode="auto">
            <a:xfrm>
              <a:off x="2065338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2" name="AutoShape 18"/>
            <p:cNvSpPr>
              <a:spLocks noChangeArrowheads="1"/>
            </p:cNvSpPr>
            <p:nvPr/>
          </p:nvSpPr>
          <p:spPr bwMode="auto">
            <a:xfrm>
              <a:off x="326072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4" name="AutoShape 20"/>
            <p:cNvSpPr>
              <a:spLocks noChangeArrowheads="1"/>
            </p:cNvSpPr>
            <p:nvPr/>
          </p:nvSpPr>
          <p:spPr bwMode="auto">
            <a:xfrm>
              <a:off x="4456113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6" name="AutoShape 22"/>
            <p:cNvSpPr>
              <a:spLocks noChangeArrowheads="1"/>
            </p:cNvSpPr>
            <p:nvPr/>
          </p:nvSpPr>
          <p:spPr bwMode="auto">
            <a:xfrm>
              <a:off x="5651500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>
              <a:off x="6848475" y="1844675"/>
              <a:ext cx="133350" cy="142875"/>
            </a:xfrm>
            <a:prstGeom prst="diamond">
              <a:avLst/>
            </a:prstGeom>
            <a:solidFill>
              <a:schemeClr val="accent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>
                <a:defRPr/>
              </a:pPr>
              <a:endParaRPr lang="en-US" sz="1000" dirty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18882"/>
              </p:ext>
            </p:extLst>
          </p:nvPr>
        </p:nvGraphicFramePr>
        <p:xfrm>
          <a:off x="5190479" y="4574460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19936"/>
              </p:ext>
            </p:extLst>
          </p:nvPr>
        </p:nvGraphicFramePr>
        <p:xfrm>
          <a:off x="5190479" y="4933553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18966"/>
                <a:gridCol w="24384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Occupancy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75935"/>
              </p:ext>
            </p:extLst>
          </p:nvPr>
        </p:nvGraphicFramePr>
        <p:xfrm>
          <a:off x="5190479" y="5292646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85554"/>
              </p:ext>
            </p:extLst>
          </p:nvPr>
        </p:nvGraphicFramePr>
        <p:xfrm>
          <a:off x="5190479" y="5651739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154526"/>
                <a:gridCol w="20828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</a:rPr>
                        <a:t> LTV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69275"/>
              </p:ext>
            </p:extLst>
          </p:nvPr>
        </p:nvGraphicFramePr>
        <p:xfrm>
          <a:off x="5190479" y="6010831"/>
          <a:ext cx="4362760" cy="2438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77946"/>
                <a:gridCol w="784860"/>
                <a:gridCol w="800100"/>
                <a:gridCol w="807720"/>
                <a:gridCol w="784860"/>
                <a:gridCol w="607274"/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AMDC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V="1">
            <a:off x="7764780" y="4469237"/>
            <a:ext cx="0" cy="1939183"/>
          </a:xfrm>
          <a:prstGeom prst="line">
            <a:avLst/>
          </a:prstGeom>
          <a:ln w="38100">
            <a:solidFill>
              <a:srgbClr val="99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4918" y="6408420"/>
            <a:ext cx="134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e.g. </a:t>
            </a:r>
          </a:p>
          <a:p>
            <a:r>
              <a:rPr lang="en-US" sz="1200" dirty="0" smtClean="0"/>
              <a:t>as of 12/20/2013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43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LLPA: CALCULATION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/>
                            </a:rPr>
                            <m:t>𝑳𝑳𝑷𝑨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501198"/>
                <a:ext cx="4218719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5204559" y="1216236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25605" y="1046959"/>
            <a:ext cx="223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949844" y="1217718"/>
            <a:ext cx="0" cy="887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971" y="1875647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6043" y="3735944"/>
            <a:ext cx="2363603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Time-dependent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𝑳𝑳𝑷𝑨</m:t>
                      </m:r>
                      <m:r>
                        <a:rPr lang="en-US" sz="1400" b="0" i="1" smtClean="0">
                          <a:latin typeface="Cambria Math"/>
                        </a:rPr>
                        <m:t>/4)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507759"/>
                <a:ext cx="4057521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oan Level with LLPA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882208"/>
                <a:ext cx="401218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252745" y="2286000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Captures LLPA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incentive using corresponding LLPA table, based on time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216" y="2292561"/>
            <a:ext cx="4324349" cy="738664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Doesn’t capture LLPA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Refinance incentive should change when LLPA changes</a:t>
            </a:r>
          </a:p>
        </p:txBody>
      </p:sp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5208850"/>
              </p:ext>
            </p:extLst>
          </p:nvPr>
        </p:nvGraphicFramePr>
        <p:xfrm>
          <a:off x="290730" y="4091940"/>
          <a:ext cx="644534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32139" y="4226896"/>
            <a:ext cx="24243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Models using constant LLPA and time-dependent LLPA show fairly similar results.</a:t>
            </a:r>
          </a:p>
          <a:p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However, new </a:t>
            </a:r>
            <a:r>
              <a:rPr lang="en-US" sz="1400" dirty="0">
                <a:latin typeface="+mn-lt"/>
              </a:rPr>
              <a:t>time-dependent LLPA </a:t>
            </a:r>
            <a:r>
              <a:rPr lang="en-US" sz="1400" dirty="0" smtClean="0">
                <a:latin typeface="+mn-lt"/>
              </a:rPr>
              <a:t>model makes it possible to capture major LLPA changes in the future.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496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REFI INDEX VS DIFFERENT LLPA INCENTIVE MODELS</a:t>
            </a:r>
            <a:endParaRPr lang="en-US" sz="1200" b="0" dirty="0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240905"/>
              </p:ext>
            </p:extLst>
          </p:nvPr>
        </p:nvGraphicFramePr>
        <p:xfrm>
          <a:off x="1584103" y="40157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439525"/>
              </p:ext>
            </p:extLst>
          </p:nvPr>
        </p:nvGraphicFramePr>
        <p:xfrm>
          <a:off x="1584103" y="113034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 rot="10800000">
            <a:off x="672822" y="123444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Pool Level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</a:t>
            </a:r>
          </a:p>
          <a:p>
            <a:pPr algn="ctr"/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 rot="10800000">
            <a:off x="672822" y="4114800"/>
            <a:ext cx="923330" cy="21640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Loan Level with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Time-dependent LLPA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&amp; </a:t>
            </a:r>
            <a:r>
              <a:rPr lang="en-US" sz="1600" dirty="0" err="1" smtClean="0">
                <a:solidFill>
                  <a:schemeClr val="bg1"/>
                </a:solidFill>
                <a:latin typeface="+mn-lt"/>
              </a:rPr>
              <a:t>Refi</a:t>
            </a:r>
            <a:r>
              <a:rPr lang="en-US" sz="1600" dirty="0" smtClean="0">
                <a:solidFill>
                  <a:schemeClr val="bg1"/>
                </a:solidFill>
                <a:latin typeface="+mn-lt"/>
              </a:rPr>
              <a:t> Index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5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LOAN-LEVEL WITH TIME-DEPENDENT LLPA AND PMI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788920" y="3735944"/>
            <a:ext cx="182118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PMI cost, which is a major factor for high LTV borrowers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2138" y="3910637"/>
            <a:ext cx="24243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PMI creates additional costs for high LTV borrowers.</a:t>
            </a:r>
            <a:endParaRPr lang="en-US" sz="1400" dirty="0">
              <a:latin typeface="+mn-lt"/>
            </a:endParaRPr>
          </a:p>
          <a:p>
            <a:r>
              <a:rPr lang="en-US" sz="1400" dirty="0" smtClean="0">
                <a:latin typeface="+mn-lt"/>
              </a:rPr>
              <a:t>Thus, it lowers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borrower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37734"/>
              </p:ext>
            </p:extLst>
          </p:nvPr>
        </p:nvGraphicFramePr>
        <p:xfrm>
          <a:off x="5798888" y="1106379"/>
          <a:ext cx="3657600" cy="1905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740-759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720-739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700-719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680-699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660-679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640-659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620-639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0489542"/>
              </p:ext>
            </p:extLst>
          </p:nvPr>
        </p:nvGraphicFramePr>
        <p:xfrm>
          <a:off x="437929" y="4074498"/>
          <a:ext cx="630577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32139" y="5003988"/>
            <a:ext cx="24243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High LTV charges reduce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opportunities for those whose house value has declined. 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7363296" y="4853986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7363295" y="5815595"/>
            <a:ext cx="1548674" cy="150002"/>
          </a:xfrm>
          <a:prstGeom prst="triangl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925457" y="6020012"/>
            <a:ext cx="2424349" cy="923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Affordable Refinance Program (HARP)</a:t>
            </a:r>
          </a:p>
        </p:txBody>
      </p:sp>
    </p:spTree>
    <p:extLst>
      <p:ext uri="{BB962C8B-B14F-4D97-AF65-F5344CB8AC3E}">
        <p14:creationId xmlns:p14="http://schemas.microsoft.com/office/powerpoint/2010/main" val="12370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2" grpId="0"/>
      <p:bldP spid="25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EFFECT: MORTGAGE CHARGES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Underestimates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  <m:r>
                      <a:rPr lang="en-US" sz="1400" b="1" i="1" smtClean="0">
                        <a:latin typeface="Cambria Math"/>
                      </a:rPr>
                      <m:t>%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6560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690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a cap of 0.75%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25267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55344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82962" y="3325742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Blue color area has value &gt; 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63" y="5751374"/>
            <a:ext cx="1525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Extends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LTVs to &gt;97%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62" y="3937099"/>
            <a:ext cx="1525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Notice the cap is not only for the base LLPA matrix;</a:t>
            </a:r>
          </a:p>
          <a:p>
            <a:r>
              <a:rPr lang="en-US" sz="1400" dirty="0" smtClean="0">
                <a:latin typeface="+mn-lt"/>
              </a:rPr>
              <a:t>Will affect property type/ loan size as well</a:t>
            </a:r>
          </a:p>
        </p:txBody>
      </p:sp>
    </p:spTree>
    <p:extLst>
      <p:ext uri="{BB962C8B-B14F-4D97-AF65-F5344CB8AC3E}">
        <p14:creationId xmlns:p14="http://schemas.microsoft.com/office/powerpoint/2010/main" val="195289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HARP Effect</a:t>
            </a:r>
            <a:endParaRPr lang="en-US" sz="12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/>
                                </a:rPr>
                                <m:t>𝑳𝑳𝑷𝑨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1400" b="0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318317"/>
                <a:ext cx="4507772" cy="494879"/>
              </a:xfrm>
              <a:prstGeom prst="rect">
                <a:avLst/>
              </a:prstGeom>
              <a:blipFill rotWithShape="1"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𝐿𝐿𝑃𝐴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𝑃𝑟𝑜𝑝𝑒𝑟𝑡𝑦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𝑇𝑦𝑝𝑒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𝐿𝑜𝑎𝑛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𝑆𝑖𝑧𝑒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1" i="1" smtClean="0">
                          <a:latin typeface="Cambria Math"/>
                        </a:rPr>
                        <m:t>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692766"/>
                <a:ext cx="4153894" cy="307777"/>
              </a:xfrm>
              <a:prstGeom prst="rect">
                <a:avLst/>
              </a:prstGeom>
              <a:blipFill rotWithShape="1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4621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5296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LLPA &amp;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928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Did not capture the HARP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Underestimate the </a:t>
            </a:r>
            <a:r>
              <a:rPr lang="en-US" sz="1400" dirty="0" err="1" smtClean="0"/>
              <a:t>refinancibles</a:t>
            </a:r>
            <a:r>
              <a:rPr lang="en-US" sz="1400" dirty="0" smtClean="0"/>
              <a:t> percentage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𝑃𝑀𝐼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7" y="1974166"/>
                <a:ext cx="1845442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1" y="1841506"/>
                <a:ext cx="2591543" cy="460062"/>
              </a:xfrm>
              <a:prstGeom prst="rect">
                <a:avLst/>
              </a:prstGeom>
              <a:blipFill rotWithShape="1">
                <a:blip r:embed="rId5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1" i="1" smtClean="0">
                          <a:latin typeface="Cambria Math"/>
                        </a:rPr>
                        <m:t>𝑨𝒅𝒅𝒊𝒕𝒊𝒐𝒏𝒂𝒍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𝑪𝒐𝒔𝒕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832092" cy="307777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1812407"/>
                <a:ext cx="1684564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𝑪𝒂𝒑</m:t>
                    </m:r>
                    <m:r>
                      <a:rPr lang="en-US" sz="1400" b="1" i="1" smtClean="0">
                        <a:latin typeface="Cambria Math"/>
                      </a:rPr>
                      <m:t> </m:t>
                    </m:r>
                    <m:r>
                      <a:rPr lang="en-US" sz="1400" b="1" i="1" smtClean="0">
                        <a:latin typeface="Cambria Math"/>
                      </a:rPr>
                      <m:t>𝟎</m:t>
                    </m:r>
                    <m:r>
                      <a:rPr lang="en-US" sz="1400" b="1" i="1" smtClean="0">
                        <a:latin typeface="Cambria Math"/>
                      </a:rPr>
                      <m:t>.</m:t>
                    </m:r>
                    <m:r>
                      <a:rPr lang="en-US" sz="1400" b="1" i="1" smtClean="0">
                        <a:latin typeface="Cambria Math"/>
                      </a:rPr>
                      <m:t>𝟕𝟓</m:t>
                    </m:r>
                  </m:oMath>
                </a14:m>
                <a:endParaRPr lang="en-US" sz="14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5" y="2039511"/>
                <a:ext cx="2495748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Use </a:t>
            </a:r>
            <a:r>
              <a:rPr lang="en-US" sz="1400" dirty="0" err="1" smtClean="0"/>
              <a:t>Refi</a:t>
            </a:r>
            <a:r>
              <a:rPr lang="en-US" sz="1400" dirty="0" smtClean="0"/>
              <a:t>-Plus LLPA with cap 0.75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the HARP effect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108"/>
              </p:ext>
            </p:extLst>
          </p:nvPr>
        </p:nvGraphicFramePr>
        <p:xfrm>
          <a:off x="1409477" y="3155734"/>
          <a:ext cx="6705600" cy="20288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59510"/>
              </p:ext>
            </p:extLst>
          </p:nvPr>
        </p:nvGraphicFramePr>
        <p:xfrm>
          <a:off x="1409477" y="5322094"/>
          <a:ext cx="6705600" cy="1838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97.01-105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>
            <a:off x="681930" y="3223260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smtClean="0">
                <a:latin typeface="+mn-lt"/>
              </a:rPr>
              <a:t>Regular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LLPA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rot="10800000">
            <a:off x="681930" y="5322094"/>
            <a:ext cx="400110" cy="1905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LLPA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2962" y="3533954"/>
            <a:ext cx="1525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All with Cap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2961" y="4021871"/>
            <a:ext cx="152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Fairly close to each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4378" y="4570033"/>
            <a:ext cx="15253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We use capped regular LLPA as a proxy.</a:t>
            </a:r>
          </a:p>
          <a:p>
            <a:r>
              <a:rPr lang="en-US" sz="1400" dirty="0" smtClean="0">
                <a:latin typeface="+mn-lt"/>
              </a:rPr>
              <a:t>Because we don’t have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 Plus matrix in our database.</a:t>
            </a:r>
          </a:p>
        </p:txBody>
      </p:sp>
      <p:sp>
        <p:nvSpPr>
          <p:cNvPr id="29" name="TextBox 28"/>
          <p:cNvSpPr txBox="1"/>
          <p:nvPr/>
        </p:nvSpPr>
        <p:spPr>
          <a:xfrm rot="10800000">
            <a:off x="260312" y="3155733"/>
            <a:ext cx="430887" cy="40046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+mn-lt"/>
              </a:rPr>
              <a:t>After Cap</a:t>
            </a:r>
          </a:p>
        </p:txBody>
      </p:sp>
    </p:spTree>
    <p:extLst>
      <p:ext uri="{BB962C8B-B14F-4D97-AF65-F5344CB8AC3E}">
        <p14:creationId xmlns:p14="http://schemas.microsoft.com/office/powerpoint/2010/main" val="116988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05393"/>
              </p:ext>
            </p:extLst>
          </p:nvPr>
        </p:nvGraphicFramePr>
        <p:xfrm>
          <a:off x="329565" y="1154795"/>
          <a:ext cx="670369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HOW HARP AFFECTS THE REFINANCIBLE UNIVERSE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significantly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for the loans originated before June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 converge:</a:t>
            </a:r>
          </a:p>
          <a:p>
            <a:r>
              <a:rPr lang="en-US" sz="1400" dirty="0" smtClean="0">
                <a:latin typeface="+mn-lt"/>
              </a:rPr>
              <a:t>High LTV borrower decrease through time.</a:t>
            </a:r>
          </a:p>
        </p:txBody>
      </p:sp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3845758"/>
              </p:ext>
            </p:extLst>
          </p:nvPr>
        </p:nvGraphicFramePr>
        <p:xfrm>
          <a:off x="175260" y="4164695"/>
          <a:ext cx="68579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246642" y="453217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Most (80%) of the borrowers who are eligible for HARP have already refinanced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6642" y="5352932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balance has decreased from 500B to 100B</a:t>
            </a:r>
          </a:p>
        </p:txBody>
      </p:sp>
    </p:spTree>
    <p:extLst>
      <p:ext uri="{BB962C8B-B14F-4D97-AF65-F5344CB8AC3E}">
        <p14:creationId xmlns:p14="http://schemas.microsoft.com/office/powerpoint/2010/main" val="9270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31520" y="435355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LOAN-LEVEL INCENTIVES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2240161"/>
            <a:ext cx="2506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HARP increases the </a:t>
            </a:r>
            <a:r>
              <a:rPr lang="en-US" sz="1400" dirty="0" err="1" smtClean="0">
                <a:latin typeface="+mn-lt"/>
              </a:rPr>
              <a:t>refinancible</a:t>
            </a:r>
            <a:r>
              <a:rPr lang="en-US" sz="1400" dirty="0" smtClean="0">
                <a:latin typeface="+mn-lt"/>
              </a:rPr>
              <a:t> percentage by 20% on 2011, then gradually converges to the “regular” </a:t>
            </a:r>
            <a:r>
              <a:rPr lang="en-US" sz="1400" dirty="0" err="1" smtClean="0">
                <a:latin typeface="+mn-lt"/>
              </a:rPr>
              <a:t>refinanceable</a:t>
            </a:r>
            <a:r>
              <a:rPr lang="en-US" sz="1400" dirty="0" smtClean="0">
                <a:latin typeface="+mn-lt"/>
              </a:rPr>
              <a:t> curve.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6642" y="3372096"/>
            <a:ext cx="2506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curves converge: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High LTV borrower balances decrease, </a:t>
            </a:r>
            <a:r>
              <a:rPr lang="en-US" sz="1400" dirty="0" err="1" smtClean="0">
                <a:latin typeface="+mn-lt"/>
              </a:rPr>
              <a:t>refi</a:t>
            </a:r>
            <a:r>
              <a:rPr lang="en-US" sz="1400" dirty="0" smtClean="0">
                <a:latin typeface="+mn-lt"/>
              </a:rPr>
              <a:t>-percentage for regular LLPA is high enough;</a:t>
            </a:r>
          </a:p>
          <a:p>
            <a:pPr marL="342900" indent="-342900">
              <a:buAutoNum type="arabicParenR"/>
            </a:pPr>
            <a:r>
              <a:rPr lang="en-US" sz="1400" dirty="0" smtClean="0">
                <a:latin typeface="+mn-lt"/>
              </a:rPr>
              <a:t>Most </a:t>
            </a:r>
            <a:r>
              <a:rPr lang="en-US" sz="1400" dirty="0" err="1" smtClean="0">
                <a:latin typeface="+mn-lt"/>
              </a:rPr>
              <a:t>HARPable</a:t>
            </a:r>
            <a:r>
              <a:rPr lang="en-US" sz="1400" dirty="0" smtClean="0">
                <a:latin typeface="+mn-lt"/>
              </a:rPr>
              <a:t> borrowers already refinanced.</a:t>
            </a: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168474"/>
              </p:ext>
            </p:extLst>
          </p:nvPr>
        </p:nvGraphicFramePr>
        <p:xfrm>
          <a:off x="460534" y="1429115"/>
          <a:ext cx="6645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1253" y="1220398"/>
            <a:ext cx="219843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HARP Increase </a:t>
            </a:r>
            <a:r>
              <a:rPr lang="en-US" sz="1200" b="1" dirty="0" err="1" smtClean="0">
                <a:latin typeface="+mn-lt"/>
              </a:rPr>
              <a:t>Refinancible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0765" y="4223810"/>
            <a:ext cx="261940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New Loan Level Model vs Pool Level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232563"/>
              </p:ext>
            </p:extLst>
          </p:nvPr>
        </p:nvGraphicFramePr>
        <p:xfrm>
          <a:off x="339112" y="4408029"/>
          <a:ext cx="69270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935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Model with HARP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08621" y="1245403"/>
            <a:ext cx="2495539" cy="4754880"/>
            <a:chOff x="308621" y="1704507"/>
            <a:chExt cx="2495539" cy="4754880"/>
          </a:xfrm>
        </p:grpSpPr>
        <p:sp>
          <p:nvSpPr>
            <p:cNvPr id="3" name="Rectangle 2"/>
            <p:cNvSpPr/>
            <p:nvPr/>
          </p:nvSpPr>
          <p:spPr>
            <a:xfrm>
              <a:off x="308621" y="1704509"/>
              <a:ext cx="2270760" cy="45769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Pool Level</a:t>
              </a:r>
              <a:endParaRPr lang="en-US" sz="14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8621" y="2381117"/>
              <a:ext cx="2270760" cy="45769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Loan Level</a:t>
              </a:r>
              <a:endParaRPr lang="en-US" sz="14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8621" y="3057725"/>
              <a:ext cx="2270760" cy="45769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Loan Level with LLPA</a:t>
              </a:r>
              <a:endParaRPr lang="en-US" sz="14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08621" y="3734333"/>
              <a:ext cx="2270760" cy="67604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Loan Level with Time-Dependent LLPA</a:t>
              </a:r>
              <a:endParaRPr lang="en-US" sz="14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8621" y="4629292"/>
              <a:ext cx="2270760" cy="45769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Loan Level with LLPA + PMI</a:t>
              </a:r>
              <a:endParaRPr lang="en-US" sz="14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08621" y="5305903"/>
              <a:ext cx="2270760" cy="45769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Loan Level with HARP</a:t>
              </a:r>
              <a:endParaRPr lang="en-US" sz="1400" dirty="0"/>
            </a:p>
          </p:txBody>
        </p:sp>
        <p:sp>
          <p:nvSpPr>
            <p:cNvPr id="4" name="Down Arrow 3"/>
            <p:cNvSpPr/>
            <p:nvPr/>
          </p:nvSpPr>
          <p:spPr>
            <a:xfrm>
              <a:off x="2697480" y="1704507"/>
              <a:ext cx="106680" cy="430160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8621" y="6006111"/>
              <a:ext cx="2270760" cy="4532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Closer to Reality</a:t>
              </a:r>
              <a:endParaRPr lang="en-US" sz="1400" dirty="0"/>
            </a:p>
          </p:txBody>
        </p:sp>
      </p:grpSp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606536"/>
              </p:ext>
            </p:extLst>
          </p:nvPr>
        </p:nvGraphicFramePr>
        <p:xfrm>
          <a:off x="3086100" y="1056887"/>
          <a:ext cx="6666595" cy="2645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210633"/>
              </p:ext>
            </p:extLst>
          </p:nvPr>
        </p:nvGraphicFramePr>
        <p:xfrm>
          <a:off x="2903221" y="3759135"/>
          <a:ext cx="691048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673167"/>
              </p:ext>
            </p:extLst>
          </p:nvPr>
        </p:nvGraphicFramePr>
        <p:xfrm>
          <a:off x="2956561" y="3747169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574071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3676593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2945244"/>
              </p:ext>
            </p:extLst>
          </p:nvPr>
        </p:nvGraphicFramePr>
        <p:xfrm>
          <a:off x="2956561" y="3750443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480734"/>
              </p:ext>
            </p:extLst>
          </p:nvPr>
        </p:nvGraphicFramePr>
        <p:xfrm>
          <a:off x="2956561" y="3730147"/>
          <a:ext cx="69128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8621" y="6418012"/>
            <a:ext cx="8888719" cy="646331"/>
          </a:xfrm>
          <a:prstGeom prst="rect">
            <a:avLst/>
          </a:prstGeom>
          <a:noFill/>
          <a:ln w="1905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Two problems: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+mn-lt"/>
              </a:rPr>
              <a:t>The current methodology does not capture PMI a borrower is currently paying.</a:t>
            </a:r>
            <a:endParaRPr lang="en-US" sz="1200" dirty="0" smtClean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sz="1200" dirty="0" smtClean="0">
                <a:latin typeface="+mn-lt"/>
              </a:rPr>
              <a:t>The </a:t>
            </a:r>
            <a:r>
              <a:rPr lang="en-US" sz="1200" dirty="0">
                <a:latin typeface="+mn-lt"/>
              </a:rPr>
              <a:t>FGLMC loan level data is missing 2005 and earlier </a:t>
            </a:r>
            <a:r>
              <a:rPr lang="en-US" sz="1200" dirty="0" smtClean="0">
                <a:latin typeface="+mn-lt"/>
              </a:rPr>
              <a:t>loans</a:t>
            </a:r>
          </a:p>
        </p:txBody>
      </p:sp>
    </p:spTree>
    <p:extLst>
      <p:ext uri="{BB962C8B-B14F-4D97-AF65-F5344CB8AC3E}">
        <p14:creationId xmlns:p14="http://schemas.microsoft.com/office/powerpoint/2010/main" val="3266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  <p:bldGraphic spid="24" grpId="0">
        <p:bldAsOne/>
      </p:bldGraphic>
      <p:bldGraphic spid="25" grpId="0">
        <p:bldAsOne/>
      </p:bldGraphic>
      <p:bldGraphic spid="26" grpId="0">
        <p:bldAsOne/>
      </p:bldGraphic>
      <p:bldGraphic spid="27" grpId="0">
        <p:bldAsOne/>
      </p:bldGraphic>
      <p:bldGraphic spid="2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1:</a:t>
            </a:r>
            <a:br>
              <a:rPr lang="en-US" dirty="0" smtClean="0"/>
            </a:br>
            <a:r>
              <a:rPr lang="en-US" dirty="0" smtClean="0"/>
              <a:t>Current Paying PMI</a:t>
            </a:r>
            <a:endParaRPr lang="en-US" sz="12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48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b="1" dirty="0" smtClean="0"/>
                  <a:t>+ </a:t>
                </a:r>
                <a:r>
                  <a:rPr lang="en-US" sz="1400" b="1" i="1" dirty="0">
                    <a:latin typeface="Cambria Math"/>
                  </a:rPr>
                  <a:t>Current Paying PMI</a:t>
                </a: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9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8890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Adjust the </a:t>
            </a:r>
            <a:r>
              <a:rPr lang="en-US" sz="1400" dirty="0" err="1" smtClean="0"/>
              <a:t>refinancible</a:t>
            </a:r>
            <a:r>
              <a:rPr lang="en-US" sz="1400" dirty="0" smtClean="0"/>
              <a:t>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Capture current paying PMI</a:t>
            </a:r>
            <a:endParaRPr lang="en-US" sz="1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𝑅𝑒𝑔𝑢𝑙𝑎𝑟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𝐻𝐴𝑅𝑃</m:t>
                              </m:r>
                              <m:r>
                                <a:rPr lang="en-US" sz="1400" b="0" i="1" smtClean="0">
                                  <a:latin typeface="Cambria Math"/>
                                </a:rPr>
                                <m:t>: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8" y="1841506"/>
                <a:ext cx="2591543" cy="460062"/>
              </a:xfrm>
              <a:prstGeom prst="rect">
                <a:avLst/>
              </a:prstGeom>
              <a:blipFill rotWithShape="1">
                <a:blip r:embed="rId4"/>
                <a:stretch>
                  <a:fillRect t="-132895" b="-20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sz="1400" i="1" smtClean="0">
                          <a:latin typeface="Cambria Math"/>
                        </a:rPr>
                        <m:t>=</m:t>
                      </m:r>
                      <m:r>
                        <a:rPr lang="en-US" sz="1400" b="0" i="1">
                          <a:latin typeface="Cambria Math"/>
                        </a:rPr>
                        <m:t>𝑂𝑟𝑖𝑔𝑁𝑜𝑡𝑒𝑅𝑎𝑡𝑒</m:t>
                      </m:r>
                      <m:r>
                        <a:rPr lang="en-US" sz="1400" i="1">
                          <a:latin typeface="Cambria Math"/>
                        </a:rPr>
                        <m:t>−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 smtClean="0">
                          <a:latin typeface="Cambria Math"/>
                        </a:rPr>
                        <m:t>+</m:t>
                      </m:r>
                      <m:r>
                        <a:rPr lang="en-US" sz="1400" b="0" i="1" smtClean="0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𝐶𝑜𝑠𝑡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9" y="1411867"/>
                <a:ext cx="4832092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latin typeface="Cambria Math"/>
                  </a:rPr>
                  <a:t>Regular</a:t>
                </a:r>
                <a:r>
                  <a:rPr lang="en-US" sz="1400" b="0" dirty="0" smtClean="0"/>
                  <a:t> </a:t>
                </a:r>
                <a:r>
                  <a:rPr lang="en-US" sz="1400" i="1" dirty="0">
                    <a:latin typeface="Cambria Math"/>
                  </a:rPr>
                  <a:t>LLPA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+</m:t>
                    </m:r>
                    <m:r>
                      <a:rPr lang="en-US" sz="1400" i="1">
                        <a:latin typeface="Cambria Math"/>
                      </a:rPr>
                      <m:t>𝑃𝑀𝐼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1812407"/>
                <a:ext cx="1684564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1087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>
                    <a:latin typeface="Cambria Math"/>
                  </a:rPr>
                  <a:t>Refi Plus LLPA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𝑤𝑖𝑡h</m:t>
                    </m:r>
                    <m:r>
                      <a:rPr lang="en-US" sz="1400" b="0" i="1" smtClean="0">
                        <a:latin typeface="Cambria Math"/>
                      </a:rPr>
                      <m:t> </m:t>
                    </m:r>
                    <m:r>
                      <a:rPr lang="en-US" sz="1400" b="0" i="1" smtClean="0">
                        <a:latin typeface="Cambria Math"/>
                      </a:rPr>
                      <m:t>𝐶𝑎𝑝</m:t>
                    </m:r>
                    <m:r>
                      <a:rPr lang="en-US" sz="1400" b="0" i="1" smtClean="0">
                        <a:latin typeface="Cambria Math"/>
                      </a:rPr>
                      <m:t> 0.75</m:t>
                    </m:r>
                  </m:oMath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972" y="2039511"/>
                <a:ext cx="249574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733"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>
            <a:off x="387994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94740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HARP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6797" y="247244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current methodology does not capture PMI a borrower is currently </a:t>
            </a:r>
            <a:r>
              <a:rPr lang="en-US" sz="1400" dirty="0" smtClean="0"/>
              <a:t>paying.</a:t>
            </a:r>
            <a:endParaRPr lang="en-US" sz="1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/>
                        </a:rPr>
                        <m:t>𝑪𝒖𝒓𝒓𝒆𝒏𝒕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𝑷𝒂𝒚𝒊𝒏𝒈</m:t>
                      </m:r>
                      <m:r>
                        <a:rPr lang="en-US" sz="1400" b="1" i="1" smtClean="0">
                          <a:latin typeface="Cambria Math"/>
                        </a:rPr>
                        <m:t> </m:t>
                      </m:r>
                      <m:r>
                        <a:rPr lang="en-US" sz="1400" b="1" i="1" smtClean="0">
                          <a:latin typeface="Cambria Math"/>
                        </a:rPr>
                        <m:t>𝑷𝑴𝑰</m:t>
                      </m:r>
                      <m:r>
                        <a:rPr lang="en-US" sz="1400" b="0" i="1" smtClean="0">
                          <a:latin typeface="Cambria Math"/>
                        </a:rPr>
                        <m:t>=</m:t>
                      </m:r>
                      <m:r>
                        <a:rPr lang="en-US" sz="1400" b="0" i="1" smtClean="0">
                          <a:latin typeface="Cambria Math"/>
                        </a:rPr>
                        <m:t>𝑓</m:t>
                      </m:r>
                      <m:r>
                        <a:rPr lang="en-US" sz="1400" b="0" i="1" smtClean="0">
                          <a:latin typeface="Cambria Math"/>
                        </a:rPr>
                        <m:t>(</m:t>
                      </m:r>
                      <m:r>
                        <a:rPr lang="en-US" sz="1400" b="0" i="1" smtClean="0">
                          <a:latin typeface="Cambria Math"/>
                        </a:rPr>
                        <m:t>𝑂</m:t>
                      </m:r>
                      <m:r>
                        <a:rPr lang="en-US" sz="1400" b="0" i="1" smtClean="0">
                          <a:latin typeface="Cambria Math"/>
                        </a:rPr>
                        <m:t>𝐿𝑇𝑉</m:t>
                      </m:r>
                      <m:r>
                        <a:rPr lang="en-US" sz="1400" b="0" i="1" smtClean="0">
                          <a:latin typeface="Cambria Math"/>
                        </a:rPr>
                        <m:t>, </m:t>
                      </m:r>
                      <m:r>
                        <a:rPr lang="en-US" sz="1400" b="0" i="1" smtClean="0">
                          <a:latin typeface="Cambria Math"/>
                        </a:rPr>
                        <m:t>𝐹𝐼𝐶𝑂</m:t>
                      </m:r>
                      <m:r>
                        <a:rPr lang="en-US" sz="1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b="0" dirty="0" smtClean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720" y="2039511"/>
                <a:ext cx="3434723" cy="307777"/>
              </a:xfrm>
              <a:prstGeom prst="rect">
                <a:avLst/>
              </a:prstGeom>
              <a:blipFill rotWithShape="1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05181" y="3894892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closer to pool level estimation.</a:t>
            </a:r>
            <a:endParaRPr lang="en-US" sz="1400" dirty="0" smtClean="0">
              <a:latin typeface="+mn-l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05182" y="5288042"/>
            <a:ext cx="24484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+mn-lt"/>
              </a:defRPr>
            </a:lvl1pPr>
          </a:lstStyle>
          <a:p>
            <a:r>
              <a:rPr lang="en-US" dirty="0" smtClean="0"/>
              <a:t>We </a:t>
            </a:r>
            <a:r>
              <a:rPr lang="en-US" dirty="0"/>
              <a:t>can only use a PMI number as a function of OLTV and FICO, which, in fact, is a function of OLTV, FICO and </a:t>
            </a:r>
            <a:r>
              <a:rPr lang="en-US" b="1" dirty="0"/>
              <a:t>coverage</a:t>
            </a:r>
            <a:r>
              <a:rPr lang="en-US" dirty="0"/>
              <a:t>. </a:t>
            </a:r>
            <a:r>
              <a:rPr lang="en-US" dirty="0"/>
              <a:t>The PMI difference for highest and lowest coverage is 50 bps, which is quite a large number.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305182" y="4557356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2</a:t>
            </a:r>
            <a:r>
              <a:rPr lang="en-US" sz="1400" dirty="0" smtClean="0">
                <a:latin typeface="+mn-lt"/>
              </a:rPr>
              <a:t>% higher before 2015, 7% higher after 2015.</a:t>
            </a:r>
            <a:endParaRPr lang="en-US" sz="1400" dirty="0" smtClean="0">
              <a:latin typeface="+mn-lt"/>
            </a:endParaRPr>
          </a:p>
        </p:txBody>
      </p:sp>
      <p:graphicFrame>
        <p:nvGraphicFramePr>
          <p:cNvPr id="54" name="Chart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867870"/>
              </p:ext>
            </p:extLst>
          </p:nvPr>
        </p:nvGraphicFramePr>
        <p:xfrm>
          <a:off x="289560" y="4074498"/>
          <a:ext cx="69113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50512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Update 2:</a:t>
            </a:r>
            <a:br>
              <a:rPr lang="en-US" dirty="0" smtClean="0"/>
            </a:br>
            <a:r>
              <a:rPr lang="en-US" dirty="0" smtClean="0"/>
              <a:t>Pre 2005 Loan Effect</a:t>
            </a:r>
            <a:endParaRPr lang="en-US" sz="12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028" y="1687617"/>
                <a:ext cx="2501390" cy="307777"/>
              </a:xfrm>
              <a:prstGeom prst="rect">
                <a:avLst/>
              </a:prstGeom>
              <a:blipFill rotWithShape="1"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  <a:endParaRPr lang="en-US" sz="1400" dirty="0" smtClean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32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220087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26833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43008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We use pool level data for an approximation for the missing 2005 data</a:t>
            </a:r>
            <a:endParaRPr lang="en-US" sz="1400" dirty="0" smtClean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71625" y="3894892"/>
            <a:ext cx="5626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897380" y="3735944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Loan Level with 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97758" y="4767114"/>
            <a:ext cx="24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Result is even closer to the pool level estimation</a:t>
            </a:r>
            <a:endParaRPr lang="en-US" sz="1400" dirty="0" smtClean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−(</m:t>
                      </m:r>
                      <m:r>
                        <a:rPr lang="en-US" sz="1400" i="1">
                          <a:latin typeface="Cambria Math"/>
                        </a:rPr>
                        <m:t>𝑃𝑀𝑀𝑆</m:t>
                      </m:r>
                      <m:r>
                        <a:rPr lang="en-US" sz="1400" b="1" i="1">
                          <a:latin typeface="Cambria Math"/>
                        </a:rPr>
                        <m:t>+</m:t>
                      </m:r>
                      <m:r>
                        <a:rPr lang="en-US" sz="1400" b="0" i="1">
                          <a:latin typeface="Cambria Math"/>
                        </a:rPr>
                        <m:t>𝐴𝑑𝑑𝑖𝑡𝑖𝑜𝑛𝑎𝑙</m:t>
                      </m:r>
                      <m:r>
                        <a:rPr lang="en-US" sz="1400" b="0" i="1">
                          <a:latin typeface="Cambria Math"/>
                        </a:rPr>
                        <m:t> </m:t>
                      </m:r>
                      <m:r>
                        <a:rPr lang="en-US" sz="1400" b="0" i="1">
                          <a:latin typeface="Cambria Math"/>
                        </a:rPr>
                        <m:t>𝐶𝑜𝑠𝑡</m:t>
                      </m:r>
                      <m:r>
                        <a:rPr lang="en-US" sz="1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43" y="1687617"/>
                <a:ext cx="2501390" cy="307777"/>
              </a:xfrm>
              <a:prstGeom prst="rect">
                <a:avLst/>
              </a:prstGeom>
              <a:blipFill rotWithShape="1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𝐼𝑛𝑐𝑒𝑛𝑡𝑖𝑣𝑒</m:t>
                    </m:r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>
                        <a:latin typeface="Cambria Math"/>
                      </a:rPr>
                      <m:t>𝑂𝑟𝑖𝑔𝑁𝑜𝑡𝑒𝑅𝑎𝑡𝑒</m:t>
                    </m:r>
                  </m:oMath>
                </a14:m>
                <a:r>
                  <a:rPr lang="en-US" sz="1400" b="0" dirty="0" smtClean="0"/>
                  <a:t> </a:t>
                </a:r>
                <a:r>
                  <a:rPr lang="en-US" sz="1400" dirty="0" smtClean="0"/>
                  <a:t>+ Current Paying PMI</a:t>
                </a:r>
                <a:endParaRPr lang="en-US" sz="1400" dirty="0" smtClean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7" y="1411867"/>
                <a:ext cx="4104713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4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482642" y="1229358"/>
            <a:ext cx="4348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89388" y="1060081"/>
            <a:ext cx="2135188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Current Paying PMI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563" y="3089663"/>
            <a:ext cx="4324349" cy="523220"/>
          </a:xfrm>
          <a:prstGeom prst="rect">
            <a:avLst/>
          </a:prstGeom>
          <a:noFill/>
          <a:ln w="12700">
            <a:solidFill>
              <a:srgbClr val="2E398A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The FGLMC loan level data is missing 2005 and earlier loans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1" y="1995394"/>
                <a:ext cx="2249269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𝑅𝑒𝑓𝑖𝑛𝑎𝑛𝑐𝑖𝑏𝑙𝑒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𝑃𝑒𝑟𝑐𝑒𝑛𝑡𝑎𝑔𝑒</m:t>
                      </m:r>
                    </m:oMath>
                  </m:oMathPara>
                </a14:m>
                <a:endParaRPr lang="en-US" sz="1400" i="1" dirty="0">
                  <a:latin typeface="Cambria Math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008" y="1995394"/>
                <a:ext cx="2249270" cy="307777"/>
              </a:xfrm>
              <a:prstGeom prst="rect">
                <a:avLst/>
              </a:prstGeom>
              <a:blipFill rotWithShape="1"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en-US" sz="14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 smtClean="0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i="1">
                                      <a:latin typeface="Cambria Math"/>
                                    </a:rPr>
                                    <m:t>𝑅𝑒𝑓𝑖𝑛𝑎𝑛𝑐𝑖𝑏𝑙𝑒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𝑳𝒐𝒂𝒏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i="1">
                                      <a:latin typeface="Cambria Math"/>
                                    </a:rPr>
                                    <m:t>𝐵𝑎𝑙𝑎𝑛𝑐𝑒</m:t>
                                  </m:r>
                                </m:e>
                              </m:nary>
                            </m:e>
                            <m:e>
                              <m:r>
                                <a:rPr lang="en-US" sz="1400" b="0" i="1" smtClean="0">
                                  <a:latin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𝑹𝒆𝒇𝒊𝒏𝒂𝒏𝒄𝒊𝒃𝒍𝒆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𝑷𝒐𝒐𝒍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𝑩𝒂𝒍𝒂𝒏𝒄𝒆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𝑷𝒓𝒆</m:t>
                                  </m:r>
                                  <m:r>
                                    <a:rPr lang="en-US" sz="1400" b="1" i="1" smtClean="0">
                                      <a:latin typeface="Cambria Math"/>
                                    </a:rPr>
                                    <m:t>𝟐𝟎𝟎𝟓</m:t>
                                  </m:r>
                                  <m:r>
                                    <a:rPr lang="en-US" sz="1400" b="1" i="1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eqArr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𝒊𝒏𝒄𝒍𝒖𝒅𝒆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𝑷𝒓𝒆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b="1" i="1" smtClean="0">
                              <a:latin typeface="Cambria Math"/>
                            </a:rPr>
                            <m:t>𝟐𝟎𝟎𝟓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95" y="2306508"/>
                <a:ext cx="4277005" cy="75956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7324244" y="5442734"/>
            <a:ext cx="244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6</a:t>
            </a:r>
            <a:r>
              <a:rPr lang="en-US" sz="1400" dirty="0" smtClean="0">
                <a:latin typeface="+mn-lt"/>
              </a:rPr>
              <a:t>% higher than last step.</a:t>
            </a:r>
            <a:endParaRPr lang="en-US" sz="1400" dirty="0" smtClean="0">
              <a:latin typeface="+mn-lt"/>
            </a:endParaRPr>
          </a:p>
        </p:txBody>
      </p:sp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977702"/>
              </p:ext>
            </p:extLst>
          </p:nvPr>
        </p:nvGraphicFramePr>
        <p:xfrm>
          <a:off x="290446" y="3990201"/>
          <a:ext cx="6876315" cy="3134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𝑅𝑒𝑓𝑖𝑛𝑎𝑛𝑐𝑖𝑏𝑙𝑒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b="1" i="1">
                                  <a:latin typeface="Cambria Math"/>
                                </a:rPr>
                                <m:t>𝑳𝒐𝒂𝒏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𝐵𝑎𝑙𝑎𝑛𝑐𝑒</m:t>
                              </m:r>
                            </m:e>
                          </m:nary>
                        </m:num>
                        <m:den>
                          <m:r>
                            <a:rPr lang="en-US" sz="1400" i="1">
                              <a:latin typeface="Cambria Math"/>
                            </a:rPr>
                            <m:t>𝑇𝑜𝑡𝑎𝑙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𝐵𝑎𝑙𝑎𝑛𝑐𝑒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𝑜𝑓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𝑈𝑛𝑖𝑣𝑒𝑟𝑠𝑒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8" y="2428218"/>
                <a:ext cx="2821798" cy="546625"/>
              </a:xfrm>
              <a:prstGeom prst="rect">
                <a:avLst/>
              </a:prstGeom>
              <a:blipFill rotWithShape="1">
                <a:blip r:embed="rId8"/>
                <a:stretch>
                  <a:fillRect t="-5888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6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/>
          <p:cNvCxnSpPr/>
          <p:nvPr/>
        </p:nvCxnSpPr>
        <p:spPr>
          <a:xfrm>
            <a:off x="708660" y="4368798"/>
            <a:ext cx="610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" y="1358898"/>
            <a:ext cx="61493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Result Comparison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6642" y="1590854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After new updates, Loan level model shows a closer result to the Pool level one after 2013</a:t>
            </a:r>
            <a:endParaRPr lang="en-US" sz="1400" dirty="0" smtClean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46642" y="2544961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Two updates bring us 10% higher estimation.</a:t>
            </a:r>
            <a:endParaRPr lang="en-US" sz="1400" dirty="0" smtClean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93302" y="5348108"/>
            <a:ext cx="2506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Pre-2005 effect contributes 6% increase; while current PMI contributes 2% to 7%</a:t>
            </a:r>
            <a:endParaRPr lang="en-US" sz="1400" dirty="0" smtClean="0">
              <a:latin typeface="+mn-l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93302" y="4747618"/>
            <a:ext cx="2506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Around 10% total increase after 2013; 6% before 2013.</a:t>
            </a:r>
            <a:endParaRPr lang="en-US" sz="1400" dirty="0" smtClean="0">
              <a:latin typeface="+mn-lt"/>
            </a:endParaRPr>
          </a:p>
        </p:txBody>
      </p:sp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982078"/>
              </p:ext>
            </p:extLst>
          </p:nvPr>
        </p:nvGraphicFramePr>
        <p:xfrm>
          <a:off x="236220" y="4451212"/>
          <a:ext cx="7071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97380" y="1189621"/>
            <a:ext cx="369570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After Two Updates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05100" y="4192379"/>
            <a:ext cx="191262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3399117"/>
              </p:ext>
            </p:extLst>
          </p:nvPr>
        </p:nvGraphicFramePr>
        <p:xfrm>
          <a:off x="223252" y="1528176"/>
          <a:ext cx="6876315" cy="2664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064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33587" y="270070"/>
            <a:ext cx="7280116" cy="644102"/>
          </a:xfrm>
        </p:spPr>
        <p:txBody>
          <a:bodyPr/>
          <a:lstStyle/>
          <a:p>
            <a:r>
              <a:rPr lang="en-US" dirty="0" smtClean="0"/>
              <a:t>CONTACT INFORMATION</a:t>
            </a:r>
            <a:br>
              <a:rPr lang="en-US" dirty="0" smtClean="0"/>
            </a:br>
            <a:r>
              <a:rPr lang="en-US" sz="1200" b="0" dirty="0"/>
              <a:t>For further information, please contact:</a:t>
            </a:r>
          </a:p>
        </p:txBody>
      </p:sp>
      <p:sp>
        <p:nvSpPr>
          <p:cNvPr id="3" name="Rectangle 2"/>
          <p:cNvSpPr/>
          <p:nvPr/>
        </p:nvSpPr>
        <p:spPr>
          <a:xfrm>
            <a:off x="2533587" y="3356357"/>
            <a:ext cx="5029200" cy="461507"/>
          </a:xfrm>
          <a:prstGeom prst="rect">
            <a:avLst/>
          </a:prstGeom>
        </p:spPr>
        <p:txBody>
          <a:bodyPr lIns="91288" tIns="45642" rIns="91288" bIns="45642">
            <a:spAutoFit/>
          </a:bodyPr>
          <a:lstStyle/>
          <a:p>
            <a:pPr algn="ctr">
              <a:buClr>
                <a:schemeClr val="tx2"/>
              </a:buClr>
              <a:defRPr/>
            </a:pP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8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68464</TotalTime>
  <Words>2502</Words>
  <Application>Microsoft Office PowerPoint</Application>
  <PresentationFormat>Custom</PresentationFormat>
  <Paragraphs>870</Paragraphs>
  <Slides>19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Prepayment on Residential Mortgages</vt:lpstr>
      <vt:lpstr>APPROXIMATING THE REFINANCIBLE UNIVERSE</vt:lpstr>
      <vt:lpstr>LOAN-LEVEL APPROACH TO APPROXIMATING THE REFINANCIBLE UNIVERSE</vt:lpstr>
      <vt:lpstr>LOAN-LEVEL WITH LLPA: LLPA MATRIX</vt:lpstr>
      <vt:lpstr>LOAN-LEVEL WITH LLPA: CALCULATION</vt:lpstr>
      <vt:lpstr>LOAN-LEVEL WITH TIME-DEPENDENT LLPA: LLPA UPDATES</vt:lpstr>
      <vt:lpstr>LOAN-LEVEL WITH TIME-DEPENDENT LLPA: CALCULATION</vt:lpstr>
      <vt:lpstr>REFI INDEX VS DIFFERENT LLPA INCENTIVE MODELS</vt:lpstr>
      <vt:lpstr>LOAN-LEVEL WITH TIME-DEPENDENT LLPA AND PMI</vt:lpstr>
      <vt:lpstr>HARP EFFECT: MORTGAGE CHARGES</vt:lpstr>
      <vt:lpstr>HARP Effect</vt:lpstr>
      <vt:lpstr>HOW HARP AFFECTS THE REFINANCIBLE UNIVERSE</vt:lpstr>
      <vt:lpstr>LOAN-LEVEL INCENTIVES WITH HARP EFFECT</vt:lpstr>
      <vt:lpstr>Loan Level Model with HARP Effect</vt:lpstr>
      <vt:lpstr>Update 1: Current Paying PMI</vt:lpstr>
      <vt:lpstr>Update 2: Pre 2005 Loan Effect</vt:lpstr>
      <vt:lpstr>Result Comparison</vt:lpstr>
      <vt:lpstr>CONTACT INFORMATION For further information, please contact: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1898</cp:revision>
  <cp:lastPrinted>2014-08-14T21:45:56Z</cp:lastPrinted>
  <dcterms:created xsi:type="dcterms:W3CDTF">2011-07-07T12:37:32Z</dcterms:created>
  <dcterms:modified xsi:type="dcterms:W3CDTF">2015-05-21T21:43:33Z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