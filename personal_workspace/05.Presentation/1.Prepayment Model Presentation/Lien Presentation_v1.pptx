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42"/>
  </p:notesMasterIdLst>
  <p:handoutMasterIdLst>
    <p:handoutMasterId r:id="rId43"/>
  </p:handoutMasterIdLst>
  <p:sldIdLst>
    <p:sldId id="433" r:id="rId16"/>
    <p:sldId id="554" r:id="rId17"/>
    <p:sldId id="555" r:id="rId18"/>
    <p:sldId id="556" r:id="rId19"/>
    <p:sldId id="557" r:id="rId20"/>
    <p:sldId id="558" r:id="rId21"/>
    <p:sldId id="559" r:id="rId22"/>
    <p:sldId id="560" r:id="rId23"/>
    <p:sldId id="561" r:id="rId24"/>
    <p:sldId id="563" r:id="rId25"/>
    <p:sldId id="562" r:id="rId26"/>
    <p:sldId id="566" r:id="rId27"/>
    <p:sldId id="564" r:id="rId28"/>
    <p:sldId id="568" r:id="rId29"/>
    <p:sldId id="569" r:id="rId30"/>
    <p:sldId id="570" r:id="rId31"/>
    <p:sldId id="573" r:id="rId32"/>
    <p:sldId id="574" r:id="rId33"/>
    <p:sldId id="575" r:id="rId34"/>
    <p:sldId id="577" r:id="rId35"/>
    <p:sldId id="567" r:id="rId36"/>
    <p:sldId id="565" r:id="rId37"/>
    <p:sldId id="571" r:id="rId38"/>
    <p:sldId id="576" r:id="rId39"/>
    <p:sldId id="539" r:id="rId40"/>
    <p:sldId id="504" r:id="rId41"/>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2B18"/>
    <a:srgbClr val="996633"/>
    <a:srgbClr val="968880"/>
    <a:srgbClr val="2E398A"/>
    <a:srgbClr val="533D2D"/>
    <a:srgbClr val="533D23"/>
    <a:srgbClr val="EFEBE4"/>
    <a:srgbClr val="090909"/>
    <a:srgbClr val="E519CD"/>
    <a:srgbClr val="E1D8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00" d="100"/>
          <a:sy n="100" d="100"/>
        </p:scale>
        <p:origin x="-1512" y="-846"/>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2"/>
    </mc:Choice>
    <mc:Fallback>
      <c:style val="12"/>
    </mc:Fallback>
  </mc:AlternateContent>
  <c:chart>
    <c:autoTitleDeleted val="1"/>
    <c:plotArea>
      <c:layout>
        <c:manualLayout>
          <c:layoutTarget val="inner"/>
          <c:xMode val="edge"/>
          <c:yMode val="edge"/>
          <c:x val="8.0284331032632564E-2"/>
          <c:y val="4.6153842659460646E-2"/>
          <c:w val="0.88414094578388613"/>
          <c:h val="0.86692770541128861"/>
        </c:manualLayout>
      </c:layout>
      <c:pieChart>
        <c:varyColors val="1"/>
        <c:ser>
          <c:idx val="0"/>
          <c:order val="0"/>
          <c:tx>
            <c:strRef>
              <c:f>Sheet1!$B$1</c:f>
              <c:strCache>
                <c:ptCount val="1"/>
                <c:pt idx="0">
                  <c:v>Q1</c:v>
                </c:pt>
              </c:strCache>
            </c:strRef>
          </c:tx>
          <c:dPt>
            <c:idx val="0"/>
            <c:bubble3D val="0"/>
          </c:dPt>
          <c:dPt>
            <c:idx val="1"/>
            <c:bubble3D val="0"/>
          </c:dPt>
          <c:dPt>
            <c:idx val="2"/>
            <c:bubble3D val="0"/>
          </c:dPt>
          <c:dPt>
            <c:idx val="3"/>
            <c:bubble3D val="0"/>
          </c:dPt>
          <c:dPt>
            <c:idx val="4"/>
            <c:bubble3D val="0"/>
          </c:dPt>
          <c:dLbls>
            <c:delete val="1"/>
          </c:dLbls>
          <c:cat>
            <c:strRef>
              <c:f>Sheet1!$A$2:$A$5</c:f>
              <c:strCache>
                <c:ptCount val="4"/>
                <c:pt idx="0">
                  <c:v>Curtail</c:v>
                </c:pt>
                <c:pt idx="1">
                  <c:v>Defualt</c:v>
                </c:pt>
                <c:pt idx="2">
                  <c:v>Turnover</c:v>
                </c:pt>
                <c:pt idx="3">
                  <c:v>Refinancing</c:v>
                </c:pt>
              </c:strCache>
            </c:strRef>
          </c:cat>
          <c:val>
            <c:numRef>
              <c:f>Sheet1!$B$2:$B$5</c:f>
              <c:numCache>
                <c:formatCode>General</c:formatCode>
                <c:ptCount val="4"/>
                <c:pt idx="0">
                  <c:v>10</c:v>
                </c:pt>
                <c:pt idx="1">
                  <c:v>10</c:v>
                </c:pt>
                <c:pt idx="2">
                  <c:v>10</c:v>
                </c:pt>
                <c:pt idx="3">
                  <c:v>10</c:v>
                </c:pt>
              </c:numCache>
            </c:numRef>
          </c:val>
        </c:ser>
        <c:dLbls>
          <c:showLegendKey val="0"/>
          <c:showVal val="1"/>
          <c:showCatName val="0"/>
          <c:showSerName val="0"/>
          <c:showPercent val="0"/>
          <c:showBubbleSize val="0"/>
          <c:showLeaderLines val="1"/>
        </c:dLbls>
        <c:firstSliceAng val="0"/>
      </c:pieChart>
    </c:plotArea>
    <c:plotVisOnly val="1"/>
    <c:dispBlanksAs val="zero"/>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310040493506277"/>
          <c:y val="3.9546124331371904E-2"/>
          <c:w val="0.7674778025024348"/>
          <c:h val="0.74829542212393607"/>
        </c:manualLayout>
      </c:layout>
      <c:lineChart>
        <c:grouping val="standard"/>
        <c:varyColors val="0"/>
        <c:ser>
          <c:idx val="0"/>
          <c:order val="0"/>
          <c:tx>
            <c:strRef>
              <c:f>Sheet1!$B$1</c:f>
              <c:strCache>
                <c:ptCount val="1"/>
                <c:pt idx="0">
                  <c:v>CPR</c:v>
                </c:pt>
              </c:strCache>
            </c:strRef>
          </c:tx>
          <c:marker>
            <c:symbol val="none"/>
          </c:marker>
          <c:cat>
            <c:numRef>
              <c:f>Sheet1!$A$2:$A$12</c:f>
              <c:numCache>
                <c:formatCode>0%</c:formatCode>
                <c:ptCount val="11"/>
                <c:pt idx="0">
                  <c:v>0</c:v>
                </c:pt>
                <c:pt idx="1">
                  <c:v>0.05</c:v>
                </c:pt>
                <c:pt idx="2">
                  <c:v>0.1</c:v>
                </c:pt>
                <c:pt idx="3">
                  <c:v>0.15</c:v>
                </c:pt>
                <c:pt idx="4">
                  <c:v>0.2</c:v>
                </c:pt>
                <c:pt idx="5">
                  <c:v>0.25</c:v>
                </c:pt>
                <c:pt idx="6">
                  <c:v>0.3</c:v>
                </c:pt>
                <c:pt idx="7">
                  <c:v>0.35</c:v>
                </c:pt>
                <c:pt idx="8">
                  <c:v>0.4</c:v>
                </c:pt>
                <c:pt idx="9">
                  <c:v>0.45</c:v>
                </c:pt>
                <c:pt idx="10">
                  <c:v>0.5</c:v>
                </c:pt>
              </c:numCache>
            </c:numRef>
          </c:cat>
          <c:val>
            <c:numRef>
              <c:f>Sheet1!$B$2:$B$12</c:f>
              <c:numCache>
                <c:formatCode>0%</c:formatCode>
                <c:ptCount val="11"/>
                <c:pt idx="0">
                  <c:v>0</c:v>
                </c:pt>
                <c:pt idx="1">
                  <c:v>0.45963991233736312</c:v>
                </c:pt>
                <c:pt idx="2">
                  <c:v>0.71757046351899989</c:v>
                </c:pt>
                <c:pt idx="3">
                  <c:v>0.85775824286382796</c:v>
                </c:pt>
                <c:pt idx="4">
                  <c:v>0.9312805232639999</c:v>
                </c:pt>
                <c:pt idx="5">
                  <c:v>0.96832364797592163</c:v>
                </c:pt>
                <c:pt idx="6">
                  <c:v>0.98615871279900003</c:v>
                </c:pt>
                <c:pt idx="7">
                  <c:v>0.99431199093689426</c:v>
                </c:pt>
                <c:pt idx="8">
                  <c:v>0.99782321766399995</c:v>
                </c:pt>
                <c:pt idx="9">
                  <c:v>0.99923378213458958</c:v>
                </c:pt>
                <c:pt idx="10">
                  <c:v>0.999755859375</c:v>
                </c:pt>
              </c:numCache>
            </c:numRef>
          </c:val>
          <c:smooth val="1"/>
        </c:ser>
        <c:dLbls>
          <c:showLegendKey val="0"/>
          <c:showVal val="0"/>
          <c:showCatName val="0"/>
          <c:showSerName val="0"/>
          <c:showPercent val="0"/>
          <c:showBubbleSize val="0"/>
        </c:dLbls>
        <c:marker val="1"/>
        <c:smooth val="0"/>
        <c:axId val="111514368"/>
        <c:axId val="111516288"/>
      </c:lineChart>
      <c:catAx>
        <c:axId val="111514368"/>
        <c:scaling>
          <c:orientation val="minMax"/>
        </c:scaling>
        <c:delete val="0"/>
        <c:axPos val="b"/>
        <c:title>
          <c:tx>
            <c:rich>
              <a:bodyPr/>
              <a:lstStyle/>
              <a:p>
                <a:pPr>
                  <a:defRPr/>
                </a:pPr>
                <a:r>
                  <a:rPr lang="en-US" dirty="0" smtClean="0"/>
                  <a:t>CPR</a:t>
                </a:r>
                <a:endParaRPr lang="en-US" dirty="0"/>
              </a:p>
            </c:rich>
          </c:tx>
          <c:layout/>
          <c:overlay val="0"/>
        </c:title>
        <c:numFmt formatCode="0%" sourceLinked="1"/>
        <c:majorTickMark val="out"/>
        <c:minorTickMark val="none"/>
        <c:tickLblPos val="nextTo"/>
        <c:spPr>
          <a:ln>
            <a:solidFill>
              <a:schemeClr val="tx2"/>
            </a:solidFill>
          </a:ln>
        </c:spPr>
        <c:crossAx val="111516288"/>
        <c:crosses val="autoZero"/>
        <c:auto val="1"/>
        <c:lblAlgn val="ctr"/>
        <c:lblOffset val="100"/>
        <c:noMultiLvlLbl val="0"/>
      </c:catAx>
      <c:valAx>
        <c:axId val="111516288"/>
        <c:scaling>
          <c:orientation val="minMax"/>
          <c:max val="1.1000000000000001"/>
          <c:min val="0"/>
        </c:scaling>
        <c:delete val="0"/>
        <c:axPos val="l"/>
        <c:title>
          <c:tx>
            <c:rich>
              <a:bodyPr rot="-5400000" vert="horz"/>
              <a:lstStyle/>
              <a:p>
                <a:pPr>
                  <a:defRPr/>
                </a:pPr>
                <a:r>
                  <a:rPr lang="en-US" dirty="0" smtClean="0"/>
                  <a:t>SMM</a:t>
                </a:r>
                <a:endParaRPr lang="en-US" dirty="0"/>
              </a:p>
            </c:rich>
          </c:tx>
          <c:layout/>
          <c:overlay val="0"/>
        </c:title>
        <c:numFmt formatCode="0%" sourceLinked="1"/>
        <c:majorTickMark val="out"/>
        <c:minorTickMark val="none"/>
        <c:tickLblPos val="nextTo"/>
        <c:spPr>
          <a:ln>
            <a:solidFill>
              <a:schemeClr val="tx2"/>
            </a:solidFill>
          </a:ln>
        </c:spPr>
        <c:crossAx val="111514368"/>
        <c:crosses val="autoZero"/>
        <c:crossBetween val="midCat"/>
      </c:valAx>
    </c:plotArea>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real.smm</c:v>
                </c:pt>
              </c:strCache>
            </c:strRef>
          </c:tx>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c:formatCode>
                <c:ptCount val="132"/>
                <c:pt idx="0">
                  <c:v>1.2330393867013701E-2</c:v>
                </c:pt>
                <c:pt idx="1">
                  <c:v>1.1567186821252301E-2</c:v>
                </c:pt>
                <c:pt idx="2">
                  <c:v>2.3034565077320501E-2</c:v>
                </c:pt>
                <c:pt idx="3">
                  <c:v>2.8020803300395799E-2</c:v>
                </c:pt>
                <c:pt idx="4">
                  <c:v>2.2700819861577199E-2</c:v>
                </c:pt>
                <c:pt idx="5">
                  <c:v>1.9253794533869901E-2</c:v>
                </c:pt>
                <c:pt idx="6">
                  <c:v>1.9464447769647002E-2</c:v>
                </c:pt>
                <c:pt idx="7">
                  <c:v>1.98677660874143E-2</c:v>
                </c:pt>
                <c:pt idx="8">
                  <c:v>1.9218368111118499E-2</c:v>
                </c:pt>
                <c:pt idx="9">
                  <c:v>1.92853402843246E-2</c:v>
                </c:pt>
                <c:pt idx="10">
                  <c:v>2.75051984612571E-2</c:v>
                </c:pt>
                <c:pt idx="11">
                  <c:v>3.12073232171684E-2</c:v>
                </c:pt>
                <c:pt idx="12">
                  <c:v>3.0639750033463399E-2</c:v>
                </c:pt>
                <c:pt idx="13">
                  <c:v>2.0579795320494199E-2</c:v>
                </c:pt>
                <c:pt idx="14">
                  <c:v>2.0059851970363699E-2</c:v>
                </c:pt>
                <c:pt idx="15">
                  <c:v>2.0602786526585998E-2</c:v>
                </c:pt>
                <c:pt idx="16">
                  <c:v>1.6200770075270099E-2</c:v>
                </c:pt>
                <c:pt idx="17">
                  <c:v>1.44783716203971E-2</c:v>
                </c:pt>
                <c:pt idx="18">
                  <c:v>1.4442807068932599E-2</c:v>
                </c:pt>
                <c:pt idx="19">
                  <c:v>1.10846226307529E-2</c:v>
                </c:pt>
                <c:pt idx="20">
                  <c:v>9.8050376329836507E-3</c:v>
                </c:pt>
                <c:pt idx="21">
                  <c:v>7.7776505285868797E-3</c:v>
                </c:pt>
                <c:pt idx="22">
                  <c:v>7.0222822303299499E-3</c:v>
                </c:pt>
                <c:pt idx="23">
                  <c:v>6.6748483637007801E-3</c:v>
                </c:pt>
                <c:pt idx="24">
                  <c:v>6.7218369333155604E-3</c:v>
                </c:pt>
                <c:pt idx="25">
                  <c:v>4.8757257874118996E-3</c:v>
                </c:pt>
                <c:pt idx="26">
                  <c:v>5.4204286789339097E-3</c:v>
                </c:pt>
                <c:pt idx="27">
                  <c:v>6.83497614334187E-3</c:v>
                </c:pt>
                <c:pt idx="28">
                  <c:v>6.4935338876731504E-3</c:v>
                </c:pt>
                <c:pt idx="29">
                  <c:v>7.8059744268061402E-3</c:v>
                </c:pt>
                <c:pt idx="30">
                  <c:v>8.3079725457109507E-3</c:v>
                </c:pt>
                <c:pt idx="31">
                  <c:v>7.3968224093583397E-3</c:v>
                </c:pt>
                <c:pt idx="32">
                  <c:v>8.1106607282999295E-3</c:v>
                </c:pt>
                <c:pt idx="33">
                  <c:v>7.1366907527501003E-3</c:v>
                </c:pt>
                <c:pt idx="34">
                  <c:v>7.5151753794758204E-3</c:v>
                </c:pt>
                <c:pt idx="35">
                  <c:v>7.4208164565596297E-3</c:v>
                </c:pt>
                <c:pt idx="36">
                  <c:v>7.5477659833917601E-3</c:v>
                </c:pt>
                <c:pt idx="37">
                  <c:v>1.0840250665636099E-2</c:v>
                </c:pt>
                <c:pt idx="38">
                  <c:v>1.6477199638226501E-2</c:v>
                </c:pt>
                <c:pt idx="39">
                  <c:v>2.29325847657867E-2</c:v>
                </c:pt>
                <c:pt idx="40">
                  <c:v>2.36109906665662E-2</c:v>
                </c:pt>
                <c:pt idx="41">
                  <c:v>2.49157078329004E-2</c:v>
                </c:pt>
                <c:pt idx="42">
                  <c:v>2.1725385930005201E-2</c:v>
                </c:pt>
                <c:pt idx="43">
                  <c:v>2.00262157964235E-2</c:v>
                </c:pt>
                <c:pt idx="44">
                  <c:v>2.06806788851219E-2</c:v>
                </c:pt>
                <c:pt idx="45">
                  <c:v>1.81468645851399E-2</c:v>
                </c:pt>
                <c:pt idx="46">
                  <c:v>2.91733190072954E-2</c:v>
                </c:pt>
                <c:pt idx="47">
                  <c:v>3.6913004409929798E-2</c:v>
                </c:pt>
                <c:pt idx="48">
                  <c:v>3.9783689811958699E-2</c:v>
                </c:pt>
                <c:pt idx="49">
                  <c:v>2.8113133894652399E-2</c:v>
                </c:pt>
                <c:pt idx="50">
                  <c:v>2.3044042749649302E-2</c:v>
                </c:pt>
                <c:pt idx="51">
                  <c:v>2.4156558201845799E-2</c:v>
                </c:pt>
                <c:pt idx="52">
                  <c:v>2.0678489973468901E-2</c:v>
                </c:pt>
                <c:pt idx="53">
                  <c:v>1.8640691118050199E-2</c:v>
                </c:pt>
                <c:pt idx="54">
                  <c:v>1.8414572503238798E-2</c:v>
                </c:pt>
                <c:pt idx="55">
                  <c:v>2.4938581644137699E-2</c:v>
                </c:pt>
                <c:pt idx="56">
                  <c:v>3.5206302138264103E-2</c:v>
                </c:pt>
                <c:pt idx="57">
                  <c:v>4.3156078811892998E-2</c:v>
                </c:pt>
                <c:pt idx="58">
                  <c:v>5.6806338069857298E-2</c:v>
                </c:pt>
                <c:pt idx="59">
                  <c:v>5.3697099884440602E-2</c:v>
                </c:pt>
                <c:pt idx="60">
                  <c:v>5.5677167497944498E-2</c:v>
                </c:pt>
                <c:pt idx="61">
                  <c:v>4.9163403743998899E-2</c:v>
                </c:pt>
                <c:pt idx="62">
                  <c:v>4.76073448051091E-2</c:v>
                </c:pt>
                <c:pt idx="63">
                  <c:v>5.4913721350532498E-2</c:v>
                </c:pt>
                <c:pt idx="64">
                  <c:v>6.3262697158622705E-2</c:v>
                </c:pt>
                <c:pt idx="65">
                  <c:v>5.61325251692616E-2</c:v>
                </c:pt>
                <c:pt idx="66">
                  <c:v>6.4295518170044294E-2</c:v>
                </c:pt>
                <c:pt idx="67">
                  <c:v>8.03539440793265E-2</c:v>
                </c:pt>
                <c:pt idx="68">
                  <c:v>6.4496510973466398E-2</c:v>
                </c:pt>
                <c:pt idx="69">
                  <c:v>4.2632615693527699E-2</c:v>
                </c:pt>
                <c:pt idx="70">
                  <c:v>3.00777911303204E-2</c:v>
                </c:pt>
                <c:pt idx="71">
                  <c:v>2.1559377184918901E-2</c:v>
                </c:pt>
                <c:pt idx="72">
                  <c:v>2.1913719499470099E-2</c:v>
                </c:pt>
                <c:pt idx="73">
                  <c:v>1.7069093274332901E-2</c:v>
                </c:pt>
                <c:pt idx="74">
                  <c:v>2.3021090194904701E-2</c:v>
                </c:pt>
                <c:pt idx="75">
                  <c:v>3.1445630185289897E-2</c:v>
                </c:pt>
                <c:pt idx="76">
                  <c:v>3.8455301210994698E-2</c:v>
                </c:pt>
                <c:pt idx="77">
                  <c:v>2.7419997411013902E-2</c:v>
                </c:pt>
                <c:pt idx="78">
                  <c:v>2.2091504785971501E-2</c:v>
                </c:pt>
                <c:pt idx="79">
                  <c:v>1.73613168320885E-2</c:v>
                </c:pt>
                <c:pt idx="80">
                  <c:v>1.8176225571329901E-2</c:v>
                </c:pt>
                <c:pt idx="81">
                  <c:v>1.8289861184820001E-2</c:v>
                </c:pt>
                <c:pt idx="82">
                  <c:v>1.9250845799608899E-2</c:v>
                </c:pt>
                <c:pt idx="83">
                  <c:v>2.04650805405075E-2</c:v>
                </c:pt>
                <c:pt idx="84">
                  <c:v>2.05859323860751E-2</c:v>
                </c:pt>
                <c:pt idx="85">
                  <c:v>1.5652194963027999E-2</c:v>
                </c:pt>
                <c:pt idx="86">
                  <c:v>1.6449775310363599E-2</c:v>
                </c:pt>
                <c:pt idx="87">
                  <c:v>2.27382367693073E-2</c:v>
                </c:pt>
                <c:pt idx="88">
                  <c:v>1.7435283716829699E-2</c:v>
                </c:pt>
                <c:pt idx="89">
                  <c:v>1.78822067173895E-2</c:v>
                </c:pt>
                <c:pt idx="90">
                  <c:v>2.1280520000383201E-2</c:v>
                </c:pt>
                <c:pt idx="91">
                  <c:v>2.20717755098279E-2</c:v>
                </c:pt>
                <c:pt idx="92">
                  <c:v>2.3098833388609401E-2</c:v>
                </c:pt>
                <c:pt idx="93">
                  <c:v>1.83658095506447E-2</c:v>
                </c:pt>
                <c:pt idx="94">
                  <c:v>1.7223451692818099E-2</c:v>
                </c:pt>
                <c:pt idx="95">
                  <c:v>1.4127878886294701E-2</c:v>
                </c:pt>
                <c:pt idx="96">
                  <c:v>1.25008324568607E-2</c:v>
                </c:pt>
                <c:pt idx="97">
                  <c:v>9.5743277319659901E-3</c:v>
                </c:pt>
                <c:pt idx="98">
                  <c:v>9.9530491425178797E-3</c:v>
                </c:pt>
                <c:pt idx="99">
                  <c:v>1.22409568274608E-2</c:v>
                </c:pt>
                <c:pt idx="100">
                  <c:v>1.02473395782677E-2</c:v>
                </c:pt>
                <c:pt idx="101">
                  <c:v>1.1335190037284001E-2</c:v>
                </c:pt>
                <c:pt idx="102">
                  <c:v>1.1170696514862201E-2</c:v>
                </c:pt>
                <c:pt idx="103">
                  <c:v>9.4896790190770706E-3</c:v>
                </c:pt>
                <c:pt idx="104">
                  <c:v>1.0336688726559301E-2</c:v>
                </c:pt>
                <c:pt idx="105">
                  <c:v>9.2138285671994804E-3</c:v>
                </c:pt>
                <c:pt idx="106">
                  <c:v>1.0417155501808601E-2</c:v>
                </c:pt>
                <c:pt idx="107">
                  <c:v>9.6409869771414795E-3</c:v>
                </c:pt>
                <c:pt idx="108">
                  <c:v>1.06401153341896E-2</c:v>
                </c:pt>
                <c:pt idx="109">
                  <c:v>1.01598085792964E-2</c:v>
                </c:pt>
                <c:pt idx="110">
                  <c:v>8.9006903045201306E-3</c:v>
                </c:pt>
                <c:pt idx="111">
                  <c:v>1.0457229980978301E-2</c:v>
                </c:pt>
                <c:pt idx="112">
                  <c:v>1.0479199913911001E-2</c:v>
                </c:pt>
                <c:pt idx="113">
                  <c:v>1.05755852490687E-2</c:v>
                </c:pt>
                <c:pt idx="114">
                  <c:v>9.7409222357999602E-3</c:v>
                </c:pt>
                <c:pt idx="115">
                  <c:v>8.6782883383173508E-3</c:v>
                </c:pt>
                <c:pt idx="116">
                  <c:v>8.0356624533304902E-3</c:v>
                </c:pt>
                <c:pt idx="117">
                  <c:v>6.4200824616090103E-3</c:v>
                </c:pt>
                <c:pt idx="118">
                  <c:v>7.3336834061116301E-3</c:v>
                </c:pt>
                <c:pt idx="119">
                  <c:v>6.7070498427932697E-3</c:v>
                </c:pt>
                <c:pt idx="120">
                  <c:v>7.8511577311641406E-3</c:v>
                </c:pt>
                <c:pt idx="121">
                  <c:v>8.3968446107670607E-3</c:v>
                </c:pt>
                <c:pt idx="122">
                  <c:v>1.48936699288025E-2</c:v>
                </c:pt>
                <c:pt idx="123">
                  <c:v>1.28181493450822E-2</c:v>
                </c:pt>
                <c:pt idx="124">
                  <c:v>1.15768753326433E-2</c:v>
                </c:pt>
                <c:pt idx="125">
                  <c:v>9.0338774306050196E-3</c:v>
                </c:pt>
                <c:pt idx="126">
                  <c:v>7.77432774025082E-3</c:v>
                </c:pt>
                <c:pt idx="127">
                  <c:v>6.6004039400262898E-3</c:v>
                </c:pt>
                <c:pt idx="128">
                  <c:v>5.5792093501980397E-3</c:v>
                </c:pt>
                <c:pt idx="129">
                  <c:v>5.3676740460332399E-3</c:v>
                </c:pt>
                <c:pt idx="130">
                  <c:v>6.7231422133686098E-3</c:v>
                </c:pt>
                <c:pt idx="131">
                  <c:v>4.4267910176146903E-3</c:v>
                </c:pt>
              </c:numCache>
            </c:numRef>
          </c:val>
          <c:smooth val="1"/>
        </c:ser>
        <c:ser>
          <c:idx val="1"/>
          <c:order val="1"/>
          <c:tx>
            <c:strRef>
              <c:f>Sheet1!$C$1</c:f>
              <c:strCache>
                <c:ptCount val="1"/>
                <c:pt idx="0">
                  <c:v>model.smm</c:v>
                </c:pt>
              </c:strCache>
            </c:strRef>
          </c:tx>
          <c:spPr>
            <a:ln w="19050" cmpd="sng">
              <a:solidFill>
                <a:srgbClr val="C00000"/>
              </a:solidFill>
              <a:prstDash val="dash"/>
            </a:ln>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Sheet1!$C$2:$C$133</c:f>
              <c:numCache>
                <c:formatCode>0%</c:formatCode>
                <c:ptCount val="132"/>
                <c:pt idx="0">
                  <c:v>2.8608087925483201E-2</c:v>
                </c:pt>
                <c:pt idx="1">
                  <c:v>2.8813355577980902E-2</c:v>
                </c:pt>
                <c:pt idx="2">
                  <c:v>3.5405032508993899E-2</c:v>
                </c:pt>
                <c:pt idx="3">
                  <c:v>3.6732029972601499E-2</c:v>
                </c:pt>
                <c:pt idx="4">
                  <c:v>3.4042089749974802E-2</c:v>
                </c:pt>
                <c:pt idx="5">
                  <c:v>3.4850711321117098E-2</c:v>
                </c:pt>
                <c:pt idx="6">
                  <c:v>3.3528976555411698E-2</c:v>
                </c:pt>
                <c:pt idx="7">
                  <c:v>3.7357825573780701E-2</c:v>
                </c:pt>
                <c:pt idx="8">
                  <c:v>3.7353071319698901E-2</c:v>
                </c:pt>
                <c:pt idx="9">
                  <c:v>3.6023919053372003E-2</c:v>
                </c:pt>
                <c:pt idx="10">
                  <c:v>4.21690339984543E-2</c:v>
                </c:pt>
                <c:pt idx="11">
                  <c:v>4.1595783228346297E-2</c:v>
                </c:pt>
                <c:pt idx="12">
                  <c:v>3.52391792786199E-2</c:v>
                </c:pt>
                <c:pt idx="13">
                  <c:v>3.5467439910726498E-2</c:v>
                </c:pt>
                <c:pt idx="14">
                  <c:v>3.3456580202836803E-2</c:v>
                </c:pt>
                <c:pt idx="15">
                  <c:v>3.2447752005763497E-2</c:v>
                </c:pt>
                <c:pt idx="16">
                  <c:v>2.6202874554912398E-2</c:v>
                </c:pt>
                <c:pt idx="17">
                  <c:v>2.8608336902155598E-2</c:v>
                </c:pt>
                <c:pt idx="18">
                  <c:v>2.26074286758251E-2</c:v>
                </c:pt>
                <c:pt idx="19">
                  <c:v>1.47416694738876E-2</c:v>
                </c:pt>
                <c:pt idx="20">
                  <c:v>1.38589936050396E-2</c:v>
                </c:pt>
                <c:pt idx="21">
                  <c:v>9.9810844259889796E-3</c:v>
                </c:pt>
                <c:pt idx="22">
                  <c:v>1.06311034955093E-2</c:v>
                </c:pt>
                <c:pt idx="23">
                  <c:v>1.00055195703351E-2</c:v>
                </c:pt>
                <c:pt idx="24">
                  <c:v>1.11513695703628E-2</c:v>
                </c:pt>
                <c:pt idx="25">
                  <c:v>8.5552797956511308E-3</c:v>
                </c:pt>
                <c:pt idx="26">
                  <c:v>7.5615475550723397E-3</c:v>
                </c:pt>
                <c:pt idx="27">
                  <c:v>8.3437711135512793E-3</c:v>
                </c:pt>
                <c:pt idx="28">
                  <c:v>9.1032234430757104E-3</c:v>
                </c:pt>
                <c:pt idx="29">
                  <c:v>9.7651313692357494E-3</c:v>
                </c:pt>
                <c:pt idx="30">
                  <c:v>9.1539056349894798E-3</c:v>
                </c:pt>
                <c:pt idx="31">
                  <c:v>9.6263946558531894E-3</c:v>
                </c:pt>
                <c:pt idx="32">
                  <c:v>1.05014030475704E-2</c:v>
                </c:pt>
                <c:pt idx="33">
                  <c:v>1.0306394067370399E-2</c:v>
                </c:pt>
                <c:pt idx="34">
                  <c:v>1.08456406319518E-2</c:v>
                </c:pt>
                <c:pt idx="35">
                  <c:v>1.1852506182520201E-2</c:v>
                </c:pt>
                <c:pt idx="36">
                  <c:v>1.31202186501182E-2</c:v>
                </c:pt>
                <c:pt idx="37">
                  <c:v>1.80207827683358E-2</c:v>
                </c:pt>
                <c:pt idx="38">
                  <c:v>2.8365178871003299E-2</c:v>
                </c:pt>
                <c:pt idx="39">
                  <c:v>2.8947099236189301E-2</c:v>
                </c:pt>
                <c:pt idx="40">
                  <c:v>3.3432908309476699E-2</c:v>
                </c:pt>
                <c:pt idx="41">
                  <c:v>2.8958604660261102E-2</c:v>
                </c:pt>
                <c:pt idx="42">
                  <c:v>2.5725706395405602E-2</c:v>
                </c:pt>
                <c:pt idx="43">
                  <c:v>2.3954086831976501E-2</c:v>
                </c:pt>
                <c:pt idx="44">
                  <c:v>2.4770077803747601E-2</c:v>
                </c:pt>
                <c:pt idx="45">
                  <c:v>2.7860126216074501E-2</c:v>
                </c:pt>
                <c:pt idx="46">
                  <c:v>3.11640790657156E-2</c:v>
                </c:pt>
                <c:pt idx="47">
                  <c:v>3.7072564225829503E-2</c:v>
                </c:pt>
                <c:pt idx="48">
                  <c:v>3.5443109472055798E-2</c:v>
                </c:pt>
                <c:pt idx="49">
                  <c:v>1.9483213073197499E-2</c:v>
                </c:pt>
                <c:pt idx="50">
                  <c:v>2.06159922049487E-2</c:v>
                </c:pt>
                <c:pt idx="51">
                  <c:v>2.4845044105853701E-2</c:v>
                </c:pt>
                <c:pt idx="52">
                  <c:v>2.14566225795461E-2</c:v>
                </c:pt>
                <c:pt idx="53">
                  <c:v>2.19511598415017E-2</c:v>
                </c:pt>
                <c:pt idx="54">
                  <c:v>2.7074929689527499E-2</c:v>
                </c:pt>
                <c:pt idx="55">
                  <c:v>3.28222907591596E-2</c:v>
                </c:pt>
                <c:pt idx="56">
                  <c:v>3.9426569656477298E-2</c:v>
                </c:pt>
                <c:pt idx="57">
                  <c:v>4.6674184425826597E-2</c:v>
                </c:pt>
                <c:pt idx="58">
                  <c:v>5.4441491035915203E-2</c:v>
                </c:pt>
                <c:pt idx="59">
                  <c:v>5.1319754403779401E-2</c:v>
                </c:pt>
                <c:pt idx="60">
                  <c:v>5.0720037732449097E-2</c:v>
                </c:pt>
                <c:pt idx="61">
                  <c:v>4.72948018857903E-2</c:v>
                </c:pt>
                <c:pt idx="62">
                  <c:v>4.9417923027243002E-2</c:v>
                </c:pt>
                <c:pt idx="63">
                  <c:v>5.1066590007197599E-2</c:v>
                </c:pt>
                <c:pt idx="64">
                  <c:v>5.2149336135072603E-2</c:v>
                </c:pt>
                <c:pt idx="65">
                  <c:v>4.6335031451532699E-2</c:v>
                </c:pt>
                <c:pt idx="66">
                  <c:v>5.5486416909796603E-2</c:v>
                </c:pt>
                <c:pt idx="67">
                  <c:v>6.0147421717620303E-2</c:v>
                </c:pt>
                <c:pt idx="68">
                  <c:v>4.3657062728429397E-2</c:v>
                </c:pt>
                <c:pt idx="69">
                  <c:v>1.9652886931676002E-2</c:v>
                </c:pt>
                <c:pt idx="70">
                  <c:v>2.05921969689256E-2</c:v>
                </c:pt>
                <c:pt idx="71">
                  <c:v>2.3667150824341301E-2</c:v>
                </c:pt>
                <c:pt idx="72">
                  <c:v>2.3570839035858802E-2</c:v>
                </c:pt>
                <c:pt idx="73">
                  <c:v>2.20880173368861E-2</c:v>
                </c:pt>
                <c:pt idx="74">
                  <c:v>2.6665851264994302E-2</c:v>
                </c:pt>
                <c:pt idx="75">
                  <c:v>2.98972033652708E-2</c:v>
                </c:pt>
                <c:pt idx="76">
                  <c:v>3.6845265605803798E-2</c:v>
                </c:pt>
                <c:pt idx="77">
                  <c:v>2.4245733194859301E-2</c:v>
                </c:pt>
                <c:pt idx="78">
                  <c:v>1.50870039598894E-2</c:v>
                </c:pt>
                <c:pt idx="79">
                  <c:v>1.44944437875564E-2</c:v>
                </c:pt>
                <c:pt idx="80">
                  <c:v>1.8751457923732898E-2</c:v>
                </c:pt>
                <c:pt idx="81">
                  <c:v>2.0913333499974901E-2</c:v>
                </c:pt>
                <c:pt idx="82">
                  <c:v>2.3903134298962899E-2</c:v>
                </c:pt>
                <c:pt idx="83">
                  <c:v>2.3991540327449198E-2</c:v>
                </c:pt>
                <c:pt idx="84">
                  <c:v>2.4727968301493201E-2</c:v>
                </c:pt>
                <c:pt idx="85">
                  <c:v>2.1883530116375002E-2</c:v>
                </c:pt>
                <c:pt idx="86">
                  <c:v>2.2296246359119299E-2</c:v>
                </c:pt>
                <c:pt idx="87">
                  <c:v>2.6904959309413098E-2</c:v>
                </c:pt>
                <c:pt idx="88">
                  <c:v>1.8242249469258499E-2</c:v>
                </c:pt>
                <c:pt idx="89">
                  <c:v>2.0749445184060002E-2</c:v>
                </c:pt>
                <c:pt idx="90">
                  <c:v>2.40434040533338E-2</c:v>
                </c:pt>
                <c:pt idx="91">
                  <c:v>2.9447602685564501E-2</c:v>
                </c:pt>
                <c:pt idx="92">
                  <c:v>2.6453942649171801E-2</c:v>
                </c:pt>
                <c:pt idx="93">
                  <c:v>2.1026301893083799E-2</c:v>
                </c:pt>
                <c:pt idx="94">
                  <c:v>2.09675216155598E-2</c:v>
                </c:pt>
                <c:pt idx="95">
                  <c:v>1.41768801125232E-2</c:v>
                </c:pt>
                <c:pt idx="96">
                  <c:v>1.0215711993101201E-2</c:v>
                </c:pt>
                <c:pt idx="97">
                  <c:v>9.3939235534305898E-3</c:v>
                </c:pt>
                <c:pt idx="98">
                  <c:v>1.12254968413384E-2</c:v>
                </c:pt>
                <c:pt idx="99">
                  <c:v>1.11607642868267E-2</c:v>
                </c:pt>
                <c:pt idx="100">
                  <c:v>1.10569651227698E-2</c:v>
                </c:pt>
                <c:pt idx="101">
                  <c:v>9.6296377705894307E-3</c:v>
                </c:pt>
                <c:pt idx="102">
                  <c:v>9.6431594824207007E-3</c:v>
                </c:pt>
                <c:pt idx="103">
                  <c:v>8.8423771760119604E-3</c:v>
                </c:pt>
                <c:pt idx="104">
                  <c:v>8.7876884180711906E-3</c:v>
                </c:pt>
                <c:pt idx="105">
                  <c:v>9.5775214182368795E-3</c:v>
                </c:pt>
                <c:pt idx="106">
                  <c:v>1.0611697813011601E-2</c:v>
                </c:pt>
                <c:pt idx="107">
                  <c:v>1.1049327577428301E-2</c:v>
                </c:pt>
                <c:pt idx="108">
                  <c:v>1.29662283918104E-2</c:v>
                </c:pt>
                <c:pt idx="109">
                  <c:v>1.3750776013319E-2</c:v>
                </c:pt>
                <c:pt idx="110">
                  <c:v>1.26692347797997E-2</c:v>
                </c:pt>
                <c:pt idx="111">
                  <c:v>1.3207315441082E-2</c:v>
                </c:pt>
                <c:pt idx="112">
                  <c:v>1.6597651186780499E-2</c:v>
                </c:pt>
                <c:pt idx="113">
                  <c:v>1.6258834181228501E-2</c:v>
                </c:pt>
                <c:pt idx="114">
                  <c:v>1.5966095886964401E-2</c:v>
                </c:pt>
                <c:pt idx="115">
                  <c:v>9.9949588628559308E-3</c:v>
                </c:pt>
                <c:pt idx="116">
                  <c:v>9.7636581083835206E-3</c:v>
                </c:pt>
                <c:pt idx="117">
                  <c:v>9.8598470670159394E-3</c:v>
                </c:pt>
                <c:pt idx="118">
                  <c:v>1.18951992338934E-2</c:v>
                </c:pt>
                <c:pt idx="119">
                  <c:v>1.14276704572253E-2</c:v>
                </c:pt>
                <c:pt idx="120">
                  <c:v>1.5306492943830999E-2</c:v>
                </c:pt>
                <c:pt idx="121">
                  <c:v>1.568076813038E-2</c:v>
                </c:pt>
                <c:pt idx="122">
                  <c:v>2.6718275917501099E-2</c:v>
                </c:pt>
                <c:pt idx="123">
                  <c:v>2.25184995580998E-2</c:v>
                </c:pt>
                <c:pt idx="124">
                  <c:v>2.16654853163387E-2</c:v>
                </c:pt>
                <c:pt idx="125">
                  <c:v>2.44160676139361E-2</c:v>
                </c:pt>
                <c:pt idx="126">
                  <c:v>2.0744676931667198E-2</c:v>
                </c:pt>
                <c:pt idx="127">
                  <c:v>1.31957992768688E-2</c:v>
                </c:pt>
                <c:pt idx="128">
                  <c:v>1.22095601873541E-2</c:v>
                </c:pt>
                <c:pt idx="129">
                  <c:v>1.0088471322226501E-2</c:v>
                </c:pt>
                <c:pt idx="130">
                  <c:v>1.7885087913370401E-2</c:v>
                </c:pt>
                <c:pt idx="131">
                  <c:v>1.4374582942994801E-2</c:v>
                </c:pt>
              </c:numCache>
            </c:numRef>
          </c:val>
          <c:smooth val="1"/>
        </c:ser>
        <c:dLbls>
          <c:showLegendKey val="0"/>
          <c:showVal val="0"/>
          <c:showCatName val="0"/>
          <c:showSerName val="0"/>
          <c:showPercent val="0"/>
          <c:showBubbleSize val="0"/>
        </c:dLbls>
        <c:marker val="1"/>
        <c:smooth val="0"/>
        <c:axId val="112876544"/>
        <c:axId val="114799744"/>
      </c:lineChart>
      <c:dateAx>
        <c:axId val="112876544"/>
        <c:scaling>
          <c:orientation val="minMax"/>
        </c:scaling>
        <c:delete val="0"/>
        <c:axPos val="b"/>
        <c:numFmt formatCode="m/d/yyyy" sourceLinked="0"/>
        <c:majorTickMark val="out"/>
        <c:minorTickMark val="none"/>
        <c:tickLblPos val="nextTo"/>
        <c:spPr>
          <a:ln>
            <a:solidFill>
              <a:schemeClr val="tx2"/>
            </a:solidFill>
          </a:ln>
        </c:spPr>
        <c:crossAx val="114799744"/>
        <c:crosses val="autoZero"/>
        <c:auto val="1"/>
        <c:lblOffset val="100"/>
        <c:baseTimeUnit val="months"/>
        <c:majorUnit val="12"/>
        <c:majorTimeUnit val="months"/>
      </c:dateAx>
      <c:valAx>
        <c:axId val="114799744"/>
        <c:scaling>
          <c:orientation val="minMax"/>
        </c:scaling>
        <c:delete val="0"/>
        <c:axPos val="l"/>
        <c:title>
          <c:tx>
            <c:rich>
              <a:bodyPr rot="-5400000" vert="horz"/>
              <a:lstStyle/>
              <a:p>
                <a:pPr>
                  <a:defRPr/>
                </a:pPr>
                <a:r>
                  <a:rPr lang="en-US" dirty="0" smtClean="0"/>
                  <a:t>SMM</a:t>
                </a:r>
                <a:endParaRPr lang="en-US" dirty="0"/>
              </a:p>
            </c:rich>
          </c:tx>
          <c:layout/>
          <c:overlay val="0"/>
        </c:title>
        <c:numFmt formatCode="0%" sourceLinked="1"/>
        <c:majorTickMark val="out"/>
        <c:minorTickMark val="none"/>
        <c:tickLblPos val="nextTo"/>
        <c:spPr>
          <a:ln>
            <a:solidFill>
              <a:schemeClr val="tx2"/>
            </a:solidFill>
          </a:ln>
        </c:spPr>
        <c:crossAx val="112876544"/>
        <c:crosses val="autoZero"/>
        <c:crossBetween val="midCat"/>
      </c:valAx>
    </c:plotArea>
    <c:legend>
      <c:legendPos val="r"/>
      <c:layout>
        <c:manualLayout>
          <c:xMode val="edge"/>
          <c:yMode val="edge"/>
          <c:x val="0.84082248875217391"/>
          <c:y val="6.5761897028230015E-2"/>
          <c:w val="0.12767705926030987"/>
          <c:h val="0.17202364254674127"/>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curtail</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8.0445961572382597E-4</c:v>
                </c:pt>
                <c:pt idx="1">
                  <c:v>7.7848566457630695E-4</c:v>
                </c:pt>
                <c:pt idx="2">
                  <c:v>7.6132691928074798E-4</c:v>
                </c:pt>
                <c:pt idx="3">
                  <c:v>7.8650155904578395E-4</c:v>
                </c:pt>
                <c:pt idx="4">
                  <c:v>7.7910196643758201E-4</c:v>
                </c:pt>
                <c:pt idx="5">
                  <c:v>7.7876665853177996E-4</c:v>
                </c:pt>
                <c:pt idx="6">
                  <c:v>7.5016271707072199E-4</c:v>
                </c:pt>
                <c:pt idx="7">
                  <c:v>7.5299530627513298E-4</c:v>
                </c:pt>
                <c:pt idx="8">
                  <c:v>7.4373174957531899E-4</c:v>
                </c:pt>
                <c:pt idx="9">
                  <c:v>7.3134034554031004E-4</c:v>
                </c:pt>
                <c:pt idx="10">
                  <c:v>6.3232025372404895E-4</c:v>
                </c:pt>
                <c:pt idx="11">
                  <c:v>6.4155678696332398E-4</c:v>
                </c:pt>
                <c:pt idx="12">
                  <c:v>6.2834655673522498E-4</c:v>
                </c:pt>
                <c:pt idx="13">
                  <c:v>6.0174415974096295E-4</c:v>
                </c:pt>
                <c:pt idx="14">
                  <c:v>5.8195727347800199E-4</c:v>
                </c:pt>
                <c:pt idx="15">
                  <c:v>5.6807760038576796E-4</c:v>
                </c:pt>
                <c:pt idx="16">
                  <c:v>6.5064269200395099E-4</c:v>
                </c:pt>
                <c:pt idx="17">
                  <c:v>6.0790826781322797E-4</c:v>
                </c:pt>
                <c:pt idx="18">
                  <c:v>6.2081258301314697E-4</c:v>
                </c:pt>
                <c:pt idx="19">
                  <c:v>5.6339959313928304E-4</c:v>
                </c:pt>
                <c:pt idx="20">
                  <c:v>5.9183317252603095E-4</c:v>
                </c:pt>
                <c:pt idx="21">
                  <c:v>5.8687317544457295E-4</c:v>
                </c:pt>
                <c:pt idx="22">
                  <c:v>6.0474229609124301E-4</c:v>
                </c:pt>
                <c:pt idx="23">
                  <c:v>6.2110049250307399E-4</c:v>
                </c:pt>
                <c:pt idx="24">
                  <c:v>6.4486099373137695E-4</c:v>
                </c:pt>
                <c:pt idx="25">
                  <c:v>6.05924990147249E-4</c:v>
                </c:pt>
                <c:pt idx="26">
                  <c:v>6.1579745372976401E-4</c:v>
                </c:pt>
                <c:pt idx="27">
                  <c:v>6.2768339326229803E-4</c:v>
                </c:pt>
                <c:pt idx="28">
                  <c:v>6.28904891619528E-4</c:v>
                </c:pt>
                <c:pt idx="29">
                  <c:v>6.2843776638891503E-4</c:v>
                </c:pt>
                <c:pt idx="30">
                  <c:v>6.5794890378202697E-4</c:v>
                </c:pt>
                <c:pt idx="31">
                  <c:v>6.5716836936605897E-4</c:v>
                </c:pt>
                <c:pt idx="32">
                  <c:v>6.4094682829064504E-4</c:v>
                </c:pt>
                <c:pt idx="33">
                  <c:v>6.4258827672406601E-4</c:v>
                </c:pt>
                <c:pt idx="34">
                  <c:v>6.2530419437576497E-4</c:v>
                </c:pt>
                <c:pt idx="35">
                  <c:v>6.3926138991972901E-4</c:v>
                </c:pt>
                <c:pt idx="36">
                  <c:v>6.4584881340920596E-4</c:v>
                </c:pt>
                <c:pt idx="37">
                  <c:v>6.4796167189117005E-4</c:v>
                </c:pt>
                <c:pt idx="38">
                  <c:v>6.5297926277359903E-4</c:v>
                </c:pt>
                <c:pt idx="39">
                  <c:v>6.5412283277172596E-4</c:v>
                </c:pt>
                <c:pt idx="40">
                  <c:v>6.3548252024608995E-4</c:v>
                </c:pt>
                <c:pt idx="41">
                  <c:v>6.3201813613744499E-4</c:v>
                </c:pt>
                <c:pt idx="42">
                  <c:v>6.0789346568836502E-4</c:v>
                </c:pt>
                <c:pt idx="43">
                  <c:v>5.9282452089937695E-4</c:v>
                </c:pt>
                <c:pt idx="44">
                  <c:v>5.7588516054538899E-4</c:v>
                </c:pt>
                <c:pt idx="45">
                  <c:v>5.7230255934487501E-4</c:v>
                </c:pt>
                <c:pt idx="46">
                  <c:v>5.8091114769055698E-4</c:v>
                </c:pt>
                <c:pt idx="47">
                  <c:v>5.8243315861944498E-4</c:v>
                </c:pt>
                <c:pt idx="48">
                  <c:v>5.9011725090732901E-4</c:v>
                </c:pt>
                <c:pt idx="49">
                  <c:v>6.3222719256562205E-4</c:v>
                </c:pt>
                <c:pt idx="50">
                  <c:v>6.3658436655264505E-4</c:v>
                </c:pt>
                <c:pt idx="51">
                  <c:v>6.3231725704260798E-4</c:v>
                </c:pt>
                <c:pt idx="52">
                  <c:v>6.3248191738863604E-4</c:v>
                </c:pt>
                <c:pt idx="53">
                  <c:v>6.2741614092304504E-4</c:v>
                </c:pt>
                <c:pt idx="54">
                  <c:v>6.3528942633130103E-4</c:v>
                </c:pt>
                <c:pt idx="55">
                  <c:v>6.5185580236193602E-4</c:v>
                </c:pt>
                <c:pt idx="56">
                  <c:v>6.6375683368633204E-4</c:v>
                </c:pt>
                <c:pt idx="57">
                  <c:v>6.6635455577313603E-4</c:v>
                </c:pt>
                <c:pt idx="58">
                  <c:v>6.5356693466310002E-4</c:v>
                </c:pt>
                <c:pt idx="59">
                  <c:v>6.4206879833808995E-4</c:v>
                </c:pt>
                <c:pt idx="60">
                  <c:v>6.2118073174775499E-4</c:v>
                </c:pt>
                <c:pt idx="61">
                  <c:v>5.8018531937620505E-4</c:v>
                </c:pt>
                <c:pt idx="62">
                  <c:v>5.4691537838844799E-4</c:v>
                </c:pt>
                <c:pt idx="63">
                  <c:v>5.4335553887176397E-4</c:v>
                </c:pt>
                <c:pt idx="64">
                  <c:v>5.3533148748282895E-4</c:v>
                </c:pt>
                <c:pt idx="65">
                  <c:v>5.1144679598832499E-4</c:v>
                </c:pt>
                <c:pt idx="66">
                  <c:v>4.7903990116059298E-4</c:v>
                </c:pt>
                <c:pt idx="67">
                  <c:v>4.6433584224498601E-4</c:v>
                </c:pt>
                <c:pt idx="68">
                  <c:v>4.3851546222505402E-4</c:v>
                </c:pt>
                <c:pt idx="69">
                  <c:v>4.2636359181396098E-4</c:v>
                </c:pt>
                <c:pt idx="70">
                  <c:v>4.1172750812958298E-4</c:v>
                </c:pt>
                <c:pt idx="71">
                  <c:v>4.1064971929648502E-4</c:v>
                </c:pt>
                <c:pt idx="72">
                  <c:v>4.1306466026864302E-4</c:v>
                </c:pt>
                <c:pt idx="73">
                  <c:v>4.19522799541282E-4</c:v>
                </c:pt>
                <c:pt idx="74">
                  <c:v>4.2867991690900299E-4</c:v>
                </c:pt>
                <c:pt idx="75">
                  <c:v>4.38104413253743E-4</c:v>
                </c:pt>
                <c:pt idx="76">
                  <c:v>4.4725205799199102E-4</c:v>
                </c:pt>
                <c:pt idx="77">
                  <c:v>4.58833650338011E-4</c:v>
                </c:pt>
                <c:pt idx="78">
                  <c:v>4.7518174471897098E-4</c:v>
                </c:pt>
                <c:pt idx="79">
                  <c:v>4.8825610538140701E-4</c:v>
                </c:pt>
                <c:pt idx="80">
                  <c:v>5.0508685641283005E-4</c:v>
                </c:pt>
                <c:pt idx="81">
                  <c:v>5.17334357036389E-4</c:v>
                </c:pt>
                <c:pt idx="82">
                  <c:v>5.3147186988084796E-4</c:v>
                </c:pt>
                <c:pt idx="83">
                  <c:v>5.4771031808513503E-4</c:v>
                </c:pt>
                <c:pt idx="84">
                  <c:v>5.6362520922290701E-4</c:v>
                </c:pt>
                <c:pt idx="85">
                  <c:v>5.7786887779442801E-4</c:v>
                </c:pt>
                <c:pt idx="86">
                  <c:v>5.90150941952695E-4</c:v>
                </c:pt>
                <c:pt idx="87">
                  <c:v>5.9565453577387095E-4</c:v>
                </c:pt>
                <c:pt idx="88">
                  <c:v>6.1784232432050899E-4</c:v>
                </c:pt>
                <c:pt idx="89">
                  <c:v>6.1429900483341699E-4</c:v>
                </c:pt>
                <c:pt idx="90">
                  <c:v>6.2949914770632899E-4</c:v>
                </c:pt>
                <c:pt idx="91">
                  <c:v>6.2304939799890399E-4</c:v>
                </c:pt>
                <c:pt idx="92">
                  <c:v>6.20267886945222E-4</c:v>
                </c:pt>
                <c:pt idx="93">
                  <c:v>6.1141008560953796E-4</c:v>
                </c:pt>
                <c:pt idx="94">
                  <c:v>6.0413615542422299E-4</c:v>
                </c:pt>
                <c:pt idx="95">
                  <c:v>6.0037957712193103E-4</c:v>
                </c:pt>
                <c:pt idx="96">
                  <c:v>6.0202017306141002E-4</c:v>
                </c:pt>
                <c:pt idx="97">
                  <c:v>6.0327287252626301E-4</c:v>
                </c:pt>
                <c:pt idx="98">
                  <c:v>5.9762291917202399E-4</c:v>
                </c:pt>
                <c:pt idx="99">
                  <c:v>5.9649612662113205E-4</c:v>
                </c:pt>
                <c:pt idx="100">
                  <c:v>5.9754189155417699E-4</c:v>
                </c:pt>
                <c:pt idx="101">
                  <c:v>5.9764036817218803E-4</c:v>
                </c:pt>
                <c:pt idx="102">
                  <c:v>6.0466159845506105E-4</c:v>
                </c:pt>
                <c:pt idx="103">
                  <c:v>6.1489127307236496E-4</c:v>
                </c:pt>
                <c:pt idx="104">
                  <c:v>6.2359945283874205E-4</c:v>
                </c:pt>
                <c:pt idx="105">
                  <c:v>6.3528757769218196E-4</c:v>
                </c:pt>
                <c:pt idx="106">
                  <c:v>6.5301513526375198E-4</c:v>
                </c:pt>
                <c:pt idx="107">
                  <c:v>6.6470870312804295E-4</c:v>
                </c:pt>
                <c:pt idx="108">
                  <c:v>6.7989889809082704E-4</c:v>
                </c:pt>
                <c:pt idx="109">
                  <c:v>7.0204521851309097E-4</c:v>
                </c:pt>
                <c:pt idx="110">
                  <c:v>7.1100593792780401E-4</c:v>
                </c:pt>
                <c:pt idx="111">
                  <c:v>7.2675087522173099E-4</c:v>
                </c:pt>
                <c:pt idx="112">
                  <c:v>7.3413955490416502E-4</c:v>
                </c:pt>
                <c:pt idx="113">
                  <c:v>7.4069923141031695E-4</c:v>
                </c:pt>
                <c:pt idx="114">
                  <c:v>7.5646459139121203E-4</c:v>
                </c:pt>
                <c:pt idx="115">
                  <c:v>7.5842482735760902E-4</c:v>
                </c:pt>
                <c:pt idx="116">
                  <c:v>7.3426454063890505E-4</c:v>
                </c:pt>
                <c:pt idx="117">
                  <c:v>7.2847956834541801E-4</c:v>
                </c:pt>
                <c:pt idx="118">
                  <c:v>7.17471666766558E-4</c:v>
                </c:pt>
                <c:pt idx="119">
                  <c:v>6.9820091781603504E-4</c:v>
                </c:pt>
                <c:pt idx="120">
                  <c:v>6.7823985218173097E-4</c:v>
                </c:pt>
                <c:pt idx="121">
                  <c:v>6.5841287094100696E-4</c:v>
                </c:pt>
                <c:pt idx="122">
                  <c:v>6.3443872417636403E-4</c:v>
                </c:pt>
                <c:pt idx="123">
                  <c:v>6.23713158370966E-4</c:v>
                </c:pt>
                <c:pt idx="124">
                  <c:v>6.1598142675798196E-4</c:v>
                </c:pt>
                <c:pt idx="125">
                  <c:v>6.0167772579197796E-4</c:v>
                </c:pt>
                <c:pt idx="126">
                  <c:v>6.0144479790850795E-4</c:v>
                </c:pt>
                <c:pt idx="127">
                  <c:v>6.03839734259428E-4</c:v>
                </c:pt>
                <c:pt idx="128">
                  <c:v>6.05927235117636E-4</c:v>
                </c:pt>
                <c:pt idx="129">
                  <c:v>6.0746231578606702E-4</c:v>
                </c:pt>
                <c:pt idx="130">
                  <c:v>6.2333212826661097E-4</c:v>
                </c:pt>
                <c:pt idx="131">
                  <c:v>6.4087493810911604E-4</c:v>
                </c:pt>
              </c:numCache>
            </c:numRef>
          </c:val>
          <c:smooth val="1"/>
        </c:ser>
        <c:dLbls>
          <c:showLegendKey val="0"/>
          <c:showVal val="0"/>
          <c:showCatName val="0"/>
          <c:showSerName val="0"/>
          <c:showPercent val="0"/>
          <c:showBubbleSize val="0"/>
        </c:dLbls>
        <c:marker val="1"/>
        <c:smooth val="0"/>
        <c:axId val="123311616"/>
        <c:axId val="123313536"/>
      </c:lineChart>
      <c:dateAx>
        <c:axId val="123311616"/>
        <c:scaling>
          <c:orientation val="minMax"/>
        </c:scaling>
        <c:delete val="0"/>
        <c:axPos val="b"/>
        <c:numFmt formatCode="m/d/yyyy" sourceLinked="1"/>
        <c:majorTickMark val="out"/>
        <c:minorTickMark val="none"/>
        <c:tickLblPos val="nextTo"/>
        <c:spPr>
          <a:ln>
            <a:solidFill>
              <a:schemeClr val="tx2"/>
            </a:solidFill>
          </a:ln>
        </c:spPr>
        <c:crossAx val="123313536"/>
        <c:crosses val="autoZero"/>
        <c:auto val="1"/>
        <c:lblOffset val="100"/>
        <c:baseTimeUnit val="months"/>
        <c:majorUnit val="24"/>
        <c:majorTimeUnit val="months"/>
      </c:dateAx>
      <c:valAx>
        <c:axId val="123313536"/>
        <c:scaling>
          <c:orientation val="minMax"/>
        </c:scaling>
        <c:delete val="0"/>
        <c:axPos val="l"/>
        <c:title>
          <c:tx>
            <c:rich>
              <a:bodyPr rot="-5400000" vert="horz"/>
              <a:lstStyle/>
              <a:p>
                <a:pPr>
                  <a:defRPr/>
                </a:pPr>
                <a:r>
                  <a:rPr lang="en-US" sz="1000" dirty="0" smtClean="0"/>
                  <a:t>Curtail</a:t>
                </a:r>
                <a:endParaRPr lang="en-US" sz="1000" dirty="0"/>
              </a:p>
            </c:rich>
          </c:tx>
          <c:layout/>
          <c:overlay val="0"/>
        </c:title>
        <c:numFmt formatCode="0.0%" sourceLinked="1"/>
        <c:majorTickMark val="out"/>
        <c:minorTickMark val="none"/>
        <c:tickLblPos val="nextTo"/>
        <c:spPr>
          <a:ln>
            <a:solidFill>
              <a:schemeClr val="tx2"/>
            </a:solidFill>
          </a:ln>
        </c:spPr>
        <c:crossAx val="123311616"/>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default</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1.81242760731478E-3</c:v>
                </c:pt>
                <c:pt idx="1">
                  <c:v>1.8193341863994301E-3</c:v>
                </c:pt>
                <c:pt idx="2">
                  <c:v>1.8296770563896499E-3</c:v>
                </c:pt>
                <c:pt idx="3">
                  <c:v>1.8300229025405099E-3</c:v>
                </c:pt>
                <c:pt idx="4">
                  <c:v>1.8149039355190601E-3</c:v>
                </c:pt>
                <c:pt idx="5">
                  <c:v>1.7815196418898599E-3</c:v>
                </c:pt>
                <c:pt idx="6">
                  <c:v>1.7513683479690599E-3</c:v>
                </c:pt>
                <c:pt idx="7">
                  <c:v>1.7254675646176799E-3</c:v>
                </c:pt>
                <c:pt idx="8">
                  <c:v>1.6933241489338201E-3</c:v>
                </c:pt>
                <c:pt idx="9">
                  <c:v>1.6634744885068501E-3</c:v>
                </c:pt>
                <c:pt idx="10">
                  <c:v>1.65589864797648E-3</c:v>
                </c:pt>
                <c:pt idx="11">
                  <c:v>1.62982557513048E-3</c:v>
                </c:pt>
                <c:pt idx="12">
                  <c:v>1.5906106071888501E-3</c:v>
                </c:pt>
                <c:pt idx="13">
                  <c:v>1.5627667254870701E-3</c:v>
                </c:pt>
                <c:pt idx="14">
                  <c:v>1.51826068886952E-3</c:v>
                </c:pt>
                <c:pt idx="15">
                  <c:v>1.4763136662337599E-3</c:v>
                </c:pt>
                <c:pt idx="16">
                  <c:v>1.43670698689841E-3</c:v>
                </c:pt>
                <c:pt idx="17">
                  <c:v>1.43322994080386E-3</c:v>
                </c:pt>
                <c:pt idx="18">
                  <c:v>1.4100614741041999E-3</c:v>
                </c:pt>
                <c:pt idx="19">
                  <c:v>1.40645649562721E-3</c:v>
                </c:pt>
                <c:pt idx="20">
                  <c:v>1.39419724982546E-3</c:v>
                </c:pt>
                <c:pt idx="21">
                  <c:v>1.4034882344260799E-3</c:v>
                </c:pt>
                <c:pt idx="22">
                  <c:v>1.4015497508154001E-3</c:v>
                </c:pt>
                <c:pt idx="23">
                  <c:v>1.40936941119692E-3</c:v>
                </c:pt>
                <c:pt idx="24">
                  <c:v>1.4295200064119501E-3</c:v>
                </c:pt>
                <c:pt idx="25">
                  <c:v>1.4488087775217E-3</c:v>
                </c:pt>
                <c:pt idx="26">
                  <c:v>1.4652146291423199E-3</c:v>
                </c:pt>
                <c:pt idx="27">
                  <c:v>1.4913938865221E-3</c:v>
                </c:pt>
                <c:pt idx="28">
                  <c:v>1.5121358241756101E-3</c:v>
                </c:pt>
                <c:pt idx="29">
                  <c:v>1.52128400917667E-3</c:v>
                </c:pt>
                <c:pt idx="30">
                  <c:v>1.54974129852542E-3</c:v>
                </c:pt>
                <c:pt idx="31">
                  <c:v>1.5615920209457301E-3</c:v>
                </c:pt>
                <c:pt idx="32">
                  <c:v>1.57846372905129E-3</c:v>
                </c:pt>
                <c:pt idx="33">
                  <c:v>1.5838252717464199E-3</c:v>
                </c:pt>
                <c:pt idx="34">
                  <c:v>1.4781849571975699E-3</c:v>
                </c:pt>
                <c:pt idx="35">
                  <c:v>1.51468866434755E-3</c:v>
                </c:pt>
                <c:pt idx="36">
                  <c:v>1.52729190891235E-3</c:v>
                </c:pt>
                <c:pt idx="37">
                  <c:v>1.5350696896197799E-3</c:v>
                </c:pt>
                <c:pt idx="38">
                  <c:v>1.5536443677817799E-3</c:v>
                </c:pt>
                <c:pt idx="39">
                  <c:v>1.5643925324607E-3</c:v>
                </c:pt>
                <c:pt idx="40">
                  <c:v>1.57141021343062E-3</c:v>
                </c:pt>
                <c:pt idx="41">
                  <c:v>1.5583068758678201E-3</c:v>
                </c:pt>
                <c:pt idx="42">
                  <c:v>1.5441103769920201E-3</c:v>
                </c:pt>
                <c:pt idx="43">
                  <c:v>1.52656704480515E-3</c:v>
                </c:pt>
                <c:pt idx="44">
                  <c:v>1.5086080279408101E-3</c:v>
                </c:pt>
                <c:pt idx="45">
                  <c:v>1.5008933166885099E-3</c:v>
                </c:pt>
                <c:pt idx="46">
                  <c:v>1.49353360687632E-3</c:v>
                </c:pt>
                <c:pt idx="47">
                  <c:v>1.4869603239970901E-3</c:v>
                </c:pt>
                <c:pt idx="48">
                  <c:v>1.4658782978102399E-3</c:v>
                </c:pt>
                <c:pt idx="49">
                  <c:v>1.4333066688200101E-3</c:v>
                </c:pt>
                <c:pt idx="50">
                  <c:v>1.4052180097703501E-3</c:v>
                </c:pt>
                <c:pt idx="51">
                  <c:v>1.37559049281775E-3</c:v>
                </c:pt>
                <c:pt idx="52">
                  <c:v>1.36270225945771E-3</c:v>
                </c:pt>
                <c:pt idx="53">
                  <c:v>1.3490818561466701E-3</c:v>
                </c:pt>
                <c:pt idx="54">
                  <c:v>1.3360621846658001E-3</c:v>
                </c:pt>
                <c:pt idx="55">
                  <c:v>1.32379520167297E-3</c:v>
                </c:pt>
                <c:pt idx="56">
                  <c:v>1.329438781803E-3</c:v>
                </c:pt>
                <c:pt idx="57">
                  <c:v>1.32322189818405E-3</c:v>
                </c:pt>
                <c:pt idx="58">
                  <c:v>1.3052434383982799E-3</c:v>
                </c:pt>
                <c:pt idx="59">
                  <c:v>1.2582703883695001E-3</c:v>
                </c:pt>
                <c:pt idx="60">
                  <c:v>1.21892678860803E-3</c:v>
                </c:pt>
                <c:pt idx="61">
                  <c:v>1.17161066899604E-3</c:v>
                </c:pt>
                <c:pt idx="62">
                  <c:v>1.1284711356927999E-3</c:v>
                </c:pt>
                <c:pt idx="63">
                  <c:v>1.08672613346611E-3</c:v>
                </c:pt>
                <c:pt idx="64">
                  <c:v>1.04259163863218E-3</c:v>
                </c:pt>
                <c:pt idx="65">
                  <c:v>5.6359699490334697E-4</c:v>
                </c:pt>
                <c:pt idx="66">
                  <c:v>4.9994853145858E-4</c:v>
                </c:pt>
                <c:pt idx="67">
                  <c:v>4.4389975271988202E-4</c:v>
                </c:pt>
                <c:pt idx="68">
                  <c:v>4.1029422012634799E-4</c:v>
                </c:pt>
                <c:pt idx="69">
                  <c:v>3.8354358004706498E-4</c:v>
                </c:pt>
                <c:pt idx="70">
                  <c:v>3.4120835881363301E-4</c:v>
                </c:pt>
                <c:pt idx="71">
                  <c:v>3.2054578296418799E-4</c:v>
                </c:pt>
                <c:pt idx="72">
                  <c:v>3.1061189487718502E-4</c:v>
                </c:pt>
                <c:pt idx="73">
                  <c:v>2.9937218974847199E-4</c:v>
                </c:pt>
                <c:pt idx="74">
                  <c:v>2.8603287753429201E-4</c:v>
                </c:pt>
                <c:pt idx="75">
                  <c:v>2.8153863853137899E-4</c:v>
                </c:pt>
                <c:pt idx="76">
                  <c:v>2.7370425973770898E-4</c:v>
                </c:pt>
                <c:pt idx="77">
                  <c:v>2.6521279189939298E-4</c:v>
                </c:pt>
                <c:pt idx="78">
                  <c:v>1.8246391143668999E-4</c:v>
                </c:pt>
                <c:pt idx="79">
                  <c:v>1.7745094343524901E-4</c:v>
                </c:pt>
                <c:pt idx="80">
                  <c:v>1.7783247602370499E-4</c:v>
                </c:pt>
                <c:pt idx="81">
                  <c:v>1.7536331564805801E-4</c:v>
                </c:pt>
                <c:pt idx="82">
                  <c:v>1.7492362857974699E-4</c:v>
                </c:pt>
                <c:pt idx="83">
                  <c:v>1.75583514171955E-4</c:v>
                </c:pt>
                <c:pt idx="84">
                  <c:v>2.6190000929186998E-4</c:v>
                </c:pt>
                <c:pt idx="85">
                  <c:v>2.6436387209536201E-4</c:v>
                </c:pt>
                <c:pt idx="86">
                  <c:v>2.6599757134932199E-4</c:v>
                </c:pt>
                <c:pt idx="87">
                  <c:v>6.3731301857327196E-4</c:v>
                </c:pt>
                <c:pt idx="88">
                  <c:v>9.1304086199245197E-4</c:v>
                </c:pt>
                <c:pt idx="89">
                  <c:v>9.26868504146142E-4</c:v>
                </c:pt>
                <c:pt idx="90">
                  <c:v>2.2858628478841499E-4</c:v>
                </c:pt>
                <c:pt idx="91">
                  <c:v>1.7769934229149801E-4</c:v>
                </c:pt>
                <c:pt idx="92">
                  <c:v>1.77699150673844E-4</c:v>
                </c:pt>
                <c:pt idx="93">
                  <c:v>1.77953771680511E-4</c:v>
                </c:pt>
                <c:pt idx="94">
                  <c:v>1.75898761452472E-4</c:v>
                </c:pt>
                <c:pt idx="95">
                  <c:v>1.7607334272315799E-4</c:v>
                </c:pt>
                <c:pt idx="96">
                  <c:v>1.7428525658074199E-4</c:v>
                </c:pt>
                <c:pt idx="97">
                  <c:v>1.7615272510290001E-4</c:v>
                </c:pt>
                <c:pt idx="98">
                  <c:v>1.77713516681128E-4</c:v>
                </c:pt>
                <c:pt idx="99">
                  <c:v>1.7902192768156399E-4</c:v>
                </c:pt>
                <c:pt idx="100">
                  <c:v>1.80980707859533E-4</c:v>
                </c:pt>
                <c:pt idx="101">
                  <c:v>1.8164787688271599E-4</c:v>
                </c:pt>
                <c:pt idx="102">
                  <c:v>1.83563843838594E-4</c:v>
                </c:pt>
                <c:pt idx="103">
                  <c:v>1.8603886412237399E-4</c:v>
                </c:pt>
                <c:pt idx="104">
                  <c:v>1.8818001191178799E-4</c:v>
                </c:pt>
                <c:pt idx="105">
                  <c:v>1.90232797808025E-4</c:v>
                </c:pt>
                <c:pt idx="106">
                  <c:v>1.9058212626708399E-4</c:v>
                </c:pt>
                <c:pt idx="107">
                  <c:v>1.8919034847077E-4</c:v>
                </c:pt>
                <c:pt idx="108">
                  <c:v>1.90764628960828E-4</c:v>
                </c:pt>
                <c:pt idx="109">
                  <c:v>1.9356682406463101E-4</c:v>
                </c:pt>
                <c:pt idx="110">
                  <c:v>1.9512477240548999E-4</c:v>
                </c:pt>
                <c:pt idx="111">
                  <c:v>1.95901337619117E-4</c:v>
                </c:pt>
                <c:pt idx="112">
                  <c:v>1.9761906678321899E-4</c:v>
                </c:pt>
                <c:pt idx="113">
                  <c:v>1.9841708730163301E-4</c:v>
                </c:pt>
                <c:pt idx="114">
                  <c:v>2.0396781302669601E-4</c:v>
                </c:pt>
                <c:pt idx="115">
                  <c:v>2.0414522305286999E-4</c:v>
                </c:pt>
                <c:pt idx="116">
                  <c:v>2.0083080848357399E-4</c:v>
                </c:pt>
                <c:pt idx="117">
                  <c:v>2.03627666067578E-4</c:v>
                </c:pt>
                <c:pt idx="118">
                  <c:v>2.10518130751325E-4</c:v>
                </c:pt>
                <c:pt idx="119">
                  <c:v>2.1624499821603499E-4</c:v>
                </c:pt>
                <c:pt idx="120">
                  <c:v>2.2449811434999299E-4</c:v>
                </c:pt>
                <c:pt idx="121">
                  <c:v>2.3485787830036201E-4</c:v>
                </c:pt>
                <c:pt idx="122">
                  <c:v>2.4806625689905202E-4</c:v>
                </c:pt>
                <c:pt idx="123">
                  <c:v>2.6348478197101997E-4</c:v>
                </c:pt>
                <c:pt idx="124">
                  <c:v>2.3659847354534199E-4</c:v>
                </c:pt>
                <c:pt idx="125">
                  <c:v>2.6819163563339898E-4</c:v>
                </c:pt>
                <c:pt idx="126">
                  <c:v>2.8858070235344199E-4</c:v>
                </c:pt>
                <c:pt idx="127">
                  <c:v>3.1351626240073001E-4</c:v>
                </c:pt>
                <c:pt idx="128">
                  <c:v>3.4111446823240402E-4</c:v>
                </c:pt>
                <c:pt idx="129">
                  <c:v>3.7324154911926602E-4</c:v>
                </c:pt>
                <c:pt idx="130">
                  <c:v>4.1270101987807002E-4</c:v>
                </c:pt>
                <c:pt idx="131">
                  <c:v>4.6471551299054998E-4</c:v>
                </c:pt>
              </c:numCache>
            </c:numRef>
          </c:val>
          <c:smooth val="1"/>
        </c:ser>
        <c:dLbls>
          <c:showLegendKey val="0"/>
          <c:showVal val="0"/>
          <c:showCatName val="0"/>
          <c:showSerName val="0"/>
          <c:showPercent val="0"/>
          <c:showBubbleSize val="0"/>
        </c:dLbls>
        <c:marker val="1"/>
        <c:smooth val="0"/>
        <c:axId val="123960320"/>
        <c:axId val="124301312"/>
      </c:lineChart>
      <c:dateAx>
        <c:axId val="123960320"/>
        <c:scaling>
          <c:orientation val="minMax"/>
        </c:scaling>
        <c:delete val="0"/>
        <c:axPos val="b"/>
        <c:numFmt formatCode="m/d/yyyy" sourceLinked="1"/>
        <c:majorTickMark val="out"/>
        <c:minorTickMark val="none"/>
        <c:tickLblPos val="nextTo"/>
        <c:spPr>
          <a:ln>
            <a:solidFill>
              <a:schemeClr val="tx2"/>
            </a:solidFill>
          </a:ln>
        </c:spPr>
        <c:crossAx val="124301312"/>
        <c:crosses val="autoZero"/>
        <c:auto val="1"/>
        <c:lblOffset val="100"/>
        <c:baseTimeUnit val="months"/>
        <c:majorUnit val="24"/>
        <c:majorTimeUnit val="months"/>
      </c:dateAx>
      <c:valAx>
        <c:axId val="124301312"/>
        <c:scaling>
          <c:orientation val="minMax"/>
        </c:scaling>
        <c:delete val="0"/>
        <c:axPos val="l"/>
        <c:title>
          <c:tx>
            <c:rich>
              <a:bodyPr rot="-5400000" vert="horz"/>
              <a:lstStyle/>
              <a:p>
                <a:pPr>
                  <a:defRPr/>
                </a:pPr>
                <a:r>
                  <a:rPr lang="en-US" sz="1000" dirty="0" smtClean="0"/>
                  <a:t>Default</a:t>
                </a:r>
                <a:endParaRPr lang="en-US" sz="1000" dirty="0"/>
              </a:p>
            </c:rich>
          </c:tx>
          <c:layout/>
          <c:overlay val="0"/>
        </c:title>
        <c:numFmt formatCode="0.0%" sourceLinked="1"/>
        <c:majorTickMark val="out"/>
        <c:minorTickMark val="none"/>
        <c:tickLblPos val="nextTo"/>
        <c:spPr>
          <a:ln>
            <a:solidFill>
              <a:schemeClr val="tx2"/>
            </a:solidFill>
          </a:ln>
        </c:spPr>
        <c:crossAx val="123960320"/>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turnover</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6.3450363156771798E-3</c:v>
                </c:pt>
                <c:pt idx="1">
                  <c:v>4.5622483856507497E-3</c:v>
                </c:pt>
                <c:pt idx="2">
                  <c:v>4.8612938330869397E-3</c:v>
                </c:pt>
                <c:pt idx="3">
                  <c:v>6.52236595456979E-3</c:v>
                </c:pt>
                <c:pt idx="4">
                  <c:v>7.2205210411438398E-3</c:v>
                </c:pt>
                <c:pt idx="5">
                  <c:v>7.6349915070835902E-3</c:v>
                </c:pt>
                <c:pt idx="6">
                  <c:v>8.0427778598315992E-3</c:v>
                </c:pt>
                <c:pt idx="7">
                  <c:v>7.5444368026107104E-3</c:v>
                </c:pt>
                <c:pt idx="8">
                  <c:v>7.8290038860035598E-3</c:v>
                </c:pt>
                <c:pt idx="9">
                  <c:v>6.4458127106091102E-3</c:v>
                </c:pt>
                <c:pt idx="10">
                  <c:v>6.2115807486826102E-3</c:v>
                </c:pt>
                <c:pt idx="11">
                  <c:v>5.6073559745032997E-3</c:v>
                </c:pt>
                <c:pt idx="12">
                  <c:v>5.8035759535222196E-3</c:v>
                </c:pt>
                <c:pt idx="13">
                  <c:v>4.1022076313813501E-3</c:v>
                </c:pt>
                <c:pt idx="14">
                  <c:v>4.2942531215146703E-3</c:v>
                </c:pt>
                <c:pt idx="15">
                  <c:v>5.7524643873210898E-3</c:v>
                </c:pt>
                <c:pt idx="16">
                  <c:v>6.4102782831897296E-3</c:v>
                </c:pt>
                <c:pt idx="17">
                  <c:v>6.9262304730559497E-3</c:v>
                </c:pt>
                <c:pt idx="18">
                  <c:v>7.2618024126173504E-3</c:v>
                </c:pt>
                <c:pt idx="19">
                  <c:v>6.2126376133474501E-3</c:v>
                </c:pt>
                <c:pt idx="20">
                  <c:v>6.33604953142372E-3</c:v>
                </c:pt>
                <c:pt idx="21">
                  <c:v>4.6176173740490696E-3</c:v>
                </c:pt>
                <c:pt idx="22">
                  <c:v>4.7276446178577698E-3</c:v>
                </c:pt>
                <c:pt idx="23">
                  <c:v>4.2735786843245598E-3</c:v>
                </c:pt>
                <c:pt idx="24">
                  <c:v>4.7160219758446004E-3</c:v>
                </c:pt>
                <c:pt idx="25">
                  <c:v>3.15099632393911E-3</c:v>
                </c:pt>
                <c:pt idx="26">
                  <c:v>2.9199656475035001E-3</c:v>
                </c:pt>
                <c:pt idx="27">
                  <c:v>3.7541475730695699E-3</c:v>
                </c:pt>
                <c:pt idx="28">
                  <c:v>4.4391616138172501E-3</c:v>
                </c:pt>
                <c:pt idx="29">
                  <c:v>4.9881227291929302E-3</c:v>
                </c:pt>
                <c:pt idx="30">
                  <c:v>4.5082766065350603E-3</c:v>
                </c:pt>
                <c:pt idx="31">
                  <c:v>4.8523205989030004E-3</c:v>
                </c:pt>
                <c:pt idx="32">
                  <c:v>5.4132164576863196E-3</c:v>
                </c:pt>
                <c:pt idx="33">
                  <c:v>4.7077337692555E-3</c:v>
                </c:pt>
                <c:pt idx="34">
                  <c:v>4.7089723618983998E-3</c:v>
                </c:pt>
                <c:pt idx="35">
                  <c:v>4.5065166320303303E-3</c:v>
                </c:pt>
                <c:pt idx="36">
                  <c:v>4.8607692986299897E-3</c:v>
                </c:pt>
                <c:pt idx="37">
                  <c:v>4.0027557746204296E-3</c:v>
                </c:pt>
                <c:pt idx="38">
                  <c:v>4.6455342277708696E-3</c:v>
                </c:pt>
                <c:pt idx="39">
                  <c:v>6.2008413852727299E-3</c:v>
                </c:pt>
                <c:pt idx="40">
                  <c:v>7.04017629991019E-3</c:v>
                </c:pt>
                <c:pt idx="41">
                  <c:v>7.3076875831208999E-3</c:v>
                </c:pt>
                <c:pt idx="42">
                  <c:v>7.5278448841202897E-3</c:v>
                </c:pt>
                <c:pt idx="43">
                  <c:v>6.97364587691019E-3</c:v>
                </c:pt>
                <c:pt idx="44">
                  <c:v>7.3047785289046497E-3</c:v>
                </c:pt>
                <c:pt idx="45">
                  <c:v>6.1505060095023798E-3</c:v>
                </c:pt>
                <c:pt idx="46">
                  <c:v>5.9928876205217899E-3</c:v>
                </c:pt>
                <c:pt idx="47">
                  <c:v>5.4685861358444903E-3</c:v>
                </c:pt>
                <c:pt idx="48">
                  <c:v>5.6349226328064397E-3</c:v>
                </c:pt>
                <c:pt idx="49">
                  <c:v>3.8480099290123799E-3</c:v>
                </c:pt>
                <c:pt idx="50">
                  <c:v>4.0644748857229804E-3</c:v>
                </c:pt>
                <c:pt idx="51">
                  <c:v>5.5054703555522796E-3</c:v>
                </c:pt>
                <c:pt idx="52">
                  <c:v>6.0672436988836601E-3</c:v>
                </c:pt>
                <c:pt idx="53">
                  <c:v>6.5311054517249402E-3</c:v>
                </c:pt>
                <c:pt idx="54">
                  <c:v>7.1556131480713901E-3</c:v>
                </c:pt>
                <c:pt idx="55">
                  <c:v>6.83822491925133E-3</c:v>
                </c:pt>
                <c:pt idx="56">
                  <c:v>7.2401875719440498E-3</c:v>
                </c:pt>
                <c:pt idx="57">
                  <c:v>6.0095955984445799E-3</c:v>
                </c:pt>
                <c:pt idx="58">
                  <c:v>5.80748462029559E-3</c:v>
                </c:pt>
                <c:pt idx="59">
                  <c:v>5.21295421556191E-3</c:v>
                </c:pt>
                <c:pt idx="60">
                  <c:v>5.3593721699941197E-3</c:v>
                </c:pt>
                <c:pt idx="61">
                  <c:v>3.7739056822776499E-3</c:v>
                </c:pt>
                <c:pt idx="62">
                  <c:v>3.9068102406401503E-3</c:v>
                </c:pt>
                <c:pt idx="63">
                  <c:v>5.1899876018259104E-3</c:v>
                </c:pt>
                <c:pt idx="64">
                  <c:v>5.76673259579423E-3</c:v>
                </c:pt>
                <c:pt idx="65">
                  <c:v>6.0553628271017897E-3</c:v>
                </c:pt>
                <c:pt idx="66">
                  <c:v>6.7477153282963897E-3</c:v>
                </c:pt>
                <c:pt idx="67">
                  <c:v>6.6428852583123796E-3</c:v>
                </c:pt>
                <c:pt idx="68">
                  <c:v>6.88192698351019E-3</c:v>
                </c:pt>
                <c:pt idx="69">
                  <c:v>5.37940338064223E-3</c:v>
                </c:pt>
                <c:pt idx="70">
                  <c:v>5.1696506625410997E-3</c:v>
                </c:pt>
                <c:pt idx="71">
                  <c:v>4.89279859571266E-3</c:v>
                </c:pt>
                <c:pt idx="72">
                  <c:v>5.2481156850339196E-3</c:v>
                </c:pt>
                <c:pt idx="73">
                  <c:v>3.87208756038548E-3</c:v>
                </c:pt>
                <c:pt idx="74">
                  <c:v>4.3119616767735101E-3</c:v>
                </c:pt>
                <c:pt idx="75">
                  <c:v>6.0258126277801796E-3</c:v>
                </c:pt>
                <c:pt idx="76">
                  <c:v>7.0701965576570602E-3</c:v>
                </c:pt>
                <c:pt idx="77">
                  <c:v>7.5040640068975203E-3</c:v>
                </c:pt>
                <c:pt idx="78">
                  <c:v>7.3226282153653604E-3</c:v>
                </c:pt>
                <c:pt idx="79">
                  <c:v>7.0116867872090901E-3</c:v>
                </c:pt>
                <c:pt idx="80">
                  <c:v>8.0773442683943607E-3</c:v>
                </c:pt>
                <c:pt idx="81">
                  <c:v>7.1021341967614903E-3</c:v>
                </c:pt>
                <c:pt idx="82">
                  <c:v>7.1388907957099703E-3</c:v>
                </c:pt>
                <c:pt idx="83">
                  <c:v>6.6404064820678498E-3</c:v>
                </c:pt>
                <c:pt idx="84">
                  <c:v>7.0468581644211603E-3</c:v>
                </c:pt>
                <c:pt idx="85">
                  <c:v>5.0953938235967699E-3</c:v>
                </c:pt>
                <c:pt idx="86">
                  <c:v>5.4548091857093599E-3</c:v>
                </c:pt>
                <c:pt idx="87">
                  <c:v>7.5028376710949496E-3</c:v>
                </c:pt>
                <c:pt idx="88">
                  <c:v>6.4771210691531899E-3</c:v>
                </c:pt>
                <c:pt idx="89">
                  <c:v>7.1423094741841402E-3</c:v>
                </c:pt>
                <c:pt idx="90">
                  <c:v>7.8454143455067692E-3</c:v>
                </c:pt>
                <c:pt idx="91">
                  <c:v>9.3267315621769504E-3</c:v>
                </c:pt>
                <c:pt idx="92">
                  <c:v>9.6292198385516496E-3</c:v>
                </c:pt>
                <c:pt idx="93">
                  <c:v>7.7741568061437099E-3</c:v>
                </c:pt>
                <c:pt idx="94">
                  <c:v>7.5027815423721698E-3</c:v>
                </c:pt>
                <c:pt idx="95">
                  <c:v>6.3561191867695698E-3</c:v>
                </c:pt>
                <c:pt idx="96">
                  <c:v>5.8153496017034597E-3</c:v>
                </c:pt>
                <c:pt idx="97">
                  <c:v>4.3412229588955902E-3</c:v>
                </c:pt>
                <c:pt idx="98">
                  <c:v>4.8600787297747401E-3</c:v>
                </c:pt>
                <c:pt idx="99">
                  <c:v>6.1869222125094398E-3</c:v>
                </c:pt>
                <c:pt idx="100">
                  <c:v>6.7116084998251396E-3</c:v>
                </c:pt>
                <c:pt idx="101">
                  <c:v>6.4506603833492304E-3</c:v>
                </c:pt>
                <c:pt idx="102">
                  <c:v>6.65303897357935E-3</c:v>
                </c:pt>
                <c:pt idx="103">
                  <c:v>6.0117161050873297E-3</c:v>
                </c:pt>
                <c:pt idx="104">
                  <c:v>6.0542266290804303E-3</c:v>
                </c:pt>
                <c:pt idx="105">
                  <c:v>5.8452863489366902E-3</c:v>
                </c:pt>
                <c:pt idx="106">
                  <c:v>5.9880737772770101E-3</c:v>
                </c:pt>
                <c:pt idx="107">
                  <c:v>5.5830846473784203E-3</c:v>
                </c:pt>
                <c:pt idx="108">
                  <c:v>6.1198215303119802E-3</c:v>
                </c:pt>
                <c:pt idx="109">
                  <c:v>4.6091000935455798E-3</c:v>
                </c:pt>
                <c:pt idx="110">
                  <c:v>4.7344192360211602E-3</c:v>
                </c:pt>
                <c:pt idx="111">
                  <c:v>6.19866472654086E-3</c:v>
                </c:pt>
                <c:pt idx="112">
                  <c:v>7.3435453361380297E-3</c:v>
                </c:pt>
                <c:pt idx="113">
                  <c:v>7.7351731882660899E-3</c:v>
                </c:pt>
                <c:pt idx="114">
                  <c:v>8.2163373884486801E-3</c:v>
                </c:pt>
                <c:pt idx="115">
                  <c:v>6.3008680167850597E-3</c:v>
                </c:pt>
                <c:pt idx="116">
                  <c:v>6.3457524890915299E-3</c:v>
                </c:pt>
                <c:pt idx="117">
                  <c:v>5.6468309872984204E-3</c:v>
                </c:pt>
                <c:pt idx="118">
                  <c:v>5.9273498563832596E-3</c:v>
                </c:pt>
                <c:pt idx="119">
                  <c:v>5.3487923724732499E-3</c:v>
                </c:pt>
                <c:pt idx="120">
                  <c:v>6.0016115436499397E-3</c:v>
                </c:pt>
                <c:pt idx="121">
                  <c:v>4.3890265718234296E-3</c:v>
                </c:pt>
                <c:pt idx="122">
                  <c:v>4.9277056373018303E-3</c:v>
                </c:pt>
                <c:pt idx="123">
                  <c:v>6.4286468285797297E-3</c:v>
                </c:pt>
                <c:pt idx="124">
                  <c:v>7.1059768924403403E-3</c:v>
                </c:pt>
                <c:pt idx="125">
                  <c:v>7.6905742576112998E-3</c:v>
                </c:pt>
                <c:pt idx="126">
                  <c:v>7.9371038641073092E-3</c:v>
                </c:pt>
                <c:pt idx="127">
                  <c:v>6.6737660831459296E-3</c:v>
                </c:pt>
                <c:pt idx="128">
                  <c:v>6.73995539530871E-3</c:v>
                </c:pt>
                <c:pt idx="129">
                  <c:v>5.3771029558836196E-3</c:v>
                </c:pt>
                <c:pt idx="130">
                  <c:v>6.1584817683733896E-3</c:v>
                </c:pt>
                <c:pt idx="131">
                  <c:v>5.34131068427367E-3</c:v>
                </c:pt>
              </c:numCache>
            </c:numRef>
          </c:val>
          <c:smooth val="1"/>
        </c:ser>
        <c:dLbls>
          <c:showLegendKey val="0"/>
          <c:showVal val="0"/>
          <c:showCatName val="0"/>
          <c:showSerName val="0"/>
          <c:showPercent val="0"/>
          <c:showBubbleSize val="0"/>
        </c:dLbls>
        <c:marker val="1"/>
        <c:smooth val="0"/>
        <c:axId val="124370304"/>
        <c:axId val="124372096"/>
      </c:lineChart>
      <c:dateAx>
        <c:axId val="124370304"/>
        <c:scaling>
          <c:orientation val="minMax"/>
        </c:scaling>
        <c:delete val="0"/>
        <c:axPos val="b"/>
        <c:numFmt formatCode="m/d/yyyy" sourceLinked="1"/>
        <c:majorTickMark val="out"/>
        <c:minorTickMark val="none"/>
        <c:tickLblPos val="nextTo"/>
        <c:spPr>
          <a:ln>
            <a:solidFill>
              <a:schemeClr val="tx2"/>
            </a:solidFill>
          </a:ln>
        </c:spPr>
        <c:crossAx val="124372096"/>
        <c:crosses val="autoZero"/>
        <c:auto val="1"/>
        <c:lblOffset val="100"/>
        <c:baseTimeUnit val="months"/>
        <c:majorUnit val="24"/>
        <c:majorTimeUnit val="months"/>
      </c:dateAx>
      <c:valAx>
        <c:axId val="124372096"/>
        <c:scaling>
          <c:orientation val="minMax"/>
          <c:max val="1.0000000000000002E-2"/>
        </c:scaling>
        <c:delete val="0"/>
        <c:axPos val="l"/>
        <c:title>
          <c:tx>
            <c:rich>
              <a:bodyPr rot="-5400000" vert="horz"/>
              <a:lstStyle/>
              <a:p>
                <a:pPr>
                  <a:defRPr/>
                </a:pPr>
                <a:r>
                  <a:rPr lang="en-US" sz="1000" dirty="0" smtClean="0"/>
                  <a:t>Turnover</a:t>
                </a:r>
                <a:endParaRPr lang="en-US" sz="1000" dirty="0"/>
              </a:p>
            </c:rich>
          </c:tx>
          <c:layout/>
          <c:overlay val="0"/>
        </c:title>
        <c:numFmt formatCode="0.0%" sourceLinked="1"/>
        <c:majorTickMark val="out"/>
        <c:minorTickMark val="none"/>
        <c:tickLblPos val="nextTo"/>
        <c:spPr>
          <a:ln>
            <a:solidFill>
              <a:schemeClr val="tx2"/>
            </a:solidFill>
          </a:ln>
        </c:spPr>
        <c:crossAx val="124370304"/>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07470208631824"/>
          <c:y val="3.9546124331371904E-2"/>
          <c:w val="0.81497041862279673"/>
          <c:h val="0.85182187936535436"/>
        </c:manualLayout>
      </c:layout>
      <c:lineChart>
        <c:grouping val="standard"/>
        <c:varyColors val="0"/>
        <c:ser>
          <c:idx val="0"/>
          <c:order val="0"/>
          <c:tx>
            <c:strRef>
              <c:f>Sheet1!$B$1</c:f>
              <c:strCache>
                <c:ptCount val="1"/>
                <c:pt idx="0">
                  <c:v>refinancing</c:v>
                </c:pt>
              </c:strCache>
            </c:strRef>
          </c:tx>
          <c:spPr>
            <a:ln w="12700"/>
          </c:spPr>
          <c:marker>
            <c:symbol val="none"/>
          </c:marker>
          <c:cat>
            <c:numRef>
              <c:f>Sheet1!$A$2:$A$133</c:f>
              <c:numCache>
                <c:formatCode>m/d/yyyy</c:formatCode>
                <c:ptCount val="132"/>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numCache>
            </c:numRef>
          </c:cat>
          <c:val>
            <c:numRef>
              <c:f>Sheet1!$B$2:$B$133</c:f>
              <c:numCache>
                <c:formatCode>0.0%</c:formatCode>
                <c:ptCount val="132"/>
                <c:pt idx="0">
                  <c:v>1.96461643867674E-2</c:v>
                </c:pt>
                <c:pt idx="1">
                  <c:v>2.16532873413544E-2</c:v>
                </c:pt>
                <c:pt idx="2">
                  <c:v>2.7952734700236601E-2</c:v>
                </c:pt>
                <c:pt idx="3">
                  <c:v>2.7593139556445399E-2</c:v>
                </c:pt>
                <c:pt idx="4">
                  <c:v>2.4227562806874301E-2</c:v>
                </c:pt>
                <c:pt idx="5">
                  <c:v>2.46554335136118E-2</c:v>
                </c:pt>
                <c:pt idx="6">
                  <c:v>2.2984667630540301E-2</c:v>
                </c:pt>
                <c:pt idx="7">
                  <c:v>2.73349259002772E-2</c:v>
                </c:pt>
                <c:pt idx="8">
                  <c:v>2.7087011535186101E-2</c:v>
                </c:pt>
                <c:pt idx="9">
                  <c:v>2.71832915087157E-2</c:v>
                </c:pt>
                <c:pt idx="10">
                  <c:v>3.3669234348071203E-2</c:v>
                </c:pt>
                <c:pt idx="11">
                  <c:v>3.3717044891749197E-2</c:v>
                </c:pt>
                <c:pt idx="12">
                  <c:v>2.7216646161173599E-2</c:v>
                </c:pt>
                <c:pt idx="13">
                  <c:v>2.92007213941172E-2</c:v>
                </c:pt>
                <c:pt idx="14">
                  <c:v>2.7062109118974598E-2</c:v>
                </c:pt>
                <c:pt idx="15">
                  <c:v>2.4650896351822899E-2</c:v>
                </c:pt>
                <c:pt idx="16">
                  <c:v>1.7705246592820301E-2</c:v>
                </c:pt>
                <c:pt idx="17">
                  <c:v>1.9640968220482599E-2</c:v>
                </c:pt>
                <c:pt idx="18">
                  <c:v>1.3314752206090401E-2</c:v>
                </c:pt>
                <c:pt idx="19">
                  <c:v>6.5591757717736801E-3</c:v>
                </c:pt>
                <c:pt idx="20">
                  <c:v>5.5369136512643602E-3</c:v>
                </c:pt>
                <c:pt idx="21">
                  <c:v>3.3731056420692501E-3</c:v>
                </c:pt>
                <c:pt idx="22">
                  <c:v>3.8971668307449E-3</c:v>
                </c:pt>
                <c:pt idx="23">
                  <c:v>3.7014709823105E-3</c:v>
                </c:pt>
                <c:pt idx="24">
                  <c:v>4.3609665943749104E-3</c:v>
                </c:pt>
                <c:pt idx="25">
                  <c:v>3.3495497040430902E-3</c:v>
                </c:pt>
                <c:pt idx="26">
                  <c:v>2.5605698246967601E-3</c:v>
                </c:pt>
                <c:pt idx="27">
                  <c:v>2.4705462606973102E-3</c:v>
                </c:pt>
                <c:pt idx="28">
                  <c:v>2.5230211134633302E-3</c:v>
                </c:pt>
                <c:pt idx="29">
                  <c:v>2.6272868644772402E-3</c:v>
                </c:pt>
                <c:pt idx="30">
                  <c:v>2.43793882614697E-3</c:v>
                </c:pt>
                <c:pt idx="31">
                  <c:v>2.5553136666383999E-3</c:v>
                </c:pt>
                <c:pt idx="32">
                  <c:v>2.86877603254212E-3</c:v>
                </c:pt>
                <c:pt idx="33">
                  <c:v>3.3722467496443802E-3</c:v>
                </c:pt>
                <c:pt idx="34">
                  <c:v>4.0331791184800604E-3</c:v>
                </c:pt>
                <c:pt idx="35">
                  <c:v>5.1920394962225898E-3</c:v>
                </c:pt>
                <c:pt idx="36">
                  <c:v>6.0863086291666896E-3</c:v>
                </c:pt>
                <c:pt idx="37">
                  <c:v>1.18349956322045E-2</c:v>
                </c:pt>
                <c:pt idx="38">
                  <c:v>2.1513021012677099E-2</c:v>
                </c:pt>
                <c:pt idx="39">
                  <c:v>2.0527742485684199E-2</c:v>
                </c:pt>
                <c:pt idx="40">
                  <c:v>2.4185839275889701E-2</c:v>
                </c:pt>
                <c:pt idx="41">
                  <c:v>1.94605920651349E-2</c:v>
                </c:pt>
                <c:pt idx="42">
                  <c:v>1.6045857668605001E-2</c:v>
                </c:pt>
                <c:pt idx="43">
                  <c:v>1.4861049389361799E-2</c:v>
                </c:pt>
                <c:pt idx="44">
                  <c:v>1.5380806086356801E-2</c:v>
                </c:pt>
                <c:pt idx="45">
                  <c:v>1.96364243305387E-2</c:v>
                </c:pt>
                <c:pt idx="46">
                  <c:v>2.3096746690626901E-2</c:v>
                </c:pt>
                <c:pt idx="47">
                  <c:v>2.9534584607368498E-2</c:v>
                </c:pt>
                <c:pt idx="48">
                  <c:v>2.7752191290531799E-2</c:v>
                </c:pt>
                <c:pt idx="49">
                  <c:v>1.35696692827995E-2</c:v>
                </c:pt>
                <c:pt idx="50">
                  <c:v>1.45097149429027E-2</c:v>
                </c:pt>
                <c:pt idx="51">
                  <c:v>1.7331666000441101E-2</c:v>
                </c:pt>
                <c:pt idx="52">
                  <c:v>1.3394194703816101E-2</c:v>
                </c:pt>
                <c:pt idx="53">
                  <c:v>1.3443556392706999E-2</c:v>
                </c:pt>
                <c:pt idx="54">
                  <c:v>1.7947964930458998E-2</c:v>
                </c:pt>
                <c:pt idx="55">
                  <c:v>2.4008414835873401E-2</c:v>
                </c:pt>
                <c:pt idx="56">
                  <c:v>3.0193186469043901E-2</c:v>
                </c:pt>
                <c:pt idx="57">
                  <c:v>3.86750123734248E-2</c:v>
                </c:pt>
                <c:pt idx="58">
                  <c:v>4.6675196042558202E-2</c:v>
                </c:pt>
                <c:pt idx="59">
                  <c:v>4.4206461001509899E-2</c:v>
                </c:pt>
                <c:pt idx="60">
                  <c:v>4.35205580420992E-2</c:v>
                </c:pt>
                <c:pt idx="61">
                  <c:v>4.1769100215140499E-2</c:v>
                </c:pt>
                <c:pt idx="62">
                  <c:v>4.3835726272521601E-2</c:v>
                </c:pt>
                <c:pt idx="63">
                  <c:v>4.4246520733033798E-2</c:v>
                </c:pt>
                <c:pt idx="64">
                  <c:v>4.4804680413163399E-2</c:v>
                </c:pt>
                <c:pt idx="65">
                  <c:v>3.92046248335393E-2</c:v>
                </c:pt>
                <c:pt idx="66">
                  <c:v>4.7759713148881E-2</c:v>
                </c:pt>
                <c:pt idx="67">
                  <c:v>5.2596300864343103E-2</c:v>
                </c:pt>
                <c:pt idx="68">
                  <c:v>3.5926326062567897E-2</c:v>
                </c:pt>
                <c:pt idx="69">
                  <c:v>1.34635763791727E-2</c:v>
                </c:pt>
                <c:pt idx="70">
                  <c:v>1.46696104394412E-2</c:v>
                </c:pt>
                <c:pt idx="71">
                  <c:v>1.8043156726367901E-2</c:v>
                </c:pt>
                <c:pt idx="72">
                  <c:v>1.7599046795678999E-2</c:v>
                </c:pt>
                <c:pt idx="73">
                  <c:v>1.7497034787210899E-2</c:v>
                </c:pt>
                <c:pt idx="74">
                  <c:v>2.1639176793777502E-2</c:v>
                </c:pt>
                <c:pt idx="75">
                  <c:v>2.31517476857055E-2</c:v>
                </c:pt>
                <c:pt idx="76">
                  <c:v>2.9054112730417098E-2</c:v>
                </c:pt>
                <c:pt idx="77">
                  <c:v>1.6017622745724401E-2</c:v>
                </c:pt>
                <c:pt idx="78">
                  <c:v>7.1067300883683997E-3</c:v>
                </c:pt>
                <c:pt idx="79">
                  <c:v>6.8170499515306402E-3</c:v>
                </c:pt>
                <c:pt idx="80">
                  <c:v>9.9911943229020195E-3</c:v>
                </c:pt>
                <c:pt idx="81">
                  <c:v>1.3118501630528899E-2</c:v>
                </c:pt>
                <c:pt idx="82">
                  <c:v>1.6057848004792302E-2</c:v>
                </c:pt>
                <c:pt idx="83">
                  <c:v>1.6627840013124201E-2</c:v>
                </c:pt>
                <c:pt idx="84">
                  <c:v>1.68555849185573E-2</c:v>
                </c:pt>
                <c:pt idx="85">
                  <c:v>1.5945903542888398E-2</c:v>
                </c:pt>
                <c:pt idx="86">
                  <c:v>1.5985288660108E-2</c:v>
                </c:pt>
                <c:pt idx="87">
                  <c:v>1.8169154083971E-2</c:v>
                </c:pt>
                <c:pt idx="88">
                  <c:v>1.02342452137924E-2</c:v>
                </c:pt>
                <c:pt idx="89">
                  <c:v>1.2065968200896299E-2</c:v>
                </c:pt>
                <c:pt idx="90">
                  <c:v>1.53399042753323E-2</c:v>
                </c:pt>
                <c:pt idx="91">
                  <c:v>1.9320122383097101E-2</c:v>
                </c:pt>
                <c:pt idx="92">
                  <c:v>1.6026755773001101E-2</c:v>
                </c:pt>
                <c:pt idx="93">
                  <c:v>1.24627812296501E-2</c:v>
                </c:pt>
                <c:pt idx="94">
                  <c:v>1.2684705156310899E-2</c:v>
                </c:pt>
                <c:pt idx="95">
                  <c:v>7.0443080059085497E-3</c:v>
                </c:pt>
                <c:pt idx="96">
                  <c:v>3.6240569617555902E-3</c:v>
                </c:pt>
                <c:pt idx="97">
                  <c:v>4.2732749969058301E-3</c:v>
                </c:pt>
                <c:pt idx="98">
                  <c:v>5.59008167571048E-3</c:v>
                </c:pt>
                <c:pt idx="99">
                  <c:v>4.1983240200145601E-3</c:v>
                </c:pt>
                <c:pt idx="100">
                  <c:v>3.5668340235309802E-3</c:v>
                </c:pt>
                <c:pt idx="101">
                  <c:v>2.39968914218529E-3</c:v>
                </c:pt>
                <c:pt idx="102">
                  <c:v>2.2018950665476898E-3</c:v>
                </c:pt>
                <c:pt idx="103">
                  <c:v>2.0297309337298898E-3</c:v>
                </c:pt>
                <c:pt idx="104">
                  <c:v>1.92168232424023E-3</c:v>
                </c:pt>
                <c:pt idx="105">
                  <c:v>2.9067146937999801E-3</c:v>
                </c:pt>
                <c:pt idx="106">
                  <c:v>3.7800267742037499E-3</c:v>
                </c:pt>
                <c:pt idx="107">
                  <c:v>4.6123438784510702E-3</c:v>
                </c:pt>
                <c:pt idx="108">
                  <c:v>5.9757433344467597E-3</c:v>
                </c:pt>
                <c:pt idx="109">
                  <c:v>8.2460638771957393E-3</c:v>
                </c:pt>
                <c:pt idx="110">
                  <c:v>7.0286848334452897E-3</c:v>
                </c:pt>
                <c:pt idx="111">
                  <c:v>6.0859985017003198E-3</c:v>
                </c:pt>
                <c:pt idx="112">
                  <c:v>8.3223472289550501E-3</c:v>
                </c:pt>
                <c:pt idx="113">
                  <c:v>7.58454467425047E-3</c:v>
                </c:pt>
                <c:pt idx="114">
                  <c:v>6.7893260940978398E-3</c:v>
                </c:pt>
                <c:pt idx="115">
                  <c:v>2.7315207956603998E-3</c:v>
                </c:pt>
                <c:pt idx="116">
                  <c:v>2.4828102701695098E-3</c:v>
                </c:pt>
                <c:pt idx="117">
                  <c:v>3.2809088453045298E-3</c:v>
                </c:pt>
                <c:pt idx="118">
                  <c:v>5.0398595799922199E-3</c:v>
                </c:pt>
                <c:pt idx="119">
                  <c:v>5.1644321687199903E-3</c:v>
                </c:pt>
                <c:pt idx="120">
                  <c:v>8.4021434336493794E-3</c:v>
                </c:pt>
                <c:pt idx="121">
                  <c:v>1.03984708093152E-2</c:v>
                </c:pt>
                <c:pt idx="122">
                  <c:v>2.0908065299123899E-2</c:v>
                </c:pt>
                <c:pt idx="123">
                  <c:v>1.5202654789178101E-2</c:v>
                </c:pt>
                <c:pt idx="124">
                  <c:v>1.3706928523595001E-2</c:v>
                </c:pt>
                <c:pt idx="125">
                  <c:v>1.5855623994899499E-2</c:v>
                </c:pt>
                <c:pt idx="126">
                  <c:v>1.19175475672979E-2</c:v>
                </c:pt>
                <c:pt idx="127">
                  <c:v>5.6046771970626698E-3</c:v>
                </c:pt>
                <c:pt idx="128">
                  <c:v>4.5225630886953604E-3</c:v>
                </c:pt>
                <c:pt idx="129">
                  <c:v>3.7306645014374999E-3</c:v>
                </c:pt>
                <c:pt idx="130">
                  <c:v>1.06905729968524E-2</c:v>
                </c:pt>
                <c:pt idx="131">
                  <c:v>7.92768180762146E-3</c:v>
                </c:pt>
              </c:numCache>
            </c:numRef>
          </c:val>
          <c:smooth val="1"/>
        </c:ser>
        <c:dLbls>
          <c:showLegendKey val="0"/>
          <c:showVal val="0"/>
          <c:showCatName val="0"/>
          <c:showSerName val="0"/>
          <c:showPercent val="0"/>
          <c:showBubbleSize val="0"/>
        </c:dLbls>
        <c:marker val="1"/>
        <c:smooth val="0"/>
        <c:axId val="124855040"/>
        <c:axId val="124856576"/>
      </c:lineChart>
      <c:dateAx>
        <c:axId val="124855040"/>
        <c:scaling>
          <c:orientation val="minMax"/>
        </c:scaling>
        <c:delete val="0"/>
        <c:axPos val="b"/>
        <c:numFmt formatCode="m/d/yyyy" sourceLinked="1"/>
        <c:majorTickMark val="out"/>
        <c:minorTickMark val="none"/>
        <c:tickLblPos val="nextTo"/>
        <c:spPr>
          <a:ln>
            <a:solidFill>
              <a:schemeClr val="tx2"/>
            </a:solidFill>
          </a:ln>
        </c:spPr>
        <c:crossAx val="124856576"/>
        <c:crosses val="autoZero"/>
        <c:auto val="1"/>
        <c:lblOffset val="100"/>
        <c:baseTimeUnit val="months"/>
        <c:majorUnit val="24"/>
        <c:majorTimeUnit val="months"/>
      </c:dateAx>
      <c:valAx>
        <c:axId val="124856576"/>
        <c:scaling>
          <c:orientation val="minMax"/>
          <c:max val="5.000000000000001E-2"/>
        </c:scaling>
        <c:delete val="0"/>
        <c:axPos val="l"/>
        <c:title>
          <c:tx>
            <c:rich>
              <a:bodyPr rot="-5400000" vert="horz"/>
              <a:lstStyle/>
              <a:p>
                <a:pPr>
                  <a:defRPr/>
                </a:pPr>
                <a:r>
                  <a:rPr lang="en-US" sz="1000" dirty="0" smtClean="0"/>
                  <a:t>Refinancing</a:t>
                </a:r>
                <a:endParaRPr lang="en-US" sz="1000" dirty="0"/>
              </a:p>
            </c:rich>
          </c:tx>
          <c:layout/>
          <c:overlay val="0"/>
        </c:title>
        <c:numFmt formatCode="0.0%" sourceLinked="1"/>
        <c:majorTickMark val="out"/>
        <c:minorTickMark val="none"/>
        <c:tickLblPos val="nextTo"/>
        <c:spPr>
          <a:ln>
            <a:solidFill>
              <a:schemeClr val="tx2"/>
            </a:solidFill>
          </a:ln>
        </c:spPr>
        <c:crossAx val="124855040"/>
        <c:crosses val="autoZero"/>
        <c:crossBetween val="midCat"/>
      </c:valAx>
    </c:plotArea>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71521884606148189"/>
        </c:manualLayout>
      </c:layout>
      <c:lineChart>
        <c:grouping val="standard"/>
        <c:varyColors val="0"/>
        <c:ser>
          <c:idx val="0"/>
          <c:order val="0"/>
          <c:tx>
            <c:strRef>
              <c:f>Sheet1!$B$1</c:f>
              <c:strCache>
                <c:ptCount val="1"/>
                <c:pt idx="0">
                  <c:v>onePointRate</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General</c:formatCode>
                <c:ptCount val="193"/>
                <c:pt idx="0">
                  <c:v>7.09</c:v>
                </c:pt>
                <c:pt idx="1">
                  <c:v>7.09</c:v>
                </c:pt>
                <c:pt idx="2">
                  <c:v>7.18</c:v>
                </c:pt>
                <c:pt idx="3">
                  <c:v>7.14</c:v>
                </c:pt>
                <c:pt idx="4">
                  <c:v>7.165</c:v>
                </c:pt>
                <c:pt idx="5">
                  <c:v>7</c:v>
                </c:pt>
                <c:pt idx="6">
                  <c:v>6.9749999999999996</c:v>
                </c:pt>
                <c:pt idx="7">
                  <c:v>6.9450000000000003</c:v>
                </c:pt>
                <c:pt idx="8">
                  <c:v>6.72</c:v>
                </c:pt>
                <c:pt idx="9">
                  <c:v>6.6849999999999996</c:v>
                </c:pt>
                <c:pt idx="10">
                  <c:v>6.8449999999999998</c:v>
                </c:pt>
                <c:pt idx="11">
                  <c:v>6.74</c:v>
                </c:pt>
                <c:pt idx="12">
                  <c:v>6.7649999999999997</c:v>
                </c:pt>
                <c:pt idx="13">
                  <c:v>6.81</c:v>
                </c:pt>
                <c:pt idx="14">
                  <c:v>7.0149999999999997</c:v>
                </c:pt>
                <c:pt idx="15">
                  <c:v>6.92</c:v>
                </c:pt>
                <c:pt idx="16">
                  <c:v>7.15</c:v>
                </c:pt>
                <c:pt idx="17">
                  <c:v>7.55</c:v>
                </c:pt>
                <c:pt idx="18">
                  <c:v>7.63</c:v>
                </c:pt>
                <c:pt idx="19">
                  <c:v>7.94</c:v>
                </c:pt>
                <c:pt idx="20">
                  <c:v>7.82</c:v>
                </c:pt>
                <c:pt idx="21">
                  <c:v>7.85</c:v>
                </c:pt>
                <c:pt idx="22">
                  <c:v>7.74</c:v>
                </c:pt>
                <c:pt idx="23">
                  <c:v>7.91</c:v>
                </c:pt>
                <c:pt idx="24">
                  <c:v>8.2100000000000009</c:v>
                </c:pt>
                <c:pt idx="25">
                  <c:v>8.33</c:v>
                </c:pt>
                <c:pt idx="26">
                  <c:v>8.24</c:v>
                </c:pt>
                <c:pt idx="27">
                  <c:v>8.15</c:v>
                </c:pt>
                <c:pt idx="28">
                  <c:v>8.52</c:v>
                </c:pt>
                <c:pt idx="29">
                  <c:v>8.2650000000000006</c:v>
                </c:pt>
                <c:pt idx="30">
                  <c:v>8.125</c:v>
                </c:pt>
                <c:pt idx="31">
                  <c:v>8.0299999999999994</c:v>
                </c:pt>
                <c:pt idx="32">
                  <c:v>7.91</c:v>
                </c:pt>
                <c:pt idx="33">
                  <c:v>7.8</c:v>
                </c:pt>
                <c:pt idx="34">
                  <c:v>7.7249999999999996</c:v>
                </c:pt>
                <c:pt idx="35">
                  <c:v>7.38</c:v>
                </c:pt>
                <c:pt idx="36">
                  <c:v>7.0049999999999999</c:v>
                </c:pt>
                <c:pt idx="37">
                  <c:v>7.05</c:v>
                </c:pt>
                <c:pt idx="38">
                  <c:v>6.9249999999999998</c:v>
                </c:pt>
                <c:pt idx="39">
                  <c:v>7.0549999999999997</c:v>
                </c:pt>
                <c:pt idx="40">
                  <c:v>7.15</c:v>
                </c:pt>
                <c:pt idx="41">
                  <c:v>7.16</c:v>
                </c:pt>
                <c:pt idx="42">
                  <c:v>7.1050000000000004</c:v>
                </c:pt>
                <c:pt idx="43">
                  <c:v>6.9249999999999998</c:v>
                </c:pt>
                <c:pt idx="44">
                  <c:v>6.7949999999999999</c:v>
                </c:pt>
                <c:pt idx="45">
                  <c:v>6.5949999999999998</c:v>
                </c:pt>
                <c:pt idx="46">
                  <c:v>6.61</c:v>
                </c:pt>
                <c:pt idx="47">
                  <c:v>7.02</c:v>
                </c:pt>
                <c:pt idx="48">
                  <c:v>6.95</c:v>
                </c:pt>
                <c:pt idx="49">
                  <c:v>6.8150000000000004</c:v>
                </c:pt>
                <c:pt idx="50">
                  <c:v>6.9349999999999996</c:v>
                </c:pt>
                <c:pt idx="51">
                  <c:v>6.915</c:v>
                </c:pt>
                <c:pt idx="52">
                  <c:v>6.7350000000000003</c:v>
                </c:pt>
                <c:pt idx="53">
                  <c:v>6.55</c:v>
                </c:pt>
                <c:pt idx="54">
                  <c:v>6.39</c:v>
                </c:pt>
                <c:pt idx="55">
                  <c:v>6.19</c:v>
                </c:pt>
                <c:pt idx="56">
                  <c:v>5.99</c:v>
                </c:pt>
                <c:pt idx="57">
                  <c:v>6.01</c:v>
                </c:pt>
                <c:pt idx="58">
                  <c:v>5.97</c:v>
                </c:pt>
                <c:pt idx="59">
                  <c:v>5.95</c:v>
                </c:pt>
                <c:pt idx="60">
                  <c:v>5.82</c:v>
                </c:pt>
                <c:pt idx="61">
                  <c:v>5.74</c:v>
                </c:pt>
                <c:pt idx="62">
                  <c:v>5.65</c:v>
                </c:pt>
                <c:pt idx="63">
                  <c:v>5.71</c:v>
                </c:pt>
                <c:pt idx="64">
                  <c:v>5.38</c:v>
                </c:pt>
                <c:pt idx="65">
                  <c:v>5.13</c:v>
                </c:pt>
                <c:pt idx="66">
                  <c:v>5.5049999999999999</c:v>
                </c:pt>
                <c:pt idx="67">
                  <c:v>6.1849999999999996</c:v>
                </c:pt>
                <c:pt idx="68">
                  <c:v>6.05</c:v>
                </c:pt>
                <c:pt idx="69">
                  <c:v>5.85</c:v>
                </c:pt>
                <c:pt idx="70">
                  <c:v>5.83</c:v>
                </c:pt>
                <c:pt idx="71">
                  <c:v>5.8049999999999997</c:v>
                </c:pt>
                <c:pt idx="72">
                  <c:v>5.6349999999999998</c:v>
                </c:pt>
                <c:pt idx="73">
                  <c:v>5.5650000000000004</c:v>
                </c:pt>
                <c:pt idx="74">
                  <c:v>5.375</c:v>
                </c:pt>
                <c:pt idx="75">
                  <c:v>5.7549999999999999</c:v>
                </c:pt>
                <c:pt idx="76">
                  <c:v>6.1950000000000003</c:v>
                </c:pt>
                <c:pt idx="77">
                  <c:v>6.19</c:v>
                </c:pt>
                <c:pt idx="78">
                  <c:v>5.96</c:v>
                </c:pt>
                <c:pt idx="79">
                  <c:v>5.7949999999999999</c:v>
                </c:pt>
                <c:pt idx="80">
                  <c:v>5.6749999999999998</c:v>
                </c:pt>
                <c:pt idx="81">
                  <c:v>5.6449999999999996</c:v>
                </c:pt>
                <c:pt idx="82">
                  <c:v>5.63</c:v>
                </c:pt>
                <c:pt idx="83">
                  <c:v>5.65</c:v>
                </c:pt>
                <c:pt idx="84">
                  <c:v>5.6349999999999998</c:v>
                </c:pt>
                <c:pt idx="85">
                  <c:v>5.5549999999999997</c:v>
                </c:pt>
                <c:pt idx="86">
                  <c:v>5.8550000000000004</c:v>
                </c:pt>
                <c:pt idx="87">
                  <c:v>5.76</c:v>
                </c:pt>
                <c:pt idx="88">
                  <c:v>5.62</c:v>
                </c:pt>
                <c:pt idx="89">
                  <c:v>5.48</c:v>
                </c:pt>
                <c:pt idx="90">
                  <c:v>5.5750000000000002</c:v>
                </c:pt>
                <c:pt idx="91">
                  <c:v>5.6950000000000003</c:v>
                </c:pt>
                <c:pt idx="92">
                  <c:v>5.67</c:v>
                </c:pt>
                <c:pt idx="93">
                  <c:v>5.9450000000000003</c:v>
                </c:pt>
                <c:pt idx="94">
                  <c:v>6.23</c:v>
                </c:pt>
                <c:pt idx="95">
                  <c:v>6.1449999999999996</c:v>
                </c:pt>
                <c:pt idx="96">
                  <c:v>6.0250000000000004</c:v>
                </c:pt>
                <c:pt idx="97">
                  <c:v>6.15</c:v>
                </c:pt>
                <c:pt idx="98">
                  <c:v>6.22</c:v>
                </c:pt>
                <c:pt idx="99">
                  <c:v>6.41</c:v>
                </c:pt>
                <c:pt idx="100">
                  <c:v>6.4749999999999996</c:v>
                </c:pt>
                <c:pt idx="101">
                  <c:v>6.5549999999999997</c:v>
                </c:pt>
                <c:pt idx="102">
                  <c:v>6.6349999999999998</c:v>
                </c:pt>
                <c:pt idx="103">
                  <c:v>6.37</c:v>
                </c:pt>
                <c:pt idx="104">
                  <c:v>6.2750000000000004</c:v>
                </c:pt>
                <c:pt idx="105">
                  <c:v>6.21</c:v>
                </c:pt>
                <c:pt idx="106">
                  <c:v>6.1150000000000002</c:v>
                </c:pt>
                <c:pt idx="107">
                  <c:v>5.99</c:v>
                </c:pt>
                <c:pt idx="108">
                  <c:v>6.07</c:v>
                </c:pt>
                <c:pt idx="109">
                  <c:v>6.14</c:v>
                </c:pt>
                <c:pt idx="110">
                  <c:v>6.01</c:v>
                </c:pt>
                <c:pt idx="111">
                  <c:v>6.0549999999999997</c:v>
                </c:pt>
                <c:pt idx="112">
                  <c:v>6.11</c:v>
                </c:pt>
                <c:pt idx="113">
                  <c:v>6.51</c:v>
                </c:pt>
                <c:pt idx="114">
                  <c:v>6.55</c:v>
                </c:pt>
                <c:pt idx="115">
                  <c:v>6.42</c:v>
                </c:pt>
                <c:pt idx="116">
                  <c:v>6.2549999999999999</c:v>
                </c:pt>
                <c:pt idx="117">
                  <c:v>6.2549999999999999</c:v>
                </c:pt>
                <c:pt idx="118">
                  <c:v>6.06</c:v>
                </c:pt>
                <c:pt idx="119">
                  <c:v>5.9749999999999996</c:v>
                </c:pt>
                <c:pt idx="120">
                  <c:v>5.61</c:v>
                </c:pt>
                <c:pt idx="121">
                  <c:v>5.7949999999999999</c:v>
                </c:pt>
                <c:pt idx="122">
                  <c:v>5.8449999999999998</c:v>
                </c:pt>
                <c:pt idx="123">
                  <c:v>5.77</c:v>
                </c:pt>
                <c:pt idx="124">
                  <c:v>5.915</c:v>
                </c:pt>
                <c:pt idx="125">
                  <c:v>6.2450000000000001</c:v>
                </c:pt>
                <c:pt idx="126">
                  <c:v>6.33</c:v>
                </c:pt>
                <c:pt idx="127">
                  <c:v>6.4050000000000002</c:v>
                </c:pt>
                <c:pt idx="128">
                  <c:v>5.9649999999999999</c:v>
                </c:pt>
                <c:pt idx="129">
                  <c:v>6.1</c:v>
                </c:pt>
                <c:pt idx="130">
                  <c:v>6.0149999999999997</c:v>
                </c:pt>
                <c:pt idx="131">
                  <c:v>5.2149999999999999</c:v>
                </c:pt>
                <c:pt idx="132">
                  <c:v>4.9749999999999996</c:v>
                </c:pt>
                <c:pt idx="133">
                  <c:v>5.0549999999999997</c:v>
                </c:pt>
                <c:pt idx="134">
                  <c:v>4.9249999999999998</c:v>
                </c:pt>
                <c:pt idx="135">
                  <c:v>4.7350000000000003</c:v>
                </c:pt>
                <c:pt idx="136">
                  <c:v>4.7850000000000001</c:v>
                </c:pt>
                <c:pt idx="137">
                  <c:v>5.3449999999999998</c:v>
                </c:pt>
                <c:pt idx="138">
                  <c:v>5.1449999999999996</c:v>
                </c:pt>
                <c:pt idx="139">
                  <c:v>5.1150000000000002</c:v>
                </c:pt>
                <c:pt idx="140">
                  <c:v>4.9850000000000003</c:v>
                </c:pt>
                <c:pt idx="141">
                  <c:v>4.875</c:v>
                </c:pt>
                <c:pt idx="142">
                  <c:v>4.8049999999999997</c:v>
                </c:pt>
                <c:pt idx="143">
                  <c:v>4.8550000000000004</c:v>
                </c:pt>
                <c:pt idx="144">
                  <c:v>4.9550000000000001</c:v>
                </c:pt>
                <c:pt idx="145">
                  <c:v>4.915</c:v>
                </c:pt>
                <c:pt idx="146">
                  <c:v>4.8949999999999996</c:v>
                </c:pt>
                <c:pt idx="147">
                  <c:v>5.0250000000000004</c:v>
                </c:pt>
                <c:pt idx="148">
                  <c:v>4.8150000000000004</c:v>
                </c:pt>
                <c:pt idx="149">
                  <c:v>4.665</c:v>
                </c:pt>
                <c:pt idx="150">
                  <c:v>4.4850000000000003</c:v>
                </c:pt>
                <c:pt idx="151">
                  <c:v>4.3550000000000004</c:v>
                </c:pt>
                <c:pt idx="152">
                  <c:v>4.2750000000000004</c:v>
                </c:pt>
                <c:pt idx="153">
                  <c:v>4.18</c:v>
                </c:pt>
                <c:pt idx="154">
                  <c:v>4.25</c:v>
                </c:pt>
                <c:pt idx="155">
                  <c:v>4.6349999999999998</c:v>
                </c:pt>
                <c:pt idx="156">
                  <c:v>4.71</c:v>
                </c:pt>
                <c:pt idx="157">
                  <c:v>4.875</c:v>
                </c:pt>
                <c:pt idx="158">
                  <c:v>4.7649999999999997</c:v>
                </c:pt>
                <c:pt idx="159">
                  <c:v>4.7649999999999997</c:v>
                </c:pt>
                <c:pt idx="160">
                  <c:v>4.5650000000000004</c:v>
                </c:pt>
                <c:pt idx="161">
                  <c:v>4.4349999999999996</c:v>
                </c:pt>
                <c:pt idx="162">
                  <c:v>4.4749999999999996</c:v>
                </c:pt>
                <c:pt idx="163">
                  <c:v>4.1950000000000003</c:v>
                </c:pt>
                <c:pt idx="164">
                  <c:v>4.0350000000000001</c:v>
                </c:pt>
                <c:pt idx="165">
                  <c:v>4.0199999999999996</c:v>
                </c:pt>
                <c:pt idx="166">
                  <c:v>3.915</c:v>
                </c:pt>
                <c:pt idx="167">
                  <c:v>3.8849999999999998</c:v>
                </c:pt>
                <c:pt idx="168">
                  <c:v>3.87</c:v>
                </c:pt>
                <c:pt idx="169">
                  <c:v>3.84</c:v>
                </c:pt>
                <c:pt idx="170">
                  <c:v>3.9</c:v>
                </c:pt>
                <c:pt idx="171">
                  <c:v>3.835</c:v>
                </c:pt>
                <c:pt idx="172">
                  <c:v>3.75</c:v>
                </c:pt>
                <c:pt idx="173">
                  <c:v>3.605</c:v>
                </c:pt>
                <c:pt idx="174">
                  <c:v>3.4750000000000001</c:v>
                </c:pt>
                <c:pt idx="175">
                  <c:v>3.5</c:v>
                </c:pt>
                <c:pt idx="176">
                  <c:v>3.4</c:v>
                </c:pt>
                <c:pt idx="177">
                  <c:v>3.3050000000000002</c:v>
                </c:pt>
                <c:pt idx="178">
                  <c:v>3.2749999999999999</c:v>
                </c:pt>
                <c:pt idx="179">
                  <c:v>3.2749999999999999</c:v>
                </c:pt>
                <c:pt idx="180">
                  <c:v>3.335</c:v>
                </c:pt>
                <c:pt idx="181">
                  <c:v>3.48</c:v>
                </c:pt>
                <c:pt idx="182">
                  <c:v>3.52</c:v>
                </c:pt>
                <c:pt idx="183">
                  <c:v>3.4</c:v>
                </c:pt>
                <c:pt idx="184">
                  <c:v>3.4649999999999999</c:v>
                </c:pt>
                <c:pt idx="185">
                  <c:v>4.0199999999999996</c:v>
                </c:pt>
                <c:pt idx="186">
                  <c:v>4.32</c:v>
                </c:pt>
                <c:pt idx="187">
                  <c:v>4.3849999999999998</c:v>
                </c:pt>
                <c:pt idx="188">
                  <c:v>4.415</c:v>
                </c:pt>
                <c:pt idx="189">
                  <c:v>4.1150000000000002</c:v>
                </c:pt>
                <c:pt idx="190">
                  <c:v>4.1849999999999996</c:v>
                </c:pt>
                <c:pt idx="191">
                  <c:v>4.3849999999999998</c:v>
                </c:pt>
                <c:pt idx="192">
                  <c:v>4.3550000000000004</c:v>
                </c:pt>
              </c:numCache>
            </c:numRef>
          </c:val>
          <c:smooth val="1"/>
        </c:ser>
        <c:ser>
          <c:idx val="1"/>
          <c:order val="1"/>
          <c:tx>
            <c:strRef>
              <c:f>Sheet1!$C$1</c:f>
              <c:strCache>
                <c:ptCount val="1"/>
                <c:pt idx="0">
                  <c:v>minRateVec</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General</c:formatCode>
                <c:ptCount val="193"/>
                <c:pt idx="0">
                  <c:v>7.23</c:v>
                </c:pt>
                <c:pt idx="1">
                  <c:v>7.09</c:v>
                </c:pt>
                <c:pt idx="2">
                  <c:v>7.09</c:v>
                </c:pt>
                <c:pt idx="3">
                  <c:v>7.09</c:v>
                </c:pt>
                <c:pt idx="4">
                  <c:v>7.09</c:v>
                </c:pt>
                <c:pt idx="5">
                  <c:v>7.09</c:v>
                </c:pt>
                <c:pt idx="6">
                  <c:v>7</c:v>
                </c:pt>
                <c:pt idx="7">
                  <c:v>6.9749999999999996</c:v>
                </c:pt>
                <c:pt idx="8">
                  <c:v>6.9450000000000003</c:v>
                </c:pt>
                <c:pt idx="9">
                  <c:v>6.72</c:v>
                </c:pt>
                <c:pt idx="10">
                  <c:v>6.6849999999999996</c:v>
                </c:pt>
                <c:pt idx="11">
                  <c:v>6.6849999999999996</c:v>
                </c:pt>
                <c:pt idx="12">
                  <c:v>6.6849999999999996</c:v>
                </c:pt>
                <c:pt idx="13">
                  <c:v>6.6849999999999996</c:v>
                </c:pt>
                <c:pt idx="14">
                  <c:v>6.6849999999999996</c:v>
                </c:pt>
                <c:pt idx="15">
                  <c:v>6.6849999999999996</c:v>
                </c:pt>
                <c:pt idx="16">
                  <c:v>6.6849999999999996</c:v>
                </c:pt>
                <c:pt idx="17">
                  <c:v>6.6849999999999996</c:v>
                </c:pt>
                <c:pt idx="18">
                  <c:v>6.6849999999999996</c:v>
                </c:pt>
                <c:pt idx="19">
                  <c:v>6.6849999999999996</c:v>
                </c:pt>
                <c:pt idx="20">
                  <c:v>6.6849999999999996</c:v>
                </c:pt>
                <c:pt idx="21">
                  <c:v>6.6849999999999996</c:v>
                </c:pt>
                <c:pt idx="22">
                  <c:v>6.6849999999999996</c:v>
                </c:pt>
                <c:pt idx="23">
                  <c:v>6.6849999999999996</c:v>
                </c:pt>
                <c:pt idx="24">
                  <c:v>6.6849999999999996</c:v>
                </c:pt>
                <c:pt idx="25">
                  <c:v>6.6849999999999996</c:v>
                </c:pt>
                <c:pt idx="26">
                  <c:v>6.6849999999999996</c:v>
                </c:pt>
                <c:pt idx="27">
                  <c:v>6.6849999999999996</c:v>
                </c:pt>
                <c:pt idx="28">
                  <c:v>6.6849999999999996</c:v>
                </c:pt>
                <c:pt idx="29">
                  <c:v>6.6849999999999996</c:v>
                </c:pt>
                <c:pt idx="30">
                  <c:v>6.6849999999999996</c:v>
                </c:pt>
                <c:pt idx="31">
                  <c:v>6.6849999999999996</c:v>
                </c:pt>
                <c:pt idx="32">
                  <c:v>6.6849999999999996</c:v>
                </c:pt>
                <c:pt idx="33">
                  <c:v>6.6849999999999996</c:v>
                </c:pt>
                <c:pt idx="34">
                  <c:v>6.6849999999999996</c:v>
                </c:pt>
                <c:pt idx="35">
                  <c:v>6.6849999999999996</c:v>
                </c:pt>
                <c:pt idx="36">
                  <c:v>6.6849999999999996</c:v>
                </c:pt>
                <c:pt idx="37">
                  <c:v>6.6849999999999996</c:v>
                </c:pt>
                <c:pt idx="38">
                  <c:v>6.6849999999999996</c:v>
                </c:pt>
                <c:pt idx="39">
                  <c:v>6.6849999999999996</c:v>
                </c:pt>
                <c:pt idx="40">
                  <c:v>6.6849999999999996</c:v>
                </c:pt>
                <c:pt idx="41">
                  <c:v>6.6849999999999996</c:v>
                </c:pt>
                <c:pt idx="42">
                  <c:v>6.6849999999999996</c:v>
                </c:pt>
                <c:pt idx="43">
                  <c:v>6.6849999999999996</c:v>
                </c:pt>
                <c:pt idx="44">
                  <c:v>6.6849999999999996</c:v>
                </c:pt>
                <c:pt idx="45">
                  <c:v>6.6849999999999996</c:v>
                </c:pt>
                <c:pt idx="46">
                  <c:v>6.5949999999999998</c:v>
                </c:pt>
                <c:pt idx="47">
                  <c:v>6.5949999999999998</c:v>
                </c:pt>
                <c:pt idx="48">
                  <c:v>6.5949999999999998</c:v>
                </c:pt>
                <c:pt idx="49">
                  <c:v>6.5949999999999998</c:v>
                </c:pt>
                <c:pt idx="50">
                  <c:v>6.5949999999999998</c:v>
                </c:pt>
                <c:pt idx="51">
                  <c:v>6.5949999999999998</c:v>
                </c:pt>
                <c:pt idx="52">
                  <c:v>6.5949999999999998</c:v>
                </c:pt>
                <c:pt idx="53">
                  <c:v>6.5949999999999998</c:v>
                </c:pt>
                <c:pt idx="54">
                  <c:v>6.55</c:v>
                </c:pt>
                <c:pt idx="55">
                  <c:v>6.39</c:v>
                </c:pt>
                <c:pt idx="56">
                  <c:v>6.19</c:v>
                </c:pt>
                <c:pt idx="57">
                  <c:v>5.99</c:v>
                </c:pt>
                <c:pt idx="58">
                  <c:v>5.99</c:v>
                </c:pt>
                <c:pt idx="59">
                  <c:v>5.97</c:v>
                </c:pt>
                <c:pt idx="60">
                  <c:v>5.95</c:v>
                </c:pt>
                <c:pt idx="61">
                  <c:v>5.82</c:v>
                </c:pt>
                <c:pt idx="62">
                  <c:v>5.74</c:v>
                </c:pt>
                <c:pt idx="63">
                  <c:v>5.65</c:v>
                </c:pt>
                <c:pt idx="64">
                  <c:v>5.65</c:v>
                </c:pt>
                <c:pt idx="65">
                  <c:v>5.38</c:v>
                </c:pt>
                <c:pt idx="66">
                  <c:v>5.13</c:v>
                </c:pt>
                <c:pt idx="67">
                  <c:v>5.13</c:v>
                </c:pt>
                <c:pt idx="68">
                  <c:v>5.13</c:v>
                </c:pt>
                <c:pt idx="69">
                  <c:v>5.13</c:v>
                </c:pt>
                <c:pt idx="70">
                  <c:v>5.13</c:v>
                </c:pt>
                <c:pt idx="71">
                  <c:v>5.13</c:v>
                </c:pt>
                <c:pt idx="72">
                  <c:v>5.13</c:v>
                </c:pt>
                <c:pt idx="73">
                  <c:v>5.13</c:v>
                </c:pt>
                <c:pt idx="74">
                  <c:v>5.13</c:v>
                </c:pt>
                <c:pt idx="75">
                  <c:v>5.13</c:v>
                </c:pt>
                <c:pt idx="76">
                  <c:v>5.13</c:v>
                </c:pt>
                <c:pt idx="77">
                  <c:v>5.13</c:v>
                </c:pt>
                <c:pt idx="78">
                  <c:v>5.13</c:v>
                </c:pt>
                <c:pt idx="79">
                  <c:v>5.13</c:v>
                </c:pt>
                <c:pt idx="80">
                  <c:v>5.13</c:v>
                </c:pt>
                <c:pt idx="81">
                  <c:v>5.13</c:v>
                </c:pt>
                <c:pt idx="82">
                  <c:v>5.13</c:v>
                </c:pt>
                <c:pt idx="83">
                  <c:v>5.13</c:v>
                </c:pt>
                <c:pt idx="84">
                  <c:v>5.13</c:v>
                </c:pt>
                <c:pt idx="85">
                  <c:v>5.13</c:v>
                </c:pt>
                <c:pt idx="86">
                  <c:v>5.13</c:v>
                </c:pt>
                <c:pt idx="87">
                  <c:v>5.13</c:v>
                </c:pt>
                <c:pt idx="88">
                  <c:v>5.13</c:v>
                </c:pt>
                <c:pt idx="89">
                  <c:v>5.13</c:v>
                </c:pt>
                <c:pt idx="90">
                  <c:v>5.13</c:v>
                </c:pt>
                <c:pt idx="91">
                  <c:v>5.13</c:v>
                </c:pt>
                <c:pt idx="92">
                  <c:v>5.13</c:v>
                </c:pt>
                <c:pt idx="93">
                  <c:v>5.13</c:v>
                </c:pt>
                <c:pt idx="94">
                  <c:v>5.13</c:v>
                </c:pt>
                <c:pt idx="95">
                  <c:v>5.13</c:v>
                </c:pt>
                <c:pt idx="96">
                  <c:v>5.13</c:v>
                </c:pt>
                <c:pt idx="97">
                  <c:v>5.13</c:v>
                </c:pt>
                <c:pt idx="98">
                  <c:v>5.13</c:v>
                </c:pt>
                <c:pt idx="99">
                  <c:v>5.13</c:v>
                </c:pt>
                <c:pt idx="100">
                  <c:v>5.13</c:v>
                </c:pt>
                <c:pt idx="101">
                  <c:v>5.13</c:v>
                </c:pt>
                <c:pt idx="102">
                  <c:v>5.13</c:v>
                </c:pt>
                <c:pt idx="103">
                  <c:v>5.375</c:v>
                </c:pt>
                <c:pt idx="104">
                  <c:v>5.375</c:v>
                </c:pt>
                <c:pt idx="105">
                  <c:v>5.375</c:v>
                </c:pt>
                <c:pt idx="106">
                  <c:v>5.375</c:v>
                </c:pt>
                <c:pt idx="107">
                  <c:v>5.375</c:v>
                </c:pt>
                <c:pt idx="108">
                  <c:v>5.375</c:v>
                </c:pt>
                <c:pt idx="109">
                  <c:v>5.375</c:v>
                </c:pt>
                <c:pt idx="110">
                  <c:v>5.375</c:v>
                </c:pt>
                <c:pt idx="111">
                  <c:v>5.375</c:v>
                </c:pt>
                <c:pt idx="112">
                  <c:v>5.48</c:v>
                </c:pt>
                <c:pt idx="113">
                  <c:v>5.48</c:v>
                </c:pt>
                <c:pt idx="114">
                  <c:v>5.48</c:v>
                </c:pt>
                <c:pt idx="115">
                  <c:v>5.48</c:v>
                </c:pt>
                <c:pt idx="116">
                  <c:v>5.48</c:v>
                </c:pt>
                <c:pt idx="117">
                  <c:v>5.48</c:v>
                </c:pt>
                <c:pt idx="118">
                  <c:v>5.48</c:v>
                </c:pt>
                <c:pt idx="119">
                  <c:v>5.48</c:v>
                </c:pt>
                <c:pt idx="120">
                  <c:v>5.48</c:v>
                </c:pt>
                <c:pt idx="121">
                  <c:v>5.48</c:v>
                </c:pt>
                <c:pt idx="122">
                  <c:v>5.48</c:v>
                </c:pt>
                <c:pt idx="123">
                  <c:v>5.48</c:v>
                </c:pt>
                <c:pt idx="124">
                  <c:v>5.48</c:v>
                </c:pt>
                <c:pt idx="125">
                  <c:v>5.48</c:v>
                </c:pt>
                <c:pt idx="126">
                  <c:v>5.48</c:v>
                </c:pt>
                <c:pt idx="127">
                  <c:v>5.5750000000000002</c:v>
                </c:pt>
                <c:pt idx="128">
                  <c:v>5.61</c:v>
                </c:pt>
                <c:pt idx="129">
                  <c:v>5.61</c:v>
                </c:pt>
                <c:pt idx="130">
                  <c:v>5.61</c:v>
                </c:pt>
                <c:pt idx="131">
                  <c:v>5.61</c:v>
                </c:pt>
                <c:pt idx="132">
                  <c:v>5.2149999999999999</c:v>
                </c:pt>
                <c:pt idx="133">
                  <c:v>4.9749999999999996</c:v>
                </c:pt>
                <c:pt idx="134">
                  <c:v>4.9749999999999996</c:v>
                </c:pt>
                <c:pt idx="135">
                  <c:v>4.9249999999999998</c:v>
                </c:pt>
                <c:pt idx="136">
                  <c:v>4.7350000000000003</c:v>
                </c:pt>
                <c:pt idx="137">
                  <c:v>4.7350000000000003</c:v>
                </c:pt>
                <c:pt idx="138">
                  <c:v>4.7350000000000003</c:v>
                </c:pt>
                <c:pt idx="139">
                  <c:v>4.7350000000000003</c:v>
                </c:pt>
                <c:pt idx="140">
                  <c:v>4.7350000000000003</c:v>
                </c:pt>
                <c:pt idx="141">
                  <c:v>4.7350000000000003</c:v>
                </c:pt>
                <c:pt idx="142">
                  <c:v>4.7350000000000003</c:v>
                </c:pt>
                <c:pt idx="143">
                  <c:v>4.7350000000000003</c:v>
                </c:pt>
                <c:pt idx="144">
                  <c:v>4.7350000000000003</c:v>
                </c:pt>
                <c:pt idx="145">
                  <c:v>4.7350000000000003</c:v>
                </c:pt>
                <c:pt idx="146">
                  <c:v>4.7350000000000003</c:v>
                </c:pt>
                <c:pt idx="147">
                  <c:v>4.7350000000000003</c:v>
                </c:pt>
                <c:pt idx="148">
                  <c:v>4.7350000000000003</c:v>
                </c:pt>
                <c:pt idx="149">
                  <c:v>4.7350000000000003</c:v>
                </c:pt>
                <c:pt idx="150">
                  <c:v>4.665</c:v>
                </c:pt>
                <c:pt idx="151">
                  <c:v>4.4850000000000003</c:v>
                </c:pt>
                <c:pt idx="152">
                  <c:v>4.3550000000000004</c:v>
                </c:pt>
                <c:pt idx="153">
                  <c:v>4.2750000000000004</c:v>
                </c:pt>
                <c:pt idx="154">
                  <c:v>4.18</c:v>
                </c:pt>
                <c:pt idx="155">
                  <c:v>4.18</c:v>
                </c:pt>
                <c:pt idx="156">
                  <c:v>4.18</c:v>
                </c:pt>
                <c:pt idx="157">
                  <c:v>4.18</c:v>
                </c:pt>
                <c:pt idx="158">
                  <c:v>4.18</c:v>
                </c:pt>
                <c:pt idx="159">
                  <c:v>4.18</c:v>
                </c:pt>
                <c:pt idx="160">
                  <c:v>4.18</c:v>
                </c:pt>
                <c:pt idx="161">
                  <c:v>4.18</c:v>
                </c:pt>
                <c:pt idx="162">
                  <c:v>4.18</c:v>
                </c:pt>
                <c:pt idx="163">
                  <c:v>4.18</c:v>
                </c:pt>
                <c:pt idx="164">
                  <c:v>4.18</c:v>
                </c:pt>
                <c:pt idx="165">
                  <c:v>4.0350000000000001</c:v>
                </c:pt>
                <c:pt idx="166">
                  <c:v>4.0199999999999996</c:v>
                </c:pt>
                <c:pt idx="167">
                  <c:v>3.915</c:v>
                </c:pt>
                <c:pt idx="168">
                  <c:v>3.8849999999999998</c:v>
                </c:pt>
                <c:pt idx="169">
                  <c:v>3.87</c:v>
                </c:pt>
                <c:pt idx="170">
                  <c:v>3.84</c:v>
                </c:pt>
                <c:pt idx="171">
                  <c:v>3.84</c:v>
                </c:pt>
                <c:pt idx="172">
                  <c:v>3.835</c:v>
                </c:pt>
                <c:pt idx="173">
                  <c:v>3.75</c:v>
                </c:pt>
                <c:pt idx="174">
                  <c:v>3.605</c:v>
                </c:pt>
                <c:pt idx="175">
                  <c:v>3.4750000000000001</c:v>
                </c:pt>
                <c:pt idx="176">
                  <c:v>3.4750000000000001</c:v>
                </c:pt>
                <c:pt idx="177">
                  <c:v>3.4</c:v>
                </c:pt>
                <c:pt idx="178">
                  <c:v>3.3050000000000002</c:v>
                </c:pt>
                <c:pt idx="179">
                  <c:v>3.2749999999999999</c:v>
                </c:pt>
                <c:pt idx="180">
                  <c:v>3.2749999999999999</c:v>
                </c:pt>
                <c:pt idx="181">
                  <c:v>3.2749999999999999</c:v>
                </c:pt>
                <c:pt idx="182">
                  <c:v>3.2749999999999999</c:v>
                </c:pt>
                <c:pt idx="183">
                  <c:v>3.2749999999999999</c:v>
                </c:pt>
                <c:pt idx="184">
                  <c:v>3.2749999999999999</c:v>
                </c:pt>
                <c:pt idx="185">
                  <c:v>3.2749999999999999</c:v>
                </c:pt>
                <c:pt idx="186">
                  <c:v>3.2749999999999999</c:v>
                </c:pt>
                <c:pt idx="187">
                  <c:v>3.2749999999999999</c:v>
                </c:pt>
                <c:pt idx="188">
                  <c:v>3.2749999999999999</c:v>
                </c:pt>
                <c:pt idx="189">
                  <c:v>3.2749999999999999</c:v>
                </c:pt>
                <c:pt idx="190">
                  <c:v>3.2749999999999999</c:v>
                </c:pt>
                <c:pt idx="191">
                  <c:v>3.2749999999999999</c:v>
                </c:pt>
                <c:pt idx="192">
                  <c:v>3.2749999999999999</c:v>
                </c:pt>
              </c:numCache>
            </c:numRef>
          </c:val>
          <c:smooth val="1"/>
        </c:ser>
        <c:dLbls>
          <c:showLegendKey val="0"/>
          <c:showVal val="0"/>
          <c:showCatName val="0"/>
          <c:showSerName val="0"/>
          <c:showPercent val="0"/>
          <c:showBubbleSize val="0"/>
        </c:dLbls>
        <c:marker val="1"/>
        <c:smooth val="0"/>
        <c:axId val="128547840"/>
        <c:axId val="128549632"/>
      </c:lineChart>
      <c:lineChart>
        <c:grouping val="standard"/>
        <c:varyColors val="0"/>
        <c:ser>
          <c:idx val="2"/>
          <c:order val="2"/>
          <c:tx>
            <c:strRef>
              <c:f>Sheet1!$D$1</c:f>
              <c:strCache>
                <c:ptCount val="1"/>
                <c:pt idx="0">
                  <c:v>Media Effect</c:v>
                </c:pt>
              </c:strCache>
            </c:strRef>
          </c:tx>
          <c:spPr>
            <a:ln>
              <a:solidFill>
                <a:srgbClr val="996633"/>
              </a:solidFill>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Sheet1!$D$2:$D$194</c:f>
              <c:numCache>
                <c:formatCode>0.00</c:formatCode>
                <c:ptCount val="193"/>
                <c:pt idx="0">
                  <c:v>1</c:v>
                </c:pt>
                <c:pt idx="1">
                  <c:v>1</c:v>
                </c:pt>
                <c:pt idx="2">
                  <c:v>1</c:v>
                </c:pt>
                <c:pt idx="3">
                  <c:v>1</c:v>
                </c:pt>
                <c:pt idx="4">
                  <c:v>1</c:v>
                </c:pt>
                <c:pt idx="5">
                  <c:v>1</c:v>
                </c:pt>
                <c:pt idx="6">
                  <c:v>1.0625000000000018</c:v>
                </c:pt>
                <c:pt idx="7">
                  <c:v>1.1291666666666678</c:v>
                </c:pt>
                <c:pt idx="8">
                  <c:v>1.2625000000000006</c:v>
                </c:pt>
                <c:pt idx="9">
                  <c:v>1.166666666666667</c:v>
                </c:pt>
                <c:pt idx="10">
                  <c:v>1.1916666666666664</c:v>
                </c:pt>
                <c:pt idx="11">
                  <c:v>1.4541666666666666</c:v>
                </c:pt>
                <c:pt idx="12">
                  <c:v>1.5249999999999999</c:v>
                </c:pt>
                <c:pt idx="13">
                  <c:v>1.4541666666666666</c:v>
                </c:pt>
                <c:pt idx="14">
                  <c:v>1.333333333333333</c:v>
                </c:pt>
                <c:pt idx="15">
                  <c:v>1.2458333333333327</c:v>
                </c:pt>
                <c:pt idx="16">
                  <c:v>1.1166666666666665</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1.0541666666666656</c:v>
                </c:pt>
                <c:pt idx="59">
                  <c:v>1.4291666666666658</c:v>
                </c:pt>
                <c:pt idx="60">
                  <c:v>1.6208333333333327</c:v>
                </c:pt>
                <c:pt idx="61">
                  <c:v>1.7541666666666669</c:v>
                </c:pt>
                <c:pt idx="62">
                  <c:v>1.7333333333333334</c:v>
                </c:pt>
                <c:pt idx="63">
                  <c:v>1.708333333333333</c:v>
                </c:pt>
                <c:pt idx="64">
                  <c:v>1.6083333333333338</c:v>
                </c:pt>
                <c:pt idx="65">
                  <c:v>1.5166666666666671</c:v>
                </c:pt>
                <c:pt idx="66">
                  <c:v>1.4833333333333334</c:v>
                </c:pt>
                <c:pt idx="67">
                  <c:v>1.6916666666666669</c:v>
                </c:pt>
                <c:pt idx="68">
                  <c:v>1.8833333333333337</c:v>
                </c:pt>
                <c:pt idx="69">
                  <c:v>1.5666666666666673</c:v>
                </c:pt>
                <c:pt idx="70">
                  <c:v>1.2916666666666674</c:v>
                </c:pt>
                <c:pt idx="71">
                  <c:v>1.008333333333334</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1.0875000000000006</c:v>
                </c:pt>
                <c:pt idx="137">
                  <c:v>1.3375000000000004</c:v>
                </c:pt>
                <c:pt idx="138">
                  <c:v>1.7041666666666666</c:v>
                </c:pt>
                <c:pt idx="139">
                  <c:v>1.8708333333333336</c:v>
                </c:pt>
                <c:pt idx="140">
                  <c:v>1.333333333333333</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1.1583333333333339</c:v>
                </c:pt>
                <c:pt idx="155">
                  <c:v>1.3583333333333334</c:v>
                </c:pt>
                <c:pt idx="156">
                  <c:v>1.6458333333333339</c:v>
                </c:pt>
                <c:pt idx="157">
                  <c:v>1.6541666666666668</c:v>
                </c:pt>
                <c:pt idx="158">
                  <c:v>1.3875000000000002</c:v>
                </c:pt>
                <c:pt idx="159">
                  <c:v>1.029166666666667</c:v>
                </c:pt>
                <c:pt idx="160">
                  <c:v>1</c:v>
                </c:pt>
                <c:pt idx="161">
                  <c:v>1</c:v>
                </c:pt>
                <c:pt idx="162">
                  <c:v>1</c:v>
                </c:pt>
                <c:pt idx="163">
                  <c:v>1</c:v>
                </c:pt>
                <c:pt idx="164">
                  <c:v>1</c:v>
                </c:pt>
                <c:pt idx="165">
                  <c:v>1</c:v>
                </c:pt>
                <c:pt idx="166">
                  <c:v>1</c:v>
                </c:pt>
                <c:pt idx="167">
                  <c:v>1</c:v>
                </c:pt>
                <c:pt idx="168">
                  <c:v>1</c:v>
                </c:pt>
                <c:pt idx="169">
                  <c:v>1.0416666666666659</c:v>
                </c:pt>
                <c:pt idx="170">
                  <c:v>1.2749999999999995</c:v>
                </c:pt>
                <c:pt idx="171">
                  <c:v>1.4958333333333327</c:v>
                </c:pt>
                <c:pt idx="172">
                  <c:v>1.5333333333333332</c:v>
                </c:pt>
                <c:pt idx="173">
                  <c:v>1.3625</c:v>
                </c:pt>
                <c:pt idx="174">
                  <c:v>1.3541666666666663</c:v>
                </c:pt>
                <c:pt idx="175">
                  <c:v>1.3375000000000001</c:v>
                </c:pt>
                <c:pt idx="176">
                  <c:v>1.4333333333333331</c:v>
                </c:pt>
                <c:pt idx="177">
                  <c:v>1.5291666666666668</c:v>
                </c:pt>
                <c:pt idx="178">
                  <c:v>1.4833333333333332</c:v>
                </c:pt>
                <c:pt idx="179">
                  <c:v>1.5958333333333332</c:v>
                </c:pt>
                <c:pt idx="180">
                  <c:v>1.6708333333333334</c:v>
                </c:pt>
                <c:pt idx="181">
                  <c:v>1.625</c:v>
                </c:pt>
                <c:pt idx="182">
                  <c:v>1.5041666666666667</c:v>
                </c:pt>
                <c:pt idx="183">
                  <c:v>1.3458333333333337</c:v>
                </c:pt>
                <c:pt idx="184">
                  <c:v>1.1958333333333333</c:v>
                </c:pt>
                <c:pt idx="185">
                  <c:v>1</c:v>
                </c:pt>
                <c:pt idx="186">
                  <c:v>1</c:v>
                </c:pt>
                <c:pt idx="187">
                  <c:v>1</c:v>
                </c:pt>
                <c:pt idx="188">
                  <c:v>1</c:v>
                </c:pt>
                <c:pt idx="189">
                  <c:v>1</c:v>
                </c:pt>
                <c:pt idx="190">
                  <c:v>1</c:v>
                </c:pt>
                <c:pt idx="191">
                  <c:v>1</c:v>
                </c:pt>
                <c:pt idx="192">
                  <c:v>1</c:v>
                </c:pt>
              </c:numCache>
            </c:numRef>
          </c:val>
          <c:smooth val="0"/>
        </c:ser>
        <c:dLbls>
          <c:showLegendKey val="0"/>
          <c:showVal val="0"/>
          <c:showCatName val="0"/>
          <c:showSerName val="0"/>
          <c:showPercent val="0"/>
          <c:showBubbleSize val="0"/>
        </c:dLbls>
        <c:marker val="1"/>
        <c:smooth val="0"/>
        <c:axId val="128552960"/>
        <c:axId val="128551168"/>
      </c:lineChart>
      <c:dateAx>
        <c:axId val="128547840"/>
        <c:scaling>
          <c:orientation val="minMax"/>
        </c:scaling>
        <c:delete val="0"/>
        <c:axPos val="b"/>
        <c:numFmt formatCode="m/d/yyyy" sourceLinked="0"/>
        <c:majorTickMark val="out"/>
        <c:minorTickMark val="none"/>
        <c:tickLblPos val="nextTo"/>
        <c:spPr>
          <a:ln>
            <a:solidFill>
              <a:schemeClr val="tx2"/>
            </a:solidFill>
          </a:ln>
        </c:spPr>
        <c:crossAx val="128549632"/>
        <c:crosses val="autoZero"/>
        <c:auto val="1"/>
        <c:lblOffset val="100"/>
        <c:baseTimeUnit val="months"/>
        <c:majorUnit val="12"/>
        <c:majorTimeUnit val="months"/>
      </c:dateAx>
      <c:valAx>
        <c:axId val="128549632"/>
        <c:scaling>
          <c:orientation val="minMax"/>
        </c:scaling>
        <c:delete val="0"/>
        <c:axPos val="l"/>
        <c:numFmt formatCode="General" sourceLinked="1"/>
        <c:majorTickMark val="out"/>
        <c:minorTickMark val="none"/>
        <c:tickLblPos val="nextTo"/>
        <c:spPr>
          <a:ln>
            <a:solidFill>
              <a:schemeClr val="tx2"/>
            </a:solidFill>
          </a:ln>
        </c:spPr>
        <c:crossAx val="128547840"/>
        <c:crosses val="autoZero"/>
        <c:crossBetween val="midCat"/>
      </c:valAx>
      <c:valAx>
        <c:axId val="128551168"/>
        <c:scaling>
          <c:orientation val="minMax"/>
          <c:max val="3"/>
          <c:min val="0.5"/>
        </c:scaling>
        <c:delete val="0"/>
        <c:axPos val="r"/>
        <c:numFmt formatCode="0.00" sourceLinked="1"/>
        <c:majorTickMark val="out"/>
        <c:minorTickMark val="none"/>
        <c:tickLblPos val="nextTo"/>
        <c:crossAx val="128552960"/>
        <c:crosses val="max"/>
        <c:crossBetween val="between"/>
      </c:valAx>
      <c:dateAx>
        <c:axId val="128552960"/>
        <c:scaling>
          <c:orientation val="minMax"/>
        </c:scaling>
        <c:delete val="1"/>
        <c:axPos val="b"/>
        <c:numFmt formatCode="m/d/yyyy" sourceLinked="1"/>
        <c:majorTickMark val="out"/>
        <c:minorTickMark val="none"/>
        <c:tickLblPos val="nextTo"/>
        <c:crossAx val="128551168"/>
        <c:crosses val="autoZero"/>
        <c:auto val="1"/>
        <c:lblOffset val="100"/>
        <c:baseTimeUnit val="months"/>
      </c:dateAx>
    </c:plotArea>
    <c:legend>
      <c:legendPos val="r"/>
      <c:layout>
        <c:manualLayout>
          <c:xMode val="edge"/>
          <c:yMode val="edge"/>
          <c:x val="0.80502648913677244"/>
          <c:y val="2.3925106403014106E-2"/>
          <c:w val="0.14044906070252097"/>
          <c:h val="0.22448270175158688"/>
        </c:manualLayout>
      </c:layout>
      <c:overlay val="1"/>
    </c:legend>
    <c:plotVisOnly val="1"/>
    <c:dispBlanksAs val="gap"/>
    <c:showDLblsOverMax val="0"/>
  </c:chart>
  <c:txPr>
    <a:bodyPr/>
    <a:lstStyle/>
    <a:p>
      <a:pPr>
        <a:defRPr sz="8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err="1" smtClean="0"/>
              <a:t>CA_multiplier</a:t>
            </a:r>
            <a:r>
              <a:rPr lang="en-US" dirty="0" smtClean="0"/>
              <a:t> (</a:t>
            </a:r>
            <a:r>
              <a:rPr lang="en-US" dirty="0" err="1" smtClean="0"/>
              <a:t>hpa</a:t>
            </a:r>
            <a:r>
              <a:rPr lang="en-US" dirty="0" smtClean="0"/>
              <a:t>)</a:t>
            </a:r>
            <a:endParaRPr lang="en-US" dirty="0"/>
          </a:p>
        </c:rich>
      </c:tx>
      <c:overlay val="0"/>
    </c:title>
    <c:autoTitleDeleted val="0"/>
    <c:plotArea>
      <c:layout>
        <c:manualLayout>
          <c:layoutTarget val="inner"/>
          <c:xMode val="edge"/>
          <c:yMode val="edge"/>
          <c:x val="0.11959293968838054"/>
          <c:y val="3.9546124331371904E-2"/>
          <c:w val="0.83387850795658691"/>
          <c:h val="0.85520043479614161"/>
        </c:manualLayout>
      </c:layout>
      <c:lineChart>
        <c:grouping val="standard"/>
        <c:varyColors val="0"/>
        <c:ser>
          <c:idx val="0"/>
          <c:order val="0"/>
          <c:tx>
            <c:strRef>
              <c:f>Sheet1!$B$1</c:f>
              <c:strCache>
                <c:ptCount val="1"/>
                <c:pt idx="0">
                  <c:v>hpa_multiplier</c:v>
                </c:pt>
              </c:strCache>
            </c:strRef>
          </c:tx>
          <c:marker>
            <c:symbol val="none"/>
          </c:marker>
          <c:cat>
            <c:numRef>
              <c:f>Sheet1!$A$2:$A$712</c:f>
              <c:numCache>
                <c:formatCode>0%</c:formatCode>
                <c:ptCount val="711"/>
                <c:pt idx="0">
                  <c:v>-0.1</c:v>
                </c:pt>
                <c:pt idx="1">
                  <c:v>-9.9500000000000005E-2</c:v>
                </c:pt>
                <c:pt idx="2">
                  <c:v>-9.9000000000000005E-2</c:v>
                </c:pt>
                <c:pt idx="3">
                  <c:v>-9.8500000000000004E-2</c:v>
                </c:pt>
                <c:pt idx="4">
                  <c:v>-9.8000000000000004E-2</c:v>
                </c:pt>
                <c:pt idx="5">
                  <c:v>-9.7500000000000003E-2</c:v>
                </c:pt>
                <c:pt idx="6">
                  <c:v>-9.7000000000000003E-2</c:v>
                </c:pt>
                <c:pt idx="7">
                  <c:v>-9.6500000000000002E-2</c:v>
                </c:pt>
                <c:pt idx="8">
                  <c:v>-9.6000000000000002E-2</c:v>
                </c:pt>
                <c:pt idx="9">
                  <c:v>-9.5500000000000002E-2</c:v>
                </c:pt>
                <c:pt idx="10">
                  <c:v>-9.5000000000000001E-2</c:v>
                </c:pt>
                <c:pt idx="11">
                  <c:v>-9.4500000000000001E-2</c:v>
                </c:pt>
                <c:pt idx="12">
                  <c:v>-9.4E-2</c:v>
                </c:pt>
                <c:pt idx="13">
                  <c:v>-9.35E-2</c:v>
                </c:pt>
                <c:pt idx="14">
                  <c:v>-9.2999999999999999E-2</c:v>
                </c:pt>
                <c:pt idx="15">
                  <c:v>-9.2499999999999999E-2</c:v>
                </c:pt>
                <c:pt idx="16">
                  <c:v>-9.1999999999999998E-2</c:v>
                </c:pt>
                <c:pt idx="17">
                  <c:v>-9.1499999999999998E-2</c:v>
                </c:pt>
                <c:pt idx="18">
                  <c:v>-9.0999999999999998E-2</c:v>
                </c:pt>
                <c:pt idx="19">
                  <c:v>-9.0499999999999997E-2</c:v>
                </c:pt>
                <c:pt idx="20">
                  <c:v>-0.09</c:v>
                </c:pt>
                <c:pt idx="21">
                  <c:v>-8.9499999999999996E-2</c:v>
                </c:pt>
                <c:pt idx="22">
                  <c:v>-8.8999999999999996E-2</c:v>
                </c:pt>
                <c:pt idx="23">
                  <c:v>-8.8499999999999995E-2</c:v>
                </c:pt>
                <c:pt idx="24">
                  <c:v>-8.7999999999999995E-2</c:v>
                </c:pt>
                <c:pt idx="25">
                  <c:v>-8.7499999999999994E-2</c:v>
                </c:pt>
                <c:pt idx="26">
                  <c:v>-8.6999999999999994E-2</c:v>
                </c:pt>
                <c:pt idx="27">
                  <c:v>-8.6499999999999994E-2</c:v>
                </c:pt>
                <c:pt idx="28">
                  <c:v>-8.5999999999999993E-2</c:v>
                </c:pt>
                <c:pt idx="29">
                  <c:v>-8.5500000000000007E-2</c:v>
                </c:pt>
                <c:pt idx="30">
                  <c:v>-8.5000000000000006E-2</c:v>
                </c:pt>
                <c:pt idx="31">
                  <c:v>-8.4500000000000006E-2</c:v>
                </c:pt>
                <c:pt idx="32">
                  <c:v>-8.4000000000000005E-2</c:v>
                </c:pt>
                <c:pt idx="33">
                  <c:v>-8.3500000000000005E-2</c:v>
                </c:pt>
                <c:pt idx="34">
                  <c:v>-8.3000000000000004E-2</c:v>
                </c:pt>
                <c:pt idx="35">
                  <c:v>-8.2500000000000004E-2</c:v>
                </c:pt>
                <c:pt idx="36">
                  <c:v>-8.2000000000000003E-2</c:v>
                </c:pt>
                <c:pt idx="37">
                  <c:v>-8.1500000000000003E-2</c:v>
                </c:pt>
                <c:pt idx="38">
                  <c:v>-8.1000000000000003E-2</c:v>
                </c:pt>
                <c:pt idx="39">
                  <c:v>-8.0500000000000002E-2</c:v>
                </c:pt>
                <c:pt idx="40">
                  <c:v>-0.08</c:v>
                </c:pt>
                <c:pt idx="41">
                  <c:v>-7.9500000000000001E-2</c:v>
                </c:pt>
                <c:pt idx="42">
                  <c:v>-7.9000000000000001E-2</c:v>
                </c:pt>
                <c:pt idx="43">
                  <c:v>-7.85E-2</c:v>
                </c:pt>
                <c:pt idx="44">
                  <c:v>-7.8E-2</c:v>
                </c:pt>
                <c:pt idx="45">
                  <c:v>-7.7499999999999999E-2</c:v>
                </c:pt>
                <c:pt idx="46">
                  <c:v>-7.6999999999999999E-2</c:v>
                </c:pt>
                <c:pt idx="47">
                  <c:v>-7.6499999999999999E-2</c:v>
                </c:pt>
                <c:pt idx="48">
                  <c:v>-7.5999999999999998E-2</c:v>
                </c:pt>
                <c:pt idx="49">
                  <c:v>-7.5499999999999998E-2</c:v>
                </c:pt>
                <c:pt idx="50">
                  <c:v>-7.4999999999999997E-2</c:v>
                </c:pt>
                <c:pt idx="51">
                  <c:v>-7.4499999999999997E-2</c:v>
                </c:pt>
                <c:pt idx="52">
                  <c:v>-7.3999999999999996E-2</c:v>
                </c:pt>
                <c:pt idx="53">
                  <c:v>-7.3499999999999996E-2</c:v>
                </c:pt>
                <c:pt idx="54">
                  <c:v>-7.2999999999999995E-2</c:v>
                </c:pt>
                <c:pt idx="55">
                  <c:v>-7.2499999999999995E-2</c:v>
                </c:pt>
                <c:pt idx="56">
                  <c:v>-7.1999999999999995E-2</c:v>
                </c:pt>
                <c:pt idx="57">
                  <c:v>-7.1499999999999994E-2</c:v>
                </c:pt>
                <c:pt idx="58">
                  <c:v>-7.0999999999999994E-2</c:v>
                </c:pt>
                <c:pt idx="59">
                  <c:v>-7.0499999999999993E-2</c:v>
                </c:pt>
                <c:pt idx="60">
                  <c:v>-7.0000000000000007E-2</c:v>
                </c:pt>
                <c:pt idx="61">
                  <c:v>-6.9500000000000006E-2</c:v>
                </c:pt>
                <c:pt idx="62">
                  <c:v>-6.9000000000000006E-2</c:v>
                </c:pt>
                <c:pt idx="63">
                  <c:v>-6.8500000000000005E-2</c:v>
                </c:pt>
                <c:pt idx="64">
                  <c:v>-6.8000000000000005E-2</c:v>
                </c:pt>
                <c:pt idx="65">
                  <c:v>-6.7500000000000004E-2</c:v>
                </c:pt>
                <c:pt idx="66">
                  <c:v>-6.7000000000000004E-2</c:v>
                </c:pt>
                <c:pt idx="67">
                  <c:v>-6.6500000000000004E-2</c:v>
                </c:pt>
                <c:pt idx="68">
                  <c:v>-6.6000000000000003E-2</c:v>
                </c:pt>
                <c:pt idx="69">
                  <c:v>-6.5500000000000003E-2</c:v>
                </c:pt>
                <c:pt idx="70">
                  <c:v>-6.5000000000000002E-2</c:v>
                </c:pt>
                <c:pt idx="71">
                  <c:v>-6.4500000000000002E-2</c:v>
                </c:pt>
                <c:pt idx="72">
                  <c:v>-6.4000000000000001E-2</c:v>
                </c:pt>
                <c:pt idx="73">
                  <c:v>-6.3500000000000001E-2</c:v>
                </c:pt>
                <c:pt idx="74">
                  <c:v>-6.3E-2</c:v>
                </c:pt>
                <c:pt idx="75">
                  <c:v>-6.25E-2</c:v>
                </c:pt>
                <c:pt idx="76">
                  <c:v>-6.2E-2</c:v>
                </c:pt>
                <c:pt idx="77">
                  <c:v>-6.1499999999999999E-2</c:v>
                </c:pt>
                <c:pt idx="78">
                  <c:v>-6.0999999999999999E-2</c:v>
                </c:pt>
                <c:pt idx="79">
                  <c:v>-6.0499999999999998E-2</c:v>
                </c:pt>
                <c:pt idx="80">
                  <c:v>-0.06</c:v>
                </c:pt>
                <c:pt idx="81">
                  <c:v>-5.9499999999999997E-2</c:v>
                </c:pt>
                <c:pt idx="82">
                  <c:v>-5.8999999999999997E-2</c:v>
                </c:pt>
                <c:pt idx="83">
                  <c:v>-5.8500000000000003E-2</c:v>
                </c:pt>
                <c:pt idx="84">
                  <c:v>-5.8000000000000003E-2</c:v>
                </c:pt>
                <c:pt idx="85">
                  <c:v>-5.7500000000000002E-2</c:v>
                </c:pt>
                <c:pt idx="86">
                  <c:v>-5.7000000000000002E-2</c:v>
                </c:pt>
                <c:pt idx="87">
                  <c:v>-5.6500000000000002E-2</c:v>
                </c:pt>
                <c:pt idx="88">
                  <c:v>-5.6000000000000001E-2</c:v>
                </c:pt>
                <c:pt idx="89">
                  <c:v>-5.5500000000000001E-2</c:v>
                </c:pt>
                <c:pt idx="90">
                  <c:v>-5.5E-2</c:v>
                </c:pt>
                <c:pt idx="91">
                  <c:v>-5.45E-2</c:v>
                </c:pt>
                <c:pt idx="92">
                  <c:v>-5.3999999999999999E-2</c:v>
                </c:pt>
                <c:pt idx="93">
                  <c:v>-5.3499999999999999E-2</c:v>
                </c:pt>
                <c:pt idx="94">
                  <c:v>-5.2999999999999999E-2</c:v>
                </c:pt>
                <c:pt idx="95">
                  <c:v>-5.2499999999999998E-2</c:v>
                </c:pt>
                <c:pt idx="96">
                  <c:v>-5.1999999999999998E-2</c:v>
                </c:pt>
                <c:pt idx="97">
                  <c:v>-5.1499999999999997E-2</c:v>
                </c:pt>
                <c:pt idx="98">
                  <c:v>-5.0999999999999997E-2</c:v>
                </c:pt>
                <c:pt idx="99">
                  <c:v>-5.0500000000000003E-2</c:v>
                </c:pt>
                <c:pt idx="100">
                  <c:v>-0.05</c:v>
                </c:pt>
                <c:pt idx="101">
                  <c:v>-4.9500000000000002E-2</c:v>
                </c:pt>
                <c:pt idx="102">
                  <c:v>-4.9000000000000002E-2</c:v>
                </c:pt>
                <c:pt idx="103">
                  <c:v>-4.8500000000000001E-2</c:v>
                </c:pt>
                <c:pt idx="104">
                  <c:v>-4.8000000000000001E-2</c:v>
                </c:pt>
                <c:pt idx="105">
                  <c:v>-4.7500000000000001E-2</c:v>
                </c:pt>
                <c:pt idx="106">
                  <c:v>-4.7E-2</c:v>
                </c:pt>
                <c:pt idx="107">
                  <c:v>-4.65E-2</c:v>
                </c:pt>
                <c:pt idx="108">
                  <c:v>-4.5999999999999999E-2</c:v>
                </c:pt>
                <c:pt idx="109">
                  <c:v>-4.5499999999999999E-2</c:v>
                </c:pt>
                <c:pt idx="110">
                  <c:v>-4.4999999999999998E-2</c:v>
                </c:pt>
                <c:pt idx="111">
                  <c:v>-4.4499999999999998E-2</c:v>
                </c:pt>
                <c:pt idx="112">
                  <c:v>-4.3999999999999997E-2</c:v>
                </c:pt>
                <c:pt idx="113">
                  <c:v>-4.34999999999999E-2</c:v>
                </c:pt>
                <c:pt idx="114">
                  <c:v>-4.2999999999999899E-2</c:v>
                </c:pt>
                <c:pt idx="115">
                  <c:v>-4.2499999999999899E-2</c:v>
                </c:pt>
                <c:pt idx="116">
                  <c:v>-4.1999999999999899E-2</c:v>
                </c:pt>
                <c:pt idx="117">
                  <c:v>-4.1499999999999898E-2</c:v>
                </c:pt>
                <c:pt idx="118">
                  <c:v>-4.0999999999999898E-2</c:v>
                </c:pt>
                <c:pt idx="119">
                  <c:v>-4.0499999999999897E-2</c:v>
                </c:pt>
                <c:pt idx="120">
                  <c:v>-3.9999999999999897E-2</c:v>
                </c:pt>
                <c:pt idx="121">
                  <c:v>-3.9499999999999903E-2</c:v>
                </c:pt>
                <c:pt idx="122">
                  <c:v>-3.8999999999999903E-2</c:v>
                </c:pt>
                <c:pt idx="123">
                  <c:v>-3.8499999999999902E-2</c:v>
                </c:pt>
                <c:pt idx="124">
                  <c:v>-3.7999999999999902E-2</c:v>
                </c:pt>
                <c:pt idx="125">
                  <c:v>-3.7499999999999901E-2</c:v>
                </c:pt>
                <c:pt idx="126">
                  <c:v>-3.6999999999999901E-2</c:v>
                </c:pt>
                <c:pt idx="127">
                  <c:v>-3.6499999999999901E-2</c:v>
                </c:pt>
                <c:pt idx="128">
                  <c:v>-3.59999999999999E-2</c:v>
                </c:pt>
                <c:pt idx="129">
                  <c:v>-3.54999999999999E-2</c:v>
                </c:pt>
                <c:pt idx="130">
                  <c:v>-3.4999999999999899E-2</c:v>
                </c:pt>
                <c:pt idx="131">
                  <c:v>-3.4499999999999899E-2</c:v>
                </c:pt>
                <c:pt idx="132">
                  <c:v>-3.3999999999999898E-2</c:v>
                </c:pt>
                <c:pt idx="133">
                  <c:v>-3.3499999999999898E-2</c:v>
                </c:pt>
                <c:pt idx="134">
                  <c:v>-3.2999999999999897E-2</c:v>
                </c:pt>
                <c:pt idx="135">
                  <c:v>-3.2499999999999897E-2</c:v>
                </c:pt>
                <c:pt idx="136">
                  <c:v>-3.1999999999999897E-2</c:v>
                </c:pt>
                <c:pt idx="137">
                  <c:v>-3.1499999999999903E-2</c:v>
                </c:pt>
                <c:pt idx="138">
                  <c:v>-3.0999999999999899E-2</c:v>
                </c:pt>
                <c:pt idx="139">
                  <c:v>-3.0499999999999899E-2</c:v>
                </c:pt>
                <c:pt idx="140">
                  <c:v>-2.9999999999999898E-2</c:v>
                </c:pt>
                <c:pt idx="141">
                  <c:v>-2.9499999999999901E-2</c:v>
                </c:pt>
                <c:pt idx="142">
                  <c:v>-2.8999999999999901E-2</c:v>
                </c:pt>
                <c:pt idx="143">
                  <c:v>-2.84999999999999E-2</c:v>
                </c:pt>
                <c:pt idx="144">
                  <c:v>-2.79999999999999E-2</c:v>
                </c:pt>
                <c:pt idx="145">
                  <c:v>-2.74999999999999E-2</c:v>
                </c:pt>
                <c:pt idx="146">
                  <c:v>-2.6999999999999899E-2</c:v>
                </c:pt>
                <c:pt idx="147">
                  <c:v>-2.6499999999999899E-2</c:v>
                </c:pt>
                <c:pt idx="148">
                  <c:v>-2.5999999999999902E-2</c:v>
                </c:pt>
                <c:pt idx="149">
                  <c:v>-2.5499999999999901E-2</c:v>
                </c:pt>
                <c:pt idx="150">
                  <c:v>-2.4999999999999901E-2</c:v>
                </c:pt>
                <c:pt idx="151">
                  <c:v>-2.44999999999999E-2</c:v>
                </c:pt>
                <c:pt idx="152">
                  <c:v>-2.39999999999999E-2</c:v>
                </c:pt>
                <c:pt idx="153">
                  <c:v>-2.3499999999999899E-2</c:v>
                </c:pt>
                <c:pt idx="154">
                  <c:v>-2.2999999999999899E-2</c:v>
                </c:pt>
                <c:pt idx="155">
                  <c:v>-2.2499999999999899E-2</c:v>
                </c:pt>
                <c:pt idx="156">
                  <c:v>-2.1999999999999902E-2</c:v>
                </c:pt>
                <c:pt idx="157">
                  <c:v>-2.1499999999999901E-2</c:v>
                </c:pt>
                <c:pt idx="158">
                  <c:v>-2.0999999999999901E-2</c:v>
                </c:pt>
                <c:pt idx="159">
                  <c:v>-2.04999999999999E-2</c:v>
                </c:pt>
                <c:pt idx="160">
                  <c:v>-1.99999999999999E-2</c:v>
                </c:pt>
                <c:pt idx="161">
                  <c:v>-1.9499999999999899E-2</c:v>
                </c:pt>
                <c:pt idx="162">
                  <c:v>-1.8999999999999899E-2</c:v>
                </c:pt>
                <c:pt idx="163">
                  <c:v>-1.8499999999999898E-2</c:v>
                </c:pt>
                <c:pt idx="164">
                  <c:v>-1.7999999999999901E-2</c:v>
                </c:pt>
                <c:pt idx="165">
                  <c:v>-1.7499999999999901E-2</c:v>
                </c:pt>
                <c:pt idx="166">
                  <c:v>-1.6999999999999901E-2</c:v>
                </c:pt>
                <c:pt idx="167">
                  <c:v>-1.64999999999999E-2</c:v>
                </c:pt>
                <c:pt idx="168">
                  <c:v>-1.59999999999999E-2</c:v>
                </c:pt>
                <c:pt idx="169">
                  <c:v>-1.5499999999999899E-2</c:v>
                </c:pt>
                <c:pt idx="170">
                  <c:v>-1.4999999999999901E-2</c:v>
                </c:pt>
                <c:pt idx="171">
                  <c:v>-1.44999999999999E-2</c:v>
                </c:pt>
                <c:pt idx="172">
                  <c:v>-1.39999999999999E-2</c:v>
                </c:pt>
                <c:pt idx="173">
                  <c:v>-1.3499999999999899E-2</c:v>
                </c:pt>
                <c:pt idx="174">
                  <c:v>-1.2999999999999901E-2</c:v>
                </c:pt>
                <c:pt idx="175">
                  <c:v>-1.24999999999999E-2</c:v>
                </c:pt>
                <c:pt idx="176">
                  <c:v>-1.19999999999999E-2</c:v>
                </c:pt>
                <c:pt idx="177">
                  <c:v>-1.1499999999999899E-2</c:v>
                </c:pt>
                <c:pt idx="178">
                  <c:v>-1.09999999999999E-2</c:v>
                </c:pt>
                <c:pt idx="179">
                  <c:v>-1.04999999999999E-2</c:v>
                </c:pt>
                <c:pt idx="180">
                  <c:v>-9.99999999999991E-3</c:v>
                </c:pt>
                <c:pt idx="181">
                  <c:v>-9.4999999999999096E-3</c:v>
                </c:pt>
                <c:pt idx="182">
                  <c:v>-8.9999999999999108E-3</c:v>
                </c:pt>
                <c:pt idx="183">
                  <c:v>-8.4999999999999104E-3</c:v>
                </c:pt>
                <c:pt idx="184">
                  <c:v>-7.99999999999991E-3</c:v>
                </c:pt>
                <c:pt idx="185">
                  <c:v>-7.4999999999999104E-3</c:v>
                </c:pt>
                <c:pt idx="186">
                  <c:v>-6.9999999999999099E-3</c:v>
                </c:pt>
                <c:pt idx="187">
                  <c:v>-6.4999999999999104E-3</c:v>
                </c:pt>
                <c:pt idx="188">
                  <c:v>-5.9999999999999099E-3</c:v>
                </c:pt>
                <c:pt idx="189">
                  <c:v>-5.4999999999999103E-3</c:v>
                </c:pt>
                <c:pt idx="190">
                  <c:v>-4.9999999999999099E-3</c:v>
                </c:pt>
                <c:pt idx="191">
                  <c:v>-4.4999999999999103E-3</c:v>
                </c:pt>
                <c:pt idx="192">
                  <c:v>-3.9999999999999099E-3</c:v>
                </c:pt>
                <c:pt idx="193">
                  <c:v>-3.4999999999999099E-3</c:v>
                </c:pt>
                <c:pt idx="194">
                  <c:v>-2.9999999999999099E-3</c:v>
                </c:pt>
                <c:pt idx="195">
                  <c:v>-2.4999999999999098E-3</c:v>
                </c:pt>
                <c:pt idx="196">
                  <c:v>-1.9999999999998999E-3</c:v>
                </c:pt>
                <c:pt idx="197">
                  <c:v>-1.4999999999999001E-3</c:v>
                </c:pt>
                <c:pt idx="198">
                  <c:v>-9.9999999999990396E-4</c:v>
                </c:pt>
                <c:pt idx="199">
                  <c:v>-4.9999999999990297E-4</c:v>
                </c:pt>
                <c:pt idx="200">
                  <c:v>0</c:v>
                </c:pt>
                <c:pt idx="201">
                  <c:v>5.0000000000000001E-4</c:v>
                </c:pt>
                <c:pt idx="202">
                  <c:v>1E-3</c:v>
                </c:pt>
                <c:pt idx="203">
                  <c:v>1.5E-3</c:v>
                </c:pt>
                <c:pt idx="204">
                  <c:v>1.9999999999999901E-3</c:v>
                </c:pt>
                <c:pt idx="205">
                  <c:v>2.4999999999999901E-3</c:v>
                </c:pt>
                <c:pt idx="206">
                  <c:v>2.9999999999999901E-3</c:v>
                </c:pt>
                <c:pt idx="207">
                  <c:v>3.4999999999999901E-3</c:v>
                </c:pt>
                <c:pt idx="208">
                  <c:v>3.9999999999999897E-3</c:v>
                </c:pt>
                <c:pt idx="209">
                  <c:v>4.4999999999999901E-3</c:v>
                </c:pt>
                <c:pt idx="210">
                  <c:v>4.9999999999999897E-3</c:v>
                </c:pt>
                <c:pt idx="211">
                  <c:v>5.4999999999999901E-3</c:v>
                </c:pt>
                <c:pt idx="212">
                  <c:v>5.9999999999999897E-3</c:v>
                </c:pt>
                <c:pt idx="213">
                  <c:v>6.4999999999999902E-3</c:v>
                </c:pt>
                <c:pt idx="214">
                  <c:v>6.9999999999999897E-3</c:v>
                </c:pt>
                <c:pt idx="215">
                  <c:v>7.4999999999999902E-3</c:v>
                </c:pt>
                <c:pt idx="216">
                  <c:v>7.9999999999999898E-3</c:v>
                </c:pt>
                <c:pt idx="217">
                  <c:v>8.4999999999999902E-3</c:v>
                </c:pt>
                <c:pt idx="218">
                  <c:v>8.9999999999999906E-3</c:v>
                </c:pt>
                <c:pt idx="219">
                  <c:v>9.4999999999999894E-3</c:v>
                </c:pt>
                <c:pt idx="220">
                  <c:v>0.01</c:v>
                </c:pt>
                <c:pt idx="221">
                  <c:v>1.0500000000000001E-2</c:v>
                </c:pt>
                <c:pt idx="222">
                  <c:v>1.0999999999999999E-2</c:v>
                </c:pt>
                <c:pt idx="223">
                  <c:v>1.15E-2</c:v>
                </c:pt>
                <c:pt idx="224">
                  <c:v>1.2E-2</c:v>
                </c:pt>
                <c:pt idx="225">
                  <c:v>1.2500000000000001E-2</c:v>
                </c:pt>
                <c:pt idx="226">
                  <c:v>1.2999999999999999E-2</c:v>
                </c:pt>
                <c:pt idx="227">
                  <c:v>1.35E-2</c:v>
                </c:pt>
                <c:pt idx="228">
                  <c:v>1.4E-2</c:v>
                </c:pt>
                <c:pt idx="229">
                  <c:v>1.4500000000000001E-2</c:v>
                </c:pt>
                <c:pt idx="230">
                  <c:v>1.4999999999999999E-2</c:v>
                </c:pt>
                <c:pt idx="231">
                  <c:v>1.55E-2</c:v>
                </c:pt>
                <c:pt idx="232">
                  <c:v>1.6E-2</c:v>
                </c:pt>
                <c:pt idx="233">
                  <c:v>1.6500000000000001E-2</c:v>
                </c:pt>
                <c:pt idx="234">
                  <c:v>1.7000000000000001E-2</c:v>
                </c:pt>
                <c:pt idx="235">
                  <c:v>1.7500000000000002E-2</c:v>
                </c:pt>
                <c:pt idx="236">
                  <c:v>1.7999999999999999E-2</c:v>
                </c:pt>
                <c:pt idx="237">
                  <c:v>1.8499999999999999E-2</c:v>
                </c:pt>
                <c:pt idx="238">
                  <c:v>1.9E-2</c:v>
                </c:pt>
                <c:pt idx="239">
                  <c:v>1.95E-2</c:v>
                </c:pt>
                <c:pt idx="240">
                  <c:v>0.02</c:v>
                </c:pt>
                <c:pt idx="241">
                  <c:v>2.0500000000000001E-2</c:v>
                </c:pt>
                <c:pt idx="242">
                  <c:v>2.1000000000000001E-2</c:v>
                </c:pt>
                <c:pt idx="243">
                  <c:v>2.1499999999999998E-2</c:v>
                </c:pt>
                <c:pt idx="244">
                  <c:v>2.1999999999999999E-2</c:v>
                </c:pt>
                <c:pt idx="245">
                  <c:v>2.2499999999999999E-2</c:v>
                </c:pt>
                <c:pt idx="246">
                  <c:v>2.3E-2</c:v>
                </c:pt>
                <c:pt idx="247">
                  <c:v>2.35E-2</c:v>
                </c:pt>
                <c:pt idx="248">
                  <c:v>2.4E-2</c:v>
                </c:pt>
                <c:pt idx="249">
                  <c:v>2.4500000000000001E-2</c:v>
                </c:pt>
                <c:pt idx="250">
                  <c:v>2.5000000000000001E-2</c:v>
                </c:pt>
                <c:pt idx="251">
                  <c:v>2.5499999999999998E-2</c:v>
                </c:pt>
                <c:pt idx="252">
                  <c:v>2.5999999999999999E-2</c:v>
                </c:pt>
                <c:pt idx="253">
                  <c:v>2.6499999999999999E-2</c:v>
                </c:pt>
                <c:pt idx="254">
                  <c:v>2.7E-2</c:v>
                </c:pt>
                <c:pt idx="255">
                  <c:v>2.75E-2</c:v>
                </c:pt>
                <c:pt idx="256">
                  <c:v>2.8000000000000001E-2</c:v>
                </c:pt>
                <c:pt idx="257">
                  <c:v>2.8500000000000001E-2</c:v>
                </c:pt>
                <c:pt idx="258">
                  <c:v>2.9000000000000001E-2</c:v>
                </c:pt>
                <c:pt idx="259">
                  <c:v>2.9499999999999998E-2</c:v>
                </c:pt>
                <c:pt idx="260">
                  <c:v>0.03</c:v>
                </c:pt>
                <c:pt idx="261">
                  <c:v>3.0499999999999999E-2</c:v>
                </c:pt>
                <c:pt idx="262">
                  <c:v>3.1E-2</c:v>
                </c:pt>
                <c:pt idx="263">
                  <c:v>3.15E-2</c:v>
                </c:pt>
                <c:pt idx="264">
                  <c:v>3.2000000000000001E-2</c:v>
                </c:pt>
                <c:pt idx="265">
                  <c:v>3.2500000000000001E-2</c:v>
                </c:pt>
                <c:pt idx="266">
                  <c:v>3.3000000000000002E-2</c:v>
                </c:pt>
                <c:pt idx="267">
                  <c:v>3.3500000000000002E-2</c:v>
                </c:pt>
                <c:pt idx="268">
                  <c:v>3.4000000000000002E-2</c:v>
                </c:pt>
                <c:pt idx="269">
                  <c:v>3.4500000000000003E-2</c:v>
                </c:pt>
                <c:pt idx="270">
                  <c:v>3.5000000000000003E-2</c:v>
                </c:pt>
                <c:pt idx="271">
                  <c:v>3.5499999999999997E-2</c:v>
                </c:pt>
                <c:pt idx="272">
                  <c:v>3.5999999999999997E-2</c:v>
                </c:pt>
                <c:pt idx="273">
                  <c:v>3.6499999999999998E-2</c:v>
                </c:pt>
                <c:pt idx="274">
                  <c:v>3.6999999999999998E-2</c:v>
                </c:pt>
                <c:pt idx="275">
                  <c:v>3.7499999999999999E-2</c:v>
                </c:pt>
                <c:pt idx="276">
                  <c:v>3.7999999999999999E-2</c:v>
                </c:pt>
                <c:pt idx="277">
                  <c:v>3.85E-2</c:v>
                </c:pt>
                <c:pt idx="278">
                  <c:v>3.9E-2</c:v>
                </c:pt>
                <c:pt idx="279">
                  <c:v>3.95E-2</c:v>
                </c:pt>
                <c:pt idx="280">
                  <c:v>0.04</c:v>
                </c:pt>
                <c:pt idx="281">
                  <c:v>4.0500000000000001E-2</c:v>
                </c:pt>
                <c:pt idx="282">
                  <c:v>4.1000000000000002E-2</c:v>
                </c:pt>
                <c:pt idx="283">
                  <c:v>4.1500000000000002E-2</c:v>
                </c:pt>
                <c:pt idx="284">
                  <c:v>4.2000000000000003E-2</c:v>
                </c:pt>
                <c:pt idx="285">
                  <c:v>4.2500000000000003E-2</c:v>
                </c:pt>
                <c:pt idx="286">
                  <c:v>4.2999999999999997E-2</c:v>
                </c:pt>
                <c:pt idx="287">
                  <c:v>4.3499999999999997E-2</c:v>
                </c:pt>
                <c:pt idx="288">
                  <c:v>4.3999999999999997E-2</c:v>
                </c:pt>
                <c:pt idx="289">
                  <c:v>4.4499999999999998E-2</c:v>
                </c:pt>
                <c:pt idx="290">
                  <c:v>4.4999999999999998E-2</c:v>
                </c:pt>
                <c:pt idx="291">
                  <c:v>4.5499999999999999E-2</c:v>
                </c:pt>
                <c:pt idx="292">
                  <c:v>4.5999999999999999E-2</c:v>
                </c:pt>
                <c:pt idx="293">
                  <c:v>4.65E-2</c:v>
                </c:pt>
                <c:pt idx="294">
                  <c:v>4.7E-2</c:v>
                </c:pt>
                <c:pt idx="295">
                  <c:v>4.7500000000000001E-2</c:v>
                </c:pt>
                <c:pt idx="296">
                  <c:v>4.8000000000000001E-2</c:v>
                </c:pt>
                <c:pt idx="297">
                  <c:v>4.8500000000000001E-2</c:v>
                </c:pt>
                <c:pt idx="298">
                  <c:v>4.9000000000000002E-2</c:v>
                </c:pt>
                <c:pt idx="299">
                  <c:v>4.9500000000000002E-2</c:v>
                </c:pt>
                <c:pt idx="300">
                  <c:v>0.05</c:v>
                </c:pt>
                <c:pt idx="301">
                  <c:v>5.0500000000000003E-2</c:v>
                </c:pt>
                <c:pt idx="302">
                  <c:v>5.0999999999999997E-2</c:v>
                </c:pt>
                <c:pt idx="303">
                  <c:v>5.1499999999999997E-2</c:v>
                </c:pt>
                <c:pt idx="304">
                  <c:v>5.1999999999999998E-2</c:v>
                </c:pt>
                <c:pt idx="305">
                  <c:v>5.2499999999999998E-2</c:v>
                </c:pt>
                <c:pt idx="306">
                  <c:v>5.2999999999999999E-2</c:v>
                </c:pt>
                <c:pt idx="307">
                  <c:v>5.3499999999999999E-2</c:v>
                </c:pt>
                <c:pt idx="308">
                  <c:v>5.3999999999999999E-2</c:v>
                </c:pt>
                <c:pt idx="309">
                  <c:v>5.45E-2</c:v>
                </c:pt>
                <c:pt idx="310">
                  <c:v>5.5E-2</c:v>
                </c:pt>
                <c:pt idx="311">
                  <c:v>5.5500000000000001E-2</c:v>
                </c:pt>
                <c:pt idx="312">
                  <c:v>5.6000000000000001E-2</c:v>
                </c:pt>
                <c:pt idx="313">
                  <c:v>5.6500000000000002E-2</c:v>
                </c:pt>
                <c:pt idx="314">
                  <c:v>5.7000000000000002E-2</c:v>
                </c:pt>
                <c:pt idx="315">
                  <c:v>5.7500000000000002E-2</c:v>
                </c:pt>
                <c:pt idx="316">
                  <c:v>5.8000000000000003E-2</c:v>
                </c:pt>
                <c:pt idx="317">
                  <c:v>5.8500000000000003E-2</c:v>
                </c:pt>
                <c:pt idx="318">
                  <c:v>5.8999999999999997E-2</c:v>
                </c:pt>
                <c:pt idx="319">
                  <c:v>5.9499999999999997E-2</c:v>
                </c:pt>
                <c:pt idx="320">
                  <c:v>0.06</c:v>
                </c:pt>
                <c:pt idx="321">
                  <c:v>6.0499999999999998E-2</c:v>
                </c:pt>
                <c:pt idx="322">
                  <c:v>6.0999999999999999E-2</c:v>
                </c:pt>
                <c:pt idx="323">
                  <c:v>6.1499999999999999E-2</c:v>
                </c:pt>
                <c:pt idx="324">
                  <c:v>6.2E-2</c:v>
                </c:pt>
                <c:pt idx="325">
                  <c:v>6.25E-2</c:v>
                </c:pt>
                <c:pt idx="326">
                  <c:v>6.3E-2</c:v>
                </c:pt>
                <c:pt idx="327">
                  <c:v>6.3500000000000001E-2</c:v>
                </c:pt>
                <c:pt idx="328">
                  <c:v>6.4000000000000001E-2</c:v>
                </c:pt>
                <c:pt idx="329">
                  <c:v>6.4500000000000002E-2</c:v>
                </c:pt>
                <c:pt idx="330">
                  <c:v>6.5000000000000002E-2</c:v>
                </c:pt>
                <c:pt idx="331">
                  <c:v>6.5500000000000003E-2</c:v>
                </c:pt>
                <c:pt idx="332">
                  <c:v>6.6000000000000003E-2</c:v>
                </c:pt>
                <c:pt idx="333">
                  <c:v>6.6500000000000004E-2</c:v>
                </c:pt>
                <c:pt idx="334">
                  <c:v>6.7000000000000004E-2</c:v>
                </c:pt>
                <c:pt idx="335">
                  <c:v>6.7500000000000004E-2</c:v>
                </c:pt>
                <c:pt idx="336">
                  <c:v>6.8000000000000005E-2</c:v>
                </c:pt>
                <c:pt idx="337">
                  <c:v>6.8500000000000005E-2</c:v>
                </c:pt>
                <c:pt idx="338">
                  <c:v>6.9000000000000006E-2</c:v>
                </c:pt>
                <c:pt idx="339">
                  <c:v>6.9500000000000006E-2</c:v>
                </c:pt>
                <c:pt idx="340">
                  <c:v>7.0000000000000007E-2</c:v>
                </c:pt>
                <c:pt idx="341">
                  <c:v>7.0499999999999993E-2</c:v>
                </c:pt>
                <c:pt idx="342">
                  <c:v>7.0999999999999994E-2</c:v>
                </c:pt>
                <c:pt idx="343">
                  <c:v>7.1499999999999994E-2</c:v>
                </c:pt>
                <c:pt idx="344">
                  <c:v>7.1999999999999995E-2</c:v>
                </c:pt>
                <c:pt idx="345">
                  <c:v>7.2499999999999995E-2</c:v>
                </c:pt>
                <c:pt idx="346">
                  <c:v>7.2999999999999995E-2</c:v>
                </c:pt>
                <c:pt idx="347">
                  <c:v>7.3499999999999996E-2</c:v>
                </c:pt>
                <c:pt idx="348">
                  <c:v>7.3999999999999996E-2</c:v>
                </c:pt>
                <c:pt idx="349">
                  <c:v>7.4499999999999997E-2</c:v>
                </c:pt>
                <c:pt idx="350">
                  <c:v>7.4999999999999997E-2</c:v>
                </c:pt>
                <c:pt idx="351">
                  <c:v>7.5499999999999998E-2</c:v>
                </c:pt>
                <c:pt idx="352">
                  <c:v>7.5999999999999998E-2</c:v>
                </c:pt>
                <c:pt idx="353">
                  <c:v>7.6499999999999999E-2</c:v>
                </c:pt>
                <c:pt idx="354">
                  <c:v>7.6999999999999999E-2</c:v>
                </c:pt>
                <c:pt idx="355">
                  <c:v>7.7499999999999999E-2</c:v>
                </c:pt>
                <c:pt idx="356">
                  <c:v>7.8E-2</c:v>
                </c:pt>
                <c:pt idx="357">
                  <c:v>7.85E-2</c:v>
                </c:pt>
                <c:pt idx="358">
                  <c:v>7.9000000000000001E-2</c:v>
                </c:pt>
                <c:pt idx="359">
                  <c:v>7.9500000000000001E-2</c:v>
                </c:pt>
                <c:pt idx="360">
                  <c:v>0.08</c:v>
                </c:pt>
                <c:pt idx="361">
                  <c:v>8.0500000000000002E-2</c:v>
                </c:pt>
                <c:pt idx="362">
                  <c:v>8.1000000000000003E-2</c:v>
                </c:pt>
                <c:pt idx="363">
                  <c:v>8.1500000000000003E-2</c:v>
                </c:pt>
                <c:pt idx="364">
                  <c:v>8.2000000000000003E-2</c:v>
                </c:pt>
                <c:pt idx="365">
                  <c:v>8.2500000000000004E-2</c:v>
                </c:pt>
                <c:pt idx="366">
                  <c:v>8.3000000000000004E-2</c:v>
                </c:pt>
                <c:pt idx="367">
                  <c:v>8.3500000000000005E-2</c:v>
                </c:pt>
                <c:pt idx="368">
                  <c:v>8.4000000000000005E-2</c:v>
                </c:pt>
                <c:pt idx="369">
                  <c:v>8.4500000000000006E-2</c:v>
                </c:pt>
                <c:pt idx="370">
                  <c:v>8.5000000000000006E-2</c:v>
                </c:pt>
                <c:pt idx="371">
                  <c:v>8.5500000000000007E-2</c:v>
                </c:pt>
                <c:pt idx="372">
                  <c:v>8.5999999999999993E-2</c:v>
                </c:pt>
                <c:pt idx="373">
                  <c:v>8.6499999999999994E-2</c:v>
                </c:pt>
                <c:pt idx="374">
                  <c:v>8.6999999999999994E-2</c:v>
                </c:pt>
                <c:pt idx="375">
                  <c:v>8.7499999999999994E-2</c:v>
                </c:pt>
                <c:pt idx="376">
                  <c:v>8.7999999999999995E-2</c:v>
                </c:pt>
                <c:pt idx="377">
                  <c:v>8.8499999999999995E-2</c:v>
                </c:pt>
                <c:pt idx="378">
                  <c:v>8.8999999999999996E-2</c:v>
                </c:pt>
                <c:pt idx="379">
                  <c:v>8.9499999999999996E-2</c:v>
                </c:pt>
                <c:pt idx="380">
                  <c:v>0.09</c:v>
                </c:pt>
                <c:pt idx="381">
                  <c:v>9.0499999999999997E-2</c:v>
                </c:pt>
                <c:pt idx="382">
                  <c:v>9.0999999999999998E-2</c:v>
                </c:pt>
                <c:pt idx="383">
                  <c:v>9.1499999999999998E-2</c:v>
                </c:pt>
                <c:pt idx="384">
                  <c:v>9.1999999999999998E-2</c:v>
                </c:pt>
                <c:pt idx="385">
                  <c:v>9.2499999999999999E-2</c:v>
                </c:pt>
                <c:pt idx="386">
                  <c:v>9.2999999999999999E-2</c:v>
                </c:pt>
                <c:pt idx="387">
                  <c:v>9.35E-2</c:v>
                </c:pt>
                <c:pt idx="388">
                  <c:v>9.4E-2</c:v>
                </c:pt>
                <c:pt idx="389">
                  <c:v>9.4500000000000001E-2</c:v>
                </c:pt>
                <c:pt idx="390">
                  <c:v>9.5000000000000001E-2</c:v>
                </c:pt>
                <c:pt idx="391">
                  <c:v>9.5500000000000002E-2</c:v>
                </c:pt>
                <c:pt idx="392">
                  <c:v>9.6000000000000002E-2</c:v>
                </c:pt>
                <c:pt idx="393">
                  <c:v>9.6500000000000002E-2</c:v>
                </c:pt>
                <c:pt idx="394">
                  <c:v>9.7000000000000003E-2</c:v>
                </c:pt>
                <c:pt idx="395">
                  <c:v>9.7500000000000003E-2</c:v>
                </c:pt>
                <c:pt idx="396">
                  <c:v>9.8000000000000004E-2</c:v>
                </c:pt>
                <c:pt idx="397">
                  <c:v>9.8500000000000004E-2</c:v>
                </c:pt>
                <c:pt idx="398">
                  <c:v>9.9000000000000005E-2</c:v>
                </c:pt>
                <c:pt idx="399">
                  <c:v>9.9500000000000005E-2</c:v>
                </c:pt>
                <c:pt idx="400">
                  <c:v>0.1</c:v>
                </c:pt>
                <c:pt idx="401">
                  <c:v>0.10050000000000001</c:v>
                </c:pt>
                <c:pt idx="402">
                  <c:v>0.10100000000000001</c:v>
                </c:pt>
                <c:pt idx="403">
                  <c:v>0.10150000000000001</c:v>
                </c:pt>
                <c:pt idx="404">
                  <c:v>0.10199999999999999</c:v>
                </c:pt>
                <c:pt idx="405">
                  <c:v>0.10249999999999999</c:v>
                </c:pt>
                <c:pt idx="406">
                  <c:v>0.10299999999999999</c:v>
                </c:pt>
                <c:pt idx="407">
                  <c:v>0.10349999999999999</c:v>
                </c:pt>
                <c:pt idx="408">
                  <c:v>0.104</c:v>
                </c:pt>
                <c:pt idx="409">
                  <c:v>0.1045</c:v>
                </c:pt>
                <c:pt idx="410">
                  <c:v>0.105</c:v>
                </c:pt>
                <c:pt idx="411">
                  <c:v>0.1055</c:v>
                </c:pt>
                <c:pt idx="412">
                  <c:v>0.106</c:v>
                </c:pt>
                <c:pt idx="413">
                  <c:v>0.1065</c:v>
                </c:pt>
                <c:pt idx="414">
                  <c:v>0.107</c:v>
                </c:pt>
                <c:pt idx="415">
                  <c:v>0.1075</c:v>
                </c:pt>
                <c:pt idx="416">
                  <c:v>0.108</c:v>
                </c:pt>
                <c:pt idx="417">
                  <c:v>0.1085</c:v>
                </c:pt>
                <c:pt idx="418">
                  <c:v>0.109</c:v>
                </c:pt>
                <c:pt idx="419">
                  <c:v>0.1095</c:v>
                </c:pt>
                <c:pt idx="420">
                  <c:v>0.11</c:v>
                </c:pt>
                <c:pt idx="421">
                  <c:v>0.1105</c:v>
                </c:pt>
                <c:pt idx="422">
                  <c:v>0.111</c:v>
                </c:pt>
                <c:pt idx="423">
                  <c:v>0.1115</c:v>
                </c:pt>
                <c:pt idx="424">
                  <c:v>0.112</c:v>
                </c:pt>
                <c:pt idx="425">
                  <c:v>0.1125</c:v>
                </c:pt>
                <c:pt idx="426">
                  <c:v>0.113</c:v>
                </c:pt>
                <c:pt idx="427">
                  <c:v>0.1135</c:v>
                </c:pt>
                <c:pt idx="428">
                  <c:v>0.114</c:v>
                </c:pt>
                <c:pt idx="429">
                  <c:v>0.1145</c:v>
                </c:pt>
                <c:pt idx="430">
                  <c:v>0.115</c:v>
                </c:pt>
                <c:pt idx="431">
                  <c:v>0.11550000000000001</c:v>
                </c:pt>
                <c:pt idx="432">
                  <c:v>0.11600000000000001</c:v>
                </c:pt>
                <c:pt idx="433">
                  <c:v>0.11650000000000001</c:v>
                </c:pt>
                <c:pt idx="434">
                  <c:v>0.11700000000000001</c:v>
                </c:pt>
                <c:pt idx="435">
                  <c:v>0.11749999999999999</c:v>
                </c:pt>
                <c:pt idx="436">
                  <c:v>0.11799999999999999</c:v>
                </c:pt>
                <c:pt idx="437">
                  <c:v>0.11849999999999999</c:v>
                </c:pt>
                <c:pt idx="438">
                  <c:v>0.11899999999999999</c:v>
                </c:pt>
                <c:pt idx="439">
                  <c:v>0.1195</c:v>
                </c:pt>
                <c:pt idx="440">
                  <c:v>0.12</c:v>
                </c:pt>
                <c:pt idx="441">
                  <c:v>0.1205</c:v>
                </c:pt>
                <c:pt idx="442">
                  <c:v>0.121</c:v>
                </c:pt>
                <c:pt idx="443">
                  <c:v>0.1215</c:v>
                </c:pt>
                <c:pt idx="444">
                  <c:v>0.122</c:v>
                </c:pt>
                <c:pt idx="445">
                  <c:v>0.1225</c:v>
                </c:pt>
                <c:pt idx="446">
                  <c:v>0.123</c:v>
                </c:pt>
                <c:pt idx="447">
                  <c:v>0.1235</c:v>
                </c:pt>
                <c:pt idx="448">
                  <c:v>0.124</c:v>
                </c:pt>
                <c:pt idx="449">
                  <c:v>0.1245</c:v>
                </c:pt>
                <c:pt idx="450">
                  <c:v>0.125</c:v>
                </c:pt>
                <c:pt idx="451">
                  <c:v>0.1255</c:v>
                </c:pt>
                <c:pt idx="452">
                  <c:v>0.126</c:v>
                </c:pt>
                <c:pt idx="453">
                  <c:v>0.1265</c:v>
                </c:pt>
                <c:pt idx="454">
                  <c:v>0.127</c:v>
                </c:pt>
                <c:pt idx="455">
                  <c:v>0.1275</c:v>
                </c:pt>
                <c:pt idx="456">
                  <c:v>0.128</c:v>
                </c:pt>
                <c:pt idx="457">
                  <c:v>0.1285</c:v>
                </c:pt>
                <c:pt idx="458">
                  <c:v>0.129</c:v>
                </c:pt>
                <c:pt idx="459">
                  <c:v>0.1295</c:v>
                </c:pt>
                <c:pt idx="460">
                  <c:v>0.13</c:v>
                </c:pt>
                <c:pt idx="461">
                  <c:v>0.1305</c:v>
                </c:pt>
                <c:pt idx="462">
                  <c:v>0.13100000000000001</c:v>
                </c:pt>
                <c:pt idx="463">
                  <c:v>0.13150000000000001</c:v>
                </c:pt>
                <c:pt idx="464">
                  <c:v>0.13200000000000001</c:v>
                </c:pt>
                <c:pt idx="465">
                  <c:v>0.13250000000000001</c:v>
                </c:pt>
                <c:pt idx="466">
                  <c:v>0.13300000000000001</c:v>
                </c:pt>
                <c:pt idx="467">
                  <c:v>0.13350000000000001</c:v>
                </c:pt>
                <c:pt idx="468">
                  <c:v>0.13400000000000001</c:v>
                </c:pt>
                <c:pt idx="469">
                  <c:v>0.13450000000000001</c:v>
                </c:pt>
                <c:pt idx="470">
                  <c:v>0.13500000000000001</c:v>
                </c:pt>
                <c:pt idx="471">
                  <c:v>0.13550000000000001</c:v>
                </c:pt>
                <c:pt idx="472">
                  <c:v>0.13600000000000001</c:v>
                </c:pt>
                <c:pt idx="473">
                  <c:v>0.13650000000000001</c:v>
                </c:pt>
                <c:pt idx="474">
                  <c:v>0.13700000000000001</c:v>
                </c:pt>
                <c:pt idx="475">
                  <c:v>0.13750000000000001</c:v>
                </c:pt>
                <c:pt idx="476">
                  <c:v>0.13800000000000001</c:v>
                </c:pt>
                <c:pt idx="477">
                  <c:v>0.13850000000000001</c:v>
                </c:pt>
                <c:pt idx="478">
                  <c:v>0.13900000000000001</c:v>
                </c:pt>
                <c:pt idx="479">
                  <c:v>0.13950000000000001</c:v>
                </c:pt>
                <c:pt idx="480">
                  <c:v>0.14000000000000001</c:v>
                </c:pt>
                <c:pt idx="481">
                  <c:v>0.14050000000000001</c:v>
                </c:pt>
                <c:pt idx="482">
                  <c:v>0.14099999999999999</c:v>
                </c:pt>
                <c:pt idx="483">
                  <c:v>0.14149999999999999</c:v>
                </c:pt>
                <c:pt idx="484">
                  <c:v>0.14199999999999999</c:v>
                </c:pt>
                <c:pt idx="485">
                  <c:v>0.14249999999999999</c:v>
                </c:pt>
                <c:pt idx="486">
                  <c:v>0.14299999999999999</c:v>
                </c:pt>
                <c:pt idx="487">
                  <c:v>0.14349999999999999</c:v>
                </c:pt>
                <c:pt idx="488">
                  <c:v>0.14399999999999999</c:v>
                </c:pt>
                <c:pt idx="489">
                  <c:v>0.14449999999999999</c:v>
                </c:pt>
                <c:pt idx="490">
                  <c:v>0.14499999999999999</c:v>
                </c:pt>
                <c:pt idx="491">
                  <c:v>0.14549999999999999</c:v>
                </c:pt>
                <c:pt idx="492">
                  <c:v>0.14599999999999999</c:v>
                </c:pt>
                <c:pt idx="493">
                  <c:v>0.14649999999999999</c:v>
                </c:pt>
                <c:pt idx="494">
                  <c:v>0.14699999999999999</c:v>
                </c:pt>
                <c:pt idx="495">
                  <c:v>0.14749999999999999</c:v>
                </c:pt>
                <c:pt idx="496">
                  <c:v>0.14799999999999999</c:v>
                </c:pt>
                <c:pt idx="497">
                  <c:v>0.14849999999999999</c:v>
                </c:pt>
                <c:pt idx="498">
                  <c:v>0.14899999999999999</c:v>
                </c:pt>
                <c:pt idx="499">
                  <c:v>0.14949999999999999</c:v>
                </c:pt>
                <c:pt idx="500">
                  <c:v>0.15</c:v>
                </c:pt>
                <c:pt idx="501">
                  <c:v>0.15049999999999999</c:v>
                </c:pt>
                <c:pt idx="502">
                  <c:v>0.151</c:v>
                </c:pt>
                <c:pt idx="503">
                  <c:v>0.1515</c:v>
                </c:pt>
                <c:pt idx="504">
                  <c:v>0.152</c:v>
                </c:pt>
                <c:pt idx="505">
                  <c:v>0.1525</c:v>
                </c:pt>
                <c:pt idx="506">
                  <c:v>0.153</c:v>
                </c:pt>
                <c:pt idx="507">
                  <c:v>0.1535</c:v>
                </c:pt>
                <c:pt idx="508">
                  <c:v>0.154</c:v>
                </c:pt>
                <c:pt idx="509">
                  <c:v>0.1545</c:v>
                </c:pt>
                <c:pt idx="510">
                  <c:v>0.155</c:v>
                </c:pt>
                <c:pt idx="511">
                  <c:v>0.1555</c:v>
                </c:pt>
                <c:pt idx="512">
                  <c:v>0.156</c:v>
                </c:pt>
                <c:pt idx="513">
                  <c:v>0.1565</c:v>
                </c:pt>
                <c:pt idx="514">
                  <c:v>0.157</c:v>
                </c:pt>
                <c:pt idx="515">
                  <c:v>0.1575</c:v>
                </c:pt>
                <c:pt idx="516">
                  <c:v>0.158</c:v>
                </c:pt>
                <c:pt idx="517">
                  <c:v>0.1585</c:v>
                </c:pt>
                <c:pt idx="518">
                  <c:v>0.159</c:v>
                </c:pt>
                <c:pt idx="519">
                  <c:v>0.1595</c:v>
                </c:pt>
                <c:pt idx="520">
                  <c:v>0.16</c:v>
                </c:pt>
                <c:pt idx="521">
                  <c:v>0.1605</c:v>
                </c:pt>
                <c:pt idx="522">
                  <c:v>0.161</c:v>
                </c:pt>
                <c:pt idx="523">
                  <c:v>0.1615</c:v>
                </c:pt>
                <c:pt idx="524">
                  <c:v>0.16200000000000001</c:v>
                </c:pt>
                <c:pt idx="525">
                  <c:v>0.16250000000000001</c:v>
                </c:pt>
                <c:pt idx="526">
                  <c:v>0.16300000000000001</c:v>
                </c:pt>
                <c:pt idx="527">
                  <c:v>0.16350000000000001</c:v>
                </c:pt>
                <c:pt idx="528">
                  <c:v>0.16400000000000001</c:v>
                </c:pt>
                <c:pt idx="529">
                  <c:v>0.16450000000000001</c:v>
                </c:pt>
                <c:pt idx="530">
                  <c:v>0.16500000000000001</c:v>
                </c:pt>
                <c:pt idx="531">
                  <c:v>0.16550000000000001</c:v>
                </c:pt>
                <c:pt idx="532">
                  <c:v>0.16600000000000001</c:v>
                </c:pt>
                <c:pt idx="533">
                  <c:v>0.16650000000000001</c:v>
                </c:pt>
                <c:pt idx="534">
                  <c:v>0.16700000000000001</c:v>
                </c:pt>
                <c:pt idx="535">
                  <c:v>0.16750000000000001</c:v>
                </c:pt>
                <c:pt idx="536">
                  <c:v>0.16800000000000001</c:v>
                </c:pt>
                <c:pt idx="537">
                  <c:v>0.16850000000000001</c:v>
                </c:pt>
                <c:pt idx="538">
                  <c:v>0.16900000000000001</c:v>
                </c:pt>
                <c:pt idx="539">
                  <c:v>0.16950000000000001</c:v>
                </c:pt>
                <c:pt idx="540">
                  <c:v>0.17</c:v>
                </c:pt>
                <c:pt idx="541">
                  <c:v>0.17050000000000001</c:v>
                </c:pt>
                <c:pt idx="542">
                  <c:v>0.17100000000000001</c:v>
                </c:pt>
                <c:pt idx="543">
                  <c:v>0.17150000000000001</c:v>
                </c:pt>
                <c:pt idx="544">
                  <c:v>0.17199999999999999</c:v>
                </c:pt>
                <c:pt idx="545">
                  <c:v>0.17249999999999999</c:v>
                </c:pt>
                <c:pt idx="546">
                  <c:v>0.17299999999999999</c:v>
                </c:pt>
                <c:pt idx="547">
                  <c:v>0.17349999999999999</c:v>
                </c:pt>
                <c:pt idx="548">
                  <c:v>0.17399999999999999</c:v>
                </c:pt>
                <c:pt idx="549">
                  <c:v>0.17449999999999999</c:v>
                </c:pt>
                <c:pt idx="550">
                  <c:v>0.17499999999999999</c:v>
                </c:pt>
                <c:pt idx="551">
                  <c:v>0.17549999999999999</c:v>
                </c:pt>
                <c:pt idx="552">
                  <c:v>0.17599999999999999</c:v>
                </c:pt>
                <c:pt idx="553">
                  <c:v>0.17649999999999999</c:v>
                </c:pt>
                <c:pt idx="554">
                  <c:v>0.17699999999999999</c:v>
                </c:pt>
                <c:pt idx="555">
                  <c:v>0.17749999999999999</c:v>
                </c:pt>
                <c:pt idx="556">
                  <c:v>0.17799999999999999</c:v>
                </c:pt>
                <c:pt idx="557">
                  <c:v>0.17849999999999999</c:v>
                </c:pt>
                <c:pt idx="558">
                  <c:v>0.17899999999999999</c:v>
                </c:pt>
                <c:pt idx="559">
                  <c:v>0.17949999999999999</c:v>
                </c:pt>
                <c:pt idx="560">
                  <c:v>0.18</c:v>
                </c:pt>
                <c:pt idx="561">
                  <c:v>0.18049999999999999</c:v>
                </c:pt>
                <c:pt idx="562">
                  <c:v>0.18099999999999999</c:v>
                </c:pt>
                <c:pt idx="563">
                  <c:v>0.18149999999999999</c:v>
                </c:pt>
                <c:pt idx="564">
                  <c:v>0.182</c:v>
                </c:pt>
                <c:pt idx="565">
                  <c:v>0.1825</c:v>
                </c:pt>
                <c:pt idx="566">
                  <c:v>0.183</c:v>
                </c:pt>
                <c:pt idx="567">
                  <c:v>0.1835</c:v>
                </c:pt>
                <c:pt idx="568">
                  <c:v>0.184</c:v>
                </c:pt>
                <c:pt idx="569">
                  <c:v>0.1845</c:v>
                </c:pt>
                <c:pt idx="570">
                  <c:v>0.185</c:v>
                </c:pt>
                <c:pt idx="571">
                  <c:v>0.1855</c:v>
                </c:pt>
                <c:pt idx="572">
                  <c:v>0.186</c:v>
                </c:pt>
                <c:pt idx="573">
                  <c:v>0.1865</c:v>
                </c:pt>
                <c:pt idx="574">
                  <c:v>0.187</c:v>
                </c:pt>
                <c:pt idx="575">
                  <c:v>0.1875</c:v>
                </c:pt>
                <c:pt idx="576">
                  <c:v>0.188</c:v>
                </c:pt>
                <c:pt idx="577">
                  <c:v>0.1885</c:v>
                </c:pt>
                <c:pt idx="578">
                  <c:v>0.189</c:v>
                </c:pt>
                <c:pt idx="579">
                  <c:v>0.1895</c:v>
                </c:pt>
                <c:pt idx="580">
                  <c:v>0.19</c:v>
                </c:pt>
                <c:pt idx="581">
                  <c:v>0.1905</c:v>
                </c:pt>
                <c:pt idx="582">
                  <c:v>0.191</c:v>
                </c:pt>
                <c:pt idx="583">
                  <c:v>0.1915</c:v>
                </c:pt>
                <c:pt idx="584">
                  <c:v>0.192</c:v>
                </c:pt>
                <c:pt idx="585">
                  <c:v>0.1925</c:v>
                </c:pt>
                <c:pt idx="586">
                  <c:v>0.193</c:v>
                </c:pt>
                <c:pt idx="587">
                  <c:v>0.19350000000000001</c:v>
                </c:pt>
                <c:pt idx="588">
                  <c:v>0.19400000000000001</c:v>
                </c:pt>
                <c:pt idx="589">
                  <c:v>0.19450000000000001</c:v>
                </c:pt>
                <c:pt idx="590">
                  <c:v>0.19500000000000001</c:v>
                </c:pt>
                <c:pt idx="591">
                  <c:v>0.19550000000000001</c:v>
                </c:pt>
                <c:pt idx="592">
                  <c:v>0.19600000000000001</c:v>
                </c:pt>
                <c:pt idx="593">
                  <c:v>0.19650000000000001</c:v>
                </c:pt>
                <c:pt idx="594">
                  <c:v>0.19700000000000001</c:v>
                </c:pt>
                <c:pt idx="595">
                  <c:v>0.19750000000000001</c:v>
                </c:pt>
                <c:pt idx="596">
                  <c:v>0.19800000000000001</c:v>
                </c:pt>
                <c:pt idx="597">
                  <c:v>0.19850000000000001</c:v>
                </c:pt>
                <c:pt idx="598">
                  <c:v>0.19900000000000001</c:v>
                </c:pt>
                <c:pt idx="599">
                  <c:v>0.19950000000000001</c:v>
                </c:pt>
                <c:pt idx="600">
                  <c:v>0.2</c:v>
                </c:pt>
                <c:pt idx="601">
                  <c:v>0.20050000000000001</c:v>
                </c:pt>
                <c:pt idx="602">
                  <c:v>0.20100000000000001</c:v>
                </c:pt>
                <c:pt idx="603">
                  <c:v>0.20150000000000001</c:v>
                </c:pt>
                <c:pt idx="604">
                  <c:v>0.20200000000000001</c:v>
                </c:pt>
                <c:pt idx="605">
                  <c:v>0.20250000000000001</c:v>
                </c:pt>
                <c:pt idx="606">
                  <c:v>0.20300000000000001</c:v>
                </c:pt>
                <c:pt idx="607">
                  <c:v>0.20349999999999999</c:v>
                </c:pt>
                <c:pt idx="608">
                  <c:v>0.20399999999999999</c:v>
                </c:pt>
                <c:pt idx="609">
                  <c:v>0.20449999999999999</c:v>
                </c:pt>
                <c:pt idx="610">
                  <c:v>0.20499999999999999</c:v>
                </c:pt>
                <c:pt idx="611">
                  <c:v>0.20549999999999999</c:v>
                </c:pt>
                <c:pt idx="612">
                  <c:v>0.20599999999999999</c:v>
                </c:pt>
                <c:pt idx="613">
                  <c:v>0.20649999999999999</c:v>
                </c:pt>
                <c:pt idx="614">
                  <c:v>0.20699999999999999</c:v>
                </c:pt>
                <c:pt idx="615">
                  <c:v>0.20749999999999999</c:v>
                </c:pt>
                <c:pt idx="616">
                  <c:v>0.20799999999999999</c:v>
                </c:pt>
                <c:pt idx="617">
                  <c:v>0.20849999999999999</c:v>
                </c:pt>
                <c:pt idx="618">
                  <c:v>0.20899999999999999</c:v>
                </c:pt>
                <c:pt idx="619">
                  <c:v>0.20949999999999999</c:v>
                </c:pt>
                <c:pt idx="620">
                  <c:v>0.21</c:v>
                </c:pt>
                <c:pt idx="621">
                  <c:v>0.21049999999999999</c:v>
                </c:pt>
                <c:pt idx="622">
                  <c:v>0.21099999999999999</c:v>
                </c:pt>
                <c:pt idx="623">
                  <c:v>0.21149999999999999</c:v>
                </c:pt>
                <c:pt idx="624">
                  <c:v>0.21199999999999999</c:v>
                </c:pt>
                <c:pt idx="625">
                  <c:v>0.21249999999999999</c:v>
                </c:pt>
                <c:pt idx="626">
                  <c:v>0.21299999999999999</c:v>
                </c:pt>
                <c:pt idx="627">
                  <c:v>0.2135</c:v>
                </c:pt>
                <c:pt idx="628">
                  <c:v>0.214</c:v>
                </c:pt>
                <c:pt idx="629">
                  <c:v>0.2145</c:v>
                </c:pt>
                <c:pt idx="630">
                  <c:v>0.215</c:v>
                </c:pt>
                <c:pt idx="631">
                  <c:v>0.2155</c:v>
                </c:pt>
                <c:pt idx="632">
                  <c:v>0.216</c:v>
                </c:pt>
                <c:pt idx="633">
                  <c:v>0.2165</c:v>
                </c:pt>
                <c:pt idx="634">
                  <c:v>0.217</c:v>
                </c:pt>
                <c:pt idx="635">
                  <c:v>0.2175</c:v>
                </c:pt>
                <c:pt idx="636">
                  <c:v>0.218</c:v>
                </c:pt>
                <c:pt idx="637">
                  <c:v>0.2185</c:v>
                </c:pt>
                <c:pt idx="638">
                  <c:v>0.219</c:v>
                </c:pt>
                <c:pt idx="639">
                  <c:v>0.2195</c:v>
                </c:pt>
                <c:pt idx="640">
                  <c:v>0.22</c:v>
                </c:pt>
                <c:pt idx="641">
                  <c:v>0.2205</c:v>
                </c:pt>
                <c:pt idx="642">
                  <c:v>0.221</c:v>
                </c:pt>
                <c:pt idx="643">
                  <c:v>0.2215</c:v>
                </c:pt>
                <c:pt idx="644">
                  <c:v>0.222</c:v>
                </c:pt>
                <c:pt idx="645">
                  <c:v>0.2225</c:v>
                </c:pt>
                <c:pt idx="646">
                  <c:v>0.223</c:v>
                </c:pt>
                <c:pt idx="647">
                  <c:v>0.2235</c:v>
                </c:pt>
                <c:pt idx="648">
                  <c:v>0.224</c:v>
                </c:pt>
                <c:pt idx="649">
                  <c:v>0.22450000000000001</c:v>
                </c:pt>
                <c:pt idx="650">
                  <c:v>0.22500000000000001</c:v>
                </c:pt>
                <c:pt idx="651">
                  <c:v>0.22550000000000001</c:v>
                </c:pt>
                <c:pt idx="652">
                  <c:v>0.22600000000000001</c:v>
                </c:pt>
                <c:pt idx="653">
                  <c:v>0.22650000000000001</c:v>
                </c:pt>
                <c:pt idx="654">
                  <c:v>0.22700000000000001</c:v>
                </c:pt>
                <c:pt idx="655">
                  <c:v>0.22750000000000001</c:v>
                </c:pt>
                <c:pt idx="656">
                  <c:v>0.22800000000000001</c:v>
                </c:pt>
                <c:pt idx="657">
                  <c:v>0.22850000000000001</c:v>
                </c:pt>
                <c:pt idx="658">
                  <c:v>0.22900000000000001</c:v>
                </c:pt>
                <c:pt idx="659">
                  <c:v>0.22950000000000001</c:v>
                </c:pt>
                <c:pt idx="660">
                  <c:v>0.23</c:v>
                </c:pt>
                <c:pt idx="661">
                  <c:v>0.23050000000000001</c:v>
                </c:pt>
                <c:pt idx="662">
                  <c:v>0.23100000000000001</c:v>
                </c:pt>
                <c:pt idx="663">
                  <c:v>0.23150000000000001</c:v>
                </c:pt>
                <c:pt idx="664">
                  <c:v>0.23200000000000001</c:v>
                </c:pt>
                <c:pt idx="665">
                  <c:v>0.23250000000000001</c:v>
                </c:pt>
                <c:pt idx="666">
                  <c:v>0.23300000000000001</c:v>
                </c:pt>
                <c:pt idx="667">
                  <c:v>0.23350000000000001</c:v>
                </c:pt>
                <c:pt idx="668">
                  <c:v>0.23400000000000001</c:v>
                </c:pt>
                <c:pt idx="669">
                  <c:v>0.23449999999999999</c:v>
                </c:pt>
                <c:pt idx="670">
                  <c:v>0.23499999999999999</c:v>
                </c:pt>
                <c:pt idx="671">
                  <c:v>0.23549999999999999</c:v>
                </c:pt>
                <c:pt idx="672">
                  <c:v>0.23599999999999999</c:v>
                </c:pt>
                <c:pt idx="673">
                  <c:v>0.23649999999999999</c:v>
                </c:pt>
                <c:pt idx="674">
                  <c:v>0.23699999999999999</c:v>
                </c:pt>
                <c:pt idx="675">
                  <c:v>0.23749999999999999</c:v>
                </c:pt>
                <c:pt idx="676">
                  <c:v>0.23799999999999999</c:v>
                </c:pt>
                <c:pt idx="677">
                  <c:v>0.23849999999999999</c:v>
                </c:pt>
                <c:pt idx="678">
                  <c:v>0.23899999999999999</c:v>
                </c:pt>
                <c:pt idx="679">
                  <c:v>0.23949999999999999</c:v>
                </c:pt>
                <c:pt idx="680">
                  <c:v>0.24</c:v>
                </c:pt>
                <c:pt idx="681">
                  <c:v>0.24049999999999999</c:v>
                </c:pt>
                <c:pt idx="682">
                  <c:v>0.24099999999999999</c:v>
                </c:pt>
                <c:pt idx="683">
                  <c:v>0.24149999999999999</c:v>
                </c:pt>
                <c:pt idx="684">
                  <c:v>0.24199999999999999</c:v>
                </c:pt>
                <c:pt idx="685">
                  <c:v>0.24249999999999999</c:v>
                </c:pt>
                <c:pt idx="686">
                  <c:v>0.24299999999999999</c:v>
                </c:pt>
                <c:pt idx="687">
                  <c:v>0.24349999999999999</c:v>
                </c:pt>
                <c:pt idx="688">
                  <c:v>0.24399999999999999</c:v>
                </c:pt>
                <c:pt idx="689">
                  <c:v>0.2445</c:v>
                </c:pt>
                <c:pt idx="690">
                  <c:v>0.245</c:v>
                </c:pt>
                <c:pt idx="691">
                  <c:v>0.2455</c:v>
                </c:pt>
                <c:pt idx="692">
                  <c:v>0.246</c:v>
                </c:pt>
                <c:pt idx="693">
                  <c:v>0.2465</c:v>
                </c:pt>
                <c:pt idx="694">
                  <c:v>0.247</c:v>
                </c:pt>
                <c:pt idx="695">
                  <c:v>0.2475</c:v>
                </c:pt>
                <c:pt idx="696">
                  <c:v>0.248</c:v>
                </c:pt>
                <c:pt idx="697">
                  <c:v>0.2485</c:v>
                </c:pt>
                <c:pt idx="698">
                  <c:v>0.249</c:v>
                </c:pt>
                <c:pt idx="699">
                  <c:v>0.2495</c:v>
                </c:pt>
                <c:pt idx="700">
                  <c:v>0.25</c:v>
                </c:pt>
                <c:pt idx="701">
                  <c:v>0.2505</c:v>
                </c:pt>
                <c:pt idx="702">
                  <c:v>0.251</c:v>
                </c:pt>
                <c:pt idx="703">
                  <c:v>0.2515</c:v>
                </c:pt>
                <c:pt idx="704">
                  <c:v>0.252</c:v>
                </c:pt>
                <c:pt idx="705">
                  <c:v>0.2525</c:v>
                </c:pt>
                <c:pt idx="706">
                  <c:v>0.253</c:v>
                </c:pt>
                <c:pt idx="707">
                  <c:v>0.2535</c:v>
                </c:pt>
                <c:pt idx="708">
                  <c:v>0.254</c:v>
                </c:pt>
                <c:pt idx="709">
                  <c:v>0.2545</c:v>
                </c:pt>
                <c:pt idx="710">
                  <c:v>0.255</c:v>
                </c:pt>
              </c:numCache>
            </c:numRef>
          </c:cat>
          <c:val>
            <c:numRef>
              <c:f>Sheet1!$B$2:$B$712</c:f>
              <c:numCache>
                <c:formatCode>General</c:formatCode>
                <c:ptCount val="711"/>
                <c:pt idx="0">
                  <c:v>0.20072884095552046</c:v>
                </c:pt>
                <c:pt idx="1">
                  <c:v>0.20074107875044456</c:v>
                </c:pt>
                <c:pt idx="2">
                  <c:v>0.20075352183354855</c:v>
                </c:pt>
                <c:pt idx="3">
                  <c:v>0.20076617364196825</c:v>
                </c:pt>
                <c:pt idx="4">
                  <c:v>0.20077903767016458</c:v>
                </c:pt>
                <c:pt idx="5">
                  <c:v>0.20079211747087333</c:v>
                </c:pt>
                <c:pt idx="6">
                  <c:v>0.20080541665606844</c:v>
                </c:pt>
                <c:pt idx="7">
                  <c:v>0.200818938897942</c:v>
                </c:pt>
                <c:pt idx="8">
                  <c:v>0.20083268792989972</c:v>
                </c:pt>
                <c:pt idx="9">
                  <c:v>0.20084666754757274</c:v>
                </c:pt>
                <c:pt idx="10">
                  <c:v>0.20086088160984605</c:v>
                </c:pt>
                <c:pt idx="11">
                  <c:v>0.2008753340399031</c:v>
                </c:pt>
                <c:pt idx="12">
                  <c:v>0.20089002882628815</c:v>
                </c:pt>
                <c:pt idx="13">
                  <c:v>0.20090497002398511</c:v>
                </c:pt>
                <c:pt idx="14">
                  <c:v>0.20092016175551364</c:v>
                </c:pt>
                <c:pt idx="15">
                  <c:v>0.20093560821204437</c:v>
                </c:pt>
                <c:pt idx="16">
                  <c:v>0.20095131365453078</c:v>
                </c:pt>
                <c:pt idx="17">
                  <c:v>0.20096728241486006</c:v>
                </c:pt>
                <c:pt idx="18">
                  <c:v>0.20098351889702182</c:v>
                </c:pt>
                <c:pt idx="19">
                  <c:v>0.20100002757829705</c:v>
                </c:pt>
                <c:pt idx="20">
                  <c:v>0.20101681301046503</c:v>
                </c:pt>
                <c:pt idx="21">
                  <c:v>0.20103387982102983</c:v>
                </c:pt>
                <c:pt idx="22">
                  <c:v>0.20105123271446734</c:v>
                </c:pt>
                <c:pt idx="23">
                  <c:v>0.20106887647349214</c:v>
                </c:pt>
                <c:pt idx="24">
                  <c:v>0.20108681596034306</c:v>
                </c:pt>
                <c:pt idx="25">
                  <c:v>0.20110505611809315</c:v>
                </c:pt>
                <c:pt idx="26">
                  <c:v>0.2011236019719761</c:v>
                </c:pt>
                <c:pt idx="27">
                  <c:v>0.20114245863073799</c:v>
                </c:pt>
                <c:pt idx="28">
                  <c:v>0.20116163128800779</c:v>
                </c:pt>
                <c:pt idx="29">
                  <c:v>0.20118112522369203</c:v>
                </c:pt>
                <c:pt idx="30">
                  <c:v>0.2012009458053895</c:v>
                </c:pt>
                <c:pt idx="31">
                  <c:v>0.20122109848983138</c:v>
                </c:pt>
                <c:pt idx="32">
                  <c:v>0.20124158882434184</c:v>
                </c:pt>
                <c:pt idx="33">
                  <c:v>0.20126242244832304</c:v>
                </c:pt>
                <c:pt idx="34">
                  <c:v>0.2012836050947644</c:v>
                </c:pt>
                <c:pt idx="35">
                  <c:v>0.20130514259177468</c:v>
                </c:pt>
                <c:pt idx="36">
                  <c:v>0.20132704086413955</c:v>
                </c:pt>
                <c:pt idx="37">
                  <c:v>0.20134930593490308</c:v>
                </c:pt>
                <c:pt idx="38">
                  <c:v>0.20137194392697511</c:v>
                </c:pt>
                <c:pt idx="39">
                  <c:v>0.20139496106476373</c:v>
                </c:pt>
                <c:pt idx="40">
                  <c:v>0.20141836367583366</c:v>
                </c:pt>
                <c:pt idx="41">
                  <c:v>0.20144215819259093</c:v>
                </c:pt>
                <c:pt idx="42">
                  <c:v>0.20146635115399414</c:v>
                </c:pt>
                <c:pt idx="43">
                  <c:v>0.20149094920729382</c:v>
                </c:pt>
                <c:pt idx="44">
                  <c:v>0.20151595910979692</c:v>
                </c:pt>
                <c:pt idx="45">
                  <c:v>0.20154138773066199</c:v>
                </c:pt>
                <c:pt idx="46">
                  <c:v>0.20156724205272014</c:v>
                </c:pt>
                <c:pt idx="47">
                  <c:v>0.20159352917432649</c:v>
                </c:pt>
                <c:pt idx="48">
                  <c:v>0.20162025631123992</c:v>
                </c:pt>
                <c:pt idx="49">
                  <c:v>0.20164743079853209</c:v>
                </c:pt>
                <c:pt idx="50">
                  <c:v>0.20167506009252711</c:v>
                </c:pt>
                <c:pt idx="51">
                  <c:v>0.20170315177277143</c:v>
                </c:pt>
                <c:pt idx="52">
                  <c:v>0.2017317135440333</c:v>
                </c:pt>
                <c:pt idx="53">
                  <c:v>0.2017607532383362</c:v>
                </c:pt>
                <c:pt idx="54">
                  <c:v>0.20179027881702105</c:v>
                </c:pt>
                <c:pt idx="55">
                  <c:v>0.20182029837284221</c:v>
                </c:pt>
                <c:pt idx="56">
                  <c:v>0.20185082013209621</c:v>
                </c:pt>
                <c:pt idx="57">
                  <c:v>0.20188185245678236</c:v>
                </c:pt>
                <c:pt idx="58">
                  <c:v>0.20191340384679846</c:v>
                </c:pt>
                <c:pt idx="59">
                  <c:v>0.20194548294216852</c:v>
                </c:pt>
                <c:pt idx="60">
                  <c:v>0.20197809852530768</c:v>
                </c:pt>
                <c:pt idx="61">
                  <c:v>0.20201125952331966</c:v>
                </c:pt>
                <c:pt idx="62">
                  <c:v>0.20204497501033047</c:v>
                </c:pt>
                <c:pt idx="63">
                  <c:v>0.20207925420985851</c:v>
                </c:pt>
                <c:pt idx="64">
                  <c:v>0.2021141064972215</c:v>
                </c:pt>
                <c:pt idx="65">
                  <c:v>0.20214954140197761</c:v>
                </c:pt>
                <c:pt idx="66">
                  <c:v>0.20218556861040871</c:v>
                </c:pt>
                <c:pt idx="67">
                  <c:v>0.20222219796803709</c:v>
                </c:pt>
                <c:pt idx="68">
                  <c:v>0.20225943948218272</c:v>
                </c:pt>
                <c:pt idx="69">
                  <c:v>0.20229730332456031</c:v>
                </c:pt>
                <c:pt idx="70">
                  <c:v>0.20233579983391359</c:v>
                </c:pt>
                <c:pt idx="71">
                  <c:v>0.20237493951869223</c:v>
                </c:pt>
                <c:pt idx="72">
                  <c:v>0.20241473305976665</c:v>
                </c:pt>
                <c:pt idx="73">
                  <c:v>0.20245519131318634</c:v>
                </c:pt>
                <c:pt idx="74">
                  <c:v>0.20249632531297812</c:v>
                </c:pt>
                <c:pt idx="75">
                  <c:v>0.20253814627398814</c:v>
                </c:pt>
                <c:pt idx="76">
                  <c:v>0.20258066559476451</c:v>
                </c:pt>
                <c:pt idx="77">
                  <c:v>0.20262389486048571</c:v>
                </c:pt>
                <c:pt idx="78">
                  <c:v>0.20266784584593056</c:v>
                </c:pt>
                <c:pt idx="79">
                  <c:v>0.20271253051849492</c:v>
                </c:pt>
                <c:pt idx="80">
                  <c:v>0.20275796104125088</c:v>
                </c:pt>
                <c:pt idx="81">
                  <c:v>0.2028041497760531</c:v>
                </c:pt>
                <c:pt idx="82">
                  <c:v>0.20285110928669137</c:v>
                </c:pt>
                <c:pt idx="83">
                  <c:v>0.20289885234208893</c:v>
                </c:pt>
                <c:pt idx="84">
                  <c:v>0.20294739191954869</c:v>
                </c:pt>
                <c:pt idx="85">
                  <c:v>0.20299674120804734</c:v>
                </c:pt>
                <c:pt idx="86">
                  <c:v>0.20304691361157667</c:v>
                </c:pt>
                <c:pt idx="87">
                  <c:v>0.2030979227525368</c:v>
                </c:pt>
                <c:pt idx="88">
                  <c:v>0.20314978247517523</c:v>
                </c:pt>
                <c:pt idx="89">
                  <c:v>0.20320250684907903</c:v>
                </c:pt>
                <c:pt idx="90">
                  <c:v>0.20325611017271683</c:v>
                </c:pt>
                <c:pt idx="91">
                  <c:v>0.20331060697703185</c:v>
                </c:pt>
                <c:pt idx="92">
                  <c:v>0.20336601202908722</c:v>
                </c:pt>
                <c:pt idx="93">
                  <c:v>0.2034223403357639</c:v>
                </c:pt>
                <c:pt idx="94">
                  <c:v>0.20347960714751223</c:v>
                </c:pt>
                <c:pt idx="95">
                  <c:v>0.20353782796215625</c:v>
                </c:pt>
                <c:pt idx="96">
                  <c:v>0.20359701852875289</c:v>
                </c:pt>
                <c:pt idx="97">
                  <c:v>0.20365719485150691</c:v>
                </c:pt>
                <c:pt idx="98">
                  <c:v>0.20371837319373975</c:v>
                </c:pt>
                <c:pt idx="99">
                  <c:v>0.2037805700819163</c:v>
                </c:pt>
                <c:pt idx="100">
                  <c:v>0.20384380230972765</c:v>
                </c:pt>
                <c:pt idx="101">
                  <c:v>0.20390808694223028</c:v>
                </c:pt>
                <c:pt idx="102">
                  <c:v>0.20397344132004558</c:v>
                </c:pt>
                <c:pt idx="103">
                  <c:v>0.20403988306361542</c:v>
                </c:pt>
                <c:pt idx="104">
                  <c:v>0.20410743007751875</c:v>
                </c:pt>
                <c:pt idx="105">
                  <c:v>0.2041761005548467</c:v>
                </c:pt>
                <c:pt idx="106">
                  <c:v>0.20424591298163908</c:v>
                </c:pt>
                <c:pt idx="107">
                  <c:v>0.20431688614138055</c:v>
                </c:pt>
                <c:pt idx="108">
                  <c:v>0.20438903911956041</c:v>
                </c:pt>
                <c:pt idx="109">
                  <c:v>0.2044623913082908</c:v>
                </c:pt>
                <c:pt idx="110">
                  <c:v>0.20453696241099273</c:v>
                </c:pt>
                <c:pt idx="111">
                  <c:v>0.20461277244713993</c:v>
                </c:pt>
                <c:pt idx="112">
                  <c:v>0.20468984175707061</c:v>
                </c:pt>
                <c:pt idx="113">
                  <c:v>0.20476819100686161</c:v>
                </c:pt>
                <c:pt idx="114">
                  <c:v>0.20484784119326738</c:v>
                </c:pt>
                <c:pt idx="115">
                  <c:v>0.20492881364872517</c:v>
                </c:pt>
                <c:pt idx="116">
                  <c:v>0.20501113004642624</c:v>
                </c:pt>
                <c:pt idx="117">
                  <c:v>0.20509481240545246</c:v>
                </c:pt>
                <c:pt idx="118">
                  <c:v>0.20517988309598079</c:v>
                </c:pt>
                <c:pt idx="119">
                  <c:v>0.20526636484455563</c:v>
                </c:pt>
                <c:pt idx="120">
                  <c:v>0.20535428073942796</c:v>
                </c:pt>
                <c:pt idx="121">
                  <c:v>0.20544365423596334</c:v>
                </c:pt>
                <c:pt idx="122">
                  <c:v>0.20553450916212035</c:v>
                </c:pt>
                <c:pt idx="123">
                  <c:v>0.20562686972399613</c:v>
                </c:pt>
                <c:pt idx="124">
                  <c:v>0.20572076051144272</c:v>
                </c:pt>
                <c:pt idx="125">
                  <c:v>0.20581620650375476</c:v>
                </c:pt>
                <c:pt idx="126">
                  <c:v>0.20591323307542553</c:v>
                </c:pt>
                <c:pt idx="127">
                  <c:v>0.2060118660019763</c:v>
                </c:pt>
                <c:pt idx="128">
                  <c:v>0.20611213146585594</c:v>
                </c:pt>
                <c:pt idx="129">
                  <c:v>0.20621405606241205</c:v>
                </c:pt>
                <c:pt idx="130">
                  <c:v>0.20631766680593511</c:v>
                </c:pt>
                <c:pt idx="131">
                  <c:v>0.20642299113577467</c:v>
                </c:pt>
                <c:pt idx="132">
                  <c:v>0.2065300569225279</c:v>
                </c:pt>
                <c:pt idx="133">
                  <c:v>0.20663889247430167</c:v>
                </c:pt>
                <c:pt idx="134">
                  <c:v>0.20674952654304746</c:v>
                </c:pt>
                <c:pt idx="135">
                  <c:v>0.20686198833096947</c:v>
                </c:pt>
                <c:pt idx="136">
                  <c:v>0.20697630749700791</c:v>
                </c:pt>
                <c:pt idx="137">
                  <c:v>0.20709251416339358</c:v>
                </c:pt>
                <c:pt idx="138">
                  <c:v>0.20721063892227831</c:v>
                </c:pt>
                <c:pt idx="139">
                  <c:v>0.20733071284243842</c:v>
                </c:pt>
                <c:pt idx="140">
                  <c:v>0.20745276747605335</c:v>
                </c:pt>
                <c:pt idx="141">
                  <c:v>0.20757683486555689</c:v>
                </c:pt>
                <c:pt idx="142">
                  <c:v>0.20770294755056362</c:v>
                </c:pt>
                <c:pt idx="143">
                  <c:v>0.2078311385748689</c:v>
                </c:pt>
                <c:pt idx="144">
                  <c:v>0.20796144149352336</c:v>
                </c:pt>
                <c:pt idx="145">
                  <c:v>0.2080938903799805</c:v>
                </c:pt>
                <c:pt idx="146">
                  <c:v>0.20822851983331814</c:v>
                </c:pt>
                <c:pt idx="147">
                  <c:v>0.20836536498553448</c:v>
                </c:pt>
                <c:pt idx="148">
                  <c:v>0.20850446150891511</c:v>
                </c:pt>
                <c:pt idx="149">
                  <c:v>0.20864584562347566</c:v>
                </c:pt>
                <c:pt idx="150">
                  <c:v>0.20878955410447442</c:v>
                </c:pt>
                <c:pt idx="151">
                  <c:v>0.20893562428999923</c:v>
                </c:pt>
                <c:pt idx="152">
                  <c:v>0.20908409408862372</c:v>
                </c:pt>
                <c:pt idx="153">
                  <c:v>0.20923500198713774</c:v>
                </c:pt>
                <c:pt idx="154">
                  <c:v>0.20938838705834584</c:v>
                </c:pt>
                <c:pt idx="155">
                  <c:v>0.20954428896893607</c:v>
                </c:pt>
                <c:pt idx="156">
                  <c:v>0.20970274798741939</c:v>
                </c:pt>
                <c:pt idx="157">
                  <c:v>0.20986380499213586</c:v>
                </c:pt>
                <c:pt idx="158">
                  <c:v>0.21002750147932936</c:v>
                </c:pt>
                <c:pt idx="159">
                  <c:v>0.21019387957128921</c:v>
                </c:pt>
                <c:pt idx="160">
                  <c:v>0.21036298202455672</c:v>
                </c:pt>
                <c:pt idx="161">
                  <c:v>0.21053485223819635</c:v>
                </c:pt>
                <c:pt idx="162">
                  <c:v>0.21070953426213179</c:v>
                </c:pt>
                <c:pt idx="163">
                  <c:v>0.21088707280554242</c:v>
                </c:pt>
                <c:pt idx="164">
                  <c:v>0.21106751324532191</c:v>
                </c:pt>
                <c:pt idx="165">
                  <c:v>0.21125090163459637</c:v>
                </c:pt>
                <c:pt idx="166">
                  <c:v>0.21143728471129974</c:v>
                </c:pt>
                <c:pt idx="167">
                  <c:v>0.21162670990680632</c:v>
                </c:pt>
                <c:pt idx="168">
                  <c:v>0.21181922535461839</c:v>
                </c:pt>
                <c:pt idx="169">
                  <c:v>0.21201487989910639</c:v>
                </c:pt>
                <c:pt idx="170">
                  <c:v>0.21221372310429953</c:v>
                </c:pt>
                <c:pt idx="171">
                  <c:v>0.21241580526272708</c:v>
                </c:pt>
                <c:pt idx="172">
                  <c:v>0.21262117740430542</c:v>
                </c:pt>
                <c:pt idx="173">
                  <c:v>0.21282989130527064</c:v>
                </c:pt>
                <c:pt idx="174">
                  <c:v>0.21304199949715263</c:v>
                </c:pt>
                <c:pt idx="175">
                  <c:v>0.21325755527579071</c:v>
                </c:pt>
                <c:pt idx="176">
                  <c:v>0.21347661271038476</c:v>
                </c:pt>
                <c:pt idx="177">
                  <c:v>0.21369922665258212</c:v>
                </c:pt>
                <c:pt idx="178">
                  <c:v>0.21392545274559693</c:v>
                </c:pt>
                <c:pt idx="179">
                  <c:v>0.21415534743335618</c:v>
                </c:pt>
                <c:pt idx="180">
                  <c:v>0.21438896796967322</c:v>
                </c:pt>
                <c:pt idx="181">
                  <c:v>0.21462637242744342</c:v>
                </c:pt>
                <c:pt idx="182">
                  <c:v>0.21486761970785739</c:v>
                </c:pt>
                <c:pt idx="183">
                  <c:v>0.21511276954963132</c:v>
                </c:pt>
                <c:pt idx="184">
                  <c:v>0.21536188253824728</c:v>
                </c:pt>
                <c:pt idx="185">
                  <c:v>0.21561502011520295</c:v>
                </c:pt>
                <c:pt idx="186">
                  <c:v>0.21587224458726195</c:v>
                </c:pt>
                <c:pt idx="187">
                  <c:v>0.21613361913570717</c:v>
                </c:pt>
                <c:pt idx="188">
                  <c:v>0.21639920782558542</c:v>
                </c:pt>
                <c:pt idx="189">
                  <c:v>0.21666907561494431</c:v>
                </c:pt>
                <c:pt idx="190">
                  <c:v>0.21694328836405419</c:v>
                </c:pt>
                <c:pt idx="191">
                  <c:v>0.21722191284460912</c:v>
                </c:pt>
                <c:pt idx="192">
                  <c:v>0.21750501674890432</c:v>
                </c:pt>
                <c:pt idx="193">
                  <c:v>0.21779266869898295</c:v>
                </c:pt>
                <c:pt idx="194">
                  <c:v>0.21808493825574593</c:v>
                </c:pt>
                <c:pt idx="195">
                  <c:v>0.21838189592802049</c:v>
                </c:pt>
                <c:pt idx="196">
                  <c:v>0.21868361318158169</c:v>
                </c:pt>
                <c:pt idx="197">
                  <c:v>0.21899016244811753</c:v>
                </c:pt>
                <c:pt idx="198">
                  <c:v>0.21930161713413532</c:v>
                </c:pt>
                <c:pt idx="199">
                  <c:v>0.21961805162979864</c:v>
                </c:pt>
                <c:pt idx="200">
                  <c:v>0.21993954131769111</c:v>
                </c:pt>
                <c:pt idx="201">
                  <c:v>0.22026616258149734</c:v>
                </c:pt>
                <c:pt idx="202">
                  <c:v>0.22059799281459436</c:v>
                </c:pt>
                <c:pt idx="203">
                  <c:v>0.22093511042854597</c:v>
                </c:pt>
                <c:pt idx="204">
                  <c:v>0.22127759486149268</c:v>
                </c:pt>
                <c:pt idx="205">
                  <c:v>0.22162552658642554</c:v>
                </c:pt>
                <c:pt idx="206">
                  <c:v>0.22197898711934028</c:v>
                </c:pt>
                <c:pt idx="207">
                  <c:v>0.22233805902725834</c:v>
                </c:pt>
                <c:pt idx="208">
                  <c:v>0.22270282593610857</c:v>
                </c:pt>
                <c:pt idx="209">
                  <c:v>0.22307337253845838</c:v>
                </c:pt>
                <c:pt idx="210">
                  <c:v>0.22344978460108511</c:v>
                </c:pt>
                <c:pt idx="211">
                  <c:v>0.22383214897237802</c:v>
                </c:pt>
                <c:pt idx="212">
                  <c:v>0.22422055358956039</c:v>
                </c:pt>
                <c:pt idx="213">
                  <c:v>0.22461508748571835</c:v>
                </c:pt>
                <c:pt idx="214">
                  <c:v>0.22501584079663095</c:v>
                </c:pt>
                <c:pt idx="215">
                  <c:v>0.22542290476738414</c:v>
                </c:pt>
                <c:pt idx="216">
                  <c:v>0.22583637175876026</c:v>
                </c:pt>
                <c:pt idx="217">
                  <c:v>0.22625633525339139</c:v>
                </c:pt>
                <c:pt idx="218">
                  <c:v>0.2266828898616603</c:v>
                </c:pt>
                <c:pt idx="219">
                  <c:v>0.22711613132734243</c:v>
                </c:pt>
                <c:pt idx="220">
                  <c:v>0.22755615653296879</c:v>
                </c:pt>
                <c:pt idx="221">
                  <c:v>0.22800306350490218</c:v>
                </c:pt>
                <c:pt idx="222">
                  <c:v>0.22845695141810884</c:v>
                </c:pt>
                <c:pt idx="223">
                  <c:v>0.22891792060061378</c:v>
                </c:pt>
                <c:pt idx="224">
                  <c:v>0.22938607253762366</c:v>
                </c:pt>
                <c:pt idx="225">
                  <c:v>0.2298615098753034</c:v>
                </c:pt>
                <c:pt idx="226">
                  <c:v>0.23034433642418983</c:v>
                </c:pt>
                <c:pt idx="227">
                  <c:v>0.23083465716222773</c:v>
                </c:pt>
                <c:pt idx="228">
                  <c:v>0.23133257823741138</c:v>
                </c:pt>
                <c:pt idx="229">
                  <c:v>0.23183820697001645</c:v>
                </c:pt>
                <c:pt idx="230">
                  <c:v>0.23235165185440254</c:v>
                </c:pt>
                <c:pt idx="231">
                  <c:v>0.2328730225603719</c:v>
                </c:pt>
                <c:pt idx="232">
                  <c:v>0.23340242993406557</c:v>
                </c:pt>
                <c:pt idx="233">
                  <c:v>0.23393998599837695</c:v>
                </c:pt>
                <c:pt idx="234">
                  <c:v>0.23448580395286889</c:v>
                </c:pt>
                <c:pt idx="235">
                  <c:v>0.2350399981731689</c:v>
                </c:pt>
                <c:pt idx="236">
                  <c:v>0.23560268420982955</c:v>
                </c:pt>
                <c:pt idx="237">
                  <c:v>0.23617397878663005</c:v>
                </c:pt>
                <c:pt idx="238">
                  <c:v>0.23675399979829959</c:v>
                </c:pt>
                <c:pt idx="239">
                  <c:v>0.23734286630764423</c:v>
                </c:pt>
                <c:pt idx="240">
                  <c:v>0.23794069854205335</c:v>
                </c:pt>
                <c:pt idx="241">
                  <c:v>0.23854761788936607</c:v>
                </c:pt>
                <c:pt idx="242">
                  <c:v>0.23916374689307451</c:v>
                </c:pt>
                <c:pt idx="243">
                  <c:v>0.23978920924684544</c:v>
                </c:pt>
                <c:pt idx="244">
                  <c:v>0.24042412978833072</c:v>
                </c:pt>
                <c:pt idx="245">
                  <c:v>0.24106863449225302</c:v>
                </c:pt>
                <c:pt idx="246">
                  <c:v>0.24172285046273412</c:v>
                </c:pt>
                <c:pt idx="247">
                  <c:v>0.24238690592485013</c:v>
                </c:pt>
                <c:pt idx="248">
                  <c:v>0.24306093021538366</c:v>
                </c:pt>
                <c:pt idx="249">
                  <c:v>0.24374505377275257</c:v>
                </c:pt>
                <c:pt idx="250">
                  <c:v>0.24443940812608944</c:v>
                </c:pt>
                <c:pt idx="251">
                  <c:v>0.24514412588344525</c:v>
                </c:pt>
                <c:pt idx="252">
                  <c:v>0.24585934071909488</c:v>
                </c:pt>
                <c:pt idx="253">
                  <c:v>0.2465851873599173</c:v>
                </c:pt>
                <c:pt idx="254">
                  <c:v>0.24732180157082273</c:v>
                </c:pt>
                <c:pt idx="255">
                  <c:v>0.24806932013920602</c:v>
                </c:pt>
                <c:pt idx="256">
                  <c:v>0.24882788085839358</c:v>
                </c:pt>
                <c:pt idx="257">
                  <c:v>0.24959762251006135</c:v>
                </c:pt>
                <c:pt idx="258">
                  <c:v>0.25037868484559711</c:v>
                </c:pt>
                <c:pt idx="259">
                  <c:v>0.25117120856637676</c:v>
                </c:pt>
                <c:pt idx="260">
                  <c:v>0.25197533530293126</c:v>
                </c:pt>
                <c:pt idx="261">
                  <c:v>0.25279120759297491</c:v>
                </c:pt>
                <c:pt idx="262">
                  <c:v>0.25361896885826862</c:v>
                </c:pt>
                <c:pt idx="263">
                  <c:v>0.25445876338028894</c:v>
                </c:pt>
                <c:pt idx="264">
                  <c:v>0.25531073627467737</c:v>
                </c:pt>
                <c:pt idx="265">
                  <c:v>0.25617503346444215</c:v>
                </c:pt>
                <c:pt idx="266">
                  <c:v>0.25705180165188313</c:v>
                </c:pt>
                <c:pt idx="267">
                  <c:v>0.2579411882892142</c:v>
                </c:pt>
                <c:pt idx="268">
                  <c:v>0.25884334154785515</c:v>
                </c:pt>
                <c:pt idx="269">
                  <c:v>0.25975841028636593</c:v>
                </c:pt>
                <c:pt idx="270">
                  <c:v>0.26068654401699476</c:v>
                </c:pt>
                <c:pt idx="271">
                  <c:v>0.26162789287081589</c:v>
                </c:pt>
                <c:pt idx="272">
                  <c:v>0.26258260756142704</c:v>
                </c:pt>
                <c:pt idx="273">
                  <c:v>0.2635508393471826</c:v>
                </c:pt>
                <c:pt idx="274">
                  <c:v>0.26453273999193516</c:v>
                </c:pt>
                <c:pt idx="275">
                  <c:v>0.26552846172426015</c:v>
                </c:pt>
                <c:pt idx="276">
                  <c:v>0.26653815719513785</c:v>
                </c:pt>
                <c:pt idx="277">
                  <c:v>0.26756197943406879</c:v>
                </c:pt>
                <c:pt idx="278">
                  <c:v>0.26860008180359662</c:v>
                </c:pt>
                <c:pt idx="279">
                  <c:v>0.26965261795221684</c:v>
                </c:pt>
                <c:pt idx="280">
                  <c:v>0.27071974176564662</c:v>
                </c:pt>
                <c:pt idx="281">
                  <c:v>0.27180160731643388</c:v>
                </c:pt>
                <c:pt idx="282">
                  <c:v>0.27289836881188489</c:v>
                </c:pt>
                <c:pt idx="283">
                  <c:v>0.27401018054028825</c:v>
                </c:pt>
                <c:pt idx="284">
                  <c:v>0.27513719681541682</c:v>
                </c:pt>
                <c:pt idx="285">
                  <c:v>0.27627957191928754</c:v>
                </c:pt>
                <c:pt idx="286">
                  <c:v>0.27743746004316194</c:v>
                </c:pt>
                <c:pt idx="287">
                  <c:v>0.27861101522677079</c:v>
                </c:pt>
                <c:pt idx="288">
                  <c:v>0.27980039129574807</c:v>
                </c:pt>
                <c:pt idx="289">
                  <c:v>0.28100574179725735</c:v>
                </c:pt>
                <c:pt idx="290">
                  <c:v>0.28222721993380129</c:v>
                </c:pt>
                <c:pt idx="291">
                  <c:v>0.28346497849520103</c:v>
                </c:pt>
                <c:pt idx="292">
                  <c:v>0.28471916978873424</c:v>
                </c:pt>
                <c:pt idx="293">
                  <c:v>0.2859899455674273</c:v>
                </c:pt>
                <c:pt idx="294">
                  <c:v>0.28727745695649032</c:v>
                </c:pt>
                <c:pt idx="295">
                  <c:v>0.28858185437789441</c:v>
                </c:pt>
                <c:pt idx="296">
                  <c:v>0.28990328747308536</c:v>
                </c:pt>
                <c:pt idx="297">
                  <c:v>0.29124190502383263</c:v>
                </c:pt>
                <c:pt idx="298">
                  <c:v>0.2925978548712177</c:v>
                </c:pt>
                <c:pt idx="299">
                  <c:v>0.29397128383276083</c:v>
                </c:pt>
                <c:pt idx="300">
                  <c:v>0.29536233761769404</c:v>
                </c:pt>
                <c:pt idx="301">
                  <c:v>0.29677116074038723</c:v>
                </c:pt>
                <c:pt idx="302">
                  <c:v>0.29819789643193728</c:v>
                </c:pt>
                <c:pt idx="303">
                  <c:v>0.29964268654993309</c:v>
                </c:pt>
                <c:pt idx="304">
                  <c:v>0.30110567148641021</c:v>
                </c:pt>
                <c:pt idx="305">
                  <c:v>0.30258699007401546</c:v>
                </c:pt>
                <c:pt idx="306">
                  <c:v>0.30408677949039831</c:v>
                </c:pt>
                <c:pt idx="307">
                  <c:v>0.3056051751608565</c:v>
                </c:pt>
                <c:pt idx="308">
                  <c:v>0.3071423106592589</c:v>
                </c:pt>
                <c:pt idx="309">
                  <c:v>0.3086983176072754</c:v>
                </c:pt>
                <c:pt idx="310">
                  <c:v>0.31027332557194853</c:v>
                </c:pt>
                <c:pt idx="311">
                  <c:v>0.31186746196163972</c:v>
                </c:pt>
                <c:pt idx="312">
                  <c:v>0.3134808519203901</c:v>
                </c:pt>
                <c:pt idx="313">
                  <c:v>0.31511361822073902</c:v>
                </c:pt>
                <c:pt idx="314">
                  <c:v>0.31676588115504356</c:v>
                </c:pt>
                <c:pt idx="315">
                  <c:v>0.31843775842535149</c:v>
                </c:pt>
                <c:pt idx="316">
                  <c:v>0.32012936503187772</c:v>
                </c:pt>
                <c:pt idx="317">
                  <c:v>0.32184081316014201</c:v>
                </c:pt>
                <c:pt idx="318">
                  <c:v>0.32357221206682774</c:v>
                </c:pt>
                <c:pt idx="319">
                  <c:v>0.3253236679644258</c:v>
                </c:pt>
                <c:pt idx="320">
                  <c:v>0.32709528390473208</c:v>
                </c:pt>
                <c:pt idx="321">
                  <c:v>0.32888715966126814</c:v>
                </c:pt>
                <c:pt idx="322">
                  <c:v>0.3306993916107035</c:v>
                </c:pt>
                <c:pt idx="323">
                  <c:v>0.33253207261335671</c:v>
                </c:pt>
                <c:pt idx="324">
                  <c:v>0.33438529189286037</c:v>
                </c:pt>
                <c:pt idx="325">
                  <c:v>0.33625913491507664</c:v>
                </c:pt>
                <c:pt idx="326">
                  <c:v>0.33815368326635564</c:v>
                </c:pt>
                <c:pt idx="327">
                  <c:v>0.34006901453123184</c:v>
                </c:pt>
                <c:pt idx="328">
                  <c:v>0.34200520216965902</c:v>
                </c:pt>
                <c:pt idx="329">
                  <c:v>0.34396231539388633</c:v>
                </c:pt>
                <c:pt idx="330">
                  <c:v>0.3459404190450851</c:v>
                </c:pt>
                <c:pt idx="331">
                  <c:v>0.34793957346983551</c:v>
                </c:pt>
                <c:pt idx="332">
                  <c:v>0.34995983439659306</c:v>
                </c:pt>
                <c:pt idx="333">
                  <c:v>0.35200125281225036</c:v>
                </c:pt>
                <c:pt idx="334">
                  <c:v>0.35406387483892121</c:v>
                </c:pt>
                <c:pt idx="335">
                  <c:v>0.3561477416110721</c:v>
                </c:pt>
                <c:pt idx="336">
                  <c:v>0.35825288915313458</c:v>
                </c:pt>
                <c:pt idx="337">
                  <c:v>0.36037934825773177</c:v>
                </c:pt>
                <c:pt idx="338">
                  <c:v>0.36252714436465872</c:v>
                </c:pt>
                <c:pt idx="339">
                  <c:v>0.36469629744075793</c:v>
                </c:pt>
                <c:pt idx="340">
                  <c:v>0.36688682186083588</c:v>
                </c:pt>
                <c:pt idx="341">
                  <c:v>0.36909872628976959</c:v>
                </c:pt>
                <c:pt idx="342">
                  <c:v>0.37133201356595302</c:v>
                </c:pt>
                <c:pt idx="343">
                  <c:v>0.37358668058624112</c:v>
                </c:pt>
                <c:pt idx="344">
                  <c:v>0.37586271819254591</c:v>
                </c:pt>
                <c:pt idx="345">
                  <c:v>0.37816011106024705</c:v>
                </c:pt>
                <c:pt idx="346">
                  <c:v>0.38047883758857703</c:v>
                </c:pt>
                <c:pt idx="347">
                  <c:v>0.38281886979314828</c:v>
                </c:pt>
                <c:pt idx="348">
                  <c:v>0.38518017320078579</c:v>
                </c:pt>
                <c:pt idx="349">
                  <c:v>0.38756270674683624</c:v>
                </c:pt>
                <c:pt idx="350">
                  <c:v>0.38996642267512194</c:v>
                </c:pt>
                <c:pt idx="351">
                  <c:v>0.3923912664407111</c:v>
                </c:pt>
                <c:pt idx="352">
                  <c:v>0.39483717661567652</c:v>
                </c:pt>
                <c:pt idx="353">
                  <c:v>0.39730408479801604</c:v>
                </c:pt>
                <c:pt idx="354">
                  <c:v>0.39979191552390581</c:v>
                </c:pt>
                <c:pt idx="355">
                  <c:v>0.4023005861834642</c:v>
                </c:pt>
                <c:pt idx="356">
                  <c:v>0.40483000694019355</c:v>
                </c:pt>
                <c:pt idx="357">
                  <c:v>0.40738008065427678</c:v>
                </c:pt>
                <c:pt idx="358">
                  <c:v>0.40995070280989998</c:v>
                </c:pt>
                <c:pt idx="359">
                  <c:v>0.41254176144676979</c:v>
                </c:pt>
                <c:pt idx="360">
                  <c:v>0.41515313709599611</c:v>
                </c:pt>
                <c:pt idx="361">
                  <c:v>0.41778470272050638</c:v>
                </c:pt>
                <c:pt idx="362">
                  <c:v>0.42043632366015826</c:v>
                </c:pt>
                <c:pt idx="363">
                  <c:v>0.42310785758170955</c:v>
                </c:pt>
                <c:pt idx="364">
                  <c:v>0.42579915443380789</c:v>
                </c:pt>
                <c:pt idx="365">
                  <c:v>0.42851005640715523</c:v>
                </c:pt>
                <c:pt idx="366">
                  <c:v>0.4312403978999968</c:v>
                </c:pt>
                <c:pt idx="367">
                  <c:v>0.43399000548908673</c:v>
                </c:pt>
                <c:pt idx="368">
                  <c:v>0.43675869790627009</c:v>
                </c:pt>
                <c:pt idx="369">
                  <c:v>0.43954628602082169</c:v>
                </c:pt>
                <c:pt idx="370">
                  <c:v>0.44235257282767415</c:v>
                </c:pt>
                <c:pt idx="371">
                  <c:v>0.44517735344166309</c:v>
                </c:pt>
                <c:pt idx="372">
                  <c:v>0.44802041509791002</c:v>
                </c:pt>
                <c:pt idx="373">
                  <c:v>0.45088153715845813</c:v>
                </c:pt>
                <c:pt idx="374">
                  <c:v>0.45376049112526995</c:v>
                </c:pt>
                <c:pt idx="375">
                  <c:v>0.4566570406596856</c:v>
                </c:pt>
                <c:pt idx="376">
                  <c:v>0.45957094160843659</c:v>
                </c:pt>
                <c:pt idx="377">
                  <c:v>0.46250194203629957</c:v>
                </c:pt>
                <c:pt idx="378">
                  <c:v>0.46544978226546707</c:v>
                </c:pt>
                <c:pt idx="379">
                  <c:v>0.46841419492170355</c:v>
                </c:pt>
                <c:pt idx="380">
                  <c:v>0.47139490498734615</c:v>
                </c:pt>
                <c:pt idx="381">
                  <c:v>0.47439162986120087</c:v>
                </c:pt>
                <c:pt idx="382">
                  <c:v>0.47740407942537322</c:v>
                </c:pt>
                <c:pt idx="383">
                  <c:v>0.48043195611906586</c:v>
                </c:pt>
                <c:pt idx="384">
                  <c:v>0.48347495501936366</c:v>
                </c:pt>
                <c:pt idx="385">
                  <c:v>0.48653276392901512</c:v>
                </c:pt>
                <c:pt idx="386">
                  <c:v>0.48960506347121291</c:v>
                </c:pt>
                <c:pt idx="387">
                  <c:v>0.49269152719135945</c:v>
                </c:pt>
                <c:pt idx="388">
                  <c:v>0.49579182166579894</c:v>
                </c:pt>
                <c:pt idx="389">
                  <c:v>0.49890560661748162</c:v>
                </c:pt>
                <c:pt idx="390">
                  <c:v>0.5020325350385163</c:v>
                </c:pt>
                <c:pt idx="391">
                  <c:v>0.50517225331955773</c:v>
                </c:pt>
                <c:pt idx="392">
                  <c:v>0.50832440138596047</c:v>
                </c:pt>
                <c:pt idx="393">
                  <c:v>0.51148861284062241</c:v>
                </c:pt>
                <c:pt idx="394">
                  <c:v>0.51466451511343081</c:v>
                </c:pt>
                <c:pt idx="395">
                  <c:v>0.51785172961720671</c:v>
                </c:pt>
                <c:pt idx="396">
                  <c:v>0.52104987191003838</c:v>
                </c:pt>
                <c:pt idx="397">
                  <c:v>0.52425855186388193</c:v>
                </c:pt>
                <c:pt idx="398">
                  <c:v>0.52747737383929127</c:v>
                </c:pt>
                <c:pt idx="399">
                  <c:v>0.53070593686613599</c:v>
                </c:pt>
                <c:pt idx="400">
                  <c:v>0.53394383483014829</c:v>
                </c:pt>
                <c:pt idx="401">
                  <c:v>0.53719065666513466</c:v>
                </c:pt>
                <c:pt idx="402">
                  <c:v>0.54044598655067277</c:v>
                </c:pt>
                <c:pt idx="403">
                  <c:v>0.5437094041151076</c:v>
                </c:pt>
                <c:pt idx="404">
                  <c:v>0.54698048464364857</c:v>
                </c:pt>
                <c:pt idx="405">
                  <c:v>0.55025879929136146</c:v>
                </c:pt>
                <c:pt idx="406">
                  <c:v>0.55354391530083724</c:v>
                </c:pt>
                <c:pt idx="407">
                  <c:v>0.55683539622431433</c:v>
                </c:pt>
                <c:pt idx="408">
                  <c:v>0.56013280215001759</c:v>
                </c:pt>
                <c:pt idx="409">
                  <c:v>0.56343568993247528</c:v>
                </c:pt>
                <c:pt idx="410">
                  <c:v>0.56674361342655999</c:v>
                </c:pt>
                <c:pt idx="411">
                  <c:v>0.57005612372500036</c:v>
                </c:pt>
                <c:pt idx="412">
                  <c:v>0.57337276939909487</c:v>
                </c:pt>
                <c:pt idx="413">
                  <c:v>0.57669309674236247</c:v>
                </c:pt>
                <c:pt idx="414">
                  <c:v>0.58001665001684799</c:v>
                </c:pt>
                <c:pt idx="415">
                  <c:v>0.5833429717018056</c:v>
                </c:pt>
                <c:pt idx="416">
                  <c:v>0.58667160274447083</c:v>
                </c:pt>
                <c:pt idx="417">
                  <c:v>0.59000208281263178</c:v>
                </c:pt>
                <c:pt idx="418">
                  <c:v>0.59333395054870453</c:v>
                </c:pt>
                <c:pt idx="419">
                  <c:v>0.59666674382501717</c:v>
                </c:pt>
                <c:pt idx="420">
                  <c:v>0.6</c:v>
                </c:pt>
                <c:pt idx="421">
                  <c:v>0.60333325617498268</c:v>
                </c:pt>
                <c:pt idx="422">
                  <c:v>0.60666604945129543</c:v>
                </c:pt>
                <c:pt idx="423">
                  <c:v>0.60999791718736829</c:v>
                </c:pt>
                <c:pt idx="424">
                  <c:v>0.61332839725552912</c:v>
                </c:pt>
                <c:pt idx="425">
                  <c:v>0.61665702829819435</c:v>
                </c:pt>
                <c:pt idx="426">
                  <c:v>0.61998334998315197</c:v>
                </c:pt>
                <c:pt idx="427">
                  <c:v>0.62330690325763749</c:v>
                </c:pt>
                <c:pt idx="428">
                  <c:v>0.62662723060090508</c:v>
                </c:pt>
                <c:pt idx="429">
                  <c:v>0.6299438762749997</c:v>
                </c:pt>
                <c:pt idx="430">
                  <c:v>0.63325638657343997</c:v>
                </c:pt>
                <c:pt idx="431">
                  <c:v>0.63656431006752467</c:v>
                </c:pt>
                <c:pt idx="432">
                  <c:v>0.63986719784998236</c:v>
                </c:pt>
                <c:pt idx="433">
                  <c:v>0.64316460377568563</c:v>
                </c:pt>
                <c:pt idx="434">
                  <c:v>0.64645608469916271</c:v>
                </c:pt>
                <c:pt idx="435">
                  <c:v>0.64974120070863839</c:v>
                </c:pt>
                <c:pt idx="436">
                  <c:v>0.65301951535635128</c:v>
                </c:pt>
                <c:pt idx="437">
                  <c:v>0.65629059588489236</c:v>
                </c:pt>
                <c:pt idx="438">
                  <c:v>0.65955401344932718</c:v>
                </c:pt>
                <c:pt idx="439">
                  <c:v>0.6628093433348653</c:v>
                </c:pt>
                <c:pt idx="440">
                  <c:v>0.66605616516985167</c:v>
                </c:pt>
                <c:pt idx="441">
                  <c:v>0.66929406313386397</c:v>
                </c:pt>
                <c:pt idx="442">
                  <c:v>0.67252262616070868</c:v>
                </c:pt>
                <c:pt idx="443">
                  <c:v>0.67574144813611792</c:v>
                </c:pt>
                <c:pt idx="444">
                  <c:v>0.67895012808996158</c:v>
                </c:pt>
                <c:pt idx="445">
                  <c:v>0.68214827038279324</c:v>
                </c:pt>
                <c:pt idx="446">
                  <c:v>0.68533548488656915</c:v>
                </c:pt>
                <c:pt idx="447">
                  <c:v>0.68851138715937754</c:v>
                </c:pt>
                <c:pt idx="448">
                  <c:v>0.69167559861403949</c:v>
                </c:pt>
                <c:pt idx="449">
                  <c:v>0.69482774668044223</c:v>
                </c:pt>
                <c:pt idx="450">
                  <c:v>0.69796746496148365</c:v>
                </c:pt>
                <c:pt idx="451">
                  <c:v>0.70109439338251844</c:v>
                </c:pt>
                <c:pt idx="452">
                  <c:v>0.70420817833420102</c:v>
                </c:pt>
                <c:pt idx="453">
                  <c:v>0.70730847280864051</c:v>
                </c:pt>
                <c:pt idx="454">
                  <c:v>0.71039493652878705</c:v>
                </c:pt>
                <c:pt idx="455">
                  <c:v>0.71346723607098483</c:v>
                </c:pt>
                <c:pt idx="456">
                  <c:v>0.71652504498063641</c:v>
                </c:pt>
                <c:pt idx="457">
                  <c:v>0.7195680438809342</c:v>
                </c:pt>
                <c:pt idx="458">
                  <c:v>0.72259592057462674</c:v>
                </c:pt>
                <c:pt idx="459">
                  <c:v>0.72560837013879897</c:v>
                </c:pt>
                <c:pt idx="460">
                  <c:v>0.72860509501265369</c:v>
                </c:pt>
                <c:pt idx="461">
                  <c:v>0.7315858050782964</c:v>
                </c:pt>
                <c:pt idx="462">
                  <c:v>0.73455021773453288</c:v>
                </c:pt>
                <c:pt idx="463">
                  <c:v>0.73749805796370038</c:v>
                </c:pt>
                <c:pt idx="464">
                  <c:v>0.74042905839156337</c:v>
                </c:pt>
                <c:pt idx="465">
                  <c:v>0.74334295934031447</c:v>
                </c:pt>
                <c:pt idx="466">
                  <c:v>0.74623950887473001</c:v>
                </c:pt>
                <c:pt idx="467">
                  <c:v>0.74911846284154182</c:v>
                </c:pt>
                <c:pt idx="468">
                  <c:v>0.75197958490209005</c:v>
                </c:pt>
                <c:pt idx="469">
                  <c:v>0.75482264655833686</c:v>
                </c:pt>
                <c:pt idx="470">
                  <c:v>0.75764742717232592</c:v>
                </c:pt>
                <c:pt idx="471">
                  <c:v>0.76045371397917838</c:v>
                </c:pt>
                <c:pt idx="472">
                  <c:v>0.76324130209372998</c:v>
                </c:pt>
                <c:pt idx="473">
                  <c:v>0.76600999451091334</c:v>
                </c:pt>
                <c:pt idx="474">
                  <c:v>0.76875960210000327</c:v>
                </c:pt>
                <c:pt idx="475">
                  <c:v>0.77148994359284473</c:v>
                </c:pt>
                <c:pt idx="476">
                  <c:v>0.77420084556619206</c:v>
                </c:pt>
                <c:pt idx="477">
                  <c:v>0.77689214241829052</c:v>
                </c:pt>
                <c:pt idx="478">
                  <c:v>0.77956367633984169</c:v>
                </c:pt>
                <c:pt idx="479">
                  <c:v>0.78221529727949357</c:v>
                </c:pt>
                <c:pt idx="480">
                  <c:v>0.78484686290400396</c:v>
                </c:pt>
                <c:pt idx="481">
                  <c:v>0.78745823855323016</c:v>
                </c:pt>
                <c:pt idx="482">
                  <c:v>0.79004929719009986</c:v>
                </c:pt>
                <c:pt idx="483">
                  <c:v>0.79261991934572307</c:v>
                </c:pt>
                <c:pt idx="484">
                  <c:v>0.7951699930598064</c:v>
                </c:pt>
                <c:pt idx="485">
                  <c:v>0.79769941381653553</c:v>
                </c:pt>
                <c:pt idx="486">
                  <c:v>0.80020808447609404</c:v>
                </c:pt>
                <c:pt idx="487">
                  <c:v>0.80269591520198402</c:v>
                </c:pt>
                <c:pt idx="488">
                  <c:v>0.80516282338432332</c:v>
                </c:pt>
                <c:pt idx="489">
                  <c:v>0.80760873355928875</c:v>
                </c:pt>
                <c:pt idx="490">
                  <c:v>0.81003357732487791</c:v>
                </c:pt>
                <c:pt idx="491">
                  <c:v>0.81243729325316361</c:v>
                </c:pt>
                <c:pt idx="492">
                  <c:v>0.81481982679921405</c:v>
                </c:pt>
                <c:pt idx="493">
                  <c:v>0.81718113020685157</c:v>
                </c:pt>
                <c:pt idx="494">
                  <c:v>0.81952116241142281</c:v>
                </c:pt>
                <c:pt idx="495">
                  <c:v>0.82183988893975291</c:v>
                </c:pt>
                <c:pt idx="496">
                  <c:v>0.82413728180745394</c:v>
                </c:pt>
                <c:pt idx="497">
                  <c:v>0.82641331941375884</c:v>
                </c:pt>
                <c:pt idx="498">
                  <c:v>0.82866798643404682</c:v>
                </c:pt>
                <c:pt idx="499">
                  <c:v>0.83090127371023037</c:v>
                </c:pt>
                <c:pt idx="500">
                  <c:v>0.83311317813916408</c:v>
                </c:pt>
                <c:pt idx="501">
                  <c:v>0.83530370255924213</c:v>
                </c:pt>
                <c:pt idx="502">
                  <c:v>0.83747285563534124</c:v>
                </c:pt>
                <c:pt idx="503">
                  <c:v>0.83962065174226819</c:v>
                </c:pt>
                <c:pt idx="504">
                  <c:v>0.84174711084686538</c:v>
                </c:pt>
                <c:pt idx="505">
                  <c:v>0.84385225838892786</c:v>
                </c:pt>
                <c:pt idx="506">
                  <c:v>0.84593612516107874</c:v>
                </c:pt>
                <c:pt idx="507">
                  <c:v>0.84799874718774959</c:v>
                </c:pt>
                <c:pt idx="508">
                  <c:v>0.85004016560340701</c:v>
                </c:pt>
                <c:pt idx="509">
                  <c:v>0.85206042653016456</c:v>
                </c:pt>
                <c:pt idx="510">
                  <c:v>0.85405958095491497</c:v>
                </c:pt>
                <c:pt idx="511">
                  <c:v>0.85603768460611351</c:v>
                </c:pt>
                <c:pt idx="512">
                  <c:v>0.85799479783034094</c:v>
                </c:pt>
                <c:pt idx="513">
                  <c:v>0.85993098546876812</c:v>
                </c:pt>
                <c:pt idx="514">
                  <c:v>0.86184631673364431</c:v>
                </c:pt>
                <c:pt idx="515">
                  <c:v>0.86374086508492331</c:v>
                </c:pt>
                <c:pt idx="516">
                  <c:v>0.86561470810713959</c:v>
                </c:pt>
                <c:pt idx="517">
                  <c:v>0.86746792738664324</c:v>
                </c:pt>
                <c:pt idx="518">
                  <c:v>0.86930060838929646</c:v>
                </c:pt>
                <c:pt idx="519">
                  <c:v>0.87111284033873182</c:v>
                </c:pt>
                <c:pt idx="520">
                  <c:v>0.87290471609526787</c:v>
                </c:pt>
                <c:pt idx="521">
                  <c:v>0.87467633203557416</c:v>
                </c:pt>
                <c:pt idx="522">
                  <c:v>0.87642778793317222</c:v>
                </c:pt>
                <c:pt idx="523">
                  <c:v>0.87815918683985794</c:v>
                </c:pt>
                <c:pt idx="524">
                  <c:v>0.87987063496812223</c:v>
                </c:pt>
                <c:pt idx="525">
                  <c:v>0.88156224157464846</c:v>
                </c:pt>
                <c:pt idx="526">
                  <c:v>0.8832341188449564</c:v>
                </c:pt>
                <c:pt idx="527">
                  <c:v>0.88488638177926093</c:v>
                </c:pt>
                <c:pt idx="528">
                  <c:v>0.88651914807960974</c:v>
                </c:pt>
                <c:pt idx="529">
                  <c:v>0.88813253803836023</c:v>
                </c:pt>
                <c:pt idx="530">
                  <c:v>0.88972667442805142</c:v>
                </c:pt>
                <c:pt idx="531">
                  <c:v>0.89130168239272467</c:v>
                </c:pt>
                <c:pt idx="532">
                  <c:v>0.89285768934074106</c:v>
                </c:pt>
                <c:pt idx="533">
                  <c:v>0.89439482483914345</c:v>
                </c:pt>
                <c:pt idx="534">
                  <c:v>0.89591322050960176</c:v>
                </c:pt>
                <c:pt idx="535">
                  <c:v>0.89741300992598461</c:v>
                </c:pt>
                <c:pt idx="536">
                  <c:v>0.89889432851358975</c:v>
                </c:pt>
                <c:pt idx="537">
                  <c:v>0.90035731345006687</c:v>
                </c:pt>
                <c:pt idx="538">
                  <c:v>0.90180210356806267</c:v>
                </c:pt>
                <c:pt idx="539">
                  <c:v>0.90322883925961284</c:v>
                </c:pt>
                <c:pt idx="540">
                  <c:v>0.90463766238230603</c:v>
                </c:pt>
                <c:pt idx="541">
                  <c:v>0.90602871616723912</c:v>
                </c:pt>
                <c:pt idx="542">
                  <c:v>0.90740214512878226</c:v>
                </c:pt>
                <c:pt idx="543">
                  <c:v>0.90875809497616733</c:v>
                </c:pt>
                <c:pt idx="544">
                  <c:v>0.9100967125269146</c:v>
                </c:pt>
                <c:pt idx="545">
                  <c:v>0.91141814562210544</c:v>
                </c:pt>
                <c:pt idx="546">
                  <c:v>0.91272254304350964</c:v>
                </c:pt>
                <c:pt idx="547">
                  <c:v>0.91401005443257266</c:v>
                </c:pt>
                <c:pt idx="548">
                  <c:v>0.91528083021126572</c:v>
                </c:pt>
                <c:pt idx="549">
                  <c:v>0.91653502150479893</c:v>
                </c:pt>
                <c:pt idx="550">
                  <c:v>0.91777278006619856</c:v>
                </c:pt>
                <c:pt idx="551">
                  <c:v>0.91899425820274261</c:v>
                </c:pt>
                <c:pt idx="552">
                  <c:v>0.92019960870425188</c:v>
                </c:pt>
                <c:pt idx="553">
                  <c:v>0.92138898477322906</c:v>
                </c:pt>
                <c:pt idx="554">
                  <c:v>0.92256253995683801</c:v>
                </c:pt>
                <c:pt idx="555">
                  <c:v>0.92372042808071231</c:v>
                </c:pt>
                <c:pt idx="556">
                  <c:v>0.92486280318458303</c:v>
                </c:pt>
                <c:pt idx="557">
                  <c:v>0.9259898194597117</c:v>
                </c:pt>
                <c:pt idx="558">
                  <c:v>0.92710163118811506</c:v>
                </c:pt>
                <c:pt idx="559">
                  <c:v>0.92819839268356608</c:v>
                </c:pt>
                <c:pt idx="560">
                  <c:v>0.92928025823435323</c:v>
                </c:pt>
                <c:pt idx="561">
                  <c:v>0.930347382047783</c:v>
                </c:pt>
                <c:pt idx="562">
                  <c:v>0.93139991819640322</c:v>
                </c:pt>
                <c:pt idx="563">
                  <c:v>0.93243802056593117</c:v>
                </c:pt>
                <c:pt idx="564">
                  <c:v>0.93346184280486211</c:v>
                </c:pt>
                <c:pt idx="565">
                  <c:v>0.93447153827573981</c:v>
                </c:pt>
                <c:pt idx="566">
                  <c:v>0.93546726000806479</c:v>
                </c:pt>
                <c:pt idx="567">
                  <c:v>0.93644916065281725</c:v>
                </c:pt>
                <c:pt idx="568">
                  <c:v>0.93741739243857281</c:v>
                </c:pt>
                <c:pt idx="569">
                  <c:v>0.93837210712918395</c:v>
                </c:pt>
                <c:pt idx="570">
                  <c:v>0.9393134559830052</c:v>
                </c:pt>
                <c:pt idx="571">
                  <c:v>0.94024158971363403</c:v>
                </c:pt>
                <c:pt idx="572">
                  <c:v>0.9411566584521448</c:v>
                </c:pt>
                <c:pt idx="573">
                  <c:v>0.94205881171078587</c:v>
                </c:pt>
                <c:pt idx="574">
                  <c:v>0.94294819834811683</c:v>
                </c:pt>
                <c:pt idx="575">
                  <c:v>0.94382496653555781</c:v>
                </c:pt>
                <c:pt idx="576">
                  <c:v>0.94468926372532258</c:v>
                </c:pt>
                <c:pt idx="577">
                  <c:v>0.94554123661971101</c:v>
                </c:pt>
                <c:pt idx="578">
                  <c:v>0.94638103114173122</c:v>
                </c:pt>
                <c:pt idx="579">
                  <c:v>0.94720879240702494</c:v>
                </c:pt>
                <c:pt idx="580">
                  <c:v>0.94802466469706881</c:v>
                </c:pt>
                <c:pt idx="581">
                  <c:v>0.9488287914336232</c:v>
                </c:pt>
                <c:pt idx="582">
                  <c:v>0.94962131515440285</c:v>
                </c:pt>
                <c:pt idx="583">
                  <c:v>0.95040237748993861</c:v>
                </c:pt>
                <c:pt idx="584">
                  <c:v>0.95117211914160649</c:v>
                </c:pt>
                <c:pt idx="585">
                  <c:v>0.95193067986079394</c:v>
                </c:pt>
                <c:pt idx="586">
                  <c:v>0.95267819842917723</c:v>
                </c:pt>
                <c:pt idx="587">
                  <c:v>0.95341481264008276</c:v>
                </c:pt>
                <c:pt idx="588">
                  <c:v>0.95414065928090497</c:v>
                </c:pt>
                <c:pt idx="589">
                  <c:v>0.95485587411655481</c:v>
                </c:pt>
                <c:pt idx="590">
                  <c:v>0.95556059187391063</c:v>
                </c:pt>
                <c:pt idx="591">
                  <c:v>0.95625494622724738</c:v>
                </c:pt>
                <c:pt idx="592">
                  <c:v>0.9569390697846164</c:v>
                </c:pt>
                <c:pt idx="593">
                  <c:v>0.95761309407514983</c:v>
                </c:pt>
                <c:pt idx="594">
                  <c:v>0.95827714953726584</c:v>
                </c:pt>
                <c:pt idx="595">
                  <c:v>0.95893136550774705</c:v>
                </c:pt>
                <c:pt idx="596">
                  <c:v>0.95957587021166924</c:v>
                </c:pt>
                <c:pt idx="597">
                  <c:v>0.96021079075315463</c:v>
                </c:pt>
                <c:pt idx="598">
                  <c:v>0.96083625310692533</c:v>
                </c:pt>
                <c:pt idx="599">
                  <c:v>0.961452382110634</c:v>
                </c:pt>
                <c:pt idx="600">
                  <c:v>0.9620593014579466</c:v>
                </c:pt>
                <c:pt idx="601">
                  <c:v>0.96265713369235584</c:v>
                </c:pt>
                <c:pt idx="602">
                  <c:v>0.96324600020170048</c:v>
                </c:pt>
                <c:pt idx="603">
                  <c:v>0.96382602121337002</c:v>
                </c:pt>
                <c:pt idx="604">
                  <c:v>0.96439731579017041</c:v>
                </c:pt>
                <c:pt idx="605">
                  <c:v>0.96496000182683106</c:v>
                </c:pt>
                <c:pt idx="606">
                  <c:v>0.96551419604713107</c:v>
                </c:pt>
                <c:pt idx="607">
                  <c:v>0.96606001400162289</c:v>
                </c:pt>
                <c:pt idx="608">
                  <c:v>0.9665975700659345</c:v>
                </c:pt>
                <c:pt idx="609">
                  <c:v>0.96712697743962794</c:v>
                </c:pt>
                <c:pt idx="610">
                  <c:v>0.96764834814559741</c:v>
                </c:pt>
                <c:pt idx="611">
                  <c:v>0.96816179302998351</c:v>
                </c:pt>
                <c:pt idx="612">
                  <c:v>0.96866742176258847</c:v>
                </c:pt>
                <c:pt idx="613">
                  <c:v>0.96916534283777223</c:v>
                </c:pt>
                <c:pt idx="614">
                  <c:v>0.96965566357581001</c:v>
                </c:pt>
                <c:pt idx="615">
                  <c:v>0.97013849012469644</c:v>
                </c:pt>
                <c:pt idx="616">
                  <c:v>0.97061392746237618</c:v>
                </c:pt>
                <c:pt idx="617">
                  <c:v>0.97108207939938618</c:v>
                </c:pt>
                <c:pt idx="618">
                  <c:v>0.971543048581891</c:v>
                </c:pt>
                <c:pt idx="619">
                  <c:v>0.97199693649509766</c:v>
                </c:pt>
                <c:pt idx="620">
                  <c:v>0.97244384346703105</c:v>
                </c:pt>
                <c:pt idx="621">
                  <c:v>0.97288386867265753</c:v>
                </c:pt>
                <c:pt idx="622">
                  <c:v>0.97331711013833955</c:v>
                </c:pt>
                <c:pt idx="623">
                  <c:v>0.97374366474660867</c:v>
                </c:pt>
                <c:pt idx="624">
                  <c:v>0.97416362824123959</c:v>
                </c:pt>
                <c:pt idx="625">
                  <c:v>0.97457709523261582</c:v>
                </c:pt>
                <c:pt idx="626">
                  <c:v>0.97498415920336889</c:v>
                </c:pt>
                <c:pt idx="627">
                  <c:v>0.97538491251428161</c:v>
                </c:pt>
                <c:pt idx="628">
                  <c:v>0.97577944641043968</c:v>
                </c:pt>
                <c:pt idx="629">
                  <c:v>0.97616785102762182</c:v>
                </c:pt>
                <c:pt idx="630">
                  <c:v>0.97655021539891496</c:v>
                </c:pt>
                <c:pt idx="631">
                  <c:v>0.97692662746154169</c:v>
                </c:pt>
                <c:pt idx="632">
                  <c:v>0.97729717406389138</c:v>
                </c:pt>
                <c:pt idx="633">
                  <c:v>0.97766194097274162</c:v>
                </c:pt>
                <c:pt idx="634">
                  <c:v>0.97802101288065968</c:v>
                </c:pt>
                <c:pt idx="635">
                  <c:v>0.97837447341357442</c:v>
                </c:pt>
                <c:pt idx="636">
                  <c:v>0.97872240513850728</c:v>
                </c:pt>
                <c:pt idx="637">
                  <c:v>0.97906488957145399</c:v>
                </c:pt>
                <c:pt idx="638">
                  <c:v>0.97940200718540571</c:v>
                </c:pt>
                <c:pt idx="639">
                  <c:v>0.97973383741850262</c:v>
                </c:pt>
                <c:pt idx="640">
                  <c:v>0.98006045868230873</c:v>
                </c:pt>
                <c:pt idx="641">
                  <c:v>0.98038194837020132</c:v>
                </c:pt>
                <c:pt idx="642">
                  <c:v>0.98069838286586464</c:v>
                </c:pt>
                <c:pt idx="643">
                  <c:v>0.98100983755188242</c:v>
                </c:pt>
                <c:pt idx="644">
                  <c:v>0.98131638681841837</c:v>
                </c:pt>
                <c:pt idx="645">
                  <c:v>0.98161810407197947</c:v>
                </c:pt>
                <c:pt idx="646">
                  <c:v>0.98191506174425414</c:v>
                </c:pt>
                <c:pt idx="647">
                  <c:v>0.98220733130101701</c:v>
                </c:pt>
                <c:pt idx="648">
                  <c:v>0.98249498325109563</c:v>
                </c:pt>
                <c:pt idx="649">
                  <c:v>0.98277808715539094</c:v>
                </c:pt>
                <c:pt idx="650">
                  <c:v>0.98305671163594588</c:v>
                </c:pt>
                <c:pt idx="651">
                  <c:v>0.98333092438505565</c:v>
                </c:pt>
                <c:pt idx="652">
                  <c:v>0.98360079217441465</c:v>
                </c:pt>
                <c:pt idx="653">
                  <c:v>0.98386638086429279</c:v>
                </c:pt>
                <c:pt idx="654">
                  <c:v>0.984127755412738</c:v>
                </c:pt>
                <c:pt idx="655">
                  <c:v>0.98438497988479712</c:v>
                </c:pt>
                <c:pt idx="656">
                  <c:v>0.98463811746175267</c:v>
                </c:pt>
                <c:pt idx="657">
                  <c:v>0.98488723045036874</c:v>
                </c:pt>
                <c:pt idx="658">
                  <c:v>0.98513238029214267</c:v>
                </c:pt>
                <c:pt idx="659">
                  <c:v>0.98537362757255664</c:v>
                </c:pt>
                <c:pt idx="660">
                  <c:v>0.98561103203032674</c:v>
                </c:pt>
                <c:pt idx="661">
                  <c:v>0.98584465256664389</c:v>
                </c:pt>
                <c:pt idx="662">
                  <c:v>0.98607454725440302</c:v>
                </c:pt>
                <c:pt idx="663">
                  <c:v>0.98630077334741784</c:v>
                </c:pt>
                <c:pt idx="664">
                  <c:v>0.98652338728961531</c:v>
                </c:pt>
                <c:pt idx="665">
                  <c:v>0.98674244472420924</c:v>
                </c:pt>
                <c:pt idx="666">
                  <c:v>0.98695800050284721</c:v>
                </c:pt>
                <c:pt idx="667">
                  <c:v>0.98717010869472932</c:v>
                </c:pt>
                <c:pt idx="668">
                  <c:v>0.98737882259569454</c:v>
                </c:pt>
                <c:pt idx="669">
                  <c:v>0.98758419473727288</c:v>
                </c:pt>
                <c:pt idx="670">
                  <c:v>0.98778627689570042</c:v>
                </c:pt>
                <c:pt idx="671">
                  <c:v>0.98798512010089357</c:v>
                </c:pt>
                <c:pt idx="672">
                  <c:v>0.98818077464538157</c:v>
                </c:pt>
                <c:pt idx="673">
                  <c:v>0.98837329009319375</c:v>
                </c:pt>
                <c:pt idx="674">
                  <c:v>0.98856271528870032</c:v>
                </c:pt>
                <c:pt idx="675">
                  <c:v>0.98874909836540359</c:v>
                </c:pt>
                <c:pt idx="676">
                  <c:v>0.98893248675467804</c:v>
                </c:pt>
                <c:pt idx="677">
                  <c:v>0.98911292719445754</c:v>
                </c:pt>
                <c:pt idx="678">
                  <c:v>0.98929046573786816</c:v>
                </c:pt>
                <c:pt idx="679">
                  <c:v>0.98946514776180361</c:v>
                </c:pt>
                <c:pt idx="680">
                  <c:v>0.98963701797544334</c:v>
                </c:pt>
                <c:pt idx="681">
                  <c:v>0.98980612042871075</c:v>
                </c:pt>
                <c:pt idx="682">
                  <c:v>0.9899724985206706</c:v>
                </c:pt>
                <c:pt idx="683">
                  <c:v>0.99013619500786421</c:v>
                </c:pt>
                <c:pt idx="684">
                  <c:v>0.99029725201258056</c:v>
                </c:pt>
                <c:pt idx="685">
                  <c:v>0.99045571103106389</c:v>
                </c:pt>
                <c:pt idx="686">
                  <c:v>0.99061161294165412</c:v>
                </c:pt>
                <c:pt idx="687">
                  <c:v>0.99076499801286222</c:v>
                </c:pt>
                <c:pt idx="688">
                  <c:v>0.99091590591137635</c:v>
                </c:pt>
                <c:pt idx="689">
                  <c:v>0.99106437571000083</c:v>
                </c:pt>
                <c:pt idx="690">
                  <c:v>0.99121044589552543</c:v>
                </c:pt>
                <c:pt idx="691">
                  <c:v>0.9913541543765243</c:v>
                </c:pt>
                <c:pt idx="692">
                  <c:v>0.99149553849108485</c:v>
                </c:pt>
                <c:pt idx="693">
                  <c:v>0.99163463501446558</c:v>
                </c:pt>
                <c:pt idx="694">
                  <c:v>0.99177148016668182</c:v>
                </c:pt>
                <c:pt idx="695">
                  <c:v>0.99190610962001946</c:v>
                </c:pt>
                <c:pt idx="696">
                  <c:v>0.9920385585064766</c:v>
                </c:pt>
                <c:pt idx="697">
                  <c:v>0.99216886142513105</c:v>
                </c:pt>
                <c:pt idx="698">
                  <c:v>0.99229705244943645</c:v>
                </c:pt>
                <c:pt idx="699">
                  <c:v>0.99242316513444306</c:v>
                </c:pt>
                <c:pt idx="700">
                  <c:v>0.99254723252394661</c:v>
                </c:pt>
                <c:pt idx="701">
                  <c:v>0.99266928715756153</c:v>
                </c:pt>
                <c:pt idx="702">
                  <c:v>0.99278936107772175</c:v>
                </c:pt>
                <c:pt idx="703">
                  <c:v>0.99290748583660637</c:v>
                </c:pt>
                <c:pt idx="704">
                  <c:v>0.99302369250299194</c:v>
                </c:pt>
                <c:pt idx="705">
                  <c:v>0.99313801166903037</c:v>
                </c:pt>
                <c:pt idx="706">
                  <c:v>0.99325047345695261</c:v>
                </c:pt>
                <c:pt idx="707">
                  <c:v>0.99336110752569828</c:v>
                </c:pt>
                <c:pt idx="708">
                  <c:v>0.99346994307747205</c:v>
                </c:pt>
                <c:pt idx="709">
                  <c:v>0.9935770088642254</c:v>
                </c:pt>
                <c:pt idx="710">
                  <c:v>0.99368233319406496</c:v>
                </c:pt>
              </c:numCache>
            </c:numRef>
          </c:val>
          <c:smooth val="1"/>
        </c:ser>
        <c:dLbls>
          <c:showLegendKey val="0"/>
          <c:showVal val="0"/>
          <c:showCatName val="0"/>
          <c:showSerName val="0"/>
          <c:showPercent val="0"/>
          <c:showBubbleSize val="0"/>
        </c:dLbls>
        <c:marker val="1"/>
        <c:smooth val="0"/>
        <c:axId val="130255488"/>
        <c:axId val="130343296"/>
      </c:lineChart>
      <c:catAx>
        <c:axId val="130255488"/>
        <c:scaling>
          <c:orientation val="minMax"/>
        </c:scaling>
        <c:delete val="0"/>
        <c:axPos val="b"/>
        <c:numFmt formatCode="0%" sourceLinked="1"/>
        <c:majorTickMark val="out"/>
        <c:minorTickMark val="none"/>
        <c:tickLblPos val="nextTo"/>
        <c:spPr>
          <a:ln>
            <a:solidFill>
              <a:schemeClr val="tx2"/>
            </a:solidFill>
          </a:ln>
        </c:spPr>
        <c:crossAx val="130343296"/>
        <c:crosses val="autoZero"/>
        <c:auto val="1"/>
        <c:lblAlgn val="ctr"/>
        <c:lblOffset val="100"/>
        <c:noMultiLvlLbl val="0"/>
      </c:catAx>
      <c:valAx>
        <c:axId val="130343296"/>
        <c:scaling>
          <c:orientation val="minMax"/>
        </c:scaling>
        <c:delete val="0"/>
        <c:axPos val="l"/>
        <c:numFmt formatCode="General" sourceLinked="1"/>
        <c:majorTickMark val="out"/>
        <c:minorTickMark val="none"/>
        <c:tickLblPos val="nextTo"/>
        <c:spPr>
          <a:ln>
            <a:solidFill>
              <a:schemeClr val="tx2"/>
            </a:solidFill>
          </a:ln>
        </c:spPr>
        <c:crossAx val="130255488"/>
        <c:crosses val="autoZero"/>
        <c:crossBetween val="midCat"/>
      </c:valAx>
    </c:plotArea>
    <c:plotVisOnly val="1"/>
    <c:dispBlanksAs val="gap"/>
    <c:showDLblsOverMax val="0"/>
  </c:chart>
  <c:txPr>
    <a:bodyPr/>
    <a:lstStyle/>
    <a:p>
      <a:pPr>
        <a:defRPr sz="12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TwoYearSeasonAdjIndex</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0%</c:formatCode>
                <c:ptCount val="193"/>
                <c:pt idx="0">
                  <c:v>6.5185489551263007E-2</c:v>
                </c:pt>
                <c:pt idx="1">
                  <c:v>6.6368185409533001E-2</c:v>
                </c:pt>
                <c:pt idx="2">
                  <c:v>6.8903097719189996E-2</c:v>
                </c:pt>
                <c:pt idx="3">
                  <c:v>7.1426490721838001E-2</c:v>
                </c:pt>
                <c:pt idx="4">
                  <c:v>7.3938442758739994E-2</c:v>
                </c:pt>
                <c:pt idx="5">
                  <c:v>7.6269466114049E-2</c:v>
                </c:pt>
                <c:pt idx="6">
                  <c:v>7.8590236986647993E-2</c:v>
                </c:pt>
                <c:pt idx="7">
                  <c:v>8.0900822867042005E-2</c:v>
                </c:pt>
                <c:pt idx="8">
                  <c:v>8.4723783176277004E-2</c:v>
                </c:pt>
                <c:pt idx="9">
                  <c:v>8.8532228837690005E-2</c:v>
                </c:pt>
                <c:pt idx="10">
                  <c:v>9.2326242356386007E-2</c:v>
                </c:pt>
                <c:pt idx="11">
                  <c:v>9.5399071792842002E-2</c:v>
                </c:pt>
                <c:pt idx="12">
                  <c:v>9.8459075445322994E-2</c:v>
                </c:pt>
                <c:pt idx="13">
                  <c:v>0.101506333446593</c:v>
                </c:pt>
                <c:pt idx="14">
                  <c:v>0.103863222575416</c:v>
                </c:pt>
                <c:pt idx="15">
                  <c:v>0.106206740043178</c:v>
                </c:pt>
                <c:pt idx="16">
                  <c:v>0.10853699932111301</c:v>
                </c:pt>
                <c:pt idx="17">
                  <c:v>0.11154377945239199</c:v>
                </c:pt>
                <c:pt idx="18">
                  <c:v>0.114535832911767</c:v>
                </c:pt>
                <c:pt idx="19">
                  <c:v>0.117513267627931</c:v>
                </c:pt>
                <c:pt idx="20">
                  <c:v>0.119246803392349</c:v>
                </c:pt>
                <c:pt idx="21">
                  <c:v>0.120967966768653</c:v>
                </c:pt>
                <c:pt idx="22">
                  <c:v>0.12267688974174699</c:v>
                </c:pt>
                <c:pt idx="23">
                  <c:v>0.12455388020597501</c:v>
                </c:pt>
                <c:pt idx="24">
                  <c:v>0.12641556223025099</c:v>
                </c:pt>
                <c:pt idx="25">
                  <c:v>0.128262122334732</c:v>
                </c:pt>
                <c:pt idx="26">
                  <c:v>0.12941465679693501</c:v>
                </c:pt>
                <c:pt idx="27">
                  <c:v>0.13055653734214101</c:v>
                </c:pt>
                <c:pt idx="28">
                  <c:v>0.131687911016481</c:v>
                </c:pt>
                <c:pt idx="29">
                  <c:v>0.13278366071134101</c:v>
                </c:pt>
                <c:pt idx="30">
                  <c:v>0.13386988598229299</c:v>
                </c:pt>
                <c:pt idx="31">
                  <c:v>0.13494671047359499</c:v>
                </c:pt>
                <c:pt idx="32">
                  <c:v>0.13538428840838401</c:v>
                </c:pt>
                <c:pt idx="33">
                  <c:v>0.135817148896551</c:v>
                </c:pt>
                <c:pt idx="34">
                  <c:v>0.13624536781518501</c:v>
                </c:pt>
                <c:pt idx="35">
                  <c:v>0.13769745789312099</c:v>
                </c:pt>
                <c:pt idx="36">
                  <c:v>0.13913541368458399</c:v>
                </c:pt>
                <c:pt idx="37">
                  <c:v>0.140559440559549</c:v>
                </c:pt>
                <c:pt idx="38">
                  <c:v>0.140942710615303</c:v>
                </c:pt>
                <c:pt idx="39">
                  <c:v>0.14132218689026599</c:v>
                </c:pt>
                <c:pt idx="40">
                  <c:v>0.14169792543749499</c:v>
                </c:pt>
                <c:pt idx="41">
                  <c:v>0.14170389926845101</c:v>
                </c:pt>
                <c:pt idx="42">
                  <c:v>0.14170981184471301</c:v>
                </c:pt>
                <c:pt idx="43">
                  <c:v>0.14171566410372299</c:v>
                </c:pt>
                <c:pt idx="44">
                  <c:v>0.14176436767221001</c:v>
                </c:pt>
                <c:pt idx="45">
                  <c:v>0.14181257461159</c:v>
                </c:pt>
                <c:pt idx="46">
                  <c:v>0.14186029247939999</c:v>
                </c:pt>
                <c:pt idx="47">
                  <c:v>0.141707875119196</c:v>
                </c:pt>
                <c:pt idx="48">
                  <c:v>0.141557202611726</c:v>
                </c:pt>
                <c:pt idx="49">
                  <c:v>0.14140824516599701</c:v>
                </c:pt>
                <c:pt idx="50">
                  <c:v>0.14193813635213001</c:v>
                </c:pt>
                <c:pt idx="51">
                  <c:v>0.14246206382450199</c:v>
                </c:pt>
                <c:pt idx="52">
                  <c:v>0.142980127699363</c:v>
                </c:pt>
                <c:pt idx="53">
                  <c:v>0.144168787611923</c:v>
                </c:pt>
                <c:pt idx="54">
                  <c:v>0.14534484798252501</c:v>
                </c:pt>
                <c:pt idx="55">
                  <c:v>0.14650850808444499</c:v>
                </c:pt>
                <c:pt idx="56">
                  <c:v>0.147483445258276</c:v>
                </c:pt>
                <c:pt idx="57">
                  <c:v>0.148447132720053</c:v>
                </c:pt>
                <c:pt idx="58">
                  <c:v>0.14939976406841901</c:v>
                </c:pt>
                <c:pt idx="59">
                  <c:v>0.149054044733718</c:v>
                </c:pt>
                <c:pt idx="60">
                  <c:v>0.14871255911679401</c:v>
                </c:pt>
                <c:pt idx="61">
                  <c:v>0.14837522992039501</c:v>
                </c:pt>
                <c:pt idx="62">
                  <c:v>0.14846855800519301</c:v>
                </c:pt>
                <c:pt idx="63">
                  <c:v>0.14856090053334101</c:v>
                </c:pt>
                <c:pt idx="64">
                  <c:v>0.14865227303282</c:v>
                </c:pt>
                <c:pt idx="65">
                  <c:v>0.150242362254324</c:v>
                </c:pt>
                <c:pt idx="66">
                  <c:v>0.15181613060242</c:v>
                </c:pt>
                <c:pt idx="67">
                  <c:v>0.15337382807341801</c:v>
                </c:pt>
                <c:pt idx="68">
                  <c:v>0.156106318693635</c:v>
                </c:pt>
                <c:pt idx="69">
                  <c:v>0.15881071662004601</c:v>
                </c:pt>
                <c:pt idx="70">
                  <c:v>0.16148745286774199</c:v>
                </c:pt>
                <c:pt idx="71">
                  <c:v>0.163596009223067</c:v>
                </c:pt>
                <c:pt idx="72">
                  <c:v>0.16568098054330499</c:v>
                </c:pt>
                <c:pt idx="73">
                  <c:v>0.16774276033944799</c:v>
                </c:pt>
                <c:pt idx="74">
                  <c:v>0.17027404803193</c:v>
                </c:pt>
                <c:pt idx="75">
                  <c:v>0.17277453848913699</c:v>
                </c:pt>
                <c:pt idx="76">
                  <c:v>0.17524479035976301</c:v>
                </c:pt>
                <c:pt idx="77">
                  <c:v>0.17791360026642</c:v>
                </c:pt>
                <c:pt idx="78">
                  <c:v>0.180548669641906</c:v>
                </c:pt>
                <c:pt idx="79">
                  <c:v>0.18315063431456999</c:v>
                </c:pt>
                <c:pt idx="80">
                  <c:v>0.18497145187629799</c:v>
                </c:pt>
                <c:pt idx="81">
                  <c:v>0.18676822104337901</c:v>
                </c:pt>
                <c:pt idx="82">
                  <c:v>0.18854141511783901</c:v>
                </c:pt>
                <c:pt idx="83">
                  <c:v>0.19129738921735601</c:v>
                </c:pt>
                <c:pt idx="84">
                  <c:v>0.194021241895416</c:v>
                </c:pt>
                <c:pt idx="85">
                  <c:v>0.19671353147072199</c:v>
                </c:pt>
                <c:pt idx="86">
                  <c:v>0.200688366604937</c:v>
                </c:pt>
                <c:pt idx="87">
                  <c:v>0.204620591169899</c:v>
                </c:pt>
                <c:pt idx="88">
                  <c:v>0.20851088669663101</c:v>
                </c:pt>
                <c:pt idx="89">
                  <c:v>0.21109199512872701</c:v>
                </c:pt>
                <c:pt idx="90">
                  <c:v>0.21363959361562801</c:v>
                </c:pt>
                <c:pt idx="91">
                  <c:v>0.21615433052779201</c:v>
                </c:pt>
                <c:pt idx="92">
                  <c:v>0.215684417846984</c:v>
                </c:pt>
                <c:pt idx="93">
                  <c:v>0.21522151839278</c:v>
                </c:pt>
                <c:pt idx="94">
                  <c:v>0.21476547632374299</c:v>
                </c:pt>
                <c:pt idx="95">
                  <c:v>0.21187429396867</c:v>
                </c:pt>
                <c:pt idx="96">
                  <c:v>0.209025735294638</c:v>
                </c:pt>
                <c:pt idx="97">
                  <c:v>0.20621886461991901</c:v>
                </c:pt>
                <c:pt idx="98">
                  <c:v>0.19915668319569901</c:v>
                </c:pt>
                <c:pt idx="99">
                  <c:v>0.19221035627719299</c:v>
                </c:pt>
                <c:pt idx="100">
                  <c:v>0.18537705618404099</c:v>
                </c:pt>
                <c:pt idx="101">
                  <c:v>0.17608542181403999</c:v>
                </c:pt>
                <c:pt idx="102">
                  <c:v>0.166952474277169</c:v>
                </c:pt>
                <c:pt idx="103">
                  <c:v>0.15797418280241499</c:v>
                </c:pt>
                <c:pt idx="104">
                  <c:v>0.150711569238035</c:v>
                </c:pt>
                <c:pt idx="105">
                  <c:v>0.143566722425372</c:v>
                </c:pt>
                <c:pt idx="106">
                  <c:v>0.136536800934626</c:v>
                </c:pt>
                <c:pt idx="107">
                  <c:v>0.129561522830938</c:v>
                </c:pt>
                <c:pt idx="108">
                  <c:v>0.122699182116897</c:v>
                </c:pt>
                <c:pt idx="109">
                  <c:v>0.115947057949296</c:v>
                </c:pt>
                <c:pt idx="110">
                  <c:v>0.10543989254553</c:v>
                </c:pt>
                <c:pt idx="111">
                  <c:v>9.5113593919858005E-2</c:v>
                </c:pt>
                <c:pt idx="112">
                  <c:v>8.4963531855286004E-2</c:v>
                </c:pt>
                <c:pt idx="113">
                  <c:v>7.1299739828595998E-2</c:v>
                </c:pt>
                <c:pt idx="114">
                  <c:v>5.7870333740007003E-2</c:v>
                </c:pt>
                <c:pt idx="115">
                  <c:v>4.4669333961423002E-2</c:v>
                </c:pt>
                <c:pt idx="116">
                  <c:v>3.1467605502477999E-2</c:v>
                </c:pt>
                <c:pt idx="117">
                  <c:v>1.8452924162195999E-2</c:v>
                </c:pt>
                <c:pt idx="118">
                  <c:v>5.6213426715199999E-3</c:v>
                </c:pt>
                <c:pt idx="119">
                  <c:v>-6.9987775062659999E-3</c:v>
                </c:pt>
                <c:pt idx="120">
                  <c:v>-1.9491873318336999E-2</c:v>
                </c:pt>
                <c:pt idx="121">
                  <c:v>-3.1859852954978E-2</c:v>
                </c:pt>
                <c:pt idx="122">
                  <c:v>-4.2965154007527998E-2</c:v>
                </c:pt>
                <c:pt idx="123">
                  <c:v>-5.4016620498195E-2</c:v>
                </c:pt>
                <c:pt idx="124">
                  <c:v>-6.5014642937177E-2</c:v>
                </c:pt>
                <c:pt idx="125">
                  <c:v>-7.3202575145532994E-2</c:v>
                </c:pt>
                <c:pt idx="126">
                  <c:v>-8.1377738457641E-2</c:v>
                </c:pt>
                <c:pt idx="127">
                  <c:v>-8.9540162718568003E-2</c:v>
                </c:pt>
                <c:pt idx="128">
                  <c:v>-0.100061313912156</c:v>
                </c:pt>
                <c:pt idx="129">
                  <c:v>-0.110542263086572</c:v>
                </c:pt>
                <c:pt idx="130">
                  <c:v>-0.120983240223463</c:v>
                </c:pt>
                <c:pt idx="131">
                  <c:v>-0.123695400077197</c:v>
                </c:pt>
                <c:pt idx="132">
                  <c:v>-0.12639653407337201</c:v>
                </c:pt>
                <c:pt idx="133">
                  <c:v>-0.12908670931058899</c:v>
                </c:pt>
                <c:pt idx="134">
                  <c:v>-0.132723824200742</c:v>
                </c:pt>
                <c:pt idx="135">
                  <c:v>-0.13636633252302499</c:v>
                </c:pt>
                <c:pt idx="136">
                  <c:v>-0.140014246283055</c:v>
                </c:pt>
                <c:pt idx="137">
                  <c:v>-0.13799576864660301</c:v>
                </c:pt>
                <c:pt idx="138">
                  <c:v>-0.13596110695604099</c:v>
                </c:pt>
                <c:pt idx="139">
                  <c:v>-0.133910065783545</c:v>
                </c:pt>
                <c:pt idx="140">
                  <c:v>-0.12903810429975901</c:v>
                </c:pt>
                <c:pt idx="141">
                  <c:v>-0.124111536358665</c:v>
                </c:pt>
                <c:pt idx="142">
                  <c:v>-0.11912943871706699</c:v>
                </c:pt>
                <c:pt idx="143">
                  <c:v>-0.11550891015977199</c:v>
                </c:pt>
                <c:pt idx="144">
                  <c:v>-0.111833025787412</c:v>
                </c:pt>
                <c:pt idx="145">
                  <c:v>-0.108100506281693</c:v>
                </c:pt>
                <c:pt idx="146">
                  <c:v>-0.101315125520563</c:v>
                </c:pt>
                <c:pt idx="147">
                  <c:v>-9.4404481507748994E-2</c:v>
                </c:pt>
                <c:pt idx="148">
                  <c:v>-8.7365073246434E-2</c:v>
                </c:pt>
                <c:pt idx="149">
                  <c:v>-8.5315500575151998E-2</c:v>
                </c:pt>
                <c:pt idx="150">
                  <c:v>-8.3232672782664996E-2</c:v>
                </c:pt>
                <c:pt idx="151">
                  <c:v>-8.1115773882991002E-2</c:v>
                </c:pt>
                <c:pt idx="152">
                  <c:v>-7.4994183920880003E-2</c:v>
                </c:pt>
                <c:pt idx="153">
                  <c:v>-6.8751992750269997E-2</c:v>
                </c:pt>
                <c:pt idx="154">
                  <c:v>-6.2385600976204998E-2</c:v>
                </c:pt>
                <c:pt idx="155">
                  <c:v>-6.8389264022439999E-2</c:v>
                </c:pt>
                <c:pt idx="156">
                  <c:v>-7.4405570652538E-2</c:v>
                </c:pt>
                <c:pt idx="157">
                  <c:v>-8.0434560849228995E-2</c:v>
                </c:pt>
                <c:pt idx="158">
                  <c:v>-7.8303063438834003E-2</c:v>
                </c:pt>
                <c:pt idx="159">
                  <c:v>-7.6150412087791997E-2</c:v>
                </c:pt>
                <c:pt idx="160">
                  <c:v>-7.3976290313750998E-2</c:v>
                </c:pt>
                <c:pt idx="161">
                  <c:v>-7.1021155973154004E-2</c:v>
                </c:pt>
                <c:pt idx="162">
                  <c:v>-6.8056300964167996E-2</c:v>
                </c:pt>
                <c:pt idx="163">
                  <c:v>-6.5081677244823E-2</c:v>
                </c:pt>
                <c:pt idx="164">
                  <c:v>-6.4280636043801007E-2</c:v>
                </c:pt>
                <c:pt idx="165">
                  <c:v>-6.3479678180398999E-2</c:v>
                </c:pt>
                <c:pt idx="166">
                  <c:v>-6.2678803641612005E-2</c:v>
                </c:pt>
                <c:pt idx="167">
                  <c:v>-5.7084696221225001E-2</c:v>
                </c:pt>
                <c:pt idx="168">
                  <c:v>-5.1451717093981997E-2</c:v>
                </c:pt>
                <c:pt idx="169">
                  <c:v>-4.5779459686242002E-2</c:v>
                </c:pt>
                <c:pt idx="170">
                  <c:v>-3.8567493112617E-2</c:v>
                </c:pt>
                <c:pt idx="171">
                  <c:v>-3.1333473920830003E-2</c:v>
                </c:pt>
                <c:pt idx="172">
                  <c:v>-2.4077300807340999E-2</c:v>
                </c:pt>
                <c:pt idx="173">
                  <c:v>-1.4940697468409E-2</c:v>
                </c:pt>
                <c:pt idx="174">
                  <c:v>-5.6977013332650001E-3</c:v>
                </c:pt>
                <c:pt idx="175">
                  <c:v>3.6535568450459998E-3</c:v>
                </c:pt>
                <c:pt idx="176">
                  <c:v>1.2772837510105E-2</c:v>
                </c:pt>
                <c:pt idx="177">
                  <c:v>2.1948318737160001E-2</c:v>
                </c:pt>
                <c:pt idx="178">
                  <c:v>3.1180521663683999E-2</c:v>
                </c:pt>
                <c:pt idx="179">
                  <c:v>4.6730163355081997E-2</c:v>
                </c:pt>
                <c:pt idx="180">
                  <c:v>6.2514908530660995E-2</c:v>
                </c:pt>
                <c:pt idx="181">
                  <c:v>7.8540129790935997E-2</c:v>
                </c:pt>
                <c:pt idx="182">
                  <c:v>8.9292996700083005E-2</c:v>
                </c:pt>
                <c:pt idx="183">
                  <c:v>0.100102220983049</c:v>
                </c:pt>
                <c:pt idx="184">
                  <c:v>0.11096824686885</c:v>
                </c:pt>
                <c:pt idx="185">
                  <c:v>0.11595065771098501</c:v>
                </c:pt>
                <c:pt idx="186">
                  <c:v>0.120917703882244</c:v>
                </c:pt>
                <c:pt idx="187">
                  <c:v>0.12586945634633501</c:v>
                </c:pt>
                <c:pt idx="188">
                  <c:v>0.12923909417703699</c:v>
                </c:pt>
                <c:pt idx="189">
                  <c:v>0.13260261798508899</c:v>
                </c:pt>
                <c:pt idx="190">
                  <c:v>0.13596004439519099</c:v>
                </c:pt>
                <c:pt idx="191">
                  <c:v>0.13798320878335801</c:v>
                </c:pt>
                <c:pt idx="192">
                  <c:v>0.139996318793009</c:v>
                </c:pt>
              </c:numCache>
            </c:numRef>
          </c:val>
          <c:smooth val="1"/>
        </c:ser>
        <c:dLbls>
          <c:showLegendKey val="0"/>
          <c:showVal val="0"/>
          <c:showCatName val="0"/>
          <c:showSerName val="0"/>
          <c:showPercent val="0"/>
          <c:showBubbleSize val="0"/>
        </c:dLbls>
        <c:marker val="1"/>
        <c:smooth val="0"/>
        <c:axId val="130840448"/>
        <c:axId val="130841984"/>
      </c:lineChart>
      <c:lineChart>
        <c:grouping val="standard"/>
        <c:varyColors val="0"/>
        <c:ser>
          <c:idx val="1"/>
          <c:order val="1"/>
          <c:tx>
            <c:strRef>
              <c:f>Sheet1!$C$1</c:f>
              <c:strCache>
                <c:ptCount val="1"/>
                <c:pt idx="0">
                  <c:v>hpa_multiplier</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0.00</c:formatCode>
                <c:ptCount val="193"/>
                <c:pt idx="0">
                  <c:v>0.34667960434938694</c:v>
                </c:pt>
                <c:pt idx="1">
                  <c:v>0.35146101902937077</c:v>
                </c:pt>
                <c:pt idx="2">
                  <c:v>0.36210922377173749</c:v>
                </c:pt>
                <c:pt idx="3">
                  <c:v>0.37325386242886327</c:v>
                </c:pt>
                <c:pt idx="4">
                  <c:v>0.38488831568651038</c:v>
                </c:pt>
                <c:pt idx="5">
                  <c:v>0.39616406874566568</c:v>
                </c:pt>
                <c:pt idx="6">
                  <c:v>0.40784249461829825</c:v>
                </c:pt>
                <c:pt idx="7">
                  <c:v>0.41990877552463868</c:v>
                </c:pt>
                <c:pt idx="8">
                  <c:v>0.44079998597802916</c:v>
                </c:pt>
                <c:pt idx="9">
                  <c:v>0.46269144804129192</c:v>
                </c:pt>
                <c:pt idx="10">
                  <c:v>0.4854684693094875</c:v>
                </c:pt>
                <c:pt idx="11">
                  <c:v>0.50453746804856636</c:v>
                </c:pt>
                <c:pt idx="12">
                  <c:v>0.5239955377857457</c:v>
                </c:pt>
                <c:pt idx="13">
                  <c:v>0.5437507915255233</c:v>
                </c:pt>
                <c:pt idx="14">
                  <c:v>0.5592302173362278</c:v>
                </c:pt>
                <c:pt idx="15">
                  <c:v>0.57474523820067969</c:v>
                </c:pt>
                <c:pt idx="16">
                  <c:v>0.59024859462204193</c:v>
                </c:pt>
                <c:pt idx="17">
                  <c:v>0.61028959249367731</c:v>
                </c:pt>
                <c:pt idx="18">
                  <c:v>0.63018141299436681</c:v>
                </c:pt>
                <c:pt idx="19">
                  <c:v>0.64982828139084736</c:v>
                </c:pt>
                <c:pt idx="20">
                  <c:v>0.66116190342303749</c:v>
                </c:pt>
                <c:pt idx="21">
                  <c:v>0.67231607130170579</c:v>
                </c:pt>
                <c:pt idx="22">
                  <c:v>0.68327711059014051</c:v>
                </c:pt>
                <c:pt idx="23">
                  <c:v>0.69516668801145065</c:v>
                </c:pt>
                <c:pt idx="24">
                  <c:v>0.70678587030629669</c:v>
                </c:pt>
                <c:pt idx="25">
                  <c:v>0.71812218778185299</c:v>
                </c:pt>
                <c:pt idx="26">
                  <c:v>0.7250952907593744</c:v>
                </c:pt>
                <c:pt idx="27">
                  <c:v>0.73192182751074419</c:v>
                </c:pt>
                <c:pt idx="28">
                  <c:v>0.73860158177867941</c:v>
                </c:pt>
                <c:pt idx="29">
                  <c:v>0.74498837938455686</c:v>
                </c:pt>
                <c:pt idx="30">
                  <c:v>0.75123677002698164</c:v>
                </c:pt>
                <c:pt idx="31">
                  <c:v>0.75734724154890332</c:v>
                </c:pt>
                <c:pt idx="32">
                  <c:v>0.75980592973660044</c:v>
                </c:pt>
                <c:pt idx="33">
                  <c:v>0.76222405629834578</c:v>
                </c:pt>
                <c:pt idx="34">
                  <c:v>0.76460237119165897</c:v>
                </c:pt>
                <c:pt idx="35">
                  <c:v>0.77256285355864895</c:v>
                </c:pt>
                <c:pt idx="36">
                  <c:v>0.78028378016244615</c:v>
                </c:pt>
                <c:pt idx="37">
                  <c:v>0.78776733299382951</c:v>
                </c:pt>
                <c:pt idx="38">
                  <c:v>0.78975345134087427</c:v>
                </c:pt>
                <c:pt idx="39">
                  <c:v>0.7917080874707122</c:v>
                </c:pt>
                <c:pt idx="40">
                  <c:v>0.79363183134737503</c:v>
                </c:pt>
                <c:pt idx="41">
                  <c:v>0.79366232297766404</c:v>
                </c:pt>
                <c:pt idx="42">
                  <c:v>0.79369249905725758</c:v>
                </c:pt>
                <c:pt idx="43">
                  <c:v>0.79372236445923372</c:v>
                </c:pt>
                <c:pt idx="44">
                  <c:v>0.79397080032923739</c:v>
                </c:pt>
                <c:pt idx="45">
                  <c:v>0.79421651037961283</c:v>
                </c:pt>
                <c:pt idx="46">
                  <c:v>0.79445953891423415</c:v>
                </c:pt>
                <c:pt idx="47">
                  <c:v>0.79368261488737324</c:v>
                </c:pt>
                <c:pt idx="48">
                  <c:v>0.79291270408118431</c:v>
                </c:pt>
                <c:pt idx="49">
                  <c:v>0.792149721544954</c:v>
                </c:pt>
                <c:pt idx="50">
                  <c:v>0.79485559686847851</c:v>
                </c:pt>
                <c:pt idx="51">
                  <c:v>0.7975082269943029</c:v>
                </c:pt>
                <c:pt idx="52">
                  <c:v>0.80010877546808257</c:v>
                </c:pt>
                <c:pt idx="53">
                  <c:v>0.80599085338275223</c:v>
                </c:pt>
                <c:pt idx="54">
                  <c:v>0.81169367476578569</c:v>
                </c:pt>
                <c:pt idx="55">
                  <c:v>0.81722112659465174</c:v>
                </c:pt>
                <c:pt idx="56">
                  <c:v>0.82176345844516518</c:v>
                </c:pt>
                <c:pt idx="57">
                  <c:v>0.82617367370873251</c:v>
                </c:pt>
                <c:pt idx="58">
                  <c:v>0.83045527608826131</c:v>
                </c:pt>
                <c:pt idx="59">
                  <c:v>0.82891041194144299</c:v>
                </c:pt>
                <c:pt idx="60">
                  <c:v>0.82737443155390233</c:v>
                </c:pt>
                <c:pt idx="61">
                  <c:v>0.82584735716895674</c:v>
                </c:pt>
                <c:pt idx="62">
                  <c:v>0.82627082263996443</c:v>
                </c:pt>
                <c:pt idx="63">
                  <c:v>0.82668908346088488</c:v>
                </c:pt>
                <c:pt idx="64">
                  <c:v>0.82710223304633268</c:v>
                </c:pt>
                <c:pt idx="65">
                  <c:v>0.83417764861859023</c:v>
                </c:pt>
                <c:pt idx="66">
                  <c:v>0.84096760834659101</c:v>
                </c:pt>
                <c:pt idx="67">
                  <c:v>0.84748025910935354</c:v>
                </c:pt>
                <c:pt idx="68">
                  <c:v>0.85840825314369562</c:v>
                </c:pt>
                <c:pt idx="69">
                  <c:v>0.8686092265443105</c:v>
                </c:pt>
                <c:pt idx="70">
                  <c:v>0.87811598315136319</c:v>
                </c:pt>
                <c:pt idx="71">
                  <c:v>0.88520141178045109</c:v>
                </c:pt>
                <c:pt idx="72">
                  <c:v>0.8918670837087288</c:v>
                </c:pt>
                <c:pt idx="73">
                  <c:v>0.89813451920585374</c:v>
                </c:pt>
                <c:pt idx="74">
                  <c:v>0.90540228489458274</c:v>
                </c:pt>
                <c:pt idx="75">
                  <c:v>0.91213645961376044</c:v>
                </c:pt>
                <c:pt idx="76">
                  <c:v>0.91837281691213324</c:v>
                </c:pt>
                <c:pt idx="77">
                  <c:v>0.92466650337896628</c:v>
                </c:pt>
                <c:pt idx="78">
                  <c:v>0.93045047355604316</c:v>
                </c:pt>
                <c:pt idx="79">
                  <c:v>0.93576452362066753</c:v>
                </c:pt>
                <c:pt idx="80">
                  <c:v>0.93926006564930498</c:v>
                </c:pt>
                <c:pt idx="81">
                  <c:v>0.94253749403320686</c:v>
                </c:pt>
                <c:pt idx="82">
                  <c:v>0.94561125759467424</c:v>
                </c:pt>
                <c:pt idx="83">
                  <c:v>0.95008724634767017</c:v>
                </c:pt>
                <c:pt idx="84">
                  <c:v>0.95417125960770866</c:v>
                </c:pt>
                <c:pt idx="85">
                  <c:v>0.95789789958930904</c:v>
                </c:pt>
                <c:pt idx="86">
                  <c:v>0.96288002535952877</c:v>
                </c:pt>
                <c:pt idx="87">
                  <c:v>0.96725345403932006</c:v>
                </c:pt>
                <c:pt idx="88">
                  <c:v>0.97109219238636035</c:v>
                </c:pt>
                <c:pt idx="89">
                  <c:v>0.97339609115382308</c:v>
                </c:pt>
                <c:pt idx="90">
                  <c:v>0.97549568325561808</c:v>
                </c:pt>
                <c:pt idx="91">
                  <c:v>0.97741037610283976</c:v>
                </c:pt>
                <c:pt idx="92">
                  <c:v>0.97706397642397691</c:v>
                </c:pt>
                <c:pt idx="93">
                  <c:v>0.97671770899153387</c:v>
                </c:pt>
                <c:pt idx="94">
                  <c:v>0.97637161492663782</c:v>
                </c:pt>
                <c:pt idx="95">
                  <c:v>0.97405865938127267</c:v>
                </c:pt>
                <c:pt idx="96">
                  <c:v>0.97156658245568206</c:v>
                </c:pt>
                <c:pt idx="97">
                  <c:v>0.96888631853334639</c:v>
                </c:pt>
                <c:pt idx="98">
                  <c:v>0.96103032549946876</c:v>
                </c:pt>
                <c:pt idx="99">
                  <c:v>0.95149260960044135</c:v>
                </c:pt>
                <c:pt idx="100">
                  <c:v>0.94001459017942413</c:v>
                </c:pt>
                <c:pt idx="101">
                  <c:v>0.92040393322430336</c:v>
                </c:pt>
                <c:pt idx="102">
                  <c:v>0.89576969714113241</c:v>
                </c:pt>
                <c:pt idx="103">
                  <c:v>0.86551845902735969</c:v>
                </c:pt>
                <c:pt idx="104">
                  <c:v>0.8362241622733203</c:v>
                </c:pt>
                <c:pt idx="105">
                  <c:v>0.80302632283060804</c:v>
                </c:pt>
                <c:pt idx="106">
                  <c:v>0.7662130236729191</c:v>
                </c:pt>
                <c:pt idx="107">
                  <c:v>0.725977958454469</c:v>
                </c:pt>
                <c:pt idx="108">
                  <c:v>0.68341927378211698</c:v>
                </c:pt>
                <c:pt idx="109">
                  <c:v>0.63951772627501768</c:v>
                </c:pt>
                <c:pt idx="110">
                  <c:v>0.56965768297952124</c:v>
                </c:pt>
                <c:pt idx="111">
                  <c:v>0.50274473090017324</c:v>
                </c:pt>
                <c:pt idx="112">
                  <c:v>0.44214726491359702</c:v>
                </c:pt>
                <c:pt idx="113">
                  <c:v>0.37268107434865538</c:v>
                </c:pt>
                <c:pt idx="114">
                  <c:v>0.31968877532864204</c:v>
                </c:pt>
                <c:pt idx="115">
                  <c:v>0.28141760354729439</c:v>
                </c:pt>
                <c:pt idx="116">
                  <c:v>0.25440398654962693</c:v>
                </c:pt>
                <c:pt idx="117">
                  <c:v>0.23611982016089672</c:v>
                </c:pt>
                <c:pt idx="118">
                  <c:v>0.22392585064355874</c:v>
                </c:pt>
                <c:pt idx="119">
                  <c:v>0.21587287855779391</c:v>
                </c:pt>
                <c:pt idx="120">
                  <c:v>0.21053766880912084</c:v>
                </c:pt>
                <c:pt idx="121">
                  <c:v>0.20700868784864457</c:v>
                </c:pt>
                <c:pt idx="122">
                  <c:v>0.20485344121114279</c:v>
                </c:pt>
                <c:pt idx="123">
                  <c:v>0.20336415555878884</c:v>
                </c:pt>
                <c:pt idx="124">
                  <c:v>0.20233466333947325</c:v>
                </c:pt>
                <c:pt idx="125">
                  <c:v>0.20177825745485078</c:v>
                </c:pt>
                <c:pt idx="126">
                  <c:v>0.20135480676460926</c:v>
                </c:pt>
                <c:pt idx="127">
                  <c:v>0.20103249841814452</c:v>
                </c:pt>
                <c:pt idx="128">
                  <c:v>0.20072735422664956</c:v>
                </c:pt>
                <c:pt idx="129">
                  <c:v>0.20051302098725277</c:v>
                </c:pt>
                <c:pt idx="130">
                  <c:v>0.2003623000327327</c:v>
                </c:pt>
                <c:pt idx="131">
                  <c:v>0.20033099607149274</c:v>
                </c:pt>
                <c:pt idx="132">
                  <c:v>0.20030250697416896</c:v>
                </c:pt>
                <c:pt idx="133">
                  <c:v>0.20027657008401489</c:v>
                </c:pt>
                <c:pt idx="134">
                  <c:v>0.20024500204737949</c:v>
                </c:pt>
                <c:pt idx="135">
                  <c:v>0.20021699724100639</c:v>
                </c:pt>
                <c:pt idx="136">
                  <c:v>0.20019215811922053</c:v>
                </c:pt>
                <c:pt idx="137">
                  <c:v>0.20020552844472961</c:v>
                </c:pt>
                <c:pt idx="138">
                  <c:v>0.20021994740935412</c:v>
                </c:pt>
                <c:pt idx="139">
                  <c:v>0.2002355061562956</c:v>
                </c:pt>
                <c:pt idx="140">
                  <c:v>0.2002770183816448</c:v>
                </c:pt>
                <c:pt idx="141">
                  <c:v>0.20032643831304775</c:v>
                </c:pt>
                <c:pt idx="142">
                  <c:v>0.20038538283036078</c:v>
                </c:pt>
                <c:pt idx="143">
                  <c:v>0.20043478849797303</c:v>
                </c:pt>
                <c:pt idx="144">
                  <c:v>0.20049142942498743</c:v>
                </c:pt>
                <c:pt idx="145">
                  <c:v>0.20055649282219645</c:v>
                </c:pt>
                <c:pt idx="146">
                  <c:v>0.20069760783164459</c:v>
                </c:pt>
                <c:pt idx="147">
                  <c:v>0.20087812243701542</c:v>
                </c:pt>
                <c:pt idx="148">
                  <c:v>0.20111003045423603</c:v>
                </c:pt>
                <c:pt idx="149">
                  <c:v>0.20118840067967392</c:v>
                </c:pt>
                <c:pt idx="150">
                  <c:v>0.20127370405730294</c:v>
                </c:pt>
                <c:pt idx="151">
                  <c:v>0.20136666864812469</c:v>
                </c:pt>
                <c:pt idx="152">
                  <c:v>0.20167538418659037</c:v>
                </c:pt>
                <c:pt idx="153">
                  <c:v>0.20206190694996129</c:v>
                </c:pt>
                <c:pt idx="154">
                  <c:v>0.20254781258330645</c:v>
                </c:pt>
                <c:pt idx="155">
                  <c:v>0.20208692327549205</c:v>
                </c:pt>
                <c:pt idx="156">
                  <c:v>0.20170850966876919</c:v>
                </c:pt>
                <c:pt idx="157">
                  <c:v>0.20139800189826962</c:v>
                </c:pt>
                <c:pt idx="158">
                  <c:v>0.20150075039537862</c:v>
                </c:pt>
                <c:pt idx="159">
                  <c:v>0.20161216943374727</c:v>
                </c:pt>
                <c:pt idx="160">
                  <c:v>0.2017330797317598</c:v>
                </c:pt>
                <c:pt idx="161">
                  <c:v>0.20191205821564107</c:v>
                </c:pt>
                <c:pt idx="162">
                  <c:v>0.20211015313203062</c:v>
                </c:pt>
                <c:pt idx="163">
                  <c:v>0.20232946758549608</c:v>
                </c:pt>
                <c:pt idx="164">
                  <c:v>0.20239231691428794</c:v>
                </c:pt>
                <c:pt idx="165">
                  <c:v>0.20245684989913115</c:v>
                </c:pt>
                <c:pt idx="166">
                  <c:v>0.2025231111750716</c:v>
                </c:pt>
                <c:pt idx="167">
                  <c:v>0.20303835629800737</c:v>
                </c:pt>
                <c:pt idx="168">
                  <c:v>0.20366305861779288</c:v>
                </c:pt>
                <c:pt idx="169">
                  <c:v>0.2044212443697746</c:v>
                </c:pt>
                <c:pt idx="170">
                  <c:v>0.20561431352915671</c:v>
                </c:pt>
                <c:pt idx="171">
                  <c:v>0.20713164131444484</c:v>
                </c:pt>
                <c:pt idx="172">
                  <c:v>0.20906098206299562</c:v>
                </c:pt>
                <c:pt idx="173">
                  <c:v>0.21223752078702929</c:v>
                </c:pt>
                <c:pt idx="174">
                  <c:v>0.2165618535015762</c:v>
                </c:pt>
                <c:pt idx="175">
                  <c:v>0.22244947409999427</c:v>
                </c:pt>
                <c:pt idx="176">
                  <c:v>0.23012405364108968</c:v>
                </c:pt>
                <c:pt idx="177">
                  <c:v>0.24035806082977818</c:v>
                </c:pt>
                <c:pt idx="178">
                  <c:v>0.25392077550823744</c:v>
                </c:pt>
                <c:pt idx="179">
                  <c:v>0.2865805335564946</c:v>
                </c:pt>
                <c:pt idx="180">
                  <c:v>0.33631532490239879</c:v>
                </c:pt>
                <c:pt idx="181">
                  <c:v>0.40758564073173997</c:v>
                </c:pt>
                <c:pt idx="182">
                  <c:v>0.46718491570326404</c:v>
                </c:pt>
                <c:pt idx="183">
                  <c:v>0.53460690926411092</c:v>
                </c:pt>
                <c:pt idx="184">
                  <c:v>0.60645441885478435</c:v>
                </c:pt>
                <c:pt idx="185">
                  <c:v>0.63954149031329655</c:v>
                </c:pt>
                <c:pt idx="186">
                  <c:v>0.67199188868311421</c:v>
                </c:pt>
                <c:pt idx="187">
                  <c:v>0.70339649594894538</c:v>
                </c:pt>
                <c:pt idx="188">
                  <c:v>0.72403838206032711</c:v>
                </c:pt>
                <c:pt idx="189">
                  <c:v>0.743938858739287</c:v>
                </c:pt>
                <c:pt idx="190">
                  <c:v>0.76301923465549049</c:v>
                </c:pt>
                <c:pt idx="191">
                  <c:v>0.77411012411585367</c:v>
                </c:pt>
                <c:pt idx="192">
                  <c:v>0.78482756184417757</c:v>
                </c:pt>
              </c:numCache>
            </c:numRef>
          </c:val>
          <c:smooth val="1"/>
        </c:ser>
        <c:dLbls>
          <c:showLegendKey val="0"/>
          <c:showVal val="0"/>
          <c:showCatName val="0"/>
          <c:showSerName val="0"/>
          <c:showPercent val="0"/>
          <c:showBubbleSize val="0"/>
        </c:dLbls>
        <c:marker val="1"/>
        <c:smooth val="0"/>
        <c:axId val="130853888"/>
        <c:axId val="130852352"/>
      </c:lineChart>
      <c:dateAx>
        <c:axId val="130840448"/>
        <c:scaling>
          <c:orientation val="minMax"/>
        </c:scaling>
        <c:delete val="1"/>
        <c:axPos val="b"/>
        <c:numFmt formatCode="m/d/yyyy" sourceLinked="0"/>
        <c:majorTickMark val="none"/>
        <c:minorTickMark val="none"/>
        <c:tickLblPos val="low"/>
        <c:crossAx val="130841984"/>
        <c:crosses val="autoZero"/>
        <c:auto val="1"/>
        <c:lblOffset val="100"/>
        <c:baseTimeUnit val="months"/>
        <c:majorUnit val="24"/>
        <c:majorTimeUnit val="months"/>
      </c:dateAx>
      <c:valAx>
        <c:axId val="130841984"/>
        <c:scaling>
          <c:orientation val="minMax"/>
        </c:scaling>
        <c:delete val="0"/>
        <c:axPos val="l"/>
        <c:title>
          <c:tx>
            <c:rich>
              <a:bodyPr rot="-5400000" vert="horz"/>
              <a:lstStyle/>
              <a:p>
                <a:pPr>
                  <a:defRPr/>
                </a:pPr>
                <a:r>
                  <a:rPr lang="en-US" dirty="0" smtClean="0"/>
                  <a:t>SMM</a:t>
                </a:r>
                <a:endParaRPr lang="en-US" dirty="0"/>
              </a:p>
            </c:rich>
          </c:tx>
          <c:overlay val="0"/>
        </c:title>
        <c:numFmt formatCode="0%" sourceLinked="1"/>
        <c:majorTickMark val="out"/>
        <c:minorTickMark val="none"/>
        <c:tickLblPos val="nextTo"/>
        <c:spPr>
          <a:ln>
            <a:solidFill>
              <a:schemeClr val="tx2"/>
            </a:solidFill>
          </a:ln>
        </c:spPr>
        <c:crossAx val="130840448"/>
        <c:crosses val="autoZero"/>
        <c:crossBetween val="midCat"/>
      </c:valAx>
      <c:valAx>
        <c:axId val="130852352"/>
        <c:scaling>
          <c:orientation val="minMax"/>
        </c:scaling>
        <c:delete val="0"/>
        <c:axPos val="r"/>
        <c:numFmt formatCode="0.00" sourceLinked="1"/>
        <c:majorTickMark val="out"/>
        <c:minorTickMark val="none"/>
        <c:tickLblPos val="nextTo"/>
        <c:crossAx val="130853888"/>
        <c:crosses val="max"/>
        <c:crossBetween val="between"/>
      </c:valAx>
      <c:dateAx>
        <c:axId val="130853888"/>
        <c:scaling>
          <c:orientation val="minMax"/>
        </c:scaling>
        <c:delete val="0"/>
        <c:axPos val="b"/>
        <c:numFmt formatCode="m/d/yyyy" sourceLinked="1"/>
        <c:majorTickMark val="out"/>
        <c:minorTickMark val="none"/>
        <c:tickLblPos val="nextTo"/>
        <c:crossAx val="130852352"/>
        <c:crosses val="autoZero"/>
        <c:auto val="1"/>
        <c:lblOffset val="100"/>
        <c:baseTimeUnit val="months"/>
        <c:majorUnit val="24"/>
        <c:majorTimeUnit val="months"/>
      </c:dateAx>
    </c:plotArea>
    <c:legend>
      <c:legendPos val="r"/>
      <c:layout>
        <c:manualLayout>
          <c:xMode val="edge"/>
          <c:yMode val="edge"/>
          <c:x val="0.69777509707408181"/>
          <c:y val="3.5891276481928198E-2"/>
          <c:w val="0.2518611203495818"/>
          <c:h val="0.20278773075486742"/>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real.smm</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0.0%</c:formatCode>
                <c:ptCount val="193"/>
                <c:pt idx="0">
                  <c:v>1.2330393867013701E-2</c:v>
                </c:pt>
                <c:pt idx="1">
                  <c:v>1.1567186821252301E-2</c:v>
                </c:pt>
                <c:pt idx="2">
                  <c:v>2.3034565077320501E-2</c:v>
                </c:pt>
                <c:pt idx="3">
                  <c:v>2.8020803300395799E-2</c:v>
                </c:pt>
                <c:pt idx="4">
                  <c:v>2.2700819861577199E-2</c:v>
                </c:pt>
                <c:pt idx="5">
                  <c:v>1.9253794533869901E-2</c:v>
                </c:pt>
                <c:pt idx="6">
                  <c:v>1.9464447769647002E-2</c:v>
                </c:pt>
                <c:pt idx="7">
                  <c:v>1.98677660874143E-2</c:v>
                </c:pt>
                <c:pt idx="8">
                  <c:v>1.9218368111118499E-2</c:v>
                </c:pt>
                <c:pt idx="9">
                  <c:v>1.92853402843246E-2</c:v>
                </c:pt>
                <c:pt idx="10">
                  <c:v>2.75051984612571E-2</c:v>
                </c:pt>
                <c:pt idx="11">
                  <c:v>3.12073232171684E-2</c:v>
                </c:pt>
                <c:pt idx="12">
                  <c:v>3.0639750033463399E-2</c:v>
                </c:pt>
                <c:pt idx="13">
                  <c:v>2.0579795320494199E-2</c:v>
                </c:pt>
                <c:pt idx="14">
                  <c:v>2.0059851970363699E-2</c:v>
                </c:pt>
                <c:pt idx="15">
                  <c:v>2.0602786526585998E-2</c:v>
                </c:pt>
                <c:pt idx="16">
                  <c:v>1.6200770075270099E-2</c:v>
                </c:pt>
                <c:pt idx="17">
                  <c:v>1.44783716203971E-2</c:v>
                </c:pt>
                <c:pt idx="18">
                  <c:v>1.4442807068932599E-2</c:v>
                </c:pt>
                <c:pt idx="19">
                  <c:v>1.10846226307529E-2</c:v>
                </c:pt>
                <c:pt idx="20">
                  <c:v>9.8050376329836507E-3</c:v>
                </c:pt>
                <c:pt idx="21">
                  <c:v>7.7776505285868797E-3</c:v>
                </c:pt>
                <c:pt idx="22">
                  <c:v>7.0222822303299499E-3</c:v>
                </c:pt>
                <c:pt idx="23">
                  <c:v>6.6748483637007801E-3</c:v>
                </c:pt>
                <c:pt idx="24">
                  <c:v>6.7218369333155604E-3</c:v>
                </c:pt>
                <c:pt idx="25">
                  <c:v>4.8757257874118996E-3</c:v>
                </c:pt>
                <c:pt idx="26">
                  <c:v>5.4204286789339097E-3</c:v>
                </c:pt>
                <c:pt idx="27">
                  <c:v>6.83497614334187E-3</c:v>
                </c:pt>
                <c:pt idx="28">
                  <c:v>6.4935338876731504E-3</c:v>
                </c:pt>
                <c:pt idx="29">
                  <c:v>7.8059744268061402E-3</c:v>
                </c:pt>
                <c:pt idx="30">
                  <c:v>8.3079725457109507E-3</c:v>
                </c:pt>
                <c:pt idx="31">
                  <c:v>7.3968224093583397E-3</c:v>
                </c:pt>
                <c:pt idx="32">
                  <c:v>8.1106607282999295E-3</c:v>
                </c:pt>
                <c:pt idx="33">
                  <c:v>7.1366907527501003E-3</c:v>
                </c:pt>
                <c:pt idx="34">
                  <c:v>7.5151753794758204E-3</c:v>
                </c:pt>
                <c:pt idx="35">
                  <c:v>7.4208164565596297E-3</c:v>
                </c:pt>
                <c:pt idx="36">
                  <c:v>7.5477659833917601E-3</c:v>
                </c:pt>
                <c:pt idx="37">
                  <c:v>1.0840250665636099E-2</c:v>
                </c:pt>
                <c:pt idx="38">
                  <c:v>1.6477199638226501E-2</c:v>
                </c:pt>
                <c:pt idx="39">
                  <c:v>2.29325847657867E-2</c:v>
                </c:pt>
                <c:pt idx="40">
                  <c:v>2.36109906665662E-2</c:v>
                </c:pt>
                <c:pt idx="41">
                  <c:v>2.49157078329004E-2</c:v>
                </c:pt>
                <c:pt idx="42">
                  <c:v>2.1725385930005201E-2</c:v>
                </c:pt>
                <c:pt idx="43">
                  <c:v>2.00262157964235E-2</c:v>
                </c:pt>
                <c:pt idx="44">
                  <c:v>2.06806788851219E-2</c:v>
                </c:pt>
                <c:pt idx="45">
                  <c:v>1.81468645851399E-2</c:v>
                </c:pt>
                <c:pt idx="46">
                  <c:v>2.91733190072954E-2</c:v>
                </c:pt>
                <c:pt idx="47">
                  <c:v>3.6913004409929798E-2</c:v>
                </c:pt>
                <c:pt idx="48">
                  <c:v>3.9783689811958699E-2</c:v>
                </c:pt>
                <c:pt idx="49">
                  <c:v>2.8113133894652399E-2</c:v>
                </c:pt>
                <c:pt idx="50">
                  <c:v>2.3044042749649302E-2</c:v>
                </c:pt>
                <c:pt idx="51">
                  <c:v>2.4156558201845799E-2</c:v>
                </c:pt>
                <c:pt idx="52">
                  <c:v>2.0678489973468901E-2</c:v>
                </c:pt>
                <c:pt idx="53">
                  <c:v>1.8640691118050199E-2</c:v>
                </c:pt>
                <c:pt idx="54">
                  <c:v>1.8414572503238798E-2</c:v>
                </c:pt>
                <c:pt idx="55">
                  <c:v>2.4938581644137699E-2</c:v>
                </c:pt>
                <c:pt idx="56">
                  <c:v>3.5206302138264103E-2</c:v>
                </c:pt>
                <c:pt idx="57">
                  <c:v>4.3156078811892998E-2</c:v>
                </c:pt>
                <c:pt idx="58">
                  <c:v>5.6806338069857298E-2</c:v>
                </c:pt>
                <c:pt idx="59">
                  <c:v>5.3697099884440602E-2</c:v>
                </c:pt>
                <c:pt idx="60">
                  <c:v>5.5677167497944498E-2</c:v>
                </c:pt>
                <c:pt idx="61">
                  <c:v>4.9163403743998899E-2</c:v>
                </c:pt>
                <c:pt idx="62">
                  <c:v>4.76073448051091E-2</c:v>
                </c:pt>
                <c:pt idx="63">
                  <c:v>5.4913721350532498E-2</c:v>
                </c:pt>
                <c:pt idx="64">
                  <c:v>6.3262697158622705E-2</c:v>
                </c:pt>
                <c:pt idx="65">
                  <c:v>5.61325251692616E-2</c:v>
                </c:pt>
                <c:pt idx="66">
                  <c:v>6.4295518170044294E-2</c:v>
                </c:pt>
                <c:pt idx="67">
                  <c:v>8.03539440793265E-2</c:v>
                </c:pt>
                <c:pt idx="68">
                  <c:v>6.4496510973466398E-2</c:v>
                </c:pt>
                <c:pt idx="69">
                  <c:v>4.2632615693527699E-2</c:v>
                </c:pt>
                <c:pt idx="70">
                  <c:v>3.00777911303204E-2</c:v>
                </c:pt>
                <c:pt idx="71">
                  <c:v>2.1559377184918901E-2</c:v>
                </c:pt>
                <c:pt idx="72">
                  <c:v>2.1913719499470099E-2</c:v>
                </c:pt>
                <c:pt idx="73">
                  <c:v>1.7069093274332901E-2</c:v>
                </c:pt>
                <c:pt idx="74">
                  <c:v>2.3021090194904701E-2</c:v>
                </c:pt>
                <c:pt idx="75">
                  <c:v>3.1445630185289897E-2</c:v>
                </c:pt>
                <c:pt idx="76">
                  <c:v>3.8455301210994698E-2</c:v>
                </c:pt>
                <c:pt idx="77">
                  <c:v>2.7419997411013902E-2</c:v>
                </c:pt>
                <c:pt idx="78">
                  <c:v>2.2091504785971501E-2</c:v>
                </c:pt>
                <c:pt idx="79">
                  <c:v>1.73613168320885E-2</c:v>
                </c:pt>
                <c:pt idx="80">
                  <c:v>1.8176225571329901E-2</c:v>
                </c:pt>
                <c:pt idx="81">
                  <c:v>1.8289861184820001E-2</c:v>
                </c:pt>
                <c:pt idx="82">
                  <c:v>1.9250845799608899E-2</c:v>
                </c:pt>
                <c:pt idx="83">
                  <c:v>2.04650805405075E-2</c:v>
                </c:pt>
                <c:pt idx="84">
                  <c:v>2.05859323860751E-2</c:v>
                </c:pt>
                <c:pt idx="85">
                  <c:v>1.5652194963027999E-2</c:v>
                </c:pt>
                <c:pt idx="86">
                  <c:v>1.6449775310363599E-2</c:v>
                </c:pt>
                <c:pt idx="87">
                  <c:v>2.27382367693073E-2</c:v>
                </c:pt>
                <c:pt idx="88">
                  <c:v>1.7435283716829699E-2</c:v>
                </c:pt>
                <c:pt idx="89">
                  <c:v>1.78822067173895E-2</c:v>
                </c:pt>
                <c:pt idx="90">
                  <c:v>2.1280520000383201E-2</c:v>
                </c:pt>
                <c:pt idx="91">
                  <c:v>2.20717755098279E-2</c:v>
                </c:pt>
                <c:pt idx="92">
                  <c:v>2.3098833388609401E-2</c:v>
                </c:pt>
                <c:pt idx="93">
                  <c:v>1.83658095506447E-2</c:v>
                </c:pt>
                <c:pt idx="94">
                  <c:v>1.7223451692818099E-2</c:v>
                </c:pt>
                <c:pt idx="95">
                  <c:v>1.4127878886294701E-2</c:v>
                </c:pt>
                <c:pt idx="96">
                  <c:v>1.25008324568607E-2</c:v>
                </c:pt>
                <c:pt idx="97">
                  <c:v>9.5743277319659901E-3</c:v>
                </c:pt>
                <c:pt idx="98">
                  <c:v>9.9530491425178797E-3</c:v>
                </c:pt>
                <c:pt idx="99">
                  <c:v>1.22409568274608E-2</c:v>
                </c:pt>
                <c:pt idx="100">
                  <c:v>1.02473395782677E-2</c:v>
                </c:pt>
                <c:pt idx="101">
                  <c:v>1.1335190037284001E-2</c:v>
                </c:pt>
                <c:pt idx="102">
                  <c:v>1.1170696514862201E-2</c:v>
                </c:pt>
                <c:pt idx="103">
                  <c:v>9.4896790190770706E-3</c:v>
                </c:pt>
                <c:pt idx="104">
                  <c:v>1.0336688726559301E-2</c:v>
                </c:pt>
                <c:pt idx="105">
                  <c:v>9.2138285671994804E-3</c:v>
                </c:pt>
                <c:pt idx="106">
                  <c:v>1.0417155501808601E-2</c:v>
                </c:pt>
                <c:pt idx="107">
                  <c:v>9.6409869771414795E-3</c:v>
                </c:pt>
                <c:pt idx="108">
                  <c:v>1.06401153341896E-2</c:v>
                </c:pt>
                <c:pt idx="109">
                  <c:v>1.01598085792964E-2</c:v>
                </c:pt>
                <c:pt idx="110">
                  <c:v>8.9006903045201306E-3</c:v>
                </c:pt>
                <c:pt idx="111">
                  <c:v>1.0457229980978301E-2</c:v>
                </c:pt>
                <c:pt idx="112">
                  <c:v>1.0479199913911001E-2</c:v>
                </c:pt>
                <c:pt idx="113">
                  <c:v>1.05755852490687E-2</c:v>
                </c:pt>
                <c:pt idx="114">
                  <c:v>9.7409222357999602E-3</c:v>
                </c:pt>
                <c:pt idx="115">
                  <c:v>8.6782883383173508E-3</c:v>
                </c:pt>
                <c:pt idx="116">
                  <c:v>8.0356624533304902E-3</c:v>
                </c:pt>
                <c:pt idx="117">
                  <c:v>6.4200824616090103E-3</c:v>
                </c:pt>
                <c:pt idx="118">
                  <c:v>7.3336834061116301E-3</c:v>
                </c:pt>
                <c:pt idx="119">
                  <c:v>6.7070498427932697E-3</c:v>
                </c:pt>
                <c:pt idx="120">
                  <c:v>7.8511577311641406E-3</c:v>
                </c:pt>
                <c:pt idx="121">
                  <c:v>8.3968446107670607E-3</c:v>
                </c:pt>
                <c:pt idx="122">
                  <c:v>1.48936699288025E-2</c:v>
                </c:pt>
                <c:pt idx="123">
                  <c:v>1.28181493450822E-2</c:v>
                </c:pt>
                <c:pt idx="124">
                  <c:v>1.15768753326433E-2</c:v>
                </c:pt>
                <c:pt idx="125">
                  <c:v>9.0338774306050196E-3</c:v>
                </c:pt>
                <c:pt idx="126">
                  <c:v>7.77432774025082E-3</c:v>
                </c:pt>
                <c:pt idx="127">
                  <c:v>6.6004039400262898E-3</c:v>
                </c:pt>
                <c:pt idx="128">
                  <c:v>5.5792093501980397E-3</c:v>
                </c:pt>
                <c:pt idx="129">
                  <c:v>5.3676740460332399E-3</c:v>
                </c:pt>
                <c:pt idx="130">
                  <c:v>6.7231422133686098E-3</c:v>
                </c:pt>
                <c:pt idx="131">
                  <c:v>4.4267910176146903E-3</c:v>
                </c:pt>
                <c:pt idx="132" formatCode="0.00%">
                  <c:v>7.2316044706537599E-3</c:v>
                </c:pt>
                <c:pt idx="133" formatCode="0.00%">
                  <c:v>1.5667618886560101E-2</c:v>
                </c:pt>
                <c:pt idx="134" formatCode="0.00%">
                  <c:v>2.1778870767144701E-2</c:v>
                </c:pt>
                <c:pt idx="135" formatCode="0.00%">
                  <c:v>2.0914473414622901E-2</c:v>
                </c:pt>
                <c:pt idx="136" formatCode="0.00%">
                  <c:v>2.06237030472874E-2</c:v>
                </c:pt>
                <c:pt idx="137" formatCode="0.00%">
                  <c:v>2.284655293108E-2</c:v>
                </c:pt>
                <c:pt idx="138" formatCode="0.00%">
                  <c:v>2.16472984329227E-2</c:v>
                </c:pt>
                <c:pt idx="139" formatCode="0.00%">
                  <c:v>1.6631113200736399E-2</c:v>
                </c:pt>
                <c:pt idx="140" formatCode="0.00%">
                  <c:v>1.3268391338933601E-2</c:v>
                </c:pt>
                <c:pt idx="141" formatCode="0.00%">
                  <c:v>1.18102361563389E-2</c:v>
                </c:pt>
                <c:pt idx="142" formatCode="0.00%">
                  <c:v>1.38915387807131E-2</c:v>
                </c:pt>
                <c:pt idx="143" formatCode="0.00%">
                  <c:v>1.2937710567058801E-2</c:v>
                </c:pt>
                <c:pt idx="144" formatCode="0.00%">
                  <c:v>1.65920131744982E-2</c:v>
                </c:pt>
                <c:pt idx="145" formatCode="0.00%">
                  <c:v>1.3883053103590601E-2</c:v>
                </c:pt>
                <c:pt idx="146" formatCode="0.00%">
                  <c:v>1.3135596768069401E-2</c:v>
                </c:pt>
                <c:pt idx="147" formatCode="0.00%">
                  <c:v>2.67074887944239E-2</c:v>
                </c:pt>
                <c:pt idx="148" formatCode="0.00%">
                  <c:v>2.8061556195059199E-2</c:v>
                </c:pt>
                <c:pt idx="149" formatCode="0.00%">
                  <c:v>2.71111061347078E-2</c:v>
                </c:pt>
                <c:pt idx="150" formatCode="0.00%">
                  <c:v>1.5874768706189299E-2</c:v>
                </c:pt>
                <c:pt idx="151" formatCode="0.00%">
                  <c:v>1.6934824960705499E-2</c:v>
                </c:pt>
                <c:pt idx="152" formatCode="0.00%">
                  <c:v>2.2129788030518301E-2</c:v>
                </c:pt>
                <c:pt idx="153" formatCode="0.00%">
                  <c:v>2.3572098120311899E-2</c:v>
                </c:pt>
                <c:pt idx="154" formatCode="0.00%">
                  <c:v>2.43362758693049E-2</c:v>
                </c:pt>
                <c:pt idx="155" formatCode="0.00%">
                  <c:v>2.59075046054353E-2</c:v>
                </c:pt>
                <c:pt idx="156" formatCode="0.00%">
                  <c:v>2.45205260028716E-2</c:v>
                </c:pt>
                <c:pt idx="157" formatCode="0.00%">
                  <c:v>1.78765518280815E-2</c:v>
                </c:pt>
                <c:pt idx="158" formatCode="0.00%">
                  <c:v>1.38982670356207E-2</c:v>
                </c:pt>
                <c:pt idx="159" formatCode="0.00%">
                  <c:v>1.3852181763918199E-2</c:v>
                </c:pt>
                <c:pt idx="160" formatCode="0.00%">
                  <c:v>1.19174247525109E-2</c:v>
                </c:pt>
                <c:pt idx="161" formatCode="0.00%">
                  <c:v>1.14954047317729E-2</c:v>
                </c:pt>
                <c:pt idx="162" formatCode="0.00%">
                  <c:v>1.33276675356791E-2</c:v>
                </c:pt>
                <c:pt idx="163" formatCode="0.00%">
                  <c:v>1.3370403265554401E-2</c:v>
                </c:pt>
                <c:pt idx="164" formatCode="0.00%">
                  <c:v>1.5216219051158201E-2</c:v>
                </c:pt>
                <c:pt idx="165" formatCode="0.00%">
                  <c:v>1.9839052541745599E-2</c:v>
                </c:pt>
                <c:pt idx="166" formatCode="0.00%">
                  <c:v>2.3041779857172699E-2</c:v>
                </c:pt>
                <c:pt idx="167" formatCode="0.00%">
                  <c:v>2.38859330032943E-2</c:v>
                </c:pt>
                <c:pt idx="168" formatCode="0.00%">
                  <c:v>2.2174685007662301E-2</c:v>
                </c:pt>
                <c:pt idx="169" formatCode="0.00%">
                  <c:v>2.0093194548302201E-2</c:v>
                </c:pt>
                <c:pt idx="170" formatCode="0.00%">
                  <c:v>2.3624786376561301E-2</c:v>
                </c:pt>
                <c:pt idx="171" formatCode="0.00%">
                  <c:v>2.45952758618861E-2</c:v>
                </c:pt>
                <c:pt idx="172" formatCode="0.00%">
                  <c:v>2.2268073513147701E-2</c:v>
                </c:pt>
                <c:pt idx="173" formatCode="0.00%">
                  <c:v>2.34935277596835E-2</c:v>
                </c:pt>
                <c:pt idx="174" formatCode="0.00%">
                  <c:v>2.45112118589071E-2</c:v>
                </c:pt>
                <c:pt idx="175" formatCode="0.00%">
                  <c:v>2.7018965204706199E-2</c:v>
                </c:pt>
                <c:pt idx="176" formatCode="0.00%">
                  <c:v>3.06819332137565E-2</c:v>
                </c:pt>
                <c:pt idx="177" formatCode="0.00%">
                  <c:v>2.6990148633761198E-2</c:v>
                </c:pt>
                <c:pt idx="178" formatCode="0.00%">
                  <c:v>3.0960543723815799E-2</c:v>
                </c:pt>
                <c:pt idx="179" formatCode="0.00%">
                  <c:v>2.8797195070999201E-2</c:v>
                </c:pt>
                <c:pt idx="180" formatCode="0.00%">
                  <c:v>3.0104595705553201E-2</c:v>
                </c:pt>
                <c:pt idx="181" formatCode="0.00%">
                  <c:v>2.8749037189710398E-2</c:v>
                </c:pt>
                <c:pt idx="182" formatCode="0.00%">
                  <c:v>2.4825859986915701E-2</c:v>
                </c:pt>
                <c:pt idx="183" formatCode="0.00%">
                  <c:v>2.5011169771391301E-2</c:v>
                </c:pt>
                <c:pt idx="184" formatCode="0.00%">
                  <c:v>2.4709625362173901E-2</c:v>
                </c:pt>
                <c:pt idx="185" formatCode="0.00%">
                  <c:v>2.5864671830506E-2</c:v>
                </c:pt>
                <c:pt idx="186" formatCode="0.00%">
                  <c:v>2.3149614540011298E-2</c:v>
                </c:pt>
                <c:pt idx="187" formatCode="0.00%">
                  <c:v>2.08486915972537E-2</c:v>
                </c:pt>
                <c:pt idx="188" formatCode="0.00%">
                  <c:v>1.6214162033746701E-2</c:v>
                </c:pt>
                <c:pt idx="189" formatCode="0.00%">
                  <c:v>1.19165362838385E-2</c:v>
                </c:pt>
                <c:pt idx="190" formatCode="0.00%">
                  <c:v>1.1122089750733101E-2</c:v>
                </c:pt>
                <c:pt idx="191" formatCode="0.00%">
                  <c:v>9.9250279799709597E-3</c:v>
                </c:pt>
                <c:pt idx="192" formatCode="0.00%">
                  <c:v>1.00890540946718E-2</c:v>
                </c:pt>
              </c:numCache>
            </c:numRef>
          </c:val>
          <c:smooth val="1"/>
        </c:ser>
        <c:ser>
          <c:idx val="1"/>
          <c:order val="1"/>
          <c:tx>
            <c:strRef>
              <c:f>Sheet1!$C$1</c:f>
              <c:strCache>
                <c:ptCount val="1"/>
                <c:pt idx="0">
                  <c:v>model.smm</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0.0%</c:formatCode>
                <c:ptCount val="193"/>
                <c:pt idx="0">
                  <c:v>1.5772848035303322E-2</c:v>
                </c:pt>
                <c:pt idx="1">
                  <c:v>1.477035467095468E-2</c:v>
                </c:pt>
                <c:pt idx="2">
                  <c:v>1.7574240873357322E-2</c:v>
                </c:pt>
                <c:pt idx="3">
                  <c:v>1.9438136332137979E-2</c:v>
                </c:pt>
                <c:pt idx="4">
                  <c:v>1.9139432785027475E-2</c:v>
                </c:pt>
                <c:pt idx="5">
                  <c:v>1.9962874664945923E-2</c:v>
                </c:pt>
                <c:pt idx="6">
                  <c:v>1.9918433109283387E-2</c:v>
                </c:pt>
                <c:pt idx="7">
                  <c:v>2.1501074937345654E-2</c:v>
                </c:pt>
                <c:pt idx="8">
                  <c:v>2.2325413632458421E-2</c:v>
                </c:pt>
                <c:pt idx="9">
                  <c:v>2.1418104055352494E-2</c:v>
                </c:pt>
                <c:pt idx="10">
                  <c:v>2.4845151312163687E-2</c:v>
                </c:pt>
                <c:pt idx="11">
                  <c:v>2.7668797831454713E-2</c:v>
                </c:pt>
                <c:pt idx="12">
                  <c:v>2.542144251062348E-2</c:v>
                </c:pt>
                <c:pt idx="13">
                  <c:v>2.4738026731734253E-2</c:v>
                </c:pt>
                <c:pt idx="14">
                  <c:v>2.2537350192321788E-2</c:v>
                </c:pt>
                <c:pt idx="15">
                  <c:v>2.1964840949529336E-2</c:v>
                </c:pt>
                <c:pt idx="16">
                  <c:v>1.894812488094097E-2</c:v>
                </c:pt>
                <c:pt idx="17">
                  <c:v>2.095404717313263E-2</c:v>
                </c:pt>
                <c:pt idx="18">
                  <c:v>1.7683385828638609E-2</c:v>
                </c:pt>
                <c:pt idx="19">
                  <c:v>1.2444831621226117E-2</c:v>
                </c:pt>
                <c:pt idx="20">
                  <c:v>1.1982876322534156E-2</c:v>
                </c:pt>
                <c:pt idx="21">
                  <c:v>8.8757719172813387E-3</c:v>
                </c:pt>
                <c:pt idx="22">
                  <c:v>9.3967815563635246E-3</c:v>
                </c:pt>
                <c:pt idx="23">
                  <c:v>8.877187911567835E-3</c:v>
                </c:pt>
                <c:pt idx="24">
                  <c:v>9.8726725457698849E-3</c:v>
                </c:pt>
                <c:pt idx="25">
                  <c:v>7.6111160531595404E-3</c:v>
                </c:pt>
                <c:pt idx="26">
                  <c:v>6.857634851923762E-3</c:v>
                </c:pt>
                <c:pt idx="27">
                  <c:v>7.6814715869333782E-3</c:v>
                </c:pt>
                <c:pt idx="28">
                  <c:v>8.4437097148774079E-3</c:v>
                </c:pt>
                <c:pt idx="29">
                  <c:v>9.0951426881037481E-3</c:v>
                </c:pt>
                <c:pt idx="30">
                  <c:v>8.5474360981205276E-3</c:v>
                </c:pt>
                <c:pt idx="31">
                  <c:v>9.0063407459355961E-3</c:v>
                </c:pt>
                <c:pt idx="32">
                  <c:v>9.8123400556399953E-3</c:v>
                </c:pt>
                <c:pt idx="33">
                  <c:v>9.5045549140788371E-3</c:v>
                </c:pt>
                <c:pt idx="34">
                  <c:v>9.8962398309022735E-3</c:v>
                </c:pt>
                <c:pt idx="35">
                  <c:v>1.0671643535288544E-2</c:v>
                </c:pt>
                <c:pt idx="36">
                  <c:v>1.1782957925353044E-2</c:v>
                </c:pt>
                <c:pt idx="37">
                  <c:v>1.5509010081306739E-2</c:v>
                </c:pt>
                <c:pt idx="38">
                  <c:v>2.3842140451856737E-2</c:v>
                </c:pt>
                <c:pt idx="39">
                  <c:v>2.4671336493937476E-2</c:v>
                </c:pt>
                <c:pt idx="40">
                  <c:v>2.8441720950784514E-2</c:v>
                </c:pt>
                <c:pt idx="41">
                  <c:v>2.4943151300061826E-2</c:v>
                </c:pt>
                <c:pt idx="42">
                  <c:v>2.2415325599312839E-2</c:v>
                </c:pt>
                <c:pt idx="43">
                  <c:v>2.0888584702284416E-2</c:v>
                </c:pt>
                <c:pt idx="44">
                  <c:v>2.1601182635484363E-2</c:v>
                </c:pt>
                <c:pt idx="45">
                  <c:v>2.3819274293669535E-2</c:v>
                </c:pt>
                <c:pt idx="46">
                  <c:v>2.6416763101342979E-2</c:v>
                </c:pt>
                <c:pt idx="47">
                  <c:v>3.0979065959249621E-2</c:v>
                </c:pt>
                <c:pt idx="48">
                  <c:v>2.9695983221877869E-2</c:v>
                </c:pt>
                <c:pt idx="49">
                  <c:v>1.6662753534224754E-2</c:v>
                </c:pt>
                <c:pt idx="50">
                  <c:v>1.7639405393378382E-2</c:v>
                </c:pt>
                <c:pt idx="51">
                  <c:v>2.1335524328281862E-2</c:v>
                </c:pt>
                <c:pt idx="52">
                  <c:v>1.8779240598581382E-2</c:v>
                </c:pt>
                <c:pt idx="53">
                  <c:v>1.9342986938251726E-2</c:v>
                </c:pt>
                <c:pt idx="54">
                  <c:v>2.3695214368040205E-2</c:v>
                </c:pt>
                <c:pt idx="55">
                  <c:v>2.8434059743210449E-2</c:v>
                </c:pt>
                <c:pt idx="56">
                  <c:v>3.4045040521714663E-2</c:v>
                </c:pt>
                <c:pt idx="57">
                  <c:v>3.9951449105684822E-2</c:v>
                </c:pt>
                <c:pt idx="58">
                  <c:v>4.6527957809353357E-2</c:v>
                </c:pt>
                <c:pt idx="59">
                  <c:v>4.9008680599394713E-2</c:v>
                </c:pt>
                <c:pt idx="60">
                  <c:v>5.3889589762734155E-2</c:v>
                </c:pt>
                <c:pt idx="61">
                  <c:v>5.3933546107661955E-2</c:v>
                </c:pt>
                <c:pt idx="62">
                  <c:v>5.5807515251448593E-2</c:v>
                </c:pt>
                <c:pt idx="63">
                  <c:v>5.6810160691367607E-2</c:v>
                </c:pt>
                <c:pt idx="64">
                  <c:v>5.5026014959151673E-2</c:v>
                </c:pt>
                <c:pt idx="65">
                  <c:v>4.6810801018447312E-2</c:v>
                </c:pt>
                <c:pt idx="66">
                  <c:v>5.5388424894914211E-2</c:v>
                </c:pt>
                <c:pt idx="67">
                  <c:v>6.7875042966580743E-2</c:v>
                </c:pt>
                <c:pt idx="68">
                  <c:v>5.4195515227036133E-2</c:v>
                </c:pt>
                <c:pt idx="69">
                  <c:v>2.0846525839595849E-2</c:v>
                </c:pt>
                <c:pt idx="70">
                  <c:v>1.9233593236077647E-2</c:v>
                </c:pt>
                <c:pt idx="71">
                  <c:v>2.1595821905130139E-2</c:v>
                </c:pt>
                <c:pt idx="72">
                  <c:v>2.1667802781895423E-2</c:v>
                </c:pt>
                <c:pt idx="73">
                  <c:v>2.0305673475814991E-2</c:v>
                </c:pt>
                <c:pt idx="74">
                  <c:v>2.4618834583540784E-2</c:v>
                </c:pt>
                <c:pt idx="75">
                  <c:v>2.7863008847475786E-2</c:v>
                </c:pt>
                <c:pt idx="76">
                  <c:v>3.4473660226502584E-2</c:v>
                </c:pt>
                <c:pt idx="77">
                  <c:v>2.3039069665867301E-2</c:v>
                </c:pt>
                <c:pt idx="78">
                  <c:v>1.4592734247678379E-2</c:v>
                </c:pt>
                <c:pt idx="79">
                  <c:v>1.4056547336418111E-2</c:v>
                </c:pt>
                <c:pt idx="80">
                  <c:v>1.8144593436474808E-2</c:v>
                </c:pt>
                <c:pt idx="81">
                  <c:v>2.0159511521755186E-2</c:v>
                </c:pt>
                <c:pt idx="82">
                  <c:v>2.3029768140246341E-2</c:v>
                </c:pt>
                <c:pt idx="83">
                  <c:v>2.3161599045103717E-2</c:v>
                </c:pt>
                <c:pt idx="84">
                  <c:v>2.3955498076100451E-2</c:v>
                </c:pt>
                <c:pt idx="85">
                  <c:v>2.1212174084273078E-2</c:v>
                </c:pt>
                <c:pt idx="86">
                  <c:v>2.1702872849435555E-2</c:v>
                </c:pt>
                <c:pt idx="87">
                  <c:v>2.6309982270135659E-2</c:v>
                </c:pt>
                <c:pt idx="88">
                  <c:v>1.7946399877547425E-2</c:v>
                </c:pt>
                <c:pt idx="89">
                  <c:v>2.0428443265902485E-2</c:v>
                </c:pt>
                <c:pt idx="90">
                  <c:v>2.3667510180142574E-2</c:v>
                </c:pt>
                <c:pt idx="91">
                  <c:v>2.9011168387283182E-2</c:v>
                </c:pt>
                <c:pt idx="92">
                  <c:v>2.6086352600915096E-2</c:v>
                </c:pt>
                <c:pt idx="93">
                  <c:v>2.0736139793720298E-2</c:v>
                </c:pt>
                <c:pt idx="94">
                  <c:v>2.0667802517584388E-2</c:v>
                </c:pt>
                <c:pt idx="95">
                  <c:v>1.3994141319118707E-2</c:v>
                </c:pt>
                <c:pt idx="96">
                  <c:v>1.0112667668303214E-2</c:v>
                </c:pt>
                <c:pt idx="97">
                  <c:v>9.2609662363574395E-3</c:v>
                </c:pt>
                <c:pt idx="98">
                  <c:v>1.1007653178004551E-2</c:v>
                </c:pt>
                <c:pt idx="99">
                  <c:v>1.0957114544564005E-2</c:v>
                </c:pt>
                <c:pt idx="100">
                  <c:v>1.0843007122106351E-2</c:v>
                </c:pt>
                <c:pt idx="101">
                  <c:v>9.4386319533871291E-3</c:v>
                </c:pt>
                <c:pt idx="102">
                  <c:v>9.4136552927709827E-3</c:v>
                </c:pt>
                <c:pt idx="103">
                  <c:v>8.5694158322841274E-3</c:v>
                </c:pt>
                <c:pt idx="104">
                  <c:v>8.4729632855741945E-3</c:v>
                </c:pt>
                <c:pt idx="105">
                  <c:v>9.0049751365167928E-3</c:v>
                </c:pt>
                <c:pt idx="106">
                  <c:v>9.7279767830350909E-3</c:v>
                </c:pt>
                <c:pt idx="107">
                  <c:v>9.7854436915451089E-3</c:v>
                </c:pt>
                <c:pt idx="108">
                  <c:v>1.1074423227299564E-2</c:v>
                </c:pt>
                <c:pt idx="109">
                  <c:v>1.0778216157586078E-2</c:v>
                </c:pt>
                <c:pt idx="110">
                  <c:v>9.6444942629681993E-3</c:v>
                </c:pt>
                <c:pt idx="111">
                  <c:v>1.0181020618377893E-2</c:v>
                </c:pt>
                <c:pt idx="112">
                  <c:v>1.1955007022769143E-2</c:v>
                </c:pt>
                <c:pt idx="113">
                  <c:v>1.1500905764623077E-2</c:v>
                </c:pt>
                <c:pt idx="114">
                  <c:v>1.134724113719552E-2</c:v>
                </c:pt>
                <c:pt idx="115">
                  <c:v>8.0321361035498879E-3</c:v>
                </c:pt>
                <c:pt idx="116">
                  <c:v>7.9124846687914883E-3</c:v>
                </c:pt>
                <c:pt idx="117">
                  <c:v>7.3536258282290174E-3</c:v>
                </c:pt>
                <c:pt idx="118">
                  <c:v>7.9838944974749901E-3</c:v>
                </c:pt>
                <c:pt idx="119">
                  <c:v>7.3780991268833753E-3</c:v>
                </c:pt>
                <c:pt idx="120">
                  <c:v>8.6733172017020663E-3</c:v>
                </c:pt>
                <c:pt idx="121">
                  <c:v>7.4348711189335722E-3</c:v>
                </c:pt>
                <c:pt idx="122">
                  <c:v>1.0093299743970059E-2</c:v>
                </c:pt>
                <c:pt idx="123">
                  <c:v>1.0407519822374697E-2</c:v>
                </c:pt>
                <c:pt idx="124">
                  <c:v>1.0731943560983483E-2</c:v>
                </c:pt>
                <c:pt idx="125">
                  <c:v>1.1759763799586818E-2</c:v>
                </c:pt>
                <c:pt idx="126">
                  <c:v>1.1226784851890569E-2</c:v>
                </c:pt>
                <c:pt idx="127">
                  <c:v>8.7178443395588001E-3</c:v>
                </c:pt>
                <c:pt idx="128">
                  <c:v>8.5947992217756744E-3</c:v>
                </c:pt>
                <c:pt idx="129">
                  <c:v>7.1058536302620896E-3</c:v>
                </c:pt>
                <c:pt idx="130">
                  <c:v>9.3365027108352414E-3</c:v>
                </c:pt>
                <c:pt idx="131">
                  <c:v>8.0350615284319939E-3</c:v>
                </c:pt>
                <c:pt idx="132">
                  <c:v>8.6730626998795489E-3</c:v>
                </c:pt>
                <c:pt idx="133">
                  <c:v>1.3084006348160628E-2</c:v>
                </c:pt>
                <c:pt idx="134">
                  <c:v>1.5388622434526449E-2</c:v>
                </c:pt>
                <c:pt idx="135">
                  <c:v>1.5964584730295522E-2</c:v>
                </c:pt>
                <c:pt idx="136">
                  <c:v>1.7510464926565626E-2</c:v>
                </c:pt>
                <c:pt idx="137">
                  <c:v>2.0059830132898897E-2</c:v>
                </c:pt>
                <c:pt idx="138">
                  <c:v>2.2583625709622971E-2</c:v>
                </c:pt>
                <c:pt idx="139">
                  <c:v>1.6383849372970088E-2</c:v>
                </c:pt>
                <c:pt idx="140">
                  <c:v>1.579663165755181E-2</c:v>
                </c:pt>
                <c:pt idx="141">
                  <c:v>1.4289645406012404E-2</c:v>
                </c:pt>
                <c:pt idx="142">
                  <c:v>1.5015780629419984E-2</c:v>
                </c:pt>
                <c:pt idx="143">
                  <c:v>1.5176200677368959E-2</c:v>
                </c:pt>
                <c:pt idx="144">
                  <c:v>1.5829928678214096E-2</c:v>
                </c:pt>
                <c:pt idx="145">
                  <c:v>1.3692034798096338E-2</c:v>
                </c:pt>
                <c:pt idx="146">
                  <c:v>1.3086586386933682E-2</c:v>
                </c:pt>
                <c:pt idx="147">
                  <c:v>1.4799405930473518E-2</c:v>
                </c:pt>
                <c:pt idx="148">
                  <c:v>1.5587590877265151E-2</c:v>
                </c:pt>
                <c:pt idx="149">
                  <c:v>1.4971776724887975E-2</c:v>
                </c:pt>
                <c:pt idx="150">
                  <c:v>1.6951758985647544E-2</c:v>
                </c:pt>
                <c:pt idx="151">
                  <c:v>1.7330474261818732E-2</c:v>
                </c:pt>
                <c:pt idx="152">
                  <c:v>1.8572386600198099E-2</c:v>
                </c:pt>
                <c:pt idx="153">
                  <c:v>1.7588314768186321E-2</c:v>
                </c:pt>
                <c:pt idx="154">
                  <c:v>1.7499635308081948E-2</c:v>
                </c:pt>
                <c:pt idx="155">
                  <c:v>1.7832372982747032E-2</c:v>
                </c:pt>
                <c:pt idx="156">
                  <c:v>1.9605678695160715E-2</c:v>
                </c:pt>
                <c:pt idx="157">
                  <c:v>1.5268373583767581E-2</c:v>
                </c:pt>
                <c:pt idx="158">
                  <c:v>1.3343949123211352E-2</c:v>
                </c:pt>
                <c:pt idx="159">
                  <c:v>1.2898215374729984E-2</c:v>
                </c:pt>
                <c:pt idx="160">
                  <c:v>1.4255797590614015E-2</c:v>
                </c:pt>
                <c:pt idx="161">
                  <c:v>1.4753662567277762E-2</c:v>
                </c:pt>
                <c:pt idx="162">
                  <c:v>1.6357237134049553E-2</c:v>
                </c:pt>
                <c:pt idx="163">
                  <c:v>1.6636372654172827E-2</c:v>
                </c:pt>
                <c:pt idx="164">
                  <c:v>1.6811137549343616E-2</c:v>
                </c:pt>
                <c:pt idx="165">
                  <c:v>1.6774086922515301E-2</c:v>
                </c:pt>
                <c:pt idx="166">
                  <c:v>1.7124481937516978E-2</c:v>
                </c:pt>
                <c:pt idx="167">
                  <c:v>1.6479386683841763E-2</c:v>
                </c:pt>
                <c:pt idx="168">
                  <c:v>1.6827050449228036E-2</c:v>
                </c:pt>
                <c:pt idx="169">
                  <c:v>1.5088725292786381E-2</c:v>
                </c:pt>
                <c:pt idx="170">
                  <c:v>1.5438178602995093E-2</c:v>
                </c:pt>
                <c:pt idx="171">
                  <c:v>1.8317495265080801E-2</c:v>
                </c:pt>
                <c:pt idx="172">
                  <c:v>1.9080333632701434E-2</c:v>
                </c:pt>
                <c:pt idx="173">
                  <c:v>1.8629771237915066E-2</c:v>
                </c:pt>
                <c:pt idx="174">
                  <c:v>1.9405648762921397E-2</c:v>
                </c:pt>
                <c:pt idx="175">
                  <c:v>1.934863208565725E-2</c:v>
                </c:pt>
                <c:pt idx="176">
                  <c:v>2.1063551361336912E-2</c:v>
                </c:pt>
                <c:pt idx="177">
                  <c:v>2.0352062881431449E-2</c:v>
                </c:pt>
                <c:pt idx="178">
                  <c:v>2.0717197713452221E-2</c:v>
                </c:pt>
                <c:pt idx="179">
                  <c:v>2.2650981509016462E-2</c:v>
                </c:pt>
                <c:pt idx="180">
                  <c:v>2.6165307979552715E-2</c:v>
                </c:pt>
                <c:pt idx="181">
                  <c:v>2.6858581318002603E-2</c:v>
                </c:pt>
                <c:pt idx="182">
                  <c:v>2.6971774341311143E-2</c:v>
                </c:pt>
                <c:pt idx="183">
                  <c:v>2.7009323390170915E-2</c:v>
                </c:pt>
                <c:pt idx="184">
                  <c:v>2.7733068845641921E-2</c:v>
                </c:pt>
                <c:pt idx="185">
                  <c:v>3.0059662121674172E-2</c:v>
                </c:pt>
                <c:pt idx="186">
                  <c:v>3.0232839455504503E-2</c:v>
                </c:pt>
                <c:pt idx="187">
                  <c:v>2.3008241460688254E-2</c:v>
                </c:pt>
                <c:pt idx="188">
                  <c:v>1.9463050128803748E-2</c:v>
                </c:pt>
                <c:pt idx="189">
                  <c:v>1.7104213816001211E-2</c:v>
                </c:pt>
                <c:pt idx="190">
                  <c:v>1.6481133012510966E-2</c:v>
                </c:pt>
                <c:pt idx="191">
                  <c:v>1.9287723839908746E-2</c:v>
                </c:pt>
                <c:pt idx="192">
                  <c:v>1.8631424405603371E-2</c:v>
                </c:pt>
              </c:numCache>
            </c:numRef>
          </c:val>
          <c:smooth val="1"/>
        </c:ser>
        <c:dLbls>
          <c:showLegendKey val="0"/>
          <c:showVal val="0"/>
          <c:showCatName val="0"/>
          <c:showSerName val="0"/>
          <c:showPercent val="0"/>
          <c:showBubbleSize val="0"/>
        </c:dLbls>
        <c:marker val="1"/>
        <c:smooth val="0"/>
        <c:axId val="130932096"/>
        <c:axId val="136123520"/>
      </c:lineChart>
      <c:dateAx>
        <c:axId val="130932096"/>
        <c:scaling>
          <c:orientation val="minMax"/>
        </c:scaling>
        <c:delete val="0"/>
        <c:axPos val="b"/>
        <c:numFmt formatCode="m/d/yyyy" sourceLinked="0"/>
        <c:majorTickMark val="out"/>
        <c:minorTickMark val="none"/>
        <c:tickLblPos val="nextTo"/>
        <c:spPr>
          <a:ln>
            <a:solidFill>
              <a:schemeClr val="tx2"/>
            </a:solidFill>
          </a:ln>
        </c:spPr>
        <c:txPr>
          <a:bodyPr/>
          <a:lstStyle/>
          <a:p>
            <a:pPr>
              <a:defRPr sz="900"/>
            </a:pPr>
            <a:endParaRPr lang="en-US"/>
          </a:p>
        </c:txPr>
        <c:crossAx val="136123520"/>
        <c:crosses val="autoZero"/>
        <c:auto val="1"/>
        <c:lblOffset val="100"/>
        <c:baseTimeUnit val="months"/>
        <c:majorUnit val="24"/>
        <c:majorTimeUnit val="months"/>
      </c:dateAx>
      <c:valAx>
        <c:axId val="136123520"/>
        <c:scaling>
          <c:orientation val="minMax"/>
        </c:scaling>
        <c:delete val="0"/>
        <c:axPos val="l"/>
        <c:title>
          <c:tx>
            <c:rich>
              <a:bodyPr rot="-5400000" vert="horz"/>
              <a:lstStyle/>
              <a:p>
                <a:pPr>
                  <a:defRPr/>
                </a:pPr>
                <a:r>
                  <a:rPr lang="en-US" dirty="0" smtClean="0"/>
                  <a:t>SMM</a:t>
                </a:r>
                <a:endParaRPr lang="en-US" dirty="0"/>
              </a:p>
            </c:rich>
          </c:tx>
          <c:overlay val="0"/>
        </c:title>
        <c:numFmt formatCode="0.0%" sourceLinked="1"/>
        <c:majorTickMark val="out"/>
        <c:minorTickMark val="none"/>
        <c:tickLblPos val="nextTo"/>
        <c:spPr>
          <a:ln>
            <a:solidFill>
              <a:schemeClr val="tx2"/>
            </a:solidFill>
          </a:ln>
        </c:spPr>
        <c:crossAx val="130932096"/>
        <c:crosses val="autoZero"/>
        <c:crossBetween val="midCat"/>
      </c:valAx>
    </c:plotArea>
    <c:legend>
      <c:legendPos val="r"/>
      <c:layout>
        <c:manualLayout>
          <c:xMode val="edge"/>
          <c:yMode val="edge"/>
          <c:x val="0.78737622907589533"/>
          <c:y val="0"/>
          <c:w val="0.15282829024231417"/>
          <c:h val="0.20278773075486742"/>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onePointRate</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General</c:formatCode>
                <c:ptCount val="193"/>
                <c:pt idx="0">
                  <c:v>7.09</c:v>
                </c:pt>
                <c:pt idx="1">
                  <c:v>7.09</c:v>
                </c:pt>
                <c:pt idx="2">
                  <c:v>7.18</c:v>
                </c:pt>
                <c:pt idx="3">
                  <c:v>7.14</c:v>
                </c:pt>
                <c:pt idx="4">
                  <c:v>7.165</c:v>
                </c:pt>
                <c:pt idx="5">
                  <c:v>7</c:v>
                </c:pt>
                <c:pt idx="6">
                  <c:v>6.9749999999999996</c:v>
                </c:pt>
                <c:pt idx="7">
                  <c:v>6.9450000000000003</c:v>
                </c:pt>
                <c:pt idx="8">
                  <c:v>6.72</c:v>
                </c:pt>
                <c:pt idx="9">
                  <c:v>6.6849999999999996</c:v>
                </c:pt>
                <c:pt idx="10">
                  <c:v>6.8449999999999998</c:v>
                </c:pt>
                <c:pt idx="11">
                  <c:v>6.74</c:v>
                </c:pt>
                <c:pt idx="12">
                  <c:v>6.7649999999999997</c:v>
                </c:pt>
                <c:pt idx="13">
                  <c:v>6.81</c:v>
                </c:pt>
                <c:pt idx="14">
                  <c:v>7.0149999999999997</c:v>
                </c:pt>
                <c:pt idx="15">
                  <c:v>6.92</c:v>
                </c:pt>
                <c:pt idx="16">
                  <c:v>7.15</c:v>
                </c:pt>
                <c:pt idx="17">
                  <c:v>7.55</c:v>
                </c:pt>
                <c:pt idx="18">
                  <c:v>7.63</c:v>
                </c:pt>
                <c:pt idx="19">
                  <c:v>7.94</c:v>
                </c:pt>
                <c:pt idx="20">
                  <c:v>7.82</c:v>
                </c:pt>
                <c:pt idx="21">
                  <c:v>7.85</c:v>
                </c:pt>
                <c:pt idx="22">
                  <c:v>7.74</c:v>
                </c:pt>
                <c:pt idx="23">
                  <c:v>7.91</c:v>
                </c:pt>
                <c:pt idx="24">
                  <c:v>8.2100000000000009</c:v>
                </c:pt>
                <c:pt idx="25">
                  <c:v>8.33</c:v>
                </c:pt>
                <c:pt idx="26">
                  <c:v>8.24</c:v>
                </c:pt>
                <c:pt idx="27">
                  <c:v>8.15</c:v>
                </c:pt>
                <c:pt idx="28">
                  <c:v>8.52</c:v>
                </c:pt>
                <c:pt idx="29">
                  <c:v>8.2650000000000006</c:v>
                </c:pt>
                <c:pt idx="30">
                  <c:v>8.125</c:v>
                </c:pt>
                <c:pt idx="31">
                  <c:v>8.0299999999999994</c:v>
                </c:pt>
                <c:pt idx="32">
                  <c:v>7.91</c:v>
                </c:pt>
                <c:pt idx="33">
                  <c:v>7.8</c:v>
                </c:pt>
                <c:pt idx="34">
                  <c:v>7.7249999999999996</c:v>
                </c:pt>
                <c:pt idx="35">
                  <c:v>7.38</c:v>
                </c:pt>
                <c:pt idx="36">
                  <c:v>7.0049999999999999</c:v>
                </c:pt>
                <c:pt idx="37">
                  <c:v>7.05</c:v>
                </c:pt>
                <c:pt idx="38">
                  <c:v>6.9249999999999998</c:v>
                </c:pt>
                <c:pt idx="39">
                  <c:v>7.0549999999999997</c:v>
                </c:pt>
                <c:pt idx="40">
                  <c:v>7.15</c:v>
                </c:pt>
                <c:pt idx="41">
                  <c:v>7.16</c:v>
                </c:pt>
                <c:pt idx="42">
                  <c:v>7.1050000000000004</c:v>
                </c:pt>
                <c:pt idx="43">
                  <c:v>6.9249999999999998</c:v>
                </c:pt>
                <c:pt idx="44">
                  <c:v>6.7949999999999999</c:v>
                </c:pt>
                <c:pt idx="45">
                  <c:v>6.5949999999999998</c:v>
                </c:pt>
                <c:pt idx="46">
                  <c:v>6.61</c:v>
                </c:pt>
                <c:pt idx="47">
                  <c:v>7.02</c:v>
                </c:pt>
                <c:pt idx="48">
                  <c:v>6.95</c:v>
                </c:pt>
                <c:pt idx="49">
                  <c:v>6.8150000000000004</c:v>
                </c:pt>
                <c:pt idx="50">
                  <c:v>6.9349999999999996</c:v>
                </c:pt>
                <c:pt idx="51">
                  <c:v>6.915</c:v>
                </c:pt>
                <c:pt idx="52">
                  <c:v>6.7350000000000003</c:v>
                </c:pt>
                <c:pt idx="53">
                  <c:v>6.55</c:v>
                </c:pt>
                <c:pt idx="54">
                  <c:v>6.39</c:v>
                </c:pt>
                <c:pt idx="55">
                  <c:v>6.19</c:v>
                </c:pt>
                <c:pt idx="56">
                  <c:v>5.99</c:v>
                </c:pt>
                <c:pt idx="57">
                  <c:v>6.01</c:v>
                </c:pt>
                <c:pt idx="58">
                  <c:v>5.97</c:v>
                </c:pt>
                <c:pt idx="59">
                  <c:v>5.95</c:v>
                </c:pt>
                <c:pt idx="60">
                  <c:v>5.82</c:v>
                </c:pt>
                <c:pt idx="61">
                  <c:v>5.74</c:v>
                </c:pt>
                <c:pt idx="62">
                  <c:v>5.65</c:v>
                </c:pt>
                <c:pt idx="63">
                  <c:v>5.71</c:v>
                </c:pt>
                <c:pt idx="64">
                  <c:v>5.38</c:v>
                </c:pt>
                <c:pt idx="65">
                  <c:v>5.13</c:v>
                </c:pt>
                <c:pt idx="66">
                  <c:v>5.5049999999999999</c:v>
                </c:pt>
                <c:pt idx="67">
                  <c:v>6.1849999999999996</c:v>
                </c:pt>
                <c:pt idx="68">
                  <c:v>6.05</c:v>
                </c:pt>
                <c:pt idx="69">
                  <c:v>5.85</c:v>
                </c:pt>
                <c:pt idx="70">
                  <c:v>5.83</c:v>
                </c:pt>
                <c:pt idx="71">
                  <c:v>5.8049999999999997</c:v>
                </c:pt>
                <c:pt idx="72">
                  <c:v>5.6349999999999998</c:v>
                </c:pt>
                <c:pt idx="73">
                  <c:v>5.5650000000000004</c:v>
                </c:pt>
                <c:pt idx="74">
                  <c:v>5.375</c:v>
                </c:pt>
                <c:pt idx="75">
                  <c:v>5.7549999999999999</c:v>
                </c:pt>
                <c:pt idx="76">
                  <c:v>6.1950000000000003</c:v>
                </c:pt>
                <c:pt idx="77">
                  <c:v>6.19</c:v>
                </c:pt>
                <c:pt idx="78">
                  <c:v>5.96</c:v>
                </c:pt>
                <c:pt idx="79">
                  <c:v>5.7949999999999999</c:v>
                </c:pt>
                <c:pt idx="80">
                  <c:v>5.6749999999999998</c:v>
                </c:pt>
                <c:pt idx="81">
                  <c:v>5.6449999999999996</c:v>
                </c:pt>
                <c:pt idx="82">
                  <c:v>5.63</c:v>
                </c:pt>
                <c:pt idx="83">
                  <c:v>5.65</c:v>
                </c:pt>
                <c:pt idx="84">
                  <c:v>5.6349999999999998</c:v>
                </c:pt>
                <c:pt idx="85">
                  <c:v>5.5549999999999997</c:v>
                </c:pt>
                <c:pt idx="86">
                  <c:v>5.8550000000000004</c:v>
                </c:pt>
                <c:pt idx="87">
                  <c:v>5.76</c:v>
                </c:pt>
                <c:pt idx="88">
                  <c:v>5.62</c:v>
                </c:pt>
                <c:pt idx="89">
                  <c:v>5.48</c:v>
                </c:pt>
                <c:pt idx="90">
                  <c:v>5.5750000000000002</c:v>
                </c:pt>
                <c:pt idx="91">
                  <c:v>5.6950000000000003</c:v>
                </c:pt>
                <c:pt idx="92">
                  <c:v>5.67</c:v>
                </c:pt>
                <c:pt idx="93">
                  <c:v>5.9450000000000003</c:v>
                </c:pt>
                <c:pt idx="94">
                  <c:v>6.23</c:v>
                </c:pt>
                <c:pt idx="95">
                  <c:v>6.1449999999999996</c:v>
                </c:pt>
                <c:pt idx="96">
                  <c:v>6.0250000000000004</c:v>
                </c:pt>
                <c:pt idx="97">
                  <c:v>6.15</c:v>
                </c:pt>
                <c:pt idx="98">
                  <c:v>6.22</c:v>
                </c:pt>
                <c:pt idx="99">
                  <c:v>6.41</c:v>
                </c:pt>
                <c:pt idx="100">
                  <c:v>6.4749999999999996</c:v>
                </c:pt>
                <c:pt idx="101">
                  <c:v>6.5549999999999997</c:v>
                </c:pt>
                <c:pt idx="102">
                  <c:v>6.6349999999999998</c:v>
                </c:pt>
                <c:pt idx="103">
                  <c:v>6.37</c:v>
                </c:pt>
                <c:pt idx="104">
                  <c:v>6.2750000000000004</c:v>
                </c:pt>
                <c:pt idx="105">
                  <c:v>6.21</c:v>
                </c:pt>
                <c:pt idx="106">
                  <c:v>6.1150000000000002</c:v>
                </c:pt>
                <c:pt idx="107">
                  <c:v>5.99</c:v>
                </c:pt>
                <c:pt idx="108">
                  <c:v>6.07</c:v>
                </c:pt>
                <c:pt idx="109">
                  <c:v>6.14</c:v>
                </c:pt>
                <c:pt idx="110">
                  <c:v>6.01</c:v>
                </c:pt>
                <c:pt idx="111">
                  <c:v>6.0549999999999997</c:v>
                </c:pt>
                <c:pt idx="112">
                  <c:v>6.11</c:v>
                </c:pt>
                <c:pt idx="113">
                  <c:v>6.51</c:v>
                </c:pt>
                <c:pt idx="114">
                  <c:v>6.55</c:v>
                </c:pt>
                <c:pt idx="115">
                  <c:v>6.42</c:v>
                </c:pt>
                <c:pt idx="116">
                  <c:v>6.2549999999999999</c:v>
                </c:pt>
                <c:pt idx="117">
                  <c:v>6.2549999999999999</c:v>
                </c:pt>
                <c:pt idx="118">
                  <c:v>6.06</c:v>
                </c:pt>
                <c:pt idx="119">
                  <c:v>5.9749999999999996</c:v>
                </c:pt>
                <c:pt idx="120">
                  <c:v>5.61</c:v>
                </c:pt>
                <c:pt idx="121">
                  <c:v>5.7949999999999999</c:v>
                </c:pt>
                <c:pt idx="122">
                  <c:v>5.8449999999999998</c:v>
                </c:pt>
                <c:pt idx="123">
                  <c:v>5.77</c:v>
                </c:pt>
                <c:pt idx="124">
                  <c:v>5.915</c:v>
                </c:pt>
                <c:pt idx="125">
                  <c:v>6.2450000000000001</c:v>
                </c:pt>
                <c:pt idx="126">
                  <c:v>6.33</c:v>
                </c:pt>
                <c:pt idx="127">
                  <c:v>6.4050000000000002</c:v>
                </c:pt>
                <c:pt idx="128">
                  <c:v>5.9649999999999999</c:v>
                </c:pt>
                <c:pt idx="129">
                  <c:v>6.1</c:v>
                </c:pt>
                <c:pt idx="130">
                  <c:v>6.0149999999999997</c:v>
                </c:pt>
                <c:pt idx="131">
                  <c:v>5.2149999999999999</c:v>
                </c:pt>
                <c:pt idx="132">
                  <c:v>4.9749999999999996</c:v>
                </c:pt>
                <c:pt idx="133">
                  <c:v>5.0549999999999997</c:v>
                </c:pt>
                <c:pt idx="134">
                  <c:v>4.9249999999999998</c:v>
                </c:pt>
                <c:pt idx="135">
                  <c:v>4.7350000000000003</c:v>
                </c:pt>
                <c:pt idx="136">
                  <c:v>4.7850000000000001</c:v>
                </c:pt>
                <c:pt idx="137">
                  <c:v>5.3449999999999998</c:v>
                </c:pt>
                <c:pt idx="138">
                  <c:v>5.1449999999999996</c:v>
                </c:pt>
                <c:pt idx="139">
                  <c:v>5.1150000000000002</c:v>
                </c:pt>
                <c:pt idx="140">
                  <c:v>4.9850000000000003</c:v>
                </c:pt>
                <c:pt idx="141">
                  <c:v>4.875</c:v>
                </c:pt>
                <c:pt idx="142">
                  <c:v>4.8049999999999997</c:v>
                </c:pt>
                <c:pt idx="143">
                  <c:v>4.8550000000000004</c:v>
                </c:pt>
                <c:pt idx="144">
                  <c:v>4.9550000000000001</c:v>
                </c:pt>
                <c:pt idx="145">
                  <c:v>4.915</c:v>
                </c:pt>
                <c:pt idx="146">
                  <c:v>4.8949999999999996</c:v>
                </c:pt>
                <c:pt idx="147">
                  <c:v>5.0250000000000004</c:v>
                </c:pt>
                <c:pt idx="148">
                  <c:v>4.8150000000000004</c:v>
                </c:pt>
                <c:pt idx="149">
                  <c:v>4.665</c:v>
                </c:pt>
                <c:pt idx="150">
                  <c:v>4.4850000000000003</c:v>
                </c:pt>
                <c:pt idx="151">
                  <c:v>4.3550000000000004</c:v>
                </c:pt>
                <c:pt idx="152">
                  <c:v>4.2750000000000004</c:v>
                </c:pt>
                <c:pt idx="153">
                  <c:v>4.18</c:v>
                </c:pt>
                <c:pt idx="154">
                  <c:v>4.25</c:v>
                </c:pt>
                <c:pt idx="155">
                  <c:v>4.6349999999999998</c:v>
                </c:pt>
                <c:pt idx="156">
                  <c:v>4.71</c:v>
                </c:pt>
                <c:pt idx="157">
                  <c:v>4.875</c:v>
                </c:pt>
                <c:pt idx="158">
                  <c:v>4.7649999999999997</c:v>
                </c:pt>
                <c:pt idx="159">
                  <c:v>4.7649999999999997</c:v>
                </c:pt>
                <c:pt idx="160">
                  <c:v>4.5650000000000004</c:v>
                </c:pt>
                <c:pt idx="161">
                  <c:v>4.4349999999999996</c:v>
                </c:pt>
                <c:pt idx="162">
                  <c:v>4.4749999999999996</c:v>
                </c:pt>
                <c:pt idx="163">
                  <c:v>4.1950000000000003</c:v>
                </c:pt>
                <c:pt idx="164">
                  <c:v>4.0350000000000001</c:v>
                </c:pt>
                <c:pt idx="165">
                  <c:v>4.0199999999999996</c:v>
                </c:pt>
                <c:pt idx="166">
                  <c:v>3.915</c:v>
                </c:pt>
                <c:pt idx="167">
                  <c:v>3.8849999999999998</c:v>
                </c:pt>
                <c:pt idx="168">
                  <c:v>3.87</c:v>
                </c:pt>
                <c:pt idx="169">
                  <c:v>3.84</c:v>
                </c:pt>
                <c:pt idx="170">
                  <c:v>3.9</c:v>
                </c:pt>
                <c:pt idx="171">
                  <c:v>3.835</c:v>
                </c:pt>
                <c:pt idx="172">
                  <c:v>3.75</c:v>
                </c:pt>
                <c:pt idx="173">
                  <c:v>3.605</c:v>
                </c:pt>
                <c:pt idx="174">
                  <c:v>3.4750000000000001</c:v>
                </c:pt>
                <c:pt idx="175">
                  <c:v>3.5</c:v>
                </c:pt>
                <c:pt idx="176">
                  <c:v>3.4</c:v>
                </c:pt>
                <c:pt idx="177">
                  <c:v>3.3050000000000002</c:v>
                </c:pt>
                <c:pt idx="178">
                  <c:v>3.2749999999999999</c:v>
                </c:pt>
                <c:pt idx="179">
                  <c:v>3.2749999999999999</c:v>
                </c:pt>
                <c:pt idx="180">
                  <c:v>3.335</c:v>
                </c:pt>
                <c:pt idx="181">
                  <c:v>3.48</c:v>
                </c:pt>
                <c:pt idx="182">
                  <c:v>3.52</c:v>
                </c:pt>
                <c:pt idx="183">
                  <c:v>3.4</c:v>
                </c:pt>
                <c:pt idx="184">
                  <c:v>3.4649999999999999</c:v>
                </c:pt>
                <c:pt idx="185">
                  <c:v>4.0199999999999996</c:v>
                </c:pt>
                <c:pt idx="186">
                  <c:v>4.32</c:v>
                </c:pt>
                <c:pt idx="187">
                  <c:v>4.3849999999999998</c:v>
                </c:pt>
                <c:pt idx="188">
                  <c:v>4.415</c:v>
                </c:pt>
                <c:pt idx="189">
                  <c:v>4.1150000000000002</c:v>
                </c:pt>
                <c:pt idx="190">
                  <c:v>4.1849999999999996</c:v>
                </c:pt>
                <c:pt idx="191">
                  <c:v>4.3849999999999998</c:v>
                </c:pt>
                <c:pt idx="192">
                  <c:v>4.3550000000000004</c:v>
                </c:pt>
              </c:numCache>
            </c:numRef>
          </c:val>
          <c:smooth val="1"/>
        </c:ser>
        <c:ser>
          <c:idx val="1"/>
          <c:order val="1"/>
          <c:tx>
            <c:strRef>
              <c:f>Sheet1!$C$1</c:f>
              <c:strCache>
                <c:ptCount val="1"/>
                <c:pt idx="0">
                  <c:v>minRateVec</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General</c:formatCode>
                <c:ptCount val="193"/>
                <c:pt idx="0">
                  <c:v>7.23</c:v>
                </c:pt>
                <c:pt idx="1">
                  <c:v>7.09</c:v>
                </c:pt>
                <c:pt idx="2">
                  <c:v>7.09</c:v>
                </c:pt>
                <c:pt idx="3">
                  <c:v>7.09</c:v>
                </c:pt>
                <c:pt idx="4">
                  <c:v>7.09</c:v>
                </c:pt>
                <c:pt idx="5">
                  <c:v>7.09</c:v>
                </c:pt>
                <c:pt idx="6">
                  <c:v>7</c:v>
                </c:pt>
                <c:pt idx="7">
                  <c:v>6.9749999999999996</c:v>
                </c:pt>
                <c:pt idx="8">
                  <c:v>6.9450000000000003</c:v>
                </c:pt>
                <c:pt idx="9">
                  <c:v>6.72</c:v>
                </c:pt>
                <c:pt idx="10">
                  <c:v>6.6849999999999996</c:v>
                </c:pt>
                <c:pt idx="11">
                  <c:v>6.6849999999999996</c:v>
                </c:pt>
                <c:pt idx="12">
                  <c:v>6.6849999999999996</c:v>
                </c:pt>
                <c:pt idx="13">
                  <c:v>6.6849999999999996</c:v>
                </c:pt>
                <c:pt idx="14">
                  <c:v>6.6849999999999996</c:v>
                </c:pt>
                <c:pt idx="15">
                  <c:v>6.6849999999999996</c:v>
                </c:pt>
                <c:pt idx="16">
                  <c:v>6.6849999999999996</c:v>
                </c:pt>
                <c:pt idx="17">
                  <c:v>6.6849999999999996</c:v>
                </c:pt>
                <c:pt idx="18">
                  <c:v>6.6849999999999996</c:v>
                </c:pt>
                <c:pt idx="19">
                  <c:v>6.6849999999999996</c:v>
                </c:pt>
                <c:pt idx="20">
                  <c:v>6.6849999999999996</c:v>
                </c:pt>
                <c:pt idx="21">
                  <c:v>6.6849999999999996</c:v>
                </c:pt>
                <c:pt idx="22">
                  <c:v>6.6849999999999996</c:v>
                </c:pt>
                <c:pt idx="23">
                  <c:v>6.6849999999999996</c:v>
                </c:pt>
                <c:pt idx="24">
                  <c:v>6.6849999999999996</c:v>
                </c:pt>
                <c:pt idx="25">
                  <c:v>6.6849999999999996</c:v>
                </c:pt>
                <c:pt idx="26">
                  <c:v>6.6849999999999996</c:v>
                </c:pt>
                <c:pt idx="27">
                  <c:v>6.6849999999999996</c:v>
                </c:pt>
                <c:pt idx="28">
                  <c:v>6.6849999999999996</c:v>
                </c:pt>
                <c:pt idx="29">
                  <c:v>6.6849999999999996</c:v>
                </c:pt>
                <c:pt idx="30">
                  <c:v>6.6849999999999996</c:v>
                </c:pt>
                <c:pt idx="31">
                  <c:v>6.6849999999999996</c:v>
                </c:pt>
                <c:pt idx="32">
                  <c:v>6.6849999999999996</c:v>
                </c:pt>
                <c:pt idx="33">
                  <c:v>6.6849999999999996</c:v>
                </c:pt>
                <c:pt idx="34">
                  <c:v>6.6849999999999996</c:v>
                </c:pt>
                <c:pt idx="35">
                  <c:v>6.6849999999999996</c:v>
                </c:pt>
                <c:pt idx="36">
                  <c:v>6.6849999999999996</c:v>
                </c:pt>
                <c:pt idx="37">
                  <c:v>6.6849999999999996</c:v>
                </c:pt>
                <c:pt idx="38">
                  <c:v>6.6849999999999996</c:v>
                </c:pt>
                <c:pt idx="39">
                  <c:v>6.6849999999999996</c:v>
                </c:pt>
                <c:pt idx="40">
                  <c:v>6.6849999999999996</c:v>
                </c:pt>
                <c:pt idx="41">
                  <c:v>6.6849999999999996</c:v>
                </c:pt>
                <c:pt idx="42">
                  <c:v>6.6849999999999996</c:v>
                </c:pt>
                <c:pt idx="43">
                  <c:v>6.6849999999999996</c:v>
                </c:pt>
                <c:pt idx="44">
                  <c:v>6.6849999999999996</c:v>
                </c:pt>
                <c:pt idx="45">
                  <c:v>6.6849999999999996</c:v>
                </c:pt>
                <c:pt idx="46">
                  <c:v>6.5949999999999998</c:v>
                </c:pt>
                <c:pt idx="47">
                  <c:v>6.5949999999999998</c:v>
                </c:pt>
                <c:pt idx="48">
                  <c:v>6.5949999999999998</c:v>
                </c:pt>
                <c:pt idx="49">
                  <c:v>6.5949999999999998</c:v>
                </c:pt>
                <c:pt idx="50">
                  <c:v>6.5949999999999998</c:v>
                </c:pt>
                <c:pt idx="51">
                  <c:v>6.5949999999999998</c:v>
                </c:pt>
                <c:pt idx="52">
                  <c:v>6.5949999999999998</c:v>
                </c:pt>
                <c:pt idx="53">
                  <c:v>6.5949999999999998</c:v>
                </c:pt>
                <c:pt idx="54">
                  <c:v>6.55</c:v>
                </c:pt>
                <c:pt idx="55">
                  <c:v>6.39</c:v>
                </c:pt>
                <c:pt idx="56">
                  <c:v>6.19</c:v>
                </c:pt>
                <c:pt idx="57">
                  <c:v>5.99</c:v>
                </c:pt>
                <c:pt idx="58">
                  <c:v>5.99</c:v>
                </c:pt>
                <c:pt idx="59">
                  <c:v>5.97</c:v>
                </c:pt>
                <c:pt idx="60">
                  <c:v>5.95</c:v>
                </c:pt>
                <c:pt idx="61">
                  <c:v>5.82</c:v>
                </c:pt>
                <c:pt idx="62">
                  <c:v>5.74</c:v>
                </c:pt>
                <c:pt idx="63">
                  <c:v>5.65</c:v>
                </c:pt>
                <c:pt idx="64">
                  <c:v>5.65</c:v>
                </c:pt>
                <c:pt idx="65">
                  <c:v>5.38</c:v>
                </c:pt>
                <c:pt idx="66">
                  <c:v>5.13</c:v>
                </c:pt>
                <c:pt idx="67">
                  <c:v>5.13</c:v>
                </c:pt>
                <c:pt idx="68">
                  <c:v>5.13</c:v>
                </c:pt>
                <c:pt idx="69">
                  <c:v>5.13</c:v>
                </c:pt>
                <c:pt idx="70">
                  <c:v>5.13</c:v>
                </c:pt>
                <c:pt idx="71">
                  <c:v>5.13</c:v>
                </c:pt>
                <c:pt idx="72">
                  <c:v>5.13</c:v>
                </c:pt>
                <c:pt idx="73">
                  <c:v>5.13</c:v>
                </c:pt>
                <c:pt idx="74">
                  <c:v>5.13</c:v>
                </c:pt>
                <c:pt idx="75">
                  <c:v>5.13</c:v>
                </c:pt>
                <c:pt idx="76">
                  <c:v>5.13</c:v>
                </c:pt>
                <c:pt idx="77">
                  <c:v>5.13</c:v>
                </c:pt>
                <c:pt idx="78">
                  <c:v>5.13</c:v>
                </c:pt>
                <c:pt idx="79">
                  <c:v>5.13</c:v>
                </c:pt>
                <c:pt idx="80">
                  <c:v>5.13</c:v>
                </c:pt>
                <c:pt idx="81">
                  <c:v>5.13</c:v>
                </c:pt>
                <c:pt idx="82">
                  <c:v>5.13</c:v>
                </c:pt>
                <c:pt idx="83">
                  <c:v>5.13</c:v>
                </c:pt>
                <c:pt idx="84">
                  <c:v>5.13</c:v>
                </c:pt>
                <c:pt idx="85">
                  <c:v>5.13</c:v>
                </c:pt>
                <c:pt idx="86">
                  <c:v>5.13</c:v>
                </c:pt>
                <c:pt idx="87">
                  <c:v>5.13</c:v>
                </c:pt>
                <c:pt idx="88">
                  <c:v>5.13</c:v>
                </c:pt>
                <c:pt idx="89">
                  <c:v>5.13</c:v>
                </c:pt>
                <c:pt idx="90">
                  <c:v>5.13</c:v>
                </c:pt>
                <c:pt idx="91">
                  <c:v>5.13</c:v>
                </c:pt>
                <c:pt idx="92">
                  <c:v>5.13</c:v>
                </c:pt>
                <c:pt idx="93">
                  <c:v>5.13</c:v>
                </c:pt>
                <c:pt idx="94">
                  <c:v>5.13</c:v>
                </c:pt>
                <c:pt idx="95">
                  <c:v>5.13</c:v>
                </c:pt>
                <c:pt idx="96">
                  <c:v>5.13</c:v>
                </c:pt>
                <c:pt idx="97">
                  <c:v>5.13</c:v>
                </c:pt>
                <c:pt idx="98">
                  <c:v>5.13</c:v>
                </c:pt>
                <c:pt idx="99">
                  <c:v>5.13</c:v>
                </c:pt>
                <c:pt idx="100">
                  <c:v>5.13</c:v>
                </c:pt>
                <c:pt idx="101">
                  <c:v>5.13</c:v>
                </c:pt>
                <c:pt idx="102">
                  <c:v>5.13</c:v>
                </c:pt>
                <c:pt idx="103">
                  <c:v>5.375</c:v>
                </c:pt>
                <c:pt idx="104">
                  <c:v>5.375</c:v>
                </c:pt>
                <c:pt idx="105">
                  <c:v>5.375</c:v>
                </c:pt>
                <c:pt idx="106">
                  <c:v>5.375</c:v>
                </c:pt>
                <c:pt idx="107">
                  <c:v>5.375</c:v>
                </c:pt>
                <c:pt idx="108">
                  <c:v>5.375</c:v>
                </c:pt>
                <c:pt idx="109">
                  <c:v>5.375</c:v>
                </c:pt>
                <c:pt idx="110">
                  <c:v>5.375</c:v>
                </c:pt>
                <c:pt idx="111">
                  <c:v>5.375</c:v>
                </c:pt>
                <c:pt idx="112">
                  <c:v>5.48</c:v>
                </c:pt>
                <c:pt idx="113">
                  <c:v>5.48</c:v>
                </c:pt>
                <c:pt idx="114">
                  <c:v>5.48</c:v>
                </c:pt>
                <c:pt idx="115">
                  <c:v>5.48</c:v>
                </c:pt>
                <c:pt idx="116">
                  <c:v>5.48</c:v>
                </c:pt>
                <c:pt idx="117">
                  <c:v>5.48</c:v>
                </c:pt>
                <c:pt idx="118">
                  <c:v>5.48</c:v>
                </c:pt>
                <c:pt idx="119">
                  <c:v>5.48</c:v>
                </c:pt>
                <c:pt idx="120">
                  <c:v>5.48</c:v>
                </c:pt>
                <c:pt idx="121">
                  <c:v>5.48</c:v>
                </c:pt>
                <c:pt idx="122">
                  <c:v>5.48</c:v>
                </c:pt>
                <c:pt idx="123">
                  <c:v>5.48</c:v>
                </c:pt>
                <c:pt idx="124">
                  <c:v>5.48</c:v>
                </c:pt>
                <c:pt idx="125">
                  <c:v>5.48</c:v>
                </c:pt>
                <c:pt idx="126">
                  <c:v>5.48</c:v>
                </c:pt>
                <c:pt idx="127">
                  <c:v>5.5750000000000002</c:v>
                </c:pt>
                <c:pt idx="128">
                  <c:v>5.61</c:v>
                </c:pt>
                <c:pt idx="129">
                  <c:v>5.61</c:v>
                </c:pt>
                <c:pt idx="130">
                  <c:v>5.61</c:v>
                </c:pt>
                <c:pt idx="131">
                  <c:v>5.61</c:v>
                </c:pt>
                <c:pt idx="132">
                  <c:v>5.2149999999999999</c:v>
                </c:pt>
                <c:pt idx="133">
                  <c:v>4.9749999999999996</c:v>
                </c:pt>
                <c:pt idx="134">
                  <c:v>4.9749999999999996</c:v>
                </c:pt>
                <c:pt idx="135">
                  <c:v>4.9249999999999998</c:v>
                </c:pt>
                <c:pt idx="136">
                  <c:v>4.7350000000000003</c:v>
                </c:pt>
                <c:pt idx="137">
                  <c:v>4.7350000000000003</c:v>
                </c:pt>
                <c:pt idx="138">
                  <c:v>4.7350000000000003</c:v>
                </c:pt>
                <c:pt idx="139">
                  <c:v>4.7350000000000003</c:v>
                </c:pt>
                <c:pt idx="140">
                  <c:v>4.7350000000000003</c:v>
                </c:pt>
                <c:pt idx="141">
                  <c:v>4.7350000000000003</c:v>
                </c:pt>
                <c:pt idx="142">
                  <c:v>4.7350000000000003</c:v>
                </c:pt>
                <c:pt idx="143">
                  <c:v>4.7350000000000003</c:v>
                </c:pt>
                <c:pt idx="144">
                  <c:v>4.7350000000000003</c:v>
                </c:pt>
                <c:pt idx="145">
                  <c:v>4.7350000000000003</c:v>
                </c:pt>
                <c:pt idx="146">
                  <c:v>4.7350000000000003</c:v>
                </c:pt>
                <c:pt idx="147">
                  <c:v>4.7350000000000003</c:v>
                </c:pt>
                <c:pt idx="148">
                  <c:v>4.7350000000000003</c:v>
                </c:pt>
                <c:pt idx="149">
                  <c:v>4.7350000000000003</c:v>
                </c:pt>
                <c:pt idx="150">
                  <c:v>4.665</c:v>
                </c:pt>
                <c:pt idx="151">
                  <c:v>4.4850000000000003</c:v>
                </c:pt>
                <c:pt idx="152">
                  <c:v>4.3550000000000004</c:v>
                </c:pt>
                <c:pt idx="153">
                  <c:v>4.2750000000000004</c:v>
                </c:pt>
                <c:pt idx="154">
                  <c:v>4.18</c:v>
                </c:pt>
                <c:pt idx="155">
                  <c:v>4.18</c:v>
                </c:pt>
                <c:pt idx="156">
                  <c:v>4.18</c:v>
                </c:pt>
                <c:pt idx="157">
                  <c:v>4.18</c:v>
                </c:pt>
                <c:pt idx="158">
                  <c:v>4.18</c:v>
                </c:pt>
                <c:pt idx="159">
                  <c:v>4.18</c:v>
                </c:pt>
                <c:pt idx="160">
                  <c:v>4.18</c:v>
                </c:pt>
                <c:pt idx="161">
                  <c:v>4.18</c:v>
                </c:pt>
                <c:pt idx="162">
                  <c:v>4.18</c:v>
                </c:pt>
                <c:pt idx="163">
                  <c:v>4.18</c:v>
                </c:pt>
                <c:pt idx="164">
                  <c:v>4.18</c:v>
                </c:pt>
                <c:pt idx="165">
                  <c:v>4.0350000000000001</c:v>
                </c:pt>
                <c:pt idx="166">
                  <c:v>4.0199999999999996</c:v>
                </c:pt>
                <c:pt idx="167">
                  <c:v>3.915</c:v>
                </c:pt>
                <c:pt idx="168">
                  <c:v>3.8849999999999998</c:v>
                </c:pt>
                <c:pt idx="169">
                  <c:v>3.87</c:v>
                </c:pt>
                <c:pt idx="170">
                  <c:v>3.84</c:v>
                </c:pt>
                <c:pt idx="171">
                  <c:v>3.84</c:v>
                </c:pt>
                <c:pt idx="172">
                  <c:v>3.835</c:v>
                </c:pt>
                <c:pt idx="173">
                  <c:v>3.75</c:v>
                </c:pt>
                <c:pt idx="174">
                  <c:v>3.605</c:v>
                </c:pt>
                <c:pt idx="175">
                  <c:v>3.4750000000000001</c:v>
                </c:pt>
                <c:pt idx="176">
                  <c:v>3.4750000000000001</c:v>
                </c:pt>
                <c:pt idx="177">
                  <c:v>3.4</c:v>
                </c:pt>
                <c:pt idx="178">
                  <c:v>3.3050000000000002</c:v>
                </c:pt>
                <c:pt idx="179">
                  <c:v>3.2749999999999999</c:v>
                </c:pt>
                <c:pt idx="180">
                  <c:v>3.2749999999999999</c:v>
                </c:pt>
                <c:pt idx="181">
                  <c:v>3.2749999999999999</c:v>
                </c:pt>
                <c:pt idx="182">
                  <c:v>3.2749999999999999</c:v>
                </c:pt>
                <c:pt idx="183">
                  <c:v>3.2749999999999999</c:v>
                </c:pt>
                <c:pt idx="184">
                  <c:v>3.2749999999999999</c:v>
                </c:pt>
                <c:pt idx="185">
                  <c:v>3.2749999999999999</c:v>
                </c:pt>
                <c:pt idx="186">
                  <c:v>3.2749999999999999</c:v>
                </c:pt>
                <c:pt idx="187">
                  <c:v>3.2749999999999999</c:v>
                </c:pt>
                <c:pt idx="188">
                  <c:v>3.2749999999999999</c:v>
                </c:pt>
                <c:pt idx="189">
                  <c:v>3.2749999999999999</c:v>
                </c:pt>
                <c:pt idx="190">
                  <c:v>3.2749999999999999</c:v>
                </c:pt>
                <c:pt idx="191">
                  <c:v>3.2749999999999999</c:v>
                </c:pt>
                <c:pt idx="192">
                  <c:v>3.2749999999999999</c:v>
                </c:pt>
              </c:numCache>
            </c:numRef>
          </c:val>
          <c:smooth val="1"/>
        </c:ser>
        <c:dLbls>
          <c:showLegendKey val="0"/>
          <c:showVal val="0"/>
          <c:showCatName val="0"/>
          <c:showSerName val="0"/>
          <c:showPercent val="0"/>
          <c:showBubbleSize val="0"/>
        </c:dLbls>
        <c:marker val="1"/>
        <c:smooth val="0"/>
        <c:axId val="136415488"/>
        <c:axId val="136433664"/>
      </c:lineChart>
      <c:lineChart>
        <c:grouping val="standard"/>
        <c:varyColors val="0"/>
        <c:ser>
          <c:idx val="2"/>
          <c:order val="2"/>
          <c:tx>
            <c:strRef>
              <c:f>Sheet1!$D$1</c:f>
              <c:strCache>
                <c:ptCount val="1"/>
                <c:pt idx="0">
                  <c:v>Media Effect</c:v>
                </c:pt>
              </c:strCache>
            </c:strRef>
          </c:tx>
          <c:spPr>
            <a:ln>
              <a:solidFill>
                <a:srgbClr val="996633"/>
              </a:solidFill>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Sheet1!$D$2:$D$194</c:f>
              <c:numCache>
                <c:formatCode>0.00</c:formatCode>
                <c:ptCount val="193"/>
                <c:pt idx="0">
                  <c:v>1</c:v>
                </c:pt>
                <c:pt idx="1">
                  <c:v>1</c:v>
                </c:pt>
                <c:pt idx="2">
                  <c:v>1</c:v>
                </c:pt>
                <c:pt idx="3">
                  <c:v>1</c:v>
                </c:pt>
                <c:pt idx="4">
                  <c:v>1</c:v>
                </c:pt>
                <c:pt idx="5">
                  <c:v>1</c:v>
                </c:pt>
                <c:pt idx="6">
                  <c:v>1.0625000000000018</c:v>
                </c:pt>
                <c:pt idx="7">
                  <c:v>1.1291666666666678</c:v>
                </c:pt>
                <c:pt idx="8">
                  <c:v>1.2625000000000006</c:v>
                </c:pt>
                <c:pt idx="9">
                  <c:v>1.166666666666667</c:v>
                </c:pt>
                <c:pt idx="10">
                  <c:v>1.1916666666666664</c:v>
                </c:pt>
                <c:pt idx="11">
                  <c:v>1.4541666666666666</c:v>
                </c:pt>
                <c:pt idx="12">
                  <c:v>1.5249999999999999</c:v>
                </c:pt>
                <c:pt idx="13">
                  <c:v>1.4541666666666666</c:v>
                </c:pt>
                <c:pt idx="14">
                  <c:v>1.333333333333333</c:v>
                </c:pt>
                <c:pt idx="15">
                  <c:v>1.2458333333333327</c:v>
                </c:pt>
                <c:pt idx="16">
                  <c:v>1.1166666666666665</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1.0541666666666656</c:v>
                </c:pt>
                <c:pt idx="59">
                  <c:v>1.4291666666666658</c:v>
                </c:pt>
                <c:pt idx="60">
                  <c:v>1.6208333333333327</c:v>
                </c:pt>
                <c:pt idx="61">
                  <c:v>1.7541666666666669</c:v>
                </c:pt>
                <c:pt idx="62">
                  <c:v>1.7333333333333334</c:v>
                </c:pt>
                <c:pt idx="63">
                  <c:v>1.708333333333333</c:v>
                </c:pt>
                <c:pt idx="64">
                  <c:v>1.6083333333333338</c:v>
                </c:pt>
                <c:pt idx="65">
                  <c:v>1.5166666666666671</c:v>
                </c:pt>
                <c:pt idx="66">
                  <c:v>1.4833333333333334</c:v>
                </c:pt>
                <c:pt idx="67">
                  <c:v>1.6916666666666669</c:v>
                </c:pt>
                <c:pt idx="68">
                  <c:v>1.8833333333333337</c:v>
                </c:pt>
                <c:pt idx="69">
                  <c:v>1.5666666666666673</c:v>
                </c:pt>
                <c:pt idx="70">
                  <c:v>1.2916666666666674</c:v>
                </c:pt>
                <c:pt idx="71">
                  <c:v>1.008333333333334</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1.0875000000000006</c:v>
                </c:pt>
                <c:pt idx="137">
                  <c:v>1.3375000000000004</c:v>
                </c:pt>
                <c:pt idx="138">
                  <c:v>1.7041666666666666</c:v>
                </c:pt>
                <c:pt idx="139">
                  <c:v>1.8708333333333336</c:v>
                </c:pt>
                <c:pt idx="140">
                  <c:v>1.333333333333333</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1.1583333333333339</c:v>
                </c:pt>
                <c:pt idx="155">
                  <c:v>1.3583333333333334</c:v>
                </c:pt>
                <c:pt idx="156">
                  <c:v>1.6458333333333339</c:v>
                </c:pt>
                <c:pt idx="157">
                  <c:v>1.6541666666666668</c:v>
                </c:pt>
                <c:pt idx="158">
                  <c:v>1.3875000000000002</c:v>
                </c:pt>
                <c:pt idx="159">
                  <c:v>1.029166666666667</c:v>
                </c:pt>
                <c:pt idx="160">
                  <c:v>1</c:v>
                </c:pt>
                <c:pt idx="161">
                  <c:v>1</c:v>
                </c:pt>
                <c:pt idx="162">
                  <c:v>1</c:v>
                </c:pt>
                <c:pt idx="163">
                  <c:v>1</c:v>
                </c:pt>
                <c:pt idx="164">
                  <c:v>1</c:v>
                </c:pt>
                <c:pt idx="165">
                  <c:v>1</c:v>
                </c:pt>
                <c:pt idx="166">
                  <c:v>1</c:v>
                </c:pt>
                <c:pt idx="167">
                  <c:v>1</c:v>
                </c:pt>
                <c:pt idx="168">
                  <c:v>1</c:v>
                </c:pt>
                <c:pt idx="169">
                  <c:v>1.0416666666666659</c:v>
                </c:pt>
                <c:pt idx="170">
                  <c:v>1.2749999999999995</c:v>
                </c:pt>
                <c:pt idx="171">
                  <c:v>1.4958333333333327</c:v>
                </c:pt>
                <c:pt idx="172">
                  <c:v>1.5333333333333332</c:v>
                </c:pt>
                <c:pt idx="173">
                  <c:v>1.3625</c:v>
                </c:pt>
                <c:pt idx="174">
                  <c:v>1.3541666666666663</c:v>
                </c:pt>
                <c:pt idx="175">
                  <c:v>1.3375000000000001</c:v>
                </c:pt>
                <c:pt idx="176">
                  <c:v>1.4333333333333331</c:v>
                </c:pt>
                <c:pt idx="177">
                  <c:v>1.5291666666666668</c:v>
                </c:pt>
                <c:pt idx="178">
                  <c:v>1.4833333333333332</c:v>
                </c:pt>
                <c:pt idx="179">
                  <c:v>1.5958333333333332</c:v>
                </c:pt>
                <c:pt idx="180">
                  <c:v>1.6708333333333334</c:v>
                </c:pt>
                <c:pt idx="181">
                  <c:v>1.625</c:v>
                </c:pt>
                <c:pt idx="182">
                  <c:v>1.5041666666666667</c:v>
                </c:pt>
                <c:pt idx="183">
                  <c:v>1.3458333333333337</c:v>
                </c:pt>
                <c:pt idx="184">
                  <c:v>1.1958333333333333</c:v>
                </c:pt>
                <c:pt idx="185">
                  <c:v>1</c:v>
                </c:pt>
                <c:pt idx="186">
                  <c:v>1</c:v>
                </c:pt>
                <c:pt idx="187">
                  <c:v>1</c:v>
                </c:pt>
                <c:pt idx="188">
                  <c:v>1</c:v>
                </c:pt>
                <c:pt idx="189">
                  <c:v>1</c:v>
                </c:pt>
                <c:pt idx="190">
                  <c:v>1</c:v>
                </c:pt>
                <c:pt idx="191">
                  <c:v>1</c:v>
                </c:pt>
                <c:pt idx="192">
                  <c:v>1</c:v>
                </c:pt>
              </c:numCache>
            </c:numRef>
          </c:val>
          <c:smooth val="0"/>
        </c:ser>
        <c:dLbls>
          <c:showLegendKey val="0"/>
          <c:showVal val="0"/>
          <c:showCatName val="0"/>
          <c:showSerName val="0"/>
          <c:showPercent val="0"/>
          <c:showBubbleSize val="0"/>
        </c:dLbls>
        <c:marker val="1"/>
        <c:smooth val="0"/>
        <c:axId val="136436736"/>
        <c:axId val="136435200"/>
      </c:lineChart>
      <c:dateAx>
        <c:axId val="136415488"/>
        <c:scaling>
          <c:orientation val="minMax"/>
        </c:scaling>
        <c:delete val="0"/>
        <c:axPos val="b"/>
        <c:numFmt formatCode="m/d/yyyy" sourceLinked="0"/>
        <c:majorTickMark val="out"/>
        <c:minorTickMark val="none"/>
        <c:tickLblPos val="nextTo"/>
        <c:spPr>
          <a:ln>
            <a:solidFill>
              <a:schemeClr val="tx2"/>
            </a:solidFill>
          </a:ln>
        </c:spPr>
        <c:crossAx val="136433664"/>
        <c:crosses val="autoZero"/>
        <c:auto val="1"/>
        <c:lblOffset val="100"/>
        <c:baseTimeUnit val="months"/>
        <c:majorUnit val="12"/>
        <c:majorTimeUnit val="months"/>
      </c:dateAx>
      <c:valAx>
        <c:axId val="136433664"/>
        <c:scaling>
          <c:orientation val="minMax"/>
        </c:scaling>
        <c:delete val="0"/>
        <c:axPos val="l"/>
        <c:numFmt formatCode="General" sourceLinked="1"/>
        <c:majorTickMark val="out"/>
        <c:minorTickMark val="none"/>
        <c:tickLblPos val="nextTo"/>
        <c:spPr>
          <a:ln>
            <a:solidFill>
              <a:schemeClr val="tx2"/>
            </a:solidFill>
          </a:ln>
        </c:spPr>
        <c:crossAx val="136415488"/>
        <c:crosses val="autoZero"/>
        <c:crossBetween val="midCat"/>
      </c:valAx>
      <c:valAx>
        <c:axId val="136435200"/>
        <c:scaling>
          <c:orientation val="minMax"/>
          <c:max val="3"/>
          <c:min val="0.5"/>
        </c:scaling>
        <c:delete val="0"/>
        <c:axPos val="r"/>
        <c:numFmt formatCode="0.00" sourceLinked="1"/>
        <c:majorTickMark val="out"/>
        <c:minorTickMark val="none"/>
        <c:tickLblPos val="nextTo"/>
        <c:crossAx val="136436736"/>
        <c:crosses val="max"/>
        <c:crossBetween val="between"/>
      </c:valAx>
      <c:dateAx>
        <c:axId val="136436736"/>
        <c:scaling>
          <c:orientation val="minMax"/>
        </c:scaling>
        <c:delete val="1"/>
        <c:axPos val="b"/>
        <c:numFmt formatCode="m/d/yyyy" sourceLinked="1"/>
        <c:majorTickMark val="out"/>
        <c:minorTickMark val="none"/>
        <c:tickLblPos val="nextTo"/>
        <c:crossAx val="136435200"/>
        <c:crosses val="autoZero"/>
        <c:auto val="1"/>
        <c:lblOffset val="100"/>
        <c:baseTimeUnit val="months"/>
      </c:dateAx>
    </c:plotArea>
    <c:legend>
      <c:legendPos val="r"/>
      <c:layout>
        <c:manualLayout>
          <c:xMode val="edge"/>
          <c:yMode val="edge"/>
          <c:x val="0.80502652058454183"/>
          <c:y val="6.1297457519276184E-2"/>
          <c:w val="0.14044906070252097"/>
          <c:h val="0.25803546382011189"/>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real.smm</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0.0%</c:formatCode>
                <c:ptCount val="193"/>
                <c:pt idx="0">
                  <c:v>1.2330393867013701E-2</c:v>
                </c:pt>
                <c:pt idx="1">
                  <c:v>1.1567186821252301E-2</c:v>
                </c:pt>
                <c:pt idx="2">
                  <c:v>2.3034565077320501E-2</c:v>
                </c:pt>
                <c:pt idx="3">
                  <c:v>2.8020803300395799E-2</c:v>
                </c:pt>
                <c:pt idx="4">
                  <c:v>2.2700819861577199E-2</c:v>
                </c:pt>
                <c:pt idx="5">
                  <c:v>1.9253794533869901E-2</c:v>
                </c:pt>
                <c:pt idx="6">
                  <c:v>1.9464447769647002E-2</c:v>
                </c:pt>
                <c:pt idx="7">
                  <c:v>1.98677660874143E-2</c:v>
                </c:pt>
                <c:pt idx="8">
                  <c:v>1.9218368111118499E-2</c:v>
                </c:pt>
                <c:pt idx="9">
                  <c:v>1.92853402843246E-2</c:v>
                </c:pt>
                <c:pt idx="10">
                  <c:v>2.75051984612571E-2</c:v>
                </c:pt>
                <c:pt idx="11">
                  <c:v>3.12073232171684E-2</c:v>
                </c:pt>
                <c:pt idx="12">
                  <c:v>3.0639750033463399E-2</c:v>
                </c:pt>
                <c:pt idx="13">
                  <c:v>2.0579795320494199E-2</c:v>
                </c:pt>
                <c:pt idx="14">
                  <c:v>2.0059851970363699E-2</c:v>
                </c:pt>
                <c:pt idx="15">
                  <c:v>2.0602786526585998E-2</c:v>
                </c:pt>
                <c:pt idx="16">
                  <c:v>1.6200770075270099E-2</c:v>
                </c:pt>
                <c:pt idx="17">
                  <c:v>1.44783716203971E-2</c:v>
                </c:pt>
                <c:pt idx="18">
                  <c:v>1.4442807068932599E-2</c:v>
                </c:pt>
                <c:pt idx="19">
                  <c:v>1.10846226307529E-2</c:v>
                </c:pt>
                <c:pt idx="20">
                  <c:v>9.8050376329836507E-3</c:v>
                </c:pt>
                <c:pt idx="21">
                  <c:v>7.7776505285868797E-3</c:v>
                </c:pt>
                <c:pt idx="22">
                  <c:v>7.0222822303299499E-3</c:v>
                </c:pt>
                <c:pt idx="23">
                  <c:v>6.6748483637007801E-3</c:v>
                </c:pt>
                <c:pt idx="24">
                  <c:v>6.7218369333155604E-3</c:v>
                </c:pt>
                <c:pt idx="25">
                  <c:v>4.8757257874118996E-3</c:v>
                </c:pt>
                <c:pt idx="26">
                  <c:v>5.4204286789339097E-3</c:v>
                </c:pt>
                <c:pt idx="27">
                  <c:v>6.83497614334187E-3</c:v>
                </c:pt>
                <c:pt idx="28">
                  <c:v>6.4935338876731504E-3</c:v>
                </c:pt>
                <c:pt idx="29">
                  <c:v>7.8059744268061402E-3</c:v>
                </c:pt>
                <c:pt idx="30">
                  <c:v>8.3079725457109507E-3</c:v>
                </c:pt>
                <c:pt idx="31">
                  <c:v>7.3968224093583397E-3</c:v>
                </c:pt>
                <c:pt idx="32">
                  <c:v>8.1106607282999295E-3</c:v>
                </c:pt>
                <c:pt idx="33">
                  <c:v>7.1366907527501003E-3</c:v>
                </c:pt>
                <c:pt idx="34">
                  <c:v>7.5151753794758204E-3</c:v>
                </c:pt>
                <c:pt idx="35">
                  <c:v>7.4208164565596297E-3</c:v>
                </c:pt>
                <c:pt idx="36">
                  <c:v>7.5477659833917601E-3</c:v>
                </c:pt>
                <c:pt idx="37">
                  <c:v>1.0840250665636099E-2</c:v>
                </c:pt>
                <c:pt idx="38">
                  <c:v>1.6477199638226501E-2</c:v>
                </c:pt>
                <c:pt idx="39">
                  <c:v>2.29325847657867E-2</c:v>
                </c:pt>
                <c:pt idx="40">
                  <c:v>2.36109906665662E-2</c:v>
                </c:pt>
                <c:pt idx="41">
                  <c:v>2.49157078329004E-2</c:v>
                </c:pt>
                <c:pt idx="42">
                  <c:v>2.1725385930005201E-2</c:v>
                </c:pt>
                <c:pt idx="43">
                  <c:v>2.00262157964235E-2</c:v>
                </c:pt>
                <c:pt idx="44">
                  <c:v>2.06806788851219E-2</c:v>
                </c:pt>
                <c:pt idx="45">
                  <c:v>1.81468645851399E-2</c:v>
                </c:pt>
                <c:pt idx="46">
                  <c:v>2.91733190072954E-2</c:v>
                </c:pt>
                <c:pt idx="47">
                  <c:v>3.6913004409929798E-2</c:v>
                </c:pt>
                <c:pt idx="48">
                  <c:v>3.9783689811958699E-2</c:v>
                </c:pt>
                <c:pt idx="49">
                  <c:v>2.8113133894652399E-2</c:v>
                </c:pt>
                <c:pt idx="50">
                  <c:v>2.3044042749649302E-2</c:v>
                </c:pt>
                <c:pt idx="51">
                  <c:v>2.4156558201845799E-2</c:v>
                </c:pt>
                <c:pt idx="52">
                  <c:v>2.0678489973468901E-2</c:v>
                </c:pt>
                <c:pt idx="53">
                  <c:v>1.8640691118050199E-2</c:v>
                </c:pt>
                <c:pt idx="54">
                  <c:v>1.8414572503238798E-2</c:v>
                </c:pt>
                <c:pt idx="55">
                  <c:v>2.4938581644137699E-2</c:v>
                </c:pt>
                <c:pt idx="56">
                  <c:v>3.5206302138264103E-2</c:v>
                </c:pt>
                <c:pt idx="57">
                  <c:v>4.3156078811892998E-2</c:v>
                </c:pt>
                <c:pt idx="58">
                  <c:v>5.6806338069857298E-2</c:v>
                </c:pt>
                <c:pt idx="59">
                  <c:v>5.3697099884440602E-2</c:v>
                </c:pt>
                <c:pt idx="60">
                  <c:v>5.5677167497944498E-2</c:v>
                </c:pt>
                <c:pt idx="61">
                  <c:v>4.9163403743998899E-2</c:v>
                </c:pt>
                <c:pt idx="62">
                  <c:v>4.76073448051091E-2</c:v>
                </c:pt>
                <c:pt idx="63">
                  <c:v>5.4913721350532498E-2</c:v>
                </c:pt>
                <c:pt idx="64">
                  <c:v>6.3262697158622705E-2</c:v>
                </c:pt>
                <c:pt idx="65">
                  <c:v>5.61325251692616E-2</c:v>
                </c:pt>
                <c:pt idx="66">
                  <c:v>6.4295518170044294E-2</c:v>
                </c:pt>
                <c:pt idx="67">
                  <c:v>8.03539440793265E-2</c:v>
                </c:pt>
                <c:pt idx="68">
                  <c:v>6.4496510973466398E-2</c:v>
                </c:pt>
                <c:pt idx="69">
                  <c:v>4.2632615693527699E-2</c:v>
                </c:pt>
                <c:pt idx="70">
                  <c:v>3.00777911303204E-2</c:v>
                </c:pt>
                <c:pt idx="71">
                  <c:v>2.1559377184918901E-2</c:v>
                </c:pt>
                <c:pt idx="72">
                  <c:v>2.1913719499470099E-2</c:v>
                </c:pt>
                <c:pt idx="73">
                  <c:v>1.7069093274332901E-2</c:v>
                </c:pt>
                <c:pt idx="74">
                  <c:v>2.3021090194904701E-2</c:v>
                </c:pt>
                <c:pt idx="75">
                  <c:v>3.1445630185289897E-2</c:v>
                </c:pt>
                <c:pt idx="76">
                  <c:v>3.8455301210994698E-2</c:v>
                </c:pt>
                <c:pt idx="77">
                  <c:v>2.7419997411013902E-2</c:v>
                </c:pt>
                <c:pt idx="78">
                  <c:v>2.2091504785971501E-2</c:v>
                </c:pt>
                <c:pt idx="79">
                  <c:v>1.73613168320885E-2</c:v>
                </c:pt>
                <c:pt idx="80">
                  <c:v>1.8176225571329901E-2</c:v>
                </c:pt>
                <c:pt idx="81">
                  <c:v>1.8289861184820001E-2</c:v>
                </c:pt>
                <c:pt idx="82">
                  <c:v>1.9250845799608899E-2</c:v>
                </c:pt>
                <c:pt idx="83">
                  <c:v>2.04650805405075E-2</c:v>
                </c:pt>
                <c:pt idx="84">
                  <c:v>2.05859323860751E-2</c:v>
                </c:pt>
                <c:pt idx="85">
                  <c:v>1.5652194963027999E-2</c:v>
                </c:pt>
                <c:pt idx="86">
                  <c:v>1.6449775310363599E-2</c:v>
                </c:pt>
                <c:pt idx="87">
                  <c:v>2.27382367693073E-2</c:v>
                </c:pt>
                <c:pt idx="88">
                  <c:v>1.7435283716829699E-2</c:v>
                </c:pt>
                <c:pt idx="89">
                  <c:v>1.78822067173895E-2</c:v>
                </c:pt>
                <c:pt idx="90">
                  <c:v>2.1280520000383201E-2</c:v>
                </c:pt>
                <c:pt idx="91">
                  <c:v>2.20717755098279E-2</c:v>
                </c:pt>
                <c:pt idx="92">
                  <c:v>2.3098833388609401E-2</c:v>
                </c:pt>
                <c:pt idx="93">
                  <c:v>1.83658095506447E-2</c:v>
                </c:pt>
                <c:pt idx="94">
                  <c:v>1.7223451692818099E-2</c:v>
                </c:pt>
                <c:pt idx="95">
                  <c:v>1.4127878886294701E-2</c:v>
                </c:pt>
                <c:pt idx="96">
                  <c:v>1.25008324568607E-2</c:v>
                </c:pt>
                <c:pt idx="97">
                  <c:v>9.5743277319659901E-3</c:v>
                </c:pt>
                <c:pt idx="98">
                  <c:v>9.9530491425178797E-3</c:v>
                </c:pt>
                <c:pt idx="99">
                  <c:v>1.22409568274608E-2</c:v>
                </c:pt>
                <c:pt idx="100">
                  <c:v>1.02473395782677E-2</c:v>
                </c:pt>
                <c:pt idx="101">
                  <c:v>1.1335190037284001E-2</c:v>
                </c:pt>
                <c:pt idx="102">
                  <c:v>1.1170696514862201E-2</c:v>
                </c:pt>
                <c:pt idx="103">
                  <c:v>9.4896790190770706E-3</c:v>
                </c:pt>
                <c:pt idx="104">
                  <c:v>1.0336688726559301E-2</c:v>
                </c:pt>
                <c:pt idx="105">
                  <c:v>9.2138285671994804E-3</c:v>
                </c:pt>
                <c:pt idx="106">
                  <c:v>1.0417155501808601E-2</c:v>
                </c:pt>
                <c:pt idx="107">
                  <c:v>9.6409869771414795E-3</c:v>
                </c:pt>
                <c:pt idx="108">
                  <c:v>1.06401153341896E-2</c:v>
                </c:pt>
                <c:pt idx="109">
                  <c:v>1.01598085792964E-2</c:v>
                </c:pt>
                <c:pt idx="110">
                  <c:v>8.9006903045201306E-3</c:v>
                </c:pt>
                <c:pt idx="111">
                  <c:v>1.0457229980978301E-2</c:v>
                </c:pt>
                <c:pt idx="112">
                  <c:v>1.0479199913911001E-2</c:v>
                </c:pt>
                <c:pt idx="113">
                  <c:v>1.05755852490687E-2</c:v>
                </c:pt>
                <c:pt idx="114">
                  <c:v>9.7409222357999602E-3</c:v>
                </c:pt>
                <c:pt idx="115">
                  <c:v>8.6782883383173508E-3</c:v>
                </c:pt>
                <c:pt idx="116">
                  <c:v>8.0356624533304902E-3</c:v>
                </c:pt>
                <c:pt idx="117">
                  <c:v>6.4200824616090103E-3</c:v>
                </c:pt>
                <c:pt idx="118">
                  <c:v>7.3336834061116301E-3</c:v>
                </c:pt>
                <c:pt idx="119">
                  <c:v>6.7070498427932697E-3</c:v>
                </c:pt>
                <c:pt idx="120">
                  <c:v>7.8511577311641406E-3</c:v>
                </c:pt>
                <c:pt idx="121">
                  <c:v>8.3968446107670607E-3</c:v>
                </c:pt>
                <c:pt idx="122">
                  <c:v>1.48936699288025E-2</c:v>
                </c:pt>
                <c:pt idx="123">
                  <c:v>1.28181493450822E-2</c:v>
                </c:pt>
                <c:pt idx="124">
                  <c:v>1.15768753326433E-2</c:v>
                </c:pt>
                <c:pt idx="125">
                  <c:v>9.0338774306050196E-3</c:v>
                </c:pt>
                <c:pt idx="126">
                  <c:v>7.77432774025082E-3</c:v>
                </c:pt>
                <c:pt idx="127">
                  <c:v>6.6004039400262898E-3</c:v>
                </c:pt>
                <c:pt idx="128">
                  <c:v>5.5792093501980397E-3</c:v>
                </c:pt>
                <c:pt idx="129">
                  <c:v>5.3676740460332399E-3</c:v>
                </c:pt>
                <c:pt idx="130">
                  <c:v>6.7231422133686098E-3</c:v>
                </c:pt>
                <c:pt idx="131">
                  <c:v>4.4267910176146903E-3</c:v>
                </c:pt>
                <c:pt idx="132" formatCode="0.00%">
                  <c:v>7.2316044706537599E-3</c:v>
                </c:pt>
                <c:pt idx="133" formatCode="0.00%">
                  <c:v>1.5667618886560101E-2</c:v>
                </c:pt>
                <c:pt idx="134" formatCode="0.00%">
                  <c:v>2.1778870767144701E-2</c:v>
                </c:pt>
                <c:pt idx="135" formatCode="0.00%">
                  <c:v>2.0914473414622901E-2</c:v>
                </c:pt>
                <c:pt idx="136" formatCode="0.00%">
                  <c:v>2.06237030472874E-2</c:v>
                </c:pt>
                <c:pt idx="137" formatCode="0.00%">
                  <c:v>2.284655293108E-2</c:v>
                </c:pt>
                <c:pt idx="138" formatCode="0.00%">
                  <c:v>2.16472984329227E-2</c:v>
                </c:pt>
                <c:pt idx="139" formatCode="0.00%">
                  <c:v>1.6631113200736399E-2</c:v>
                </c:pt>
                <c:pt idx="140" formatCode="0.00%">
                  <c:v>1.3268391338933601E-2</c:v>
                </c:pt>
                <c:pt idx="141" formatCode="0.00%">
                  <c:v>1.18102361563389E-2</c:v>
                </c:pt>
                <c:pt idx="142" formatCode="0.00%">
                  <c:v>1.38915387807131E-2</c:v>
                </c:pt>
                <c:pt idx="143" formatCode="0.00%">
                  <c:v>1.2937710567058801E-2</c:v>
                </c:pt>
                <c:pt idx="144" formatCode="0.00%">
                  <c:v>1.65920131744982E-2</c:v>
                </c:pt>
                <c:pt idx="145" formatCode="0.00%">
                  <c:v>1.3883053103590601E-2</c:v>
                </c:pt>
                <c:pt idx="146" formatCode="0.00%">
                  <c:v>1.3135596768069401E-2</c:v>
                </c:pt>
                <c:pt idx="147" formatCode="0.00%">
                  <c:v>2.67074887944239E-2</c:v>
                </c:pt>
                <c:pt idx="148" formatCode="0.00%">
                  <c:v>2.8061556195059199E-2</c:v>
                </c:pt>
                <c:pt idx="149" formatCode="0.00%">
                  <c:v>2.71111061347078E-2</c:v>
                </c:pt>
                <c:pt idx="150" formatCode="0.00%">
                  <c:v>1.5874768706189299E-2</c:v>
                </c:pt>
                <c:pt idx="151" formatCode="0.00%">
                  <c:v>1.6934824960705499E-2</c:v>
                </c:pt>
                <c:pt idx="152" formatCode="0.00%">
                  <c:v>2.2129788030518301E-2</c:v>
                </c:pt>
                <c:pt idx="153" formatCode="0.00%">
                  <c:v>2.3572098120311899E-2</c:v>
                </c:pt>
                <c:pt idx="154" formatCode="0.00%">
                  <c:v>2.43362758693049E-2</c:v>
                </c:pt>
                <c:pt idx="155" formatCode="0.00%">
                  <c:v>2.59075046054353E-2</c:v>
                </c:pt>
                <c:pt idx="156" formatCode="0.00%">
                  <c:v>2.45205260028716E-2</c:v>
                </c:pt>
                <c:pt idx="157" formatCode="0.00%">
                  <c:v>1.78765518280815E-2</c:v>
                </c:pt>
                <c:pt idx="158" formatCode="0.00%">
                  <c:v>1.38982670356207E-2</c:v>
                </c:pt>
                <c:pt idx="159" formatCode="0.00%">
                  <c:v>1.3852181763918199E-2</c:v>
                </c:pt>
                <c:pt idx="160" formatCode="0.00%">
                  <c:v>1.19174247525109E-2</c:v>
                </c:pt>
                <c:pt idx="161" formatCode="0.00%">
                  <c:v>1.14954047317729E-2</c:v>
                </c:pt>
                <c:pt idx="162" formatCode="0.00%">
                  <c:v>1.33276675356791E-2</c:v>
                </c:pt>
                <c:pt idx="163" formatCode="0.00%">
                  <c:v>1.3370403265554401E-2</c:v>
                </c:pt>
                <c:pt idx="164" formatCode="0.00%">
                  <c:v>1.5216219051158201E-2</c:v>
                </c:pt>
                <c:pt idx="165" formatCode="0.00%">
                  <c:v>1.9839052541745599E-2</c:v>
                </c:pt>
                <c:pt idx="166" formatCode="0.00%">
                  <c:v>2.3041779857172699E-2</c:v>
                </c:pt>
                <c:pt idx="167" formatCode="0.00%">
                  <c:v>2.38859330032943E-2</c:v>
                </c:pt>
                <c:pt idx="168" formatCode="0.00%">
                  <c:v>2.2174685007662301E-2</c:v>
                </c:pt>
                <c:pt idx="169" formatCode="0.00%">
                  <c:v>2.0093194548302201E-2</c:v>
                </c:pt>
                <c:pt idx="170" formatCode="0.00%">
                  <c:v>2.3624786376561301E-2</c:v>
                </c:pt>
                <c:pt idx="171" formatCode="0.00%">
                  <c:v>2.45952758618861E-2</c:v>
                </c:pt>
                <c:pt idx="172" formatCode="0.00%">
                  <c:v>2.2268073513147701E-2</c:v>
                </c:pt>
                <c:pt idx="173" formatCode="0.00%">
                  <c:v>2.34935277596835E-2</c:v>
                </c:pt>
                <c:pt idx="174" formatCode="0.00%">
                  <c:v>2.45112118589071E-2</c:v>
                </c:pt>
                <c:pt idx="175" formatCode="0.00%">
                  <c:v>2.7018965204706199E-2</c:v>
                </c:pt>
                <c:pt idx="176" formatCode="0.00%">
                  <c:v>3.06819332137565E-2</c:v>
                </c:pt>
                <c:pt idx="177" formatCode="0.00%">
                  <c:v>2.6990148633761198E-2</c:v>
                </c:pt>
                <c:pt idx="178" formatCode="0.00%">
                  <c:v>3.0960543723815799E-2</c:v>
                </c:pt>
                <c:pt idx="179" formatCode="0.00%">
                  <c:v>2.8797195070999201E-2</c:v>
                </c:pt>
                <c:pt idx="180" formatCode="0.00%">
                  <c:v>3.0104595705553201E-2</c:v>
                </c:pt>
                <c:pt idx="181" formatCode="0.00%">
                  <c:v>2.8749037189710398E-2</c:v>
                </c:pt>
                <c:pt idx="182" formatCode="0.00%">
                  <c:v>2.4825859986915701E-2</c:v>
                </c:pt>
                <c:pt idx="183" formatCode="0.00%">
                  <c:v>2.5011169771391301E-2</c:v>
                </c:pt>
                <c:pt idx="184" formatCode="0.00%">
                  <c:v>2.4709625362173901E-2</c:v>
                </c:pt>
                <c:pt idx="185" formatCode="0.00%">
                  <c:v>2.5864671830506E-2</c:v>
                </c:pt>
                <c:pt idx="186" formatCode="0.00%">
                  <c:v>2.3149614540011298E-2</c:v>
                </c:pt>
                <c:pt idx="187" formatCode="0.00%">
                  <c:v>2.08486915972537E-2</c:v>
                </c:pt>
                <c:pt idx="188" formatCode="0.00%">
                  <c:v>1.6214162033746701E-2</c:v>
                </c:pt>
                <c:pt idx="189" formatCode="0.00%">
                  <c:v>1.19165362838385E-2</c:v>
                </c:pt>
                <c:pt idx="190" formatCode="0.00%">
                  <c:v>1.1122089750733101E-2</c:v>
                </c:pt>
                <c:pt idx="191" formatCode="0.00%">
                  <c:v>9.9250279799709597E-3</c:v>
                </c:pt>
                <c:pt idx="192" formatCode="0.00%">
                  <c:v>1.00890540946718E-2</c:v>
                </c:pt>
              </c:numCache>
            </c:numRef>
          </c:val>
          <c:smooth val="1"/>
        </c:ser>
        <c:ser>
          <c:idx val="1"/>
          <c:order val="1"/>
          <c:tx>
            <c:strRef>
              <c:f>Sheet1!$C$1</c:f>
              <c:strCache>
                <c:ptCount val="1"/>
                <c:pt idx="0">
                  <c:v>model.smm</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0.0%</c:formatCode>
                <c:ptCount val="193"/>
                <c:pt idx="0">
                  <c:v>2.8608087925483187E-2</c:v>
                </c:pt>
                <c:pt idx="1">
                  <c:v>2.8813355577980888E-2</c:v>
                </c:pt>
                <c:pt idx="2">
                  <c:v>3.540503250899394E-2</c:v>
                </c:pt>
                <c:pt idx="3">
                  <c:v>3.6732029972601485E-2</c:v>
                </c:pt>
                <c:pt idx="4">
                  <c:v>3.4042089749974781E-2</c:v>
                </c:pt>
                <c:pt idx="5">
                  <c:v>3.4850711321117028E-2</c:v>
                </c:pt>
                <c:pt idx="6">
                  <c:v>3.3528976555411684E-2</c:v>
                </c:pt>
                <c:pt idx="7">
                  <c:v>3.7357825573780722E-2</c:v>
                </c:pt>
                <c:pt idx="8">
                  <c:v>3.762394143505067E-2</c:v>
                </c:pt>
                <c:pt idx="9">
                  <c:v>3.6023919053371968E-2</c:v>
                </c:pt>
                <c:pt idx="10">
                  <c:v>4.2169033998454342E-2</c:v>
                </c:pt>
                <c:pt idx="11">
                  <c:v>4.7102900560665337E-2</c:v>
                </c:pt>
                <c:pt idx="12">
                  <c:v>4.1226841434078086E-2</c:v>
                </c:pt>
                <c:pt idx="13">
                  <c:v>4.0236891071765729E-2</c:v>
                </c:pt>
                <c:pt idx="14">
                  <c:v>3.5260720810768427E-2</c:v>
                </c:pt>
                <c:pt idx="15">
                  <c:v>3.2447752005763518E-2</c:v>
                </c:pt>
                <c:pt idx="16">
                  <c:v>2.6202874554912391E-2</c:v>
                </c:pt>
                <c:pt idx="17">
                  <c:v>2.8608336902155636E-2</c:v>
                </c:pt>
                <c:pt idx="18">
                  <c:v>2.2607428675825096E-2</c:v>
                </c:pt>
                <c:pt idx="19">
                  <c:v>1.4741669473887622E-2</c:v>
                </c:pt>
                <c:pt idx="20">
                  <c:v>1.3858993605039571E-2</c:v>
                </c:pt>
                <c:pt idx="21">
                  <c:v>9.9810844259889727E-3</c:v>
                </c:pt>
                <c:pt idx="22">
                  <c:v>1.0631103495509314E-2</c:v>
                </c:pt>
                <c:pt idx="23">
                  <c:v>1.0005519570335054E-2</c:v>
                </c:pt>
                <c:pt idx="24">
                  <c:v>1.1151369570362838E-2</c:v>
                </c:pt>
                <c:pt idx="25">
                  <c:v>8.5552797956511481E-3</c:v>
                </c:pt>
                <c:pt idx="26">
                  <c:v>7.5615475550723441E-3</c:v>
                </c:pt>
                <c:pt idx="27">
                  <c:v>8.3437711135512776E-3</c:v>
                </c:pt>
                <c:pt idx="28">
                  <c:v>9.103223443075719E-3</c:v>
                </c:pt>
                <c:pt idx="29">
                  <c:v>9.7651313692357564E-3</c:v>
                </c:pt>
                <c:pt idx="30">
                  <c:v>9.153905634989478E-3</c:v>
                </c:pt>
                <c:pt idx="31">
                  <c:v>9.6263946558531894E-3</c:v>
                </c:pt>
                <c:pt idx="32">
                  <c:v>1.0501403047570374E-2</c:v>
                </c:pt>
                <c:pt idx="33">
                  <c:v>1.0306394067370366E-2</c:v>
                </c:pt>
                <c:pt idx="34">
                  <c:v>1.0845640631951795E-2</c:v>
                </c:pt>
                <c:pt idx="35">
                  <c:v>1.1852506182520199E-2</c:v>
                </c:pt>
                <c:pt idx="36">
                  <c:v>1.3120218650118235E-2</c:v>
                </c:pt>
                <c:pt idx="37">
                  <c:v>1.802078276833588E-2</c:v>
                </c:pt>
                <c:pt idx="38">
                  <c:v>2.8365178871003347E-2</c:v>
                </c:pt>
                <c:pt idx="39">
                  <c:v>2.8947099236189357E-2</c:v>
                </c:pt>
                <c:pt idx="40">
                  <c:v>3.3432908309476601E-2</c:v>
                </c:pt>
                <c:pt idx="41">
                  <c:v>2.8958604660261067E-2</c:v>
                </c:pt>
                <c:pt idx="42">
                  <c:v>2.5725706395405674E-2</c:v>
                </c:pt>
                <c:pt idx="43">
                  <c:v>2.3954086831976515E-2</c:v>
                </c:pt>
                <c:pt idx="44">
                  <c:v>2.477007780374765E-2</c:v>
                </c:pt>
                <c:pt idx="45">
                  <c:v>2.7860126216074463E-2</c:v>
                </c:pt>
                <c:pt idx="46">
                  <c:v>3.1164079065715569E-2</c:v>
                </c:pt>
                <c:pt idx="47">
                  <c:v>3.7072564225829524E-2</c:v>
                </c:pt>
                <c:pt idx="48">
                  <c:v>3.5443109472055812E-2</c:v>
                </c:pt>
                <c:pt idx="49">
                  <c:v>1.9483213073197513E-2</c:v>
                </c:pt>
                <c:pt idx="50">
                  <c:v>2.0615992204948676E-2</c:v>
                </c:pt>
                <c:pt idx="51">
                  <c:v>2.4845044105853739E-2</c:v>
                </c:pt>
                <c:pt idx="52">
                  <c:v>2.1456622579546107E-2</c:v>
                </c:pt>
                <c:pt idx="53">
                  <c:v>2.1951159841501654E-2</c:v>
                </c:pt>
                <c:pt idx="54">
                  <c:v>2.7074929689527488E-2</c:v>
                </c:pt>
                <c:pt idx="55">
                  <c:v>3.2822290759159635E-2</c:v>
                </c:pt>
                <c:pt idx="56">
                  <c:v>3.9426569656477284E-2</c:v>
                </c:pt>
                <c:pt idx="57">
                  <c:v>4.6674184425826562E-2</c:v>
                </c:pt>
                <c:pt idx="58">
                  <c:v>5.4441491035915168E-2</c:v>
                </c:pt>
                <c:pt idx="59">
                  <c:v>5.7656013813995786E-2</c:v>
                </c:pt>
                <c:pt idx="60">
                  <c:v>6.3631136618271855E-2</c:v>
                </c:pt>
                <c:pt idx="61">
                  <c:v>6.4141672305897068E-2</c:v>
                </c:pt>
                <c:pt idx="62">
                  <c:v>6.6367737185951348E-2</c:v>
                </c:pt>
                <c:pt idx="63">
                  <c:v>6.7290314275976634E-2</c:v>
                </c:pt>
                <c:pt idx="64">
                  <c:v>6.4993344520179491E-2</c:v>
                </c:pt>
                <c:pt idx="65">
                  <c:v>5.4698684749354493E-2</c:v>
                </c:pt>
                <c:pt idx="66">
                  <c:v>6.4401563364254358E-2</c:v>
                </c:pt>
                <c:pt idx="67">
                  <c:v>7.8731448023021594E-2</c:v>
                </c:pt>
                <c:pt idx="68">
                  <c:v>6.185973460013057E-2</c:v>
                </c:pt>
                <c:pt idx="69">
                  <c:v>2.3063659614399712E-2</c:v>
                </c:pt>
                <c:pt idx="70">
                  <c:v>2.1081183983573563E-2</c:v>
                </c:pt>
                <c:pt idx="71">
                  <c:v>2.3667150824341232E-2</c:v>
                </c:pt>
                <c:pt idx="72">
                  <c:v>2.3570839035858746E-2</c:v>
                </c:pt>
                <c:pt idx="73">
                  <c:v>2.2088017336886132E-2</c:v>
                </c:pt>
                <c:pt idx="74">
                  <c:v>2.6665851264994309E-2</c:v>
                </c:pt>
                <c:pt idx="75">
                  <c:v>2.98972033652708E-2</c:v>
                </c:pt>
                <c:pt idx="76">
                  <c:v>3.6845265605803861E-2</c:v>
                </c:pt>
                <c:pt idx="77">
                  <c:v>2.4245733194859325E-2</c:v>
                </c:pt>
                <c:pt idx="78">
                  <c:v>1.5087003959889421E-2</c:v>
                </c:pt>
                <c:pt idx="79">
                  <c:v>1.4494443787556387E-2</c:v>
                </c:pt>
                <c:pt idx="80">
                  <c:v>1.8751457923732916E-2</c:v>
                </c:pt>
                <c:pt idx="81">
                  <c:v>2.0913333499974839E-2</c:v>
                </c:pt>
                <c:pt idx="82">
                  <c:v>2.3903134298962868E-2</c:v>
                </c:pt>
                <c:pt idx="83">
                  <c:v>2.3991540327449143E-2</c:v>
                </c:pt>
                <c:pt idx="84">
                  <c:v>2.4727968301493236E-2</c:v>
                </c:pt>
                <c:pt idx="85">
                  <c:v>2.1883530116374957E-2</c:v>
                </c:pt>
                <c:pt idx="86">
                  <c:v>2.2296246359119379E-2</c:v>
                </c:pt>
                <c:pt idx="87">
                  <c:v>2.6904959309413091E-2</c:v>
                </c:pt>
                <c:pt idx="88">
                  <c:v>1.8242249469258551E-2</c:v>
                </c:pt>
                <c:pt idx="89">
                  <c:v>2.0749445184059998E-2</c:v>
                </c:pt>
                <c:pt idx="90">
                  <c:v>2.4043404053333814E-2</c:v>
                </c:pt>
                <c:pt idx="91">
                  <c:v>2.9447602685564456E-2</c:v>
                </c:pt>
                <c:pt idx="92">
                  <c:v>2.6453942649171815E-2</c:v>
                </c:pt>
                <c:pt idx="93">
                  <c:v>2.1026301893083861E-2</c:v>
                </c:pt>
                <c:pt idx="94">
                  <c:v>2.0967521615559766E-2</c:v>
                </c:pt>
                <c:pt idx="95">
                  <c:v>1.4176880112523209E-2</c:v>
                </c:pt>
                <c:pt idx="96">
                  <c:v>1.0215711993101203E-2</c:v>
                </c:pt>
                <c:pt idx="97">
                  <c:v>9.3939235534305845E-3</c:v>
                </c:pt>
                <c:pt idx="98">
                  <c:v>1.1225496841338372E-2</c:v>
                </c:pt>
                <c:pt idx="99">
                  <c:v>1.1160764286826696E-2</c:v>
                </c:pt>
                <c:pt idx="100">
                  <c:v>1.1056965122769829E-2</c:v>
                </c:pt>
                <c:pt idx="101">
                  <c:v>9.6296377705894238E-3</c:v>
                </c:pt>
                <c:pt idx="102">
                  <c:v>9.6431594824206955E-3</c:v>
                </c:pt>
                <c:pt idx="103">
                  <c:v>8.8423771760119587E-3</c:v>
                </c:pt>
                <c:pt idx="104">
                  <c:v>8.7876884180711906E-3</c:v>
                </c:pt>
                <c:pt idx="105">
                  <c:v>9.5775214182368777E-3</c:v>
                </c:pt>
                <c:pt idx="106">
                  <c:v>1.0611697813011595E-2</c:v>
                </c:pt>
                <c:pt idx="107">
                  <c:v>1.1049327577428304E-2</c:v>
                </c:pt>
                <c:pt idx="108">
                  <c:v>1.2966228391810395E-2</c:v>
                </c:pt>
                <c:pt idx="109">
                  <c:v>1.3750776013319041E-2</c:v>
                </c:pt>
                <c:pt idx="110">
                  <c:v>1.2669234779799744E-2</c:v>
                </c:pt>
                <c:pt idx="111">
                  <c:v>1.3207315441082028E-2</c:v>
                </c:pt>
                <c:pt idx="112">
                  <c:v>1.6597651186780464E-2</c:v>
                </c:pt>
                <c:pt idx="113">
                  <c:v>1.6258834181228511E-2</c:v>
                </c:pt>
                <c:pt idx="114">
                  <c:v>1.5966095886964429E-2</c:v>
                </c:pt>
                <c:pt idx="115">
                  <c:v>9.9949588628559377E-3</c:v>
                </c:pt>
                <c:pt idx="116">
                  <c:v>9.7636581083835189E-3</c:v>
                </c:pt>
                <c:pt idx="117">
                  <c:v>9.8598470670159463E-3</c:v>
                </c:pt>
                <c:pt idx="118">
                  <c:v>1.1895199233893362E-2</c:v>
                </c:pt>
                <c:pt idx="119">
                  <c:v>1.1427670457225311E-2</c:v>
                </c:pt>
                <c:pt idx="120">
                  <c:v>1.5306492943831043E-2</c:v>
                </c:pt>
                <c:pt idx="121">
                  <c:v>1.568076813038E-2</c:v>
                </c:pt>
                <c:pt idx="122">
                  <c:v>2.6718275917501144E-2</c:v>
                </c:pt>
                <c:pt idx="123">
                  <c:v>2.2518499558099817E-2</c:v>
                </c:pt>
                <c:pt idx="124">
                  <c:v>2.1665485316338665E-2</c:v>
                </c:pt>
                <c:pt idx="125">
                  <c:v>2.4416067613936176E-2</c:v>
                </c:pt>
                <c:pt idx="126">
                  <c:v>2.074467693166716E-2</c:v>
                </c:pt>
                <c:pt idx="127">
                  <c:v>1.3195799276868758E-2</c:v>
                </c:pt>
                <c:pt idx="128">
                  <c:v>1.2209560187354109E-2</c:v>
                </c:pt>
                <c:pt idx="129">
                  <c:v>1.0088471322226452E-2</c:v>
                </c:pt>
                <c:pt idx="130">
                  <c:v>1.788508791337047E-2</c:v>
                </c:pt>
                <c:pt idx="131">
                  <c:v>1.4374582942994795E-2</c:v>
                </c:pt>
                <c:pt idx="132">
                  <c:v>1.6317432340572882E-2</c:v>
                </c:pt>
                <c:pt idx="133">
                  <c:v>4.3033305096229574E-2</c:v>
                </c:pt>
                <c:pt idx="134">
                  <c:v>5.3590838574322827E-2</c:v>
                </c:pt>
                <c:pt idx="135">
                  <c:v>5.0598255811339629E-2</c:v>
                </c:pt>
                <c:pt idx="136">
                  <c:v>5.5651293239385662E-2</c:v>
                </c:pt>
                <c:pt idx="137">
                  <c:v>6.6166642421566169E-2</c:v>
                </c:pt>
                <c:pt idx="138">
                  <c:v>7.7407276115462109E-2</c:v>
                </c:pt>
                <c:pt idx="139">
                  <c:v>4.8791586529176423E-2</c:v>
                </c:pt>
                <c:pt idx="140">
                  <c:v>4.4526987809751492E-2</c:v>
                </c:pt>
                <c:pt idx="141">
                  <c:v>4.1582843565850132E-2</c:v>
                </c:pt>
                <c:pt idx="142">
                  <c:v>4.5551741175968344E-2</c:v>
                </c:pt>
                <c:pt idx="143">
                  <c:v>4.813621703820218E-2</c:v>
                </c:pt>
                <c:pt idx="144">
                  <c:v>5.0223273307862318E-2</c:v>
                </c:pt>
                <c:pt idx="145">
                  <c:v>4.5906059281540595E-2</c:v>
                </c:pt>
                <c:pt idx="146">
                  <c:v>4.1872557281621467E-2</c:v>
                </c:pt>
                <c:pt idx="147">
                  <c:v>4.4188825997458901E-2</c:v>
                </c:pt>
                <c:pt idx="148">
                  <c:v>4.4553412706347884E-2</c:v>
                </c:pt>
                <c:pt idx="149">
                  <c:v>3.953987762549889E-2</c:v>
                </c:pt>
                <c:pt idx="150">
                  <c:v>4.6232507076805117E-2</c:v>
                </c:pt>
                <c:pt idx="151">
                  <c:v>4.959410024837612E-2</c:v>
                </c:pt>
                <c:pt idx="152">
                  <c:v>5.4003136694756634E-2</c:v>
                </c:pt>
                <c:pt idx="153">
                  <c:v>5.4645103027854178E-2</c:v>
                </c:pt>
                <c:pt idx="154">
                  <c:v>5.5101664227135347E-2</c:v>
                </c:pt>
                <c:pt idx="155">
                  <c:v>5.9306057855114516E-2</c:v>
                </c:pt>
                <c:pt idx="156">
                  <c:v>6.7490050438051855E-2</c:v>
                </c:pt>
                <c:pt idx="157">
                  <c:v>5.2864446248082106E-2</c:v>
                </c:pt>
                <c:pt idx="158">
                  <c:v>4.2530152497640229E-2</c:v>
                </c:pt>
                <c:pt idx="159">
                  <c:v>3.5038533249674042E-2</c:v>
                </c:pt>
                <c:pt idx="160">
                  <c:v>3.8360946225739469E-2</c:v>
                </c:pt>
                <c:pt idx="161">
                  <c:v>3.8453243126309003E-2</c:v>
                </c:pt>
                <c:pt idx="162">
                  <c:v>4.3662775052646569E-2</c:v>
                </c:pt>
                <c:pt idx="163">
                  <c:v>4.616127251583723E-2</c:v>
                </c:pt>
                <c:pt idx="164">
                  <c:v>4.5222730410770753E-2</c:v>
                </c:pt>
                <c:pt idx="165">
                  <c:v>4.9956676949020229E-2</c:v>
                </c:pt>
                <c:pt idx="166">
                  <c:v>5.2441131812216102E-2</c:v>
                </c:pt>
                <c:pt idx="167">
                  <c:v>5.1514098285841817E-2</c:v>
                </c:pt>
                <c:pt idx="168">
                  <c:v>5.246748420050331E-2</c:v>
                </c:pt>
                <c:pt idx="169">
                  <c:v>5.0407255930143072E-2</c:v>
                </c:pt>
                <c:pt idx="170">
                  <c:v>5.0957238927325149E-2</c:v>
                </c:pt>
                <c:pt idx="171">
                  <c:v>5.8929269997937447E-2</c:v>
                </c:pt>
                <c:pt idx="172">
                  <c:v>5.8760068099375215E-2</c:v>
                </c:pt>
                <c:pt idx="173">
                  <c:v>5.362186205269099E-2</c:v>
                </c:pt>
                <c:pt idx="174">
                  <c:v>5.3982169506059406E-2</c:v>
                </c:pt>
                <c:pt idx="175">
                  <c:v>5.4103043656400583E-2</c:v>
                </c:pt>
                <c:pt idx="176">
                  <c:v>5.8636994461742267E-2</c:v>
                </c:pt>
                <c:pt idx="177">
                  <c:v>5.8225776106217542E-2</c:v>
                </c:pt>
                <c:pt idx="178">
                  <c:v>5.7503503293178881E-2</c:v>
                </c:pt>
                <c:pt idx="179">
                  <c:v>6.0431335720922706E-2</c:v>
                </c:pt>
                <c:pt idx="180">
                  <c:v>6.2529344815520069E-2</c:v>
                </c:pt>
                <c:pt idx="181">
                  <c:v>5.7371961594793436E-2</c:v>
                </c:pt>
                <c:pt idx="182">
                  <c:v>5.0769393736054297E-2</c:v>
                </c:pt>
                <c:pt idx="183">
                  <c:v>4.3720066703834756E-2</c:v>
                </c:pt>
                <c:pt idx="184">
                  <c:v>4.0080782829080792E-2</c:v>
                </c:pt>
                <c:pt idx="185">
                  <c:v>4.1745986573732803E-2</c:v>
                </c:pt>
                <c:pt idx="186">
                  <c:v>4.0118848493366582E-2</c:v>
                </c:pt>
                <c:pt idx="187">
                  <c:v>2.8822942104976684E-2</c:v>
                </c:pt>
                <c:pt idx="188">
                  <c:v>2.3381966213240044E-2</c:v>
                </c:pt>
                <c:pt idx="189">
                  <c:v>2.0338874207417229E-2</c:v>
                </c:pt>
                <c:pt idx="190">
                  <c:v>1.9281137539288257E-2</c:v>
                </c:pt>
                <c:pt idx="191">
                  <c:v>2.278252875236457E-2</c:v>
                </c:pt>
                <c:pt idx="192">
                  <c:v>2.1675187483196749E-2</c:v>
                </c:pt>
              </c:numCache>
            </c:numRef>
          </c:val>
          <c:smooth val="1"/>
        </c:ser>
        <c:dLbls>
          <c:showLegendKey val="0"/>
          <c:showVal val="0"/>
          <c:showCatName val="0"/>
          <c:showSerName val="0"/>
          <c:showPercent val="0"/>
          <c:showBubbleSize val="0"/>
        </c:dLbls>
        <c:marker val="1"/>
        <c:smooth val="0"/>
        <c:axId val="139494912"/>
        <c:axId val="139496448"/>
      </c:lineChart>
      <c:lineChart>
        <c:grouping val="standard"/>
        <c:varyColors val="0"/>
        <c:ser>
          <c:idx val="2"/>
          <c:order val="2"/>
          <c:tx>
            <c:strRef>
              <c:f>Sheet1!$D$1</c:f>
              <c:strCache>
                <c:ptCount val="1"/>
                <c:pt idx="0">
                  <c:v>Media Effect</c:v>
                </c:pt>
              </c:strCache>
            </c:strRef>
          </c:tx>
          <c:spPr>
            <a:ln w="12700">
              <a:solidFill>
                <a:srgbClr val="996633"/>
              </a:solidFill>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Sheet1!$D$2:$D$194</c:f>
              <c:numCache>
                <c:formatCode>0.00</c:formatCode>
                <c:ptCount val="193"/>
                <c:pt idx="0">
                  <c:v>1</c:v>
                </c:pt>
                <c:pt idx="1">
                  <c:v>1</c:v>
                </c:pt>
                <c:pt idx="2">
                  <c:v>1</c:v>
                </c:pt>
                <c:pt idx="3">
                  <c:v>1</c:v>
                </c:pt>
                <c:pt idx="4">
                  <c:v>1</c:v>
                </c:pt>
                <c:pt idx="5">
                  <c:v>1</c:v>
                </c:pt>
                <c:pt idx="6">
                  <c:v>1.0625000000000018</c:v>
                </c:pt>
                <c:pt idx="7">
                  <c:v>1.1291666666666678</c:v>
                </c:pt>
                <c:pt idx="8">
                  <c:v>1.2625000000000006</c:v>
                </c:pt>
                <c:pt idx="9">
                  <c:v>1.166666666666667</c:v>
                </c:pt>
                <c:pt idx="10">
                  <c:v>1.1916666666666664</c:v>
                </c:pt>
                <c:pt idx="11">
                  <c:v>1.4541666666666666</c:v>
                </c:pt>
                <c:pt idx="12">
                  <c:v>1.5249999999999999</c:v>
                </c:pt>
                <c:pt idx="13">
                  <c:v>1.4541666666666666</c:v>
                </c:pt>
                <c:pt idx="14">
                  <c:v>1.333333333333333</c:v>
                </c:pt>
                <c:pt idx="15">
                  <c:v>1.2458333333333327</c:v>
                </c:pt>
                <c:pt idx="16">
                  <c:v>1.1166666666666665</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1.0541666666666656</c:v>
                </c:pt>
                <c:pt idx="59">
                  <c:v>1.4291666666666658</c:v>
                </c:pt>
                <c:pt idx="60">
                  <c:v>1.6208333333333327</c:v>
                </c:pt>
                <c:pt idx="61">
                  <c:v>1.7541666666666669</c:v>
                </c:pt>
                <c:pt idx="62">
                  <c:v>1.7333333333333334</c:v>
                </c:pt>
                <c:pt idx="63">
                  <c:v>1.708333333333333</c:v>
                </c:pt>
                <c:pt idx="64">
                  <c:v>1.6083333333333338</c:v>
                </c:pt>
                <c:pt idx="65">
                  <c:v>1.5166666666666671</c:v>
                </c:pt>
                <c:pt idx="66">
                  <c:v>1.4833333333333334</c:v>
                </c:pt>
                <c:pt idx="67">
                  <c:v>1.6916666666666669</c:v>
                </c:pt>
                <c:pt idx="68">
                  <c:v>1.8833333333333337</c:v>
                </c:pt>
                <c:pt idx="69">
                  <c:v>1.5666666666666673</c:v>
                </c:pt>
                <c:pt idx="70">
                  <c:v>1.2916666666666674</c:v>
                </c:pt>
                <c:pt idx="71">
                  <c:v>1.008333333333334</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1.0875000000000006</c:v>
                </c:pt>
                <c:pt idx="137">
                  <c:v>1.3375000000000004</c:v>
                </c:pt>
                <c:pt idx="138">
                  <c:v>1.7041666666666666</c:v>
                </c:pt>
                <c:pt idx="139">
                  <c:v>1.8708333333333336</c:v>
                </c:pt>
                <c:pt idx="140">
                  <c:v>1.333333333333333</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1.1583333333333339</c:v>
                </c:pt>
                <c:pt idx="155">
                  <c:v>1.3583333333333334</c:v>
                </c:pt>
                <c:pt idx="156">
                  <c:v>1.6458333333333339</c:v>
                </c:pt>
                <c:pt idx="157">
                  <c:v>1.6541666666666668</c:v>
                </c:pt>
                <c:pt idx="158">
                  <c:v>1.3875000000000002</c:v>
                </c:pt>
                <c:pt idx="159">
                  <c:v>1.029166666666667</c:v>
                </c:pt>
                <c:pt idx="160">
                  <c:v>1</c:v>
                </c:pt>
                <c:pt idx="161">
                  <c:v>1</c:v>
                </c:pt>
                <c:pt idx="162">
                  <c:v>1</c:v>
                </c:pt>
                <c:pt idx="163">
                  <c:v>1</c:v>
                </c:pt>
                <c:pt idx="164">
                  <c:v>1</c:v>
                </c:pt>
                <c:pt idx="165">
                  <c:v>1</c:v>
                </c:pt>
                <c:pt idx="166">
                  <c:v>1</c:v>
                </c:pt>
                <c:pt idx="167">
                  <c:v>1</c:v>
                </c:pt>
                <c:pt idx="168">
                  <c:v>1</c:v>
                </c:pt>
                <c:pt idx="169">
                  <c:v>1.0416666666666659</c:v>
                </c:pt>
                <c:pt idx="170">
                  <c:v>1.2749999999999995</c:v>
                </c:pt>
                <c:pt idx="171">
                  <c:v>1.4958333333333327</c:v>
                </c:pt>
                <c:pt idx="172">
                  <c:v>1.5333333333333332</c:v>
                </c:pt>
                <c:pt idx="173">
                  <c:v>1.3625</c:v>
                </c:pt>
                <c:pt idx="174">
                  <c:v>1.3541666666666663</c:v>
                </c:pt>
                <c:pt idx="175">
                  <c:v>1.3375000000000001</c:v>
                </c:pt>
                <c:pt idx="176">
                  <c:v>1.4333333333333331</c:v>
                </c:pt>
                <c:pt idx="177">
                  <c:v>1.5291666666666668</c:v>
                </c:pt>
                <c:pt idx="178">
                  <c:v>1.4833333333333332</c:v>
                </c:pt>
                <c:pt idx="179">
                  <c:v>1.5958333333333332</c:v>
                </c:pt>
                <c:pt idx="180">
                  <c:v>1.6708333333333334</c:v>
                </c:pt>
                <c:pt idx="181">
                  <c:v>1.625</c:v>
                </c:pt>
                <c:pt idx="182">
                  <c:v>1.5041666666666667</c:v>
                </c:pt>
                <c:pt idx="183">
                  <c:v>1.3458333333333337</c:v>
                </c:pt>
                <c:pt idx="184">
                  <c:v>1.1958333333333333</c:v>
                </c:pt>
                <c:pt idx="185">
                  <c:v>1</c:v>
                </c:pt>
                <c:pt idx="186">
                  <c:v>1</c:v>
                </c:pt>
                <c:pt idx="187">
                  <c:v>1</c:v>
                </c:pt>
                <c:pt idx="188">
                  <c:v>1</c:v>
                </c:pt>
                <c:pt idx="189">
                  <c:v>1</c:v>
                </c:pt>
                <c:pt idx="190">
                  <c:v>1</c:v>
                </c:pt>
                <c:pt idx="191">
                  <c:v>1</c:v>
                </c:pt>
                <c:pt idx="192">
                  <c:v>1</c:v>
                </c:pt>
              </c:numCache>
            </c:numRef>
          </c:val>
          <c:smooth val="0"/>
        </c:ser>
        <c:dLbls>
          <c:showLegendKey val="0"/>
          <c:showVal val="0"/>
          <c:showCatName val="0"/>
          <c:showSerName val="0"/>
          <c:showPercent val="0"/>
          <c:showBubbleSize val="0"/>
        </c:dLbls>
        <c:marker val="1"/>
        <c:smooth val="0"/>
        <c:axId val="139528832"/>
        <c:axId val="139527296"/>
      </c:lineChart>
      <c:dateAx>
        <c:axId val="139494912"/>
        <c:scaling>
          <c:orientation val="minMax"/>
        </c:scaling>
        <c:delete val="0"/>
        <c:axPos val="b"/>
        <c:numFmt formatCode="m/d/yyyy" sourceLinked="0"/>
        <c:majorTickMark val="out"/>
        <c:minorTickMark val="none"/>
        <c:tickLblPos val="nextTo"/>
        <c:spPr>
          <a:ln>
            <a:solidFill>
              <a:schemeClr val="tx2"/>
            </a:solidFill>
          </a:ln>
        </c:spPr>
        <c:txPr>
          <a:bodyPr/>
          <a:lstStyle/>
          <a:p>
            <a:pPr>
              <a:defRPr sz="900"/>
            </a:pPr>
            <a:endParaRPr lang="en-US"/>
          </a:p>
        </c:txPr>
        <c:crossAx val="139496448"/>
        <c:crosses val="autoZero"/>
        <c:auto val="1"/>
        <c:lblOffset val="100"/>
        <c:baseTimeUnit val="months"/>
        <c:majorUnit val="24"/>
        <c:majorTimeUnit val="months"/>
      </c:dateAx>
      <c:valAx>
        <c:axId val="139496448"/>
        <c:scaling>
          <c:orientation val="minMax"/>
        </c:scaling>
        <c:delete val="0"/>
        <c:axPos val="l"/>
        <c:title>
          <c:tx>
            <c:rich>
              <a:bodyPr rot="-5400000" vert="horz"/>
              <a:lstStyle/>
              <a:p>
                <a:pPr>
                  <a:defRPr/>
                </a:pPr>
                <a:r>
                  <a:rPr lang="en-US" dirty="0" smtClean="0"/>
                  <a:t>SMM</a:t>
                </a:r>
                <a:endParaRPr lang="en-US" dirty="0"/>
              </a:p>
            </c:rich>
          </c:tx>
          <c:overlay val="0"/>
        </c:title>
        <c:numFmt formatCode="0.0%" sourceLinked="1"/>
        <c:majorTickMark val="out"/>
        <c:minorTickMark val="none"/>
        <c:tickLblPos val="nextTo"/>
        <c:spPr>
          <a:ln>
            <a:solidFill>
              <a:schemeClr val="tx2"/>
            </a:solidFill>
          </a:ln>
        </c:spPr>
        <c:crossAx val="139494912"/>
        <c:crosses val="autoZero"/>
        <c:crossBetween val="midCat"/>
      </c:valAx>
      <c:valAx>
        <c:axId val="139527296"/>
        <c:scaling>
          <c:orientation val="minMax"/>
          <c:max val="2"/>
          <c:min val="-3"/>
        </c:scaling>
        <c:delete val="0"/>
        <c:axPos val="r"/>
        <c:numFmt formatCode="0.00" sourceLinked="1"/>
        <c:majorTickMark val="out"/>
        <c:minorTickMark val="none"/>
        <c:tickLblPos val="nextTo"/>
        <c:crossAx val="139528832"/>
        <c:crosses val="max"/>
        <c:crossBetween val="between"/>
      </c:valAx>
      <c:dateAx>
        <c:axId val="139528832"/>
        <c:scaling>
          <c:orientation val="minMax"/>
        </c:scaling>
        <c:delete val="1"/>
        <c:axPos val="b"/>
        <c:numFmt formatCode="m/d/yyyy" sourceLinked="1"/>
        <c:majorTickMark val="out"/>
        <c:minorTickMark val="none"/>
        <c:tickLblPos val="nextTo"/>
        <c:crossAx val="139527296"/>
        <c:crosses val="autoZero"/>
        <c:auto val="1"/>
        <c:lblOffset val="100"/>
        <c:baseTimeUnit val="months"/>
      </c:dateAx>
    </c:plotArea>
    <c:legend>
      <c:legendPos val="r"/>
      <c:layout>
        <c:manualLayout>
          <c:xMode val="edge"/>
          <c:yMode val="edge"/>
          <c:x val="0.78737622907589533"/>
          <c:y val="0"/>
          <c:w val="0.15282829024231417"/>
          <c:h val="0.20278773075486742"/>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Purchase Index</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General</c:formatCode>
                <c:ptCount val="193"/>
                <c:pt idx="0">
                  <c:v>270.18</c:v>
                </c:pt>
                <c:pt idx="1">
                  <c:v>235</c:v>
                </c:pt>
                <c:pt idx="2">
                  <c:v>224.72499999999999</c:v>
                </c:pt>
                <c:pt idx="3">
                  <c:v>251.2</c:v>
                </c:pt>
                <c:pt idx="4">
                  <c:v>264.88</c:v>
                </c:pt>
                <c:pt idx="5">
                  <c:v>262.52499999999998</c:v>
                </c:pt>
                <c:pt idx="6">
                  <c:v>262.7</c:v>
                </c:pt>
                <c:pt idx="7">
                  <c:v>254.65</c:v>
                </c:pt>
                <c:pt idx="8">
                  <c:v>292.375</c:v>
                </c:pt>
                <c:pt idx="9">
                  <c:v>298.58</c:v>
                </c:pt>
                <c:pt idx="10">
                  <c:v>285.2</c:v>
                </c:pt>
                <c:pt idx="11">
                  <c:v>281.27499999999998</c:v>
                </c:pt>
                <c:pt idx="12">
                  <c:v>266.27999999999997</c:v>
                </c:pt>
                <c:pt idx="13">
                  <c:v>246.97499999999999</c:v>
                </c:pt>
                <c:pt idx="14">
                  <c:v>257.2</c:v>
                </c:pt>
                <c:pt idx="15">
                  <c:v>277.2</c:v>
                </c:pt>
                <c:pt idx="16">
                  <c:v>288.27499999999998</c:v>
                </c:pt>
                <c:pt idx="17">
                  <c:v>309.60000000000002</c:v>
                </c:pt>
                <c:pt idx="18">
                  <c:v>285.86</c:v>
                </c:pt>
                <c:pt idx="19">
                  <c:v>277.45</c:v>
                </c:pt>
                <c:pt idx="20">
                  <c:v>264.85000000000002</c:v>
                </c:pt>
                <c:pt idx="21">
                  <c:v>272.38</c:v>
                </c:pt>
                <c:pt idx="22">
                  <c:v>295.47500000000002</c:v>
                </c:pt>
                <c:pt idx="23">
                  <c:v>269.86</c:v>
                </c:pt>
                <c:pt idx="24">
                  <c:v>281.32499999999999</c:v>
                </c:pt>
                <c:pt idx="25">
                  <c:v>279.67500000000001</c:v>
                </c:pt>
                <c:pt idx="26">
                  <c:v>296.18</c:v>
                </c:pt>
                <c:pt idx="27">
                  <c:v>304.89999999999998</c:v>
                </c:pt>
                <c:pt idx="28">
                  <c:v>303.77499999999998</c:v>
                </c:pt>
                <c:pt idx="29">
                  <c:v>314.82</c:v>
                </c:pt>
                <c:pt idx="30">
                  <c:v>312.22500000000002</c:v>
                </c:pt>
                <c:pt idx="31">
                  <c:v>308.42500000000001</c:v>
                </c:pt>
                <c:pt idx="32">
                  <c:v>315.77999999999997</c:v>
                </c:pt>
                <c:pt idx="33">
                  <c:v>304.3</c:v>
                </c:pt>
                <c:pt idx="34">
                  <c:v>312.89999999999998</c:v>
                </c:pt>
                <c:pt idx="35">
                  <c:v>295.38</c:v>
                </c:pt>
                <c:pt idx="36">
                  <c:v>314.10000000000002</c:v>
                </c:pt>
                <c:pt idx="37">
                  <c:v>288.7</c:v>
                </c:pt>
                <c:pt idx="38">
                  <c:v>299.44</c:v>
                </c:pt>
                <c:pt idx="39">
                  <c:v>301.7</c:v>
                </c:pt>
                <c:pt idx="40">
                  <c:v>307.89999999999998</c:v>
                </c:pt>
                <c:pt idx="41">
                  <c:v>325.48</c:v>
                </c:pt>
                <c:pt idx="42">
                  <c:v>311.92500000000001</c:v>
                </c:pt>
                <c:pt idx="43">
                  <c:v>304.89999999999998</c:v>
                </c:pt>
                <c:pt idx="44">
                  <c:v>296.3</c:v>
                </c:pt>
                <c:pt idx="45">
                  <c:v>272.02499999999998</c:v>
                </c:pt>
                <c:pt idx="46">
                  <c:v>315</c:v>
                </c:pt>
                <c:pt idx="47">
                  <c:v>315</c:v>
                </c:pt>
                <c:pt idx="48">
                  <c:v>356.2</c:v>
                </c:pt>
                <c:pt idx="49">
                  <c:v>315.32499999999999</c:v>
                </c:pt>
                <c:pt idx="50">
                  <c:v>328.24</c:v>
                </c:pt>
                <c:pt idx="51">
                  <c:v>347.52499999999998</c:v>
                </c:pt>
                <c:pt idx="52">
                  <c:v>369.16</c:v>
                </c:pt>
                <c:pt idx="53">
                  <c:v>373.17500000000001</c:v>
                </c:pt>
                <c:pt idx="54">
                  <c:v>374.25</c:v>
                </c:pt>
                <c:pt idx="55">
                  <c:v>360.6</c:v>
                </c:pt>
                <c:pt idx="56">
                  <c:v>369.52499999999998</c:v>
                </c:pt>
                <c:pt idx="57">
                  <c:v>348.625</c:v>
                </c:pt>
                <c:pt idx="58">
                  <c:v>356.92</c:v>
                </c:pt>
                <c:pt idx="59">
                  <c:v>357.625</c:v>
                </c:pt>
                <c:pt idx="60">
                  <c:v>365.22</c:v>
                </c:pt>
                <c:pt idx="61">
                  <c:v>329.45</c:v>
                </c:pt>
                <c:pt idx="62">
                  <c:v>360.17500000000001</c:v>
                </c:pt>
                <c:pt idx="63">
                  <c:v>373.2</c:v>
                </c:pt>
                <c:pt idx="64">
                  <c:v>416.64</c:v>
                </c:pt>
                <c:pt idx="65">
                  <c:v>421.9</c:v>
                </c:pt>
                <c:pt idx="66">
                  <c:v>432.65</c:v>
                </c:pt>
                <c:pt idx="67">
                  <c:v>405.42</c:v>
                </c:pt>
                <c:pt idx="68">
                  <c:v>410.27499999999998</c:v>
                </c:pt>
                <c:pt idx="69">
                  <c:v>390.88</c:v>
                </c:pt>
                <c:pt idx="70">
                  <c:v>425.75</c:v>
                </c:pt>
                <c:pt idx="71">
                  <c:v>409.67500000000001</c:v>
                </c:pt>
                <c:pt idx="72">
                  <c:v>448.88</c:v>
                </c:pt>
                <c:pt idx="73">
                  <c:v>415.55</c:v>
                </c:pt>
                <c:pt idx="74">
                  <c:v>443.42500000000001</c:v>
                </c:pt>
                <c:pt idx="75">
                  <c:v>457.96</c:v>
                </c:pt>
                <c:pt idx="76">
                  <c:v>464.52499999999998</c:v>
                </c:pt>
                <c:pt idx="77">
                  <c:v>442.9</c:v>
                </c:pt>
                <c:pt idx="78">
                  <c:v>461.36</c:v>
                </c:pt>
                <c:pt idx="79">
                  <c:v>448.47500000000002</c:v>
                </c:pt>
                <c:pt idx="80">
                  <c:v>464.35</c:v>
                </c:pt>
                <c:pt idx="81">
                  <c:v>458.82</c:v>
                </c:pt>
                <c:pt idx="82">
                  <c:v>471.72500000000002</c:v>
                </c:pt>
                <c:pt idx="83">
                  <c:v>470.4</c:v>
                </c:pt>
                <c:pt idx="84">
                  <c:v>430.125</c:v>
                </c:pt>
                <c:pt idx="85">
                  <c:v>431.42500000000001</c:v>
                </c:pt>
                <c:pt idx="86">
                  <c:v>457.95</c:v>
                </c:pt>
                <c:pt idx="87">
                  <c:v>470.34</c:v>
                </c:pt>
                <c:pt idx="88">
                  <c:v>485.125</c:v>
                </c:pt>
                <c:pt idx="89">
                  <c:v>491.35</c:v>
                </c:pt>
                <c:pt idx="90">
                  <c:v>495.62</c:v>
                </c:pt>
                <c:pt idx="91">
                  <c:v>489.27499999999998</c:v>
                </c:pt>
                <c:pt idx="92">
                  <c:v>493.94</c:v>
                </c:pt>
                <c:pt idx="93">
                  <c:v>469.35</c:v>
                </c:pt>
                <c:pt idx="94">
                  <c:v>473.02499999999998</c:v>
                </c:pt>
                <c:pt idx="95">
                  <c:v>455.46</c:v>
                </c:pt>
                <c:pt idx="96">
                  <c:v>452.67500000000001</c:v>
                </c:pt>
                <c:pt idx="97">
                  <c:v>406.57499999999999</c:v>
                </c:pt>
                <c:pt idx="98">
                  <c:v>407.58</c:v>
                </c:pt>
                <c:pt idx="99">
                  <c:v>411.95</c:v>
                </c:pt>
                <c:pt idx="100">
                  <c:v>408.77499999999998</c:v>
                </c:pt>
                <c:pt idx="101">
                  <c:v>405.64</c:v>
                </c:pt>
                <c:pt idx="102">
                  <c:v>397.17500000000001</c:v>
                </c:pt>
                <c:pt idx="103">
                  <c:v>383.22500000000002</c:v>
                </c:pt>
                <c:pt idx="104">
                  <c:v>395.66</c:v>
                </c:pt>
                <c:pt idx="105">
                  <c:v>381.5</c:v>
                </c:pt>
                <c:pt idx="106">
                  <c:v>405.8</c:v>
                </c:pt>
                <c:pt idx="107">
                  <c:v>424.8</c:v>
                </c:pt>
                <c:pt idx="108">
                  <c:v>430.8</c:v>
                </c:pt>
                <c:pt idx="109">
                  <c:v>397.02499999999998</c:v>
                </c:pt>
                <c:pt idx="110">
                  <c:v>408.84</c:v>
                </c:pt>
                <c:pt idx="111">
                  <c:v>412.15</c:v>
                </c:pt>
                <c:pt idx="112">
                  <c:v>433.92500000000001</c:v>
                </c:pt>
                <c:pt idx="113">
                  <c:v>443.08</c:v>
                </c:pt>
                <c:pt idx="114">
                  <c:v>435.3</c:v>
                </c:pt>
                <c:pt idx="115">
                  <c:v>440.72</c:v>
                </c:pt>
                <c:pt idx="116">
                  <c:v>432.55</c:v>
                </c:pt>
                <c:pt idx="117">
                  <c:v>419.52499999999998</c:v>
                </c:pt>
                <c:pt idx="118">
                  <c:v>427.38</c:v>
                </c:pt>
                <c:pt idx="119">
                  <c:v>412.375</c:v>
                </c:pt>
                <c:pt idx="120">
                  <c:v>419.27499999999998</c:v>
                </c:pt>
                <c:pt idx="121">
                  <c:v>377.62</c:v>
                </c:pt>
                <c:pt idx="122">
                  <c:v>373.375</c:v>
                </c:pt>
                <c:pt idx="123">
                  <c:v>365.92500000000001</c:v>
                </c:pt>
                <c:pt idx="124">
                  <c:v>359.72</c:v>
                </c:pt>
                <c:pt idx="125">
                  <c:v>353.15</c:v>
                </c:pt>
                <c:pt idx="126">
                  <c:v>342.65</c:v>
                </c:pt>
                <c:pt idx="127">
                  <c:v>321.86</c:v>
                </c:pt>
                <c:pt idx="128">
                  <c:v>349.72500000000002</c:v>
                </c:pt>
                <c:pt idx="129">
                  <c:v>294.26</c:v>
                </c:pt>
                <c:pt idx="130">
                  <c:v>288.89999999999998</c:v>
                </c:pt>
                <c:pt idx="131">
                  <c:v>305.77499999999998</c:v>
                </c:pt>
                <c:pt idx="132">
                  <c:v>299.76</c:v>
                </c:pt>
                <c:pt idx="133">
                  <c:v>245.02500000000001</c:v>
                </c:pt>
                <c:pt idx="134">
                  <c:v>261.55</c:v>
                </c:pt>
                <c:pt idx="135">
                  <c:v>266.60000000000002</c:v>
                </c:pt>
                <c:pt idx="136">
                  <c:v>261.66000000000003</c:v>
                </c:pt>
                <c:pt idx="137">
                  <c:v>269.97500000000002</c:v>
                </c:pt>
                <c:pt idx="138">
                  <c:v>266.58</c:v>
                </c:pt>
                <c:pt idx="139">
                  <c:v>275.72500000000002</c:v>
                </c:pt>
                <c:pt idx="140">
                  <c:v>283.92500000000001</c:v>
                </c:pt>
                <c:pt idx="141">
                  <c:v>274.2</c:v>
                </c:pt>
                <c:pt idx="142">
                  <c:v>219.97499999999999</c:v>
                </c:pt>
                <c:pt idx="143">
                  <c:v>225.17500000000001</c:v>
                </c:pt>
                <c:pt idx="144">
                  <c:v>220.44</c:v>
                </c:pt>
                <c:pt idx="145">
                  <c:v>211.2</c:v>
                </c:pt>
                <c:pt idx="146">
                  <c:v>229.7</c:v>
                </c:pt>
                <c:pt idx="147">
                  <c:v>250.18</c:v>
                </c:pt>
                <c:pt idx="148">
                  <c:v>204.85</c:v>
                </c:pt>
                <c:pt idx="149">
                  <c:v>174.45</c:v>
                </c:pt>
                <c:pt idx="150">
                  <c:v>169.6</c:v>
                </c:pt>
                <c:pt idx="151">
                  <c:v>172.22499999999999</c:v>
                </c:pt>
                <c:pt idx="152">
                  <c:v>181.9</c:v>
                </c:pt>
                <c:pt idx="153">
                  <c:v>181.1</c:v>
                </c:pt>
                <c:pt idx="154">
                  <c:v>195.02500000000001</c:v>
                </c:pt>
                <c:pt idx="155">
                  <c:v>201.54</c:v>
                </c:pt>
                <c:pt idx="156">
                  <c:v>185.55</c:v>
                </c:pt>
                <c:pt idx="157">
                  <c:v>179.52500000000001</c:v>
                </c:pt>
                <c:pt idx="158">
                  <c:v>190.3</c:v>
                </c:pt>
                <c:pt idx="159">
                  <c:v>193.7</c:v>
                </c:pt>
                <c:pt idx="160">
                  <c:v>191.57499999999999</c:v>
                </c:pt>
                <c:pt idx="161">
                  <c:v>185.02500000000001</c:v>
                </c:pt>
                <c:pt idx="162">
                  <c:v>183.8</c:v>
                </c:pt>
                <c:pt idx="163">
                  <c:v>167.22499999999999</c:v>
                </c:pt>
                <c:pt idx="164">
                  <c:v>170.876</c:v>
                </c:pt>
                <c:pt idx="165">
                  <c:v>171.25</c:v>
                </c:pt>
                <c:pt idx="166">
                  <c:v>186.92750000000001</c:v>
                </c:pt>
                <c:pt idx="167">
                  <c:v>185.166</c:v>
                </c:pt>
                <c:pt idx="168">
                  <c:v>184.7475</c:v>
                </c:pt>
                <c:pt idx="169">
                  <c:v>171.35</c:v>
                </c:pt>
                <c:pt idx="170">
                  <c:v>188.96</c:v>
                </c:pt>
                <c:pt idx="171">
                  <c:v>189.97499999999999</c:v>
                </c:pt>
                <c:pt idx="172">
                  <c:v>190.45</c:v>
                </c:pt>
                <c:pt idx="173">
                  <c:v>189.56</c:v>
                </c:pt>
                <c:pt idx="174">
                  <c:v>188.3</c:v>
                </c:pt>
                <c:pt idx="175">
                  <c:v>178.22</c:v>
                </c:pt>
                <c:pt idx="176">
                  <c:v>189.97499999999999</c:v>
                </c:pt>
                <c:pt idx="177">
                  <c:v>192.375</c:v>
                </c:pt>
                <c:pt idx="178">
                  <c:v>197.2</c:v>
                </c:pt>
                <c:pt idx="179">
                  <c:v>191.22499999999999</c:v>
                </c:pt>
                <c:pt idx="180">
                  <c:v>205.32499999999999</c:v>
                </c:pt>
                <c:pt idx="181">
                  <c:v>196.375</c:v>
                </c:pt>
                <c:pt idx="182">
                  <c:v>206.44</c:v>
                </c:pt>
                <c:pt idx="183">
                  <c:v>215.375</c:v>
                </c:pt>
                <c:pt idx="184">
                  <c:v>211.08</c:v>
                </c:pt>
                <c:pt idx="185">
                  <c:v>212.6</c:v>
                </c:pt>
                <c:pt idx="186">
                  <c:v>198.65</c:v>
                </c:pt>
                <c:pt idx="187">
                  <c:v>187.74</c:v>
                </c:pt>
                <c:pt idx="188">
                  <c:v>190.42500000000001</c:v>
                </c:pt>
                <c:pt idx="189">
                  <c:v>182.97499999999999</c:v>
                </c:pt>
                <c:pt idx="190">
                  <c:v>187.02</c:v>
                </c:pt>
                <c:pt idx="191">
                  <c:v>175.52500000000001</c:v>
                </c:pt>
                <c:pt idx="192">
                  <c:v>183.3</c:v>
                </c:pt>
              </c:numCache>
            </c:numRef>
          </c:val>
          <c:smooth val="1"/>
        </c:ser>
        <c:dLbls>
          <c:showLegendKey val="0"/>
          <c:showVal val="0"/>
          <c:showCatName val="0"/>
          <c:showSerName val="0"/>
          <c:showPercent val="0"/>
          <c:showBubbleSize val="0"/>
        </c:dLbls>
        <c:marker val="1"/>
        <c:smooth val="0"/>
        <c:axId val="139875456"/>
        <c:axId val="139876992"/>
      </c:lineChart>
      <c:lineChart>
        <c:grouping val="standard"/>
        <c:varyColors val="0"/>
        <c:ser>
          <c:idx val="1"/>
          <c:order val="1"/>
          <c:tx>
            <c:strRef>
              <c:f>Sheet1!$C$1</c:f>
              <c:strCache>
                <c:ptCount val="1"/>
                <c:pt idx="0">
                  <c:v>Multiplier</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0.0</c:formatCode>
                <c:ptCount val="193"/>
                <c:pt idx="0">
                  <c:v>0.54374674541756118</c:v>
                </c:pt>
                <c:pt idx="1">
                  <c:v>0.45047170827174987</c:v>
                </c:pt>
                <c:pt idx="2">
                  <c:v>0.42593423525577978</c:v>
                </c:pt>
                <c:pt idx="3">
                  <c:v>0.49189653064855521</c:v>
                </c:pt>
                <c:pt idx="4">
                  <c:v>0.52898899804276189</c:v>
                </c:pt>
                <c:pt idx="5">
                  <c:v>0.52249249739218628</c:v>
                </c:pt>
                <c:pt idx="6">
                  <c:v>0.52297384056256968</c:v>
                </c:pt>
                <c:pt idx="7">
                  <c:v>0.50109309736141916</c:v>
                </c:pt>
                <c:pt idx="8">
                  <c:v>0.6067850634138765</c:v>
                </c:pt>
                <c:pt idx="9">
                  <c:v>0.62448364036885606</c:v>
                </c:pt>
                <c:pt idx="10">
                  <c:v>0.58629108552108455</c:v>
                </c:pt>
                <c:pt idx="11">
                  <c:v>0.57510365237187833</c:v>
                </c:pt>
                <c:pt idx="12">
                  <c:v>0.53286969392970096</c:v>
                </c:pt>
                <c:pt idx="13">
                  <c:v>0.48080066263946974</c:v>
                </c:pt>
                <c:pt idx="14">
                  <c:v>0.50796353839437902</c:v>
                </c:pt>
                <c:pt idx="15">
                  <c:v>0.56353013427862009</c:v>
                </c:pt>
                <c:pt idx="16">
                  <c:v>0.59507167797091509</c:v>
                </c:pt>
                <c:pt idx="17">
                  <c:v>0.65563697915138319</c:v>
                </c:pt>
                <c:pt idx="18">
                  <c:v>0.58817487527369106</c:v>
                </c:pt>
                <c:pt idx="19">
                  <c:v>0.56423859685785172</c:v>
                </c:pt>
                <c:pt idx="20">
                  <c:v>0.52890598828885649</c:v>
                </c:pt>
                <c:pt idx="21">
                  <c:v>0.54992128003614993</c:v>
                </c:pt>
                <c:pt idx="22">
                  <c:v>0.61563488745329908</c:v>
                </c:pt>
                <c:pt idx="23">
                  <c:v>0.54285083170186821</c:v>
                </c:pt>
                <c:pt idx="24">
                  <c:v>0.57524595925403899</c:v>
                </c:pt>
                <c:pt idx="25">
                  <c:v>0.57055336800881573</c:v>
                </c:pt>
                <c:pt idx="26">
                  <c:v>0.61764568293453415</c:v>
                </c:pt>
                <c:pt idx="27">
                  <c:v>0.64241141741051155</c:v>
                </c:pt>
                <c:pt idx="28">
                  <c:v>0.6392306252444292</c:v>
                </c:pt>
                <c:pt idx="29">
                  <c:v>0.67018055818415312</c:v>
                </c:pt>
                <c:pt idx="30">
                  <c:v>0.66297188996810719</c:v>
                </c:pt>
                <c:pt idx="31">
                  <c:v>0.65234101569742209</c:v>
                </c:pt>
                <c:pt idx="32">
                  <c:v>0.67283574536944646</c:v>
                </c:pt>
                <c:pt idx="33">
                  <c:v>0.64071564359445499</c:v>
                </c:pt>
                <c:pt idx="34">
                  <c:v>0.66485122241055206</c:v>
                </c:pt>
                <c:pt idx="35">
                  <c:v>0.61536386642651542</c:v>
                </c:pt>
                <c:pt idx="36">
                  <c:v>0.66818495767156272</c:v>
                </c:pt>
                <c:pt idx="37">
                  <c:v>0.59628582103616257</c:v>
                </c:pt>
                <c:pt idx="38">
                  <c:v>0.62693062656504794</c:v>
                </c:pt>
                <c:pt idx="39">
                  <c:v>0.63335096446893424</c:v>
                </c:pt>
                <c:pt idx="40">
                  <c:v>0.65086598239772608</c:v>
                </c:pt>
                <c:pt idx="41">
                  <c:v>0.69925554151045777</c:v>
                </c:pt>
                <c:pt idx="42">
                  <c:v>0.66213570983591841</c:v>
                </c:pt>
                <c:pt idx="43">
                  <c:v>0.64241141741051155</c:v>
                </c:pt>
                <c:pt idx="44">
                  <c:v>0.61798785983344007</c:v>
                </c:pt>
                <c:pt idx="45">
                  <c:v>0.54892321146756484</c:v>
                </c:pt>
                <c:pt idx="46">
                  <c:v>0.67067889985177431</c:v>
                </c:pt>
                <c:pt idx="47">
                  <c:v>0.67067889985177431</c:v>
                </c:pt>
                <c:pt idx="48">
                  <c:v>0.77620197603737928</c:v>
                </c:pt>
                <c:pt idx="49">
                  <c:v>0.67157810903737769</c:v>
                </c:pt>
                <c:pt idx="50">
                  <c:v>0.70661873582241785</c:v>
                </c:pt>
                <c:pt idx="51">
                  <c:v>0.75569221292440292</c:v>
                </c:pt>
                <c:pt idx="52">
                  <c:v>0.80479763766624224</c:v>
                </c:pt>
                <c:pt idx="53">
                  <c:v>0.81313723082893574</c:v>
                </c:pt>
                <c:pt idx="54">
                  <c:v>0.81532760911798041</c:v>
                </c:pt>
                <c:pt idx="55">
                  <c:v>0.78619238596851537</c:v>
                </c:pt>
                <c:pt idx="56">
                  <c:v>0.80556609486309916</c:v>
                </c:pt>
                <c:pt idx="57">
                  <c:v>0.75835074080647269</c:v>
                </c:pt>
                <c:pt idx="58">
                  <c:v>0.77785617932166251</c:v>
                </c:pt>
                <c:pt idx="59">
                  <c:v>0.77946860643398719</c:v>
                </c:pt>
                <c:pt idx="60">
                  <c:v>0.79637224210461377</c:v>
                </c:pt>
                <c:pt idx="61">
                  <c:v>0.70982279723839503</c:v>
                </c:pt>
                <c:pt idx="62">
                  <c:v>0.78523985955268349</c:v>
                </c:pt>
                <c:pt idx="63">
                  <c:v>0.81318837440885339</c:v>
                </c:pt>
                <c:pt idx="64">
                  <c:v>0.88740659910988173</c:v>
                </c:pt>
                <c:pt idx="65">
                  <c:v>0.89448209387487498</c:v>
                </c:pt>
                <c:pt idx="66">
                  <c:v>0.90777191081773023</c:v>
                </c:pt>
                <c:pt idx="67">
                  <c:v>0.87098922414970148</c:v>
                </c:pt>
                <c:pt idx="68">
                  <c:v>0.87831894564266932</c:v>
                </c:pt>
                <c:pt idx="69">
                  <c:v>0.84690525362234181</c:v>
                </c:pt>
                <c:pt idx="70">
                  <c:v>0.89941892058662287</c:v>
                </c:pt>
                <c:pt idx="71">
                  <c:v>0.87743196434248238</c:v>
                </c:pt>
                <c:pt idx="72">
                  <c:v>0.9250700290779903</c:v>
                </c:pt>
                <c:pt idx="73">
                  <c:v>0.88589166893417204</c:v>
                </c:pt>
                <c:pt idx="74">
                  <c:v>0.9196075490329696</c:v>
                </c:pt>
                <c:pt idx="75">
                  <c:v>0.93342697507263128</c:v>
                </c:pt>
                <c:pt idx="76">
                  <c:v>0.93893179595711329</c:v>
                </c:pt>
                <c:pt idx="77">
                  <c:v>0.91906356838046199</c:v>
                </c:pt>
                <c:pt idx="78">
                  <c:v>0.93633205728778957</c:v>
                </c:pt>
                <c:pt idx="79">
                  <c:v>0.92467618573629218</c:v>
                </c:pt>
                <c:pt idx="80">
                  <c:v>0.93879063014541408</c:v>
                </c:pt>
                <c:pt idx="81">
                  <c:v>0.934172980581777</c:v>
                </c:pt>
                <c:pt idx="82">
                  <c:v>0.94448665209090776</c:v>
                </c:pt>
                <c:pt idx="83">
                  <c:v>0.94350077343103922</c:v>
                </c:pt>
                <c:pt idx="84">
                  <c:v>0.90478755125511512</c:v>
                </c:pt>
                <c:pt idx="85">
                  <c:v>0.90633434672627444</c:v>
                </c:pt>
                <c:pt idx="86">
                  <c:v>0.93341825554414259</c:v>
                </c:pt>
                <c:pt idx="87">
                  <c:v>0.94345574912893704</c:v>
                </c:pt>
                <c:pt idx="88">
                  <c:v>0.95359727843906961</c:v>
                </c:pt>
                <c:pt idx="89">
                  <c:v>0.9573350723596622</c:v>
                </c:pt>
                <c:pt idx="90">
                  <c:v>0.95973276255086037</c:v>
                </c:pt>
                <c:pt idx="91">
                  <c:v>0.95612183539894258</c:v>
                </c:pt>
                <c:pt idx="92">
                  <c:v>0.95880502476512319</c:v>
                </c:pt>
                <c:pt idx="93">
                  <c:v>0.9427080472815158</c:v>
                </c:pt>
                <c:pt idx="94">
                  <c:v>0.94543843528720761</c:v>
                </c:pt>
                <c:pt idx="95">
                  <c:v>0.93121452529109205</c:v>
                </c:pt>
                <c:pt idx="96">
                  <c:v>0.92867159909758124</c:v>
                </c:pt>
                <c:pt idx="97">
                  <c:v>0.8727646605177577</c:v>
                </c:pt>
                <c:pt idx="98">
                  <c:v>0.87429335530166874</c:v>
                </c:pt>
                <c:pt idx="99">
                  <c:v>0.88076723492557507</c:v>
                </c:pt>
                <c:pt idx="100">
                  <c:v>0.87609157145535832</c:v>
                </c:pt>
                <c:pt idx="101">
                  <c:v>0.87132893836883096</c:v>
                </c:pt>
                <c:pt idx="102">
                  <c:v>0.85773041833536445</c:v>
                </c:pt>
                <c:pt idx="103">
                  <c:v>0.83290868756939607</c:v>
                </c:pt>
                <c:pt idx="104">
                  <c:v>0.85518120457904334</c:v>
                </c:pt>
                <c:pt idx="105">
                  <c:v>0.82962772779865002</c:v>
                </c:pt>
                <c:pt idx="106">
                  <c:v>0.8715755488176129</c:v>
                </c:pt>
                <c:pt idx="107">
                  <c:v>0.89821943747850685</c:v>
                </c:pt>
                <c:pt idx="108">
                  <c:v>0.90559343384614144</c:v>
                </c:pt>
                <c:pt idx="109">
                  <c:v>0.85747959787189254</c:v>
                </c:pt>
                <c:pt idx="110">
                  <c:v>0.87618877733085843</c:v>
                </c:pt>
                <c:pt idx="111">
                  <c:v>0.88105683633287402</c:v>
                </c:pt>
                <c:pt idx="112">
                  <c:v>0.90924773338385634</c:v>
                </c:pt>
                <c:pt idx="113">
                  <c:v>0.91925044303818126</c:v>
                </c:pt>
                <c:pt idx="114">
                  <c:v>0.910816184723377</c:v>
                </c:pt>
                <c:pt idx="115">
                  <c:v>0.91676968000015191</c:v>
                </c:pt>
                <c:pt idx="116">
                  <c:v>0.9076552816481116</c:v>
                </c:pt>
                <c:pt idx="117">
                  <c:v>0.89133522415980637</c:v>
                </c:pt>
                <c:pt idx="118">
                  <c:v>0.90144877651656108</c:v>
                </c:pt>
                <c:pt idx="119">
                  <c:v>0.88138194370025313</c:v>
                </c:pt>
                <c:pt idx="120">
                  <c:v>0.89099941371060376</c:v>
                </c:pt>
                <c:pt idx="121">
                  <c:v>0.8220771769324986</c:v>
                </c:pt>
                <c:pt idx="122">
                  <c:v>0.81354610688694518</c:v>
                </c:pt>
                <c:pt idx="123">
                  <c:v>0.79789727600104687</c:v>
                </c:pt>
                <c:pt idx="124">
                  <c:v>0.78421712353054529</c:v>
                </c:pt>
                <c:pt idx="125">
                  <c:v>0.76911172903284453</c:v>
                </c:pt>
                <c:pt idx="126">
                  <c:v>0.74371635010744419</c:v>
                </c:pt>
                <c:pt idx="127">
                  <c:v>0.68948903701226305</c:v>
                </c:pt>
                <c:pt idx="128">
                  <c:v>0.76099278181510455</c:v>
                </c:pt>
                <c:pt idx="129">
                  <c:v>0.61216767346187018</c:v>
                </c:pt>
                <c:pt idx="130">
                  <c:v>0.59685720752998694</c:v>
                </c:pt>
                <c:pt idx="131">
                  <c:v>0.64488164315085805</c:v>
                </c:pt>
                <c:pt idx="132">
                  <c:v>0.62784062632022541</c:v>
                </c:pt>
                <c:pt idx="133">
                  <c:v>0.47574530386088387</c:v>
                </c:pt>
                <c:pt idx="134">
                  <c:v>0.51981503287769382</c:v>
                </c:pt>
                <c:pt idx="135">
                  <c:v>0.53375856776675734</c:v>
                </c:pt>
                <c:pt idx="136">
                  <c:v>0.52011673642176937</c:v>
                </c:pt>
                <c:pt idx="137">
                  <c:v>0.54317273381580877</c:v>
                </c:pt>
                <c:pt idx="138">
                  <c:v>0.53370299334166171</c:v>
                </c:pt>
                <c:pt idx="139">
                  <c:v>0.55935504618807341</c:v>
                </c:pt>
                <c:pt idx="140">
                  <c:v>0.58265374309704332</c:v>
                </c:pt>
                <c:pt idx="141">
                  <c:v>0.55504782896029303</c:v>
                </c:pt>
                <c:pt idx="142">
                  <c:v>0.41509696689374087</c:v>
                </c:pt>
                <c:pt idx="143">
                  <c:v>0.42697793258432626</c:v>
                </c:pt>
                <c:pt idx="144">
                  <c:v>0.41614324899309452</c:v>
                </c:pt>
                <c:pt idx="145">
                  <c:v>0.39596230498635221</c:v>
                </c:pt>
                <c:pt idx="146">
                  <c:v>0.43763277006347256</c:v>
                </c:pt>
                <c:pt idx="147">
                  <c:v>0.48920045997684203</c:v>
                </c:pt>
                <c:pt idx="148">
                  <c:v>0.38285245302225335</c:v>
                </c:pt>
                <c:pt idx="149">
                  <c:v>0.32880994815136189</c:v>
                </c:pt>
                <c:pt idx="150">
                  <c:v>0.32149693092532738</c:v>
                </c:pt>
                <c:pt idx="151">
                  <c:v>0.32541176911757852</c:v>
                </c:pt>
                <c:pt idx="152">
                  <c:v>0.34073049717863457</c:v>
                </c:pt>
                <c:pt idx="153">
                  <c:v>0.33940998360854047</c:v>
                </c:pt>
                <c:pt idx="154">
                  <c:v>0.36381056366473696</c:v>
                </c:pt>
                <c:pt idx="155">
                  <c:v>0.37626812905811091</c:v>
                </c:pt>
                <c:pt idx="156">
                  <c:v>0.34688025129026989</c:v>
                </c:pt>
                <c:pt idx="157">
                  <c:v>0.3368388251217368</c:v>
                </c:pt>
                <c:pt idx="158">
                  <c:v>0.35519247829916722</c:v>
                </c:pt>
                <c:pt idx="159">
                  <c:v>0.36135854904456977</c:v>
                </c:pt>
                <c:pt idx="160">
                  <c:v>0.3574835478012951</c:v>
                </c:pt>
                <c:pt idx="161">
                  <c:v>0.34598303715037448</c:v>
                </c:pt>
                <c:pt idx="162">
                  <c:v>0.34390610687556611</c:v>
                </c:pt>
                <c:pt idx="163">
                  <c:v>0.31804190014023614</c:v>
                </c:pt>
                <c:pt idx="164">
                  <c:v>0.32338723833437355</c:v>
                </c:pt>
                <c:pt idx="165">
                  <c:v>0.32394583201341987</c:v>
                </c:pt>
                <c:pt idx="166">
                  <c:v>0.34925467488477291</c:v>
                </c:pt>
                <c:pt idx="167">
                  <c:v>0.34622358429181199</c:v>
                </c:pt>
                <c:pt idx="168">
                  <c:v>0.34551051793123821</c:v>
                </c:pt>
                <c:pt idx="169">
                  <c:v>0.32409553810104286</c:v>
                </c:pt>
                <c:pt idx="170">
                  <c:v>0.35281198084522936</c:v>
                </c:pt>
                <c:pt idx="171">
                  <c:v>0.35461254408833709</c:v>
                </c:pt>
                <c:pt idx="172">
                  <c:v>0.35546069678373216</c:v>
                </c:pt>
                <c:pt idx="173">
                  <c:v>0.3538744104447219</c:v>
                </c:pt>
                <c:pt idx="174">
                  <c:v>0.3516497906969509</c:v>
                </c:pt>
                <c:pt idx="175">
                  <c:v>0.3347370647789436</c:v>
                </c:pt>
                <c:pt idx="176">
                  <c:v>0.35461254408833709</c:v>
                </c:pt>
                <c:pt idx="177">
                  <c:v>0.35893406837787944</c:v>
                </c:pt>
                <c:pt idx="178">
                  <c:v>0.36789532499696942</c:v>
                </c:pt>
                <c:pt idx="179">
                  <c:v>0.35685209516207617</c:v>
                </c:pt>
                <c:pt idx="180">
                  <c:v>0.38381139949378362</c:v>
                </c:pt>
                <c:pt idx="181">
                  <c:v>0.36633718661977555</c:v>
                </c:pt>
                <c:pt idx="182">
                  <c:v>0.38607623759228393</c:v>
                </c:pt>
                <c:pt idx="183">
                  <c:v>0.40492072596983752</c:v>
                </c:pt>
                <c:pt idx="184">
                  <c:v>0.39570876885968576</c:v>
                </c:pt>
                <c:pt idx="185">
                  <c:v>0.39893659299113771</c:v>
                </c:pt>
                <c:pt idx="186">
                  <c:v>0.37065978225268825</c:v>
                </c:pt>
                <c:pt idx="187">
                  <c:v>0.35066900996338912</c:v>
                </c:pt>
                <c:pt idx="188">
                  <c:v>0.35541596928797914</c:v>
                </c:pt>
                <c:pt idx="189">
                  <c:v>0.34252040212810742</c:v>
                </c:pt>
                <c:pt idx="190">
                  <c:v>0.34941517396740529</c:v>
                </c:pt>
                <c:pt idx="191">
                  <c:v>0.33047824590195762</c:v>
                </c:pt>
                <c:pt idx="192">
                  <c:v>0.34306503434115321</c:v>
                </c:pt>
              </c:numCache>
            </c:numRef>
          </c:val>
          <c:smooth val="1"/>
        </c:ser>
        <c:dLbls>
          <c:showLegendKey val="0"/>
          <c:showVal val="0"/>
          <c:showCatName val="0"/>
          <c:showSerName val="0"/>
          <c:showPercent val="0"/>
          <c:showBubbleSize val="0"/>
        </c:dLbls>
        <c:marker val="1"/>
        <c:smooth val="0"/>
        <c:axId val="139897088"/>
        <c:axId val="139895552"/>
      </c:lineChart>
      <c:dateAx>
        <c:axId val="139875456"/>
        <c:scaling>
          <c:orientation val="minMax"/>
        </c:scaling>
        <c:delete val="1"/>
        <c:axPos val="b"/>
        <c:numFmt formatCode="m/d/yyyy" sourceLinked="0"/>
        <c:majorTickMark val="none"/>
        <c:minorTickMark val="none"/>
        <c:tickLblPos val="low"/>
        <c:crossAx val="139876992"/>
        <c:crosses val="autoZero"/>
        <c:auto val="1"/>
        <c:lblOffset val="100"/>
        <c:baseTimeUnit val="months"/>
        <c:majorUnit val="24"/>
        <c:majorTimeUnit val="months"/>
      </c:dateAx>
      <c:valAx>
        <c:axId val="139876992"/>
        <c:scaling>
          <c:orientation val="minMax"/>
        </c:scaling>
        <c:delete val="0"/>
        <c:axPos val="l"/>
        <c:title>
          <c:tx>
            <c:rich>
              <a:bodyPr rot="-5400000" vert="horz"/>
              <a:lstStyle/>
              <a:p>
                <a:pPr>
                  <a:defRPr/>
                </a:pPr>
                <a:r>
                  <a:rPr lang="en-US" dirty="0" smtClean="0"/>
                  <a:t>SMM</a:t>
                </a:r>
                <a:endParaRPr lang="en-US" dirty="0"/>
              </a:p>
            </c:rich>
          </c:tx>
          <c:overlay val="0"/>
        </c:title>
        <c:numFmt formatCode="General" sourceLinked="1"/>
        <c:majorTickMark val="out"/>
        <c:minorTickMark val="none"/>
        <c:tickLblPos val="nextTo"/>
        <c:spPr>
          <a:ln>
            <a:solidFill>
              <a:schemeClr val="tx2"/>
            </a:solidFill>
          </a:ln>
        </c:spPr>
        <c:crossAx val="139875456"/>
        <c:crosses val="autoZero"/>
        <c:crossBetween val="midCat"/>
      </c:valAx>
      <c:valAx>
        <c:axId val="139895552"/>
        <c:scaling>
          <c:orientation val="minMax"/>
        </c:scaling>
        <c:delete val="0"/>
        <c:axPos val="r"/>
        <c:numFmt formatCode="0.0" sourceLinked="1"/>
        <c:majorTickMark val="out"/>
        <c:minorTickMark val="none"/>
        <c:tickLblPos val="nextTo"/>
        <c:crossAx val="139897088"/>
        <c:crosses val="max"/>
        <c:crossBetween val="between"/>
      </c:valAx>
      <c:dateAx>
        <c:axId val="139897088"/>
        <c:scaling>
          <c:orientation val="minMax"/>
        </c:scaling>
        <c:delete val="0"/>
        <c:axPos val="b"/>
        <c:numFmt formatCode="m/d/yyyy" sourceLinked="1"/>
        <c:majorTickMark val="out"/>
        <c:minorTickMark val="none"/>
        <c:tickLblPos val="nextTo"/>
        <c:crossAx val="139895552"/>
        <c:crosses val="autoZero"/>
        <c:auto val="1"/>
        <c:lblOffset val="100"/>
        <c:baseTimeUnit val="months"/>
        <c:majorUnit val="24"/>
        <c:majorTimeUnit val="months"/>
      </c:dateAx>
    </c:plotArea>
    <c:legend>
      <c:legendPos val="r"/>
      <c:layout>
        <c:manualLayout>
          <c:xMode val="edge"/>
          <c:yMode val="edge"/>
          <c:x val="0.7386457888643827"/>
          <c:y val="3.5891276481928198E-2"/>
          <c:w val="0.21099042855928088"/>
          <c:h val="0.20278773075486742"/>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real.smm</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0.0%</c:formatCode>
                <c:ptCount val="193"/>
                <c:pt idx="0">
                  <c:v>1.2330393867013701E-2</c:v>
                </c:pt>
                <c:pt idx="1">
                  <c:v>1.1567186821252301E-2</c:v>
                </c:pt>
                <c:pt idx="2">
                  <c:v>2.3034565077320501E-2</c:v>
                </c:pt>
                <c:pt idx="3">
                  <c:v>2.8020803300395799E-2</c:v>
                </c:pt>
                <c:pt idx="4">
                  <c:v>2.2700819861577199E-2</c:v>
                </c:pt>
                <c:pt idx="5">
                  <c:v>1.9253794533869901E-2</c:v>
                </c:pt>
                <c:pt idx="6">
                  <c:v>1.9464447769647002E-2</c:v>
                </c:pt>
                <c:pt idx="7">
                  <c:v>1.98677660874143E-2</c:v>
                </c:pt>
                <c:pt idx="8">
                  <c:v>1.9218368111118499E-2</c:v>
                </c:pt>
                <c:pt idx="9">
                  <c:v>1.92853402843246E-2</c:v>
                </c:pt>
                <c:pt idx="10">
                  <c:v>2.75051984612571E-2</c:v>
                </c:pt>
                <c:pt idx="11">
                  <c:v>3.12073232171684E-2</c:v>
                </c:pt>
                <c:pt idx="12">
                  <c:v>3.0639750033463399E-2</c:v>
                </c:pt>
                <c:pt idx="13">
                  <c:v>2.0579795320494199E-2</c:v>
                </c:pt>
                <c:pt idx="14">
                  <c:v>2.0059851970363699E-2</c:v>
                </c:pt>
                <c:pt idx="15">
                  <c:v>2.0602786526585998E-2</c:v>
                </c:pt>
                <c:pt idx="16">
                  <c:v>1.6200770075270099E-2</c:v>
                </c:pt>
                <c:pt idx="17">
                  <c:v>1.44783716203971E-2</c:v>
                </c:pt>
                <c:pt idx="18">
                  <c:v>1.4442807068932599E-2</c:v>
                </c:pt>
                <c:pt idx="19">
                  <c:v>1.10846226307529E-2</c:v>
                </c:pt>
                <c:pt idx="20">
                  <c:v>9.8050376329836507E-3</c:v>
                </c:pt>
                <c:pt idx="21">
                  <c:v>7.7776505285868797E-3</c:v>
                </c:pt>
                <c:pt idx="22">
                  <c:v>7.0222822303299499E-3</c:v>
                </c:pt>
                <c:pt idx="23">
                  <c:v>6.6748483637007801E-3</c:v>
                </c:pt>
                <c:pt idx="24">
                  <c:v>6.7218369333155604E-3</c:v>
                </c:pt>
                <c:pt idx="25">
                  <c:v>4.8757257874118996E-3</c:v>
                </c:pt>
                <c:pt idx="26">
                  <c:v>5.4204286789339097E-3</c:v>
                </c:pt>
                <c:pt idx="27">
                  <c:v>6.83497614334187E-3</c:v>
                </c:pt>
                <c:pt idx="28">
                  <c:v>6.4935338876731504E-3</c:v>
                </c:pt>
                <c:pt idx="29">
                  <c:v>7.8059744268061402E-3</c:v>
                </c:pt>
                <c:pt idx="30">
                  <c:v>8.3079725457109507E-3</c:v>
                </c:pt>
                <c:pt idx="31">
                  <c:v>7.3968224093583397E-3</c:v>
                </c:pt>
                <c:pt idx="32">
                  <c:v>8.1106607282999295E-3</c:v>
                </c:pt>
                <c:pt idx="33">
                  <c:v>7.1366907527501003E-3</c:v>
                </c:pt>
                <c:pt idx="34">
                  <c:v>7.5151753794758204E-3</c:v>
                </c:pt>
                <c:pt idx="35">
                  <c:v>7.4208164565596297E-3</c:v>
                </c:pt>
                <c:pt idx="36">
                  <c:v>7.5477659833917601E-3</c:v>
                </c:pt>
                <c:pt idx="37">
                  <c:v>1.0840250665636099E-2</c:v>
                </c:pt>
                <c:pt idx="38">
                  <c:v>1.6477199638226501E-2</c:v>
                </c:pt>
                <c:pt idx="39">
                  <c:v>2.29325847657867E-2</c:v>
                </c:pt>
                <c:pt idx="40">
                  <c:v>2.36109906665662E-2</c:v>
                </c:pt>
                <c:pt idx="41">
                  <c:v>2.49157078329004E-2</c:v>
                </c:pt>
                <c:pt idx="42">
                  <c:v>2.1725385930005201E-2</c:v>
                </c:pt>
                <c:pt idx="43">
                  <c:v>2.00262157964235E-2</c:v>
                </c:pt>
                <c:pt idx="44">
                  <c:v>2.06806788851219E-2</c:v>
                </c:pt>
                <c:pt idx="45">
                  <c:v>1.81468645851399E-2</c:v>
                </c:pt>
                <c:pt idx="46">
                  <c:v>2.91733190072954E-2</c:v>
                </c:pt>
                <c:pt idx="47">
                  <c:v>3.6913004409929798E-2</c:v>
                </c:pt>
                <c:pt idx="48">
                  <c:v>3.9783689811958699E-2</c:v>
                </c:pt>
                <c:pt idx="49">
                  <c:v>2.8113133894652399E-2</c:v>
                </c:pt>
                <c:pt idx="50">
                  <c:v>2.3044042749649302E-2</c:v>
                </c:pt>
                <c:pt idx="51">
                  <c:v>2.4156558201845799E-2</c:v>
                </c:pt>
                <c:pt idx="52">
                  <c:v>2.0678489973468901E-2</c:v>
                </c:pt>
                <c:pt idx="53">
                  <c:v>1.8640691118050199E-2</c:v>
                </c:pt>
                <c:pt idx="54">
                  <c:v>1.8414572503238798E-2</c:v>
                </c:pt>
                <c:pt idx="55">
                  <c:v>2.4938581644137699E-2</c:v>
                </c:pt>
                <c:pt idx="56">
                  <c:v>3.5206302138264103E-2</c:v>
                </c:pt>
                <c:pt idx="57">
                  <c:v>4.3156078811892998E-2</c:v>
                </c:pt>
                <c:pt idx="58">
                  <c:v>5.6806338069857298E-2</c:v>
                </c:pt>
                <c:pt idx="59">
                  <c:v>5.3697099884440602E-2</c:v>
                </c:pt>
                <c:pt idx="60">
                  <c:v>5.5677167497944498E-2</c:v>
                </c:pt>
                <c:pt idx="61">
                  <c:v>4.9163403743998899E-2</c:v>
                </c:pt>
                <c:pt idx="62">
                  <c:v>4.76073448051091E-2</c:v>
                </c:pt>
                <c:pt idx="63">
                  <c:v>5.4913721350532498E-2</c:v>
                </c:pt>
                <c:pt idx="64">
                  <c:v>6.3262697158622705E-2</c:v>
                </c:pt>
                <c:pt idx="65">
                  <c:v>5.61325251692616E-2</c:v>
                </c:pt>
                <c:pt idx="66">
                  <c:v>6.4295518170044294E-2</c:v>
                </c:pt>
                <c:pt idx="67">
                  <c:v>8.03539440793265E-2</c:v>
                </c:pt>
                <c:pt idx="68">
                  <c:v>6.4496510973466398E-2</c:v>
                </c:pt>
                <c:pt idx="69">
                  <c:v>4.2632615693527699E-2</c:v>
                </c:pt>
                <c:pt idx="70">
                  <c:v>3.00777911303204E-2</c:v>
                </c:pt>
                <c:pt idx="71">
                  <c:v>2.1559377184918901E-2</c:v>
                </c:pt>
                <c:pt idx="72">
                  <c:v>2.1913719499470099E-2</c:v>
                </c:pt>
                <c:pt idx="73">
                  <c:v>1.7069093274332901E-2</c:v>
                </c:pt>
                <c:pt idx="74">
                  <c:v>2.3021090194904701E-2</c:v>
                </c:pt>
                <c:pt idx="75">
                  <c:v>3.1445630185289897E-2</c:v>
                </c:pt>
                <c:pt idx="76">
                  <c:v>3.8455301210994698E-2</c:v>
                </c:pt>
                <c:pt idx="77">
                  <c:v>2.7419997411013902E-2</c:v>
                </c:pt>
                <c:pt idx="78">
                  <c:v>2.2091504785971501E-2</c:v>
                </c:pt>
                <c:pt idx="79">
                  <c:v>1.73613168320885E-2</c:v>
                </c:pt>
                <c:pt idx="80">
                  <c:v>1.8176225571329901E-2</c:v>
                </c:pt>
                <c:pt idx="81">
                  <c:v>1.8289861184820001E-2</c:v>
                </c:pt>
                <c:pt idx="82">
                  <c:v>1.9250845799608899E-2</c:v>
                </c:pt>
                <c:pt idx="83">
                  <c:v>2.04650805405075E-2</c:v>
                </c:pt>
                <c:pt idx="84">
                  <c:v>2.05859323860751E-2</c:v>
                </c:pt>
                <c:pt idx="85">
                  <c:v>1.5652194963027999E-2</c:v>
                </c:pt>
                <c:pt idx="86">
                  <c:v>1.6449775310363599E-2</c:v>
                </c:pt>
                <c:pt idx="87">
                  <c:v>2.27382367693073E-2</c:v>
                </c:pt>
                <c:pt idx="88">
                  <c:v>1.7435283716829699E-2</c:v>
                </c:pt>
                <c:pt idx="89">
                  <c:v>1.78822067173895E-2</c:v>
                </c:pt>
                <c:pt idx="90">
                  <c:v>2.1280520000383201E-2</c:v>
                </c:pt>
                <c:pt idx="91">
                  <c:v>2.20717755098279E-2</c:v>
                </c:pt>
                <c:pt idx="92">
                  <c:v>2.3098833388609401E-2</c:v>
                </c:pt>
                <c:pt idx="93">
                  <c:v>1.83658095506447E-2</c:v>
                </c:pt>
                <c:pt idx="94">
                  <c:v>1.7223451692818099E-2</c:v>
                </c:pt>
                <c:pt idx="95">
                  <c:v>1.4127878886294701E-2</c:v>
                </c:pt>
                <c:pt idx="96">
                  <c:v>1.25008324568607E-2</c:v>
                </c:pt>
                <c:pt idx="97">
                  <c:v>9.5743277319659901E-3</c:v>
                </c:pt>
                <c:pt idx="98">
                  <c:v>9.9530491425178797E-3</c:v>
                </c:pt>
                <c:pt idx="99">
                  <c:v>1.22409568274608E-2</c:v>
                </c:pt>
                <c:pt idx="100">
                  <c:v>1.02473395782677E-2</c:v>
                </c:pt>
                <c:pt idx="101">
                  <c:v>1.1335190037284001E-2</c:v>
                </c:pt>
                <c:pt idx="102">
                  <c:v>1.1170696514862201E-2</c:v>
                </c:pt>
                <c:pt idx="103">
                  <c:v>9.4896790190770706E-3</c:v>
                </c:pt>
                <c:pt idx="104">
                  <c:v>1.0336688726559301E-2</c:v>
                </c:pt>
                <c:pt idx="105">
                  <c:v>9.2138285671994804E-3</c:v>
                </c:pt>
                <c:pt idx="106">
                  <c:v>1.0417155501808601E-2</c:v>
                </c:pt>
                <c:pt idx="107">
                  <c:v>9.6409869771414795E-3</c:v>
                </c:pt>
                <c:pt idx="108">
                  <c:v>1.06401153341896E-2</c:v>
                </c:pt>
                <c:pt idx="109">
                  <c:v>1.01598085792964E-2</c:v>
                </c:pt>
                <c:pt idx="110">
                  <c:v>8.9006903045201306E-3</c:v>
                </c:pt>
                <c:pt idx="111">
                  <c:v>1.0457229980978301E-2</c:v>
                </c:pt>
                <c:pt idx="112">
                  <c:v>1.0479199913911001E-2</c:v>
                </c:pt>
                <c:pt idx="113">
                  <c:v>1.05755852490687E-2</c:v>
                </c:pt>
                <c:pt idx="114">
                  <c:v>9.7409222357999602E-3</c:v>
                </c:pt>
                <c:pt idx="115">
                  <c:v>8.6782883383173508E-3</c:v>
                </c:pt>
                <c:pt idx="116">
                  <c:v>8.0356624533304902E-3</c:v>
                </c:pt>
                <c:pt idx="117">
                  <c:v>6.4200824616090103E-3</c:v>
                </c:pt>
                <c:pt idx="118">
                  <c:v>7.3336834061116301E-3</c:v>
                </c:pt>
                <c:pt idx="119">
                  <c:v>6.7070498427932697E-3</c:v>
                </c:pt>
                <c:pt idx="120">
                  <c:v>7.8511577311641406E-3</c:v>
                </c:pt>
                <c:pt idx="121">
                  <c:v>8.3968446107670607E-3</c:v>
                </c:pt>
                <c:pt idx="122">
                  <c:v>1.48936699288025E-2</c:v>
                </c:pt>
                <c:pt idx="123">
                  <c:v>1.28181493450822E-2</c:v>
                </c:pt>
                <c:pt idx="124">
                  <c:v>1.15768753326433E-2</c:v>
                </c:pt>
                <c:pt idx="125">
                  <c:v>9.0338774306050196E-3</c:v>
                </c:pt>
                <c:pt idx="126">
                  <c:v>7.77432774025082E-3</c:v>
                </c:pt>
                <c:pt idx="127">
                  <c:v>6.6004039400262898E-3</c:v>
                </c:pt>
                <c:pt idx="128">
                  <c:v>5.5792093501980397E-3</c:v>
                </c:pt>
                <c:pt idx="129">
                  <c:v>5.3676740460332399E-3</c:v>
                </c:pt>
                <c:pt idx="130">
                  <c:v>6.7231422133686098E-3</c:v>
                </c:pt>
                <c:pt idx="131">
                  <c:v>4.4267910176146903E-3</c:v>
                </c:pt>
                <c:pt idx="132" formatCode="0.00%">
                  <c:v>7.2316044706537599E-3</c:v>
                </c:pt>
                <c:pt idx="133" formatCode="0.00%">
                  <c:v>1.5667618886560101E-2</c:v>
                </c:pt>
                <c:pt idx="134" formatCode="0.00%">
                  <c:v>2.1778870767144701E-2</c:v>
                </c:pt>
                <c:pt idx="135" formatCode="0.00%">
                  <c:v>2.0914473414622901E-2</c:v>
                </c:pt>
                <c:pt idx="136" formatCode="0.00%">
                  <c:v>2.06237030472874E-2</c:v>
                </c:pt>
                <c:pt idx="137" formatCode="0.00%">
                  <c:v>2.284655293108E-2</c:v>
                </c:pt>
                <c:pt idx="138" formatCode="0.00%">
                  <c:v>2.16472984329227E-2</c:v>
                </c:pt>
                <c:pt idx="139" formatCode="0.00%">
                  <c:v>1.6631113200736399E-2</c:v>
                </c:pt>
                <c:pt idx="140" formatCode="0.00%">
                  <c:v>1.3268391338933601E-2</c:v>
                </c:pt>
                <c:pt idx="141" formatCode="0.00%">
                  <c:v>1.18102361563389E-2</c:v>
                </c:pt>
                <c:pt idx="142" formatCode="0.00%">
                  <c:v>1.38915387807131E-2</c:v>
                </c:pt>
                <c:pt idx="143" formatCode="0.00%">
                  <c:v>1.2937710567058801E-2</c:v>
                </c:pt>
                <c:pt idx="144" formatCode="0.00%">
                  <c:v>1.65920131744982E-2</c:v>
                </c:pt>
                <c:pt idx="145" formatCode="0.00%">
                  <c:v>1.3883053103590601E-2</c:v>
                </c:pt>
                <c:pt idx="146" formatCode="0.00%">
                  <c:v>1.3135596768069401E-2</c:v>
                </c:pt>
                <c:pt idx="147" formatCode="0.00%">
                  <c:v>2.67074887944239E-2</c:v>
                </c:pt>
                <c:pt idx="148" formatCode="0.00%">
                  <c:v>2.8061556195059199E-2</c:v>
                </c:pt>
                <c:pt idx="149" formatCode="0.00%">
                  <c:v>2.71111061347078E-2</c:v>
                </c:pt>
                <c:pt idx="150" formatCode="0.00%">
                  <c:v>1.5874768706189299E-2</c:v>
                </c:pt>
                <c:pt idx="151" formatCode="0.00%">
                  <c:v>1.6934824960705499E-2</c:v>
                </c:pt>
                <c:pt idx="152" formatCode="0.00%">
                  <c:v>2.2129788030518301E-2</c:v>
                </c:pt>
                <c:pt idx="153" formatCode="0.00%">
                  <c:v>2.3572098120311899E-2</c:v>
                </c:pt>
                <c:pt idx="154" formatCode="0.00%">
                  <c:v>2.43362758693049E-2</c:v>
                </c:pt>
                <c:pt idx="155" formatCode="0.00%">
                  <c:v>2.59075046054353E-2</c:v>
                </c:pt>
                <c:pt idx="156" formatCode="0.00%">
                  <c:v>2.45205260028716E-2</c:v>
                </c:pt>
                <c:pt idx="157" formatCode="0.00%">
                  <c:v>1.78765518280815E-2</c:v>
                </c:pt>
                <c:pt idx="158" formatCode="0.00%">
                  <c:v>1.38982670356207E-2</c:v>
                </c:pt>
                <c:pt idx="159" formatCode="0.00%">
                  <c:v>1.3852181763918199E-2</c:v>
                </c:pt>
                <c:pt idx="160" formatCode="0.00%">
                  <c:v>1.19174247525109E-2</c:v>
                </c:pt>
                <c:pt idx="161" formatCode="0.00%">
                  <c:v>1.14954047317729E-2</c:v>
                </c:pt>
                <c:pt idx="162" formatCode="0.00%">
                  <c:v>1.33276675356791E-2</c:v>
                </c:pt>
                <c:pt idx="163" formatCode="0.00%">
                  <c:v>1.3370403265554401E-2</c:v>
                </c:pt>
                <c:pt idx="164" formatCode="0.00%">
                  <c:v>1.5216219051158201E-2</c:v>
                </c:pt>
                <c:pt idx="165" formatCode="0.00%">
                  <c:v>1.9839052541745599E-2</c:v>
                </c:pt>
                <c:pt idx="166" formatCode="0.00%">
                  <c:v>2.3041779857172699E-2</c:v>
                </c:pt>
                <c:pt idx="167" formatCode="0.00%">
                  <c:v>2.38859330032943E-2</c:v>
                </c:pt>
                <c:pt idx="168" formatCode="0.00%">
                  <c:v>2.2174685007662301E-2</c:v>
                </c:pt>
                <c:pt idx="169" formatCode="0.00%">
                  <c:v>2.0093194548302201E-2</c:v>
                </c:pt>
                <c:pt idx="170" formatCode="0.00%">
                  <c:v>2.3624786376561301E-2</c:v>
                </c:pt>
                <c:pt idx="171" formatCode="0.00%">
                  <c:v>2.45952758618861E-2</c:v>
                </c:pt>
                <c:pt idx="172" formatCode="0.00%">
                  <c:v>2.2268073513147701E-2</c:v>
                </c:pt>
                <c:pt idx="173" formatCode="0.00%">
                  <c:v>2.34935277596835E-2</c:v>
                </c:pt>
                <c:pt idx="174" formatCode="0.00%">
                  <c:v>2.45112118589071E-2</c:v>
                </c:pt>
                <c:pt idx="175" formatCode="0.00%">
                  <c:v>2.7018965204706199E-2</c:v>
                </c:pt>
                <c:pt idx="176" formatCode="0.00%">
                  <c:v>3.06819332137565E-2</c:v>
                </c:pt>
                <c:pt idx="177" formatCode="0.00%">
                  <c:v>2.6990148633761198E-2</c:v>
                </c:pt>
                <c:pt idx="178" formatCode="0.00%">
                  <c:v>3.0960543723815799E-2</c:v>
                </c:pt>
                <c:pt idx="179" formatCode="0.00%">
                  <c:v>2.8797195070999201E-2</c:v>
                </c:pt>
                <c:pt idx="180" formatCode="0.00%">
                  <c:v>3.0104595705553201E-2</c:v>
                </c:pt>
                <c:pt idx="181" formatCode="0.00%">
                  <c:v>2.8749037189710398E-2</c:v>
                </c:pt>
                <c:pt idx="182" formatCode="0.00%">
                  <c:v>2.4825859986915701E-2</c:v>
                </c:pt>
                <c:pt idx="183" formatCode="0.00%">
                  <c:v>2.5011169771391301E-2</c:v>
                </c:pt>
                <c:pt idx="184" formatCode="0.00%">
                  <c:v>2.4709625362173901E-2</c:v>
                </c:pt>
                <c:pt idx="185" formatCode="0.00%">
                  <c:v>2.5864671830506E-2</c:v>
                </c:pt>
                <c:pt idx="186" formatCode="0.00%">
                  <c:v>2.3149614540011298E-2</c:v>
                </c:pt>
                <c:pt idx="187" formatCode="0.00%">
                  <c:v>2.08486915972537E-2</c:v>
                </c:pt>
                <c:pt idx="188" formatCode="0.00%">
                  <c:v>1.6214162033746701E-2</c:v>
                </c:pt>
                <c:pt idx="189" formatCode="0.00%">
                  <c:v>1.19165362838385E-2</c:v>
                </c:pt>
                <c:pt idx="190" formatCode="0.00%">
                  <c:v>1.1122089750733101E-2</c:v>
                </c:pt>
                <c:pt idx="191" formatCode="0.00%">
                  <c:v>9.9250279799709597E-3</c:v>
                </c:pt>
                <c:pt idx="192" formatCode="0.00%">
                  <c:v>1.00890540946718E-2</c:v>
                </c:pt>
              </c:numCache>
            </c:numRef>
          </c:val>
          <c:smooth val="1"/>
        </c:ser>
        <c:ser>
          <c:idx val="1"/>
          <c:order val="1"/>
          <c:tx>
            <c:strRef>
              <c:f>Sheet1!$C$1</c:f>
              <c:strCache>
                <c:ptCount val="1"/>
                <c:pt idx="0">
                  <c:v>model.smm</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0.0%</c:formatCode>
                <c:ptCount val="193"/>
                <c:pt idx="0">
                  <c:v>2.0114581868930094E-2</c:v>
                </c:pt>
                <c:pt idx="1">
                  <c:v>1.7343680861124249E-2</c:v>
                </c:pt>
                <c:pt idx="2">
                  <c:v>2.0058503979810419E-2</c:v>
                </c:pt>
                <c:pt idx="3">
                  <c:v>2.3718085074766831E-2</c:v>
                </c:pt>
                <c:pt idx="4">
                  <c:v>2.5152535830245702E-2</c:v>
                </c:pt>
                <c:pt idx="5">
                  <c:v>2.5289790303896567E-2</c:v>
                </c:pt>
                <c:pt idx="6">
                  <c:v>2.3698534665430912E-2</c:v>
                </c:pt>
                <c:pt idx="7">
                  <c:v>2.5019010929175849E-2</c:v>
                </c:pt>
                <c:pt idx="8">
                  <c:v>2.8047500865955789E-2</c:v>
                </c:pt>
                <c:pt idx="9">
                  <c:v>2.8000502491039529E-2</c:v>
                </c:pt>
                <c:pt idx="10">
                  <c:v>3.4143995655742158E-2</c:v>
                </c:pt>
                <c:pt idx="11">
                  <c:v>3.7323829567961188E-2</c:v>
                </c:pt>
                <c:pt idx="12">
                  <c:v>3.0473513890212921E-2</c:v>
                </c:pt>
                <c:pt idx="13">
                  <c:v>2.3304884505460186E-2</c:v>
                </c:pt>
                <c:pt idx="14">
                  <c:v>2.0810059829309308E-2</c:v>
                </c:pt>
                <c:pt idx="15">
                  <c:v>2.2537262104495803E-2</c:v>
                </c:pt>
                <c:pt idx="16">
                  <c:v>1.9674130424824698E-2</c:v>
                </c:pt>
                <c:pt idx="17">
                  <c:v>2.2624496007153314E-2</c:v>
                </c:pt>
                <c:pt idx="18">
                  <c:v>1.7580788471476316E-2</c:v>
                </c:pt>
                <c:pt idx="19">
                  <c:v>1.1840662885968828E-2</c:v>
                </c:pt>
                <c:pt idx="20">
                  <c:v>1.1146433562864801E-2</c:v>
                </c:pt>
                <c:pt idx="21">
                  <c:v>8.3055878601246483E-3</c:v>
                </c:pt>
                <c:pt idx="22">
                  <c:v>8.9768783841322614E-3</c:v>
                </c:pt>
                <c:pt idx="23">
                  <c:v>8.1417145135973326E-3</c:v>
                </c:pt>
                <c:pt idx="24">
                  <c:v>9.1120696034882025E-3</c:v>
                </c:pt>
                <c:pt idx="25">
                  <c:v>6.9530122374035792E-3</c:v>
                </c:pt>
                <c:pt idx="26">
                  <c:v>6.4242705651534745E-3</c:v>
                </c:pt>
                <c:pt idx="27">
                  <c:v>7.3091902720985131E-3</c:v>
                </c:pt>
                <c:pt idx="28">
                  <c:v>8.0202317993068629E-3</c:v>
                </c:pt>
                <c:pt idx="29">
                  <c:v>8.7253020765576603E-3</c:v>
                </c:pt>
                <c:pt idx="30">
                  <c:v>8.196693685574399E-3</c:v>
                </c:pt>
                <c:pt idx="31">
                  <c:v>8.5402596341459421E-3</c:v>
                </c:pt>
                <c:pt idx="32">
                  <c:v>9.3726615505866622E-3</c:v>
                </c:pt>
                <c:pt idx="33">
                  <c:v>8.9025397101077063E-3</c:v>
                </c:pt>
                <c:pt idx="34">
                  <c:v>9.3494395075840765E-3</c:v>
                </c:pt>
                <c:pt idx="35">
                  <c:v>9.69830022781412E-3</c:v>
                </c:pt>
                <c:pt idx="36">
                  <c:v>1.0958007993855046E-2</c:v>
                </c:pt>
                <c:pt idx="37">
                  <c:v>1.3155192602642571E-2</c:v>
                </c:pt>
                <c:pt idx="38">
                  <c:v>2.0425661437310446E-2</c:v>
                </c:pt>
                <c:pt idx="39">
                  <c:v>2.153839788504442E-2</c:v>
                </c:pt>
                <c:pt idx="40">
                  <c:v>2.541953902465981E-2</c:v>
                </c:pt>
                <c:pt idx="41">
                  <c:v>2.3328667727334589E-2</c:v>
                </c:pt>
                <c:pt idx="42">
                  <c:v>2.0400942269552788E-2</c:v>
                </c:pt>
                <c:pt idx="43">
                  <c:v>1.8694045239573163E-2</c:v>
                </c:pt>
                <c:pt idx="44">
                  <c:v>1.9060515309499388E-2</c:v>
                </c:pt>
                <c:pt idx="45">
                  <c:v>1.9388294277757821E-2</c:v>
                </c:pt>
                <c:pt idx="46">
                  <c:v>2.410769248426798E-2</c:v>
                </c:pt>
                <c:pt idx="47">
                  <c:v>2.8264627522301716E-2</c:v>
                </c:pt>
                <c:pt idx="48">
                  <c:v>3.0126552041356905E-2</c:v>
                </c:pt>
                <c:pt idx="49">
                  <c:v>1.4990628900422244E-2</c:v>
                </c:pt>
                <c:pt idx="50">
                  <c:v>1.6379659779780377E-2</c:v>
                </c:pt>
                <c:pt idx="51">
                  <c:v>2.089941835874206E-2</c:v>
                </c:pt>
                <c:pt idx="52">
                  <c:v>1.890039252847547E-2</c:v>
                </c:pt>
                <c:pt idx="53">
                  <c:v>1.9495971071463065E-2</c:v>
                </c:pt>
                <c:pt idx="54">
                  <c:v>2.4323013048337012E-2</c:v>
                </c:pt>
                <c:pt idx="55">
                  <c:v>2.8644804293516388E-2</c:v>
                </c:pt>
                <c:pt idx="56">
                  <c:v>3.4788887509255316E-2</c:v>
                </c:pt>
                <c:pt idx="57">
                  <c:v>4.1571083366964953E-2</c:v>
                </c:pt>
                <c:pt idx="58">
                  <c:v>6.9627996614470875E-2</c:v>
                </c:pt>
                <c:pt idx="59">
                  <c:v>7.4666443402671062E-2</c:v>
                </c:pt>
                <c:pt idx="60">
                  <c:v>6.4788846936646743E-2</c:v>
                </c:pt>
                <c:pt idx="61">
                  <c:v>4.5729854665245283E-2</c:v>
                </c:pt>
                <c:pt idx="62">
                  <c:v>4.1875426327747406E-2</c:v>
                </c:pt>
                <c:pt idx="63">
                  <c:v>5.3980288097901452E-2</c:v>
                </c:pt>
                <c:pt idx="64">
                  <c:v>6.3462862676182064E-2</c:v>
                </c:pt>
                <c:pt idx="65">
                  <c:v>6.0893394070283324E-2</c:v>
                </c:pt>
                <c:pt idx="66">
                  <c:v>6.0886612315177661E-2</c:v>
                </c:pt>
                <c:pt idx="67">
                  <c:v>7.7741334504054821E-2</c:v>
                </c:pt>
                <c:pt idx="68">
                  <c:v>6.4960444798961542E-2</c:v>
                </c:pt>
                <c:pt idx="69">
                  <c:v>2.4235160118388662E-2</c:v>
                </c:pt>
                <c:pt idx="70">
                  <c:v>1.9663093008910146E-2</c:v>
                </c:pt>
                <c:pt idx="71">
                  <c:v>2.2027265883111557E-2</c:v>
                </c:pt>
                <c:pt idx="72">
                  <c:v>2.279791407741634E-2</c:v>
                </c:pt>
                <c:pt idx="73">
                  <c:v>2.0492438910730985E-2</c:v>
                </c:pt>
                <c:pt idx="74">
                  <c:v>2.5543481811426919E-2</c:v>
                </c:pt>
                <c:pt idx="75">
                  <c:v>2.9262657405556964E-2</c:v>
                </c:pt>
                <c:pt idx="76">
                  <c:v>3.6428901519074151E-2</c:v>
                </c:pt>
                <c:pt idx="77">
                  <c:v>2.3631616814203258E-2</c:v>
                </c:pt>
                <c:pt idx="78">
                  <c:v>1.5077362633997742E-2</c:v>
                </c:pt>
                <c:pt idx="79">
                  <c:v>1.435695381044794E-2</c:v>
                </c:pt>
                <c:pt idx="80">
                  <c:v>1.8501439634011213E-2</c:v>
                </c:pt>
                <c:pt idx="81">
                  <c:v>2.0573490050523242E-2</c:v>
                </c:pt>
                <c:pt idx="82">
                  <c:v>2.3779206005938025E-2</c:v>
                </c:pt>
                <c:pt idx="83">
                  <c:v>2.379732105363128E-2</c:v>
                </c:pt>
                <c:pt idx="84">
                  <c:v>2.3864917007275756E-2</c:v>
                </c:pt>
                <c:pt idx="85">
                  <c:v>2.0840688055365236E-2</c:v>
                </c:pt>
                <c:pt idx="86">
                  <c:v>2.1749846885997008E-2</c:v>
                </c:pt>
                <c:pt idx="87">
                  <c:v>2.6749397134241917E-2</c:v>
                </c:pt>
                <c:pt idx="88">
                  <c:v>1.756365810760812E-2</c:v>
                </c:pt>
                <c:pt idx="89">
                  <c:v>2.0174183462992754E-2</c:v>
                </c:pt>
                <c:pt idx="90">
                  <c:v>2.3984045464495569E-2</c:v>
                </c:pt>
                <c:pt idx="91">
                  <c:v>3.0140353299559351E-2</c:v>
                </c:pt>
                <c:pt idx="92">
                  <c:v>2.7022135235819915E-2</c:v>
                </c:pt>
                <c:pt idx="93">
                  <c:v>2.0852193673288527E-2</c:v>
                </c:pt>
                <c:pt idx="94">
                  <c:v>2.0879726174095524E-2</c:v>
                </c:pt>
                <c:pt idx="95">
                  <c:v>1.3711940619136807E-2</c:v>
                </c:pt>
                <c:pt idx="96">
                  <c:v>1.0182331128862323E-2</c:v>
                </c:pt>
                <c:pt idx="97">
                  <c:v>8.9445629862869632E-3</c:v>
                </c:pt>
                <c:pt idx="98">
                  <c:v>1.0529760355562393E-2</c:v>
                </c:pt>
                <c:pt idx="99">
                  <c:v>1.0766475095744191E-2</c:v>
                </c:pt>
                <c:pt idx="100">
                  <c:v>1.0849421215821534E-2</c:v>
                </c:pt>
                <c:pt idx="101">
                  <c:v>9.8627904571191478E-3</c:v>
                </c:pt>
                <c:pt idx="102">
                  <c:v>9.9286792470514237E-3</c:v>
                </c:pt>
                <c:pt idx="103">
                  <c:v>9.0535358210104867E-3</c:v>
                </c:pt>
                <c:pt idx="104">
                  <c:v>9.0335694074878126E-3</c:v>
                </c:pt>
                <c:pt idx="105">
                  <c:v>9.4840914381995253E-3</c:v>
                </c:pt>
                <c:pt idx="106">
                  <c:v>1.0388493882413627E-2</c:v>
                </c:pt>
                <c:pt idx="107">
                  <c:v>1.0750881109328394E-2</c:v>
                </c:pt>
                <c:pt idx="108">
                  <c:v>1.2464668384899059E-2</c:v>
                </c:pt>
                <c:pt idx="109">
                  <c:v>1.2606472588413822E-2</c:v>
                </c:pt>
                <c:pt idx="110">
                  <c:v>1.18304386928887E-2</c:v>
                </c:pt>
                <c:pt idx="111">
                  <c:v>1.2548496408433708E-2</c:v>
                </c:pt>
                <c:pt idx="112">
                  <c:v>1.5868856833265506E-2</c:v>
                </c:pt>
                <c:pt idx="113">
                  <c:v>1.569541538254135E-2</c:v>
                </c:pt>
                <c:pt idx="114">
                  <c:v>1.5401326441890573E-2</c:v>
                </c:pt>
                <c:pt idx="115">
                  <c:v>9.9885243090263847E-3</c:v>
                </c:pt>
                <c:pt idx="116">
                  <c:v>9.7580797805748715E-3</c:v>
                </c:pt>
                <c:pt idx="117">
                  <c:v>9.6564679509900664E-3</c:v>
                </c:pt>
                <c:pt idx="118">
                  <c:v>1.1489887802420627E-2</c:v>
                </c:pt>
                <c:pt idx="119">
                  <c:v>1.0910216769600366E-2</c:v>
                </c:pt>
                <c:pt idx="120">
                  <c:v>1.4493707974061062E-2</c:v>
                </c:pt>
                <c:pt idx="121">
                  <c:v>1.3979956668592385E-2</c:v>
                </c:pt>
                <c:pt idx="122">
                  <c:v>2.3600059406456132E-2</c:v>
                </c:pt>
                <c:pt idx="123">
                  <c:v>2.0024773833214771E-2</c:v>
                </c:pt>
                <c:pt idx="124">
                  <c:v>1.9305585577024248E-2</c:v>
                </c:pt>
                <c:pt idx="125">
                  <c:v>2.1579772212197604E-2</c:v>
                </c:pt>
                <c:pt idx="126">
                  <c:v>1.8203122703991832E-2</c:v>
                </c:pt>
                <c:pt idx="127">
                  <c:v>1.1604877801792077E-2</c:v>
                </c:pt>
                <c:pt idx="128">
                  <c:v>1.1257801575843824E-2</c:v>
                </c:pt>
                <c:pt idx="129">
                  <c:v>8.7648477890420844E-3</c:v>
                </c:pt>
                <c:pt idx="130">
                  <c:v>1.3977968978927289E-2</c:v>
                </c:pt>
                <c:pt idx="131">
                  <c:v>1.1802031936937712E-2</c:v>
                </c:pt>
                <c:pt idx="132">
                  <c:v>1.3152588638432366E-2</c:v>
                </c:pt>
                <c:pt idx="133">
                  <c:v>2.4789830546098287E-2</c:v>
                </c:pt>
                <c:pt idx="134">
                  <c:v>3.2157991679869262E-2</c:v>
                </c:pt>
                <c:pt idx="135">
                  <c:v>4.9179333929782507E-2</c:v>
                </c:pt>
                <c:pt idx="136">
                  <c:v>5.7952015247745577E-2</c:v>
                </c:pt>
                <c:pt idx="137">
                  <c:v>5.0403926315468701E-2</c:v>
                </c:pt>
                <c:pt idx="138">
                  <c:v>4.5314220454786634E-2</c:v>
                </c:pt>
                <c:pt idx="139">
                  <c:v>3.0340860587408286E-2</c:v>
                </c:pt>
                <c:pt idx="140">
                  <c:v>3.0571865710656232E-2</c:v>
                </c:pt>
                <c:pt idx="141">
                  <c:v>2.8277581463378942E-2</c:v>
                </c:pt>
                <c:pt idx="142">
                  <c:v>2.5000567982387614E-2</c:v>
                </c:pt>
                <c:pt idx="143">
                  <c:v>2.6122017365785195E-2</c:v>
                </c:pt>
                <c:pt idx="144">
                  <c:v>2.6801237857905388E-2</c:v>
                </c:pt>
                <c:pt idx="145">
                  <c:v>2.2736016836090733E-2</c:v>
                </c:pt>
                <c:pt idx="146">
                  <c:v>2.2828789614747449E-2</c:v>
                </c:pt>
                <c:pt idx="147">
                  <c:v>2.7038759964046411E-2</c:v>
                </c:pt>
                <c:pt idx="148">
                  <c:v>2.3872791275816825E-2</c:v>
                </c:pt>
                <c:pt idx="149">
                  <c:v>2.0622728773921614E-2</c:v>
                </c:pt>
                <c:pt idx="150">
                  <c:v>2.3203552772018663E-2</c:v>
                </c:pt>
                <c:pt idx="151">
                  <c:v>2.4264852488430924E-2</c:v>
                </c:pt>
                <c:pt idx="152">
                  <c:v>2.7037951859548454E-2</c:v>
                </c:pt>
                <c:pt idx="153">
                  <c:v>3.0435968812614768E-2</c:v>
                </c:pt>
                <c:pt idx="154">
                  <c:v>3.7946491446394441E-2</c:v>
                </c:pt>
                <c:pt idx="155">
                  <c:v>3.8835228436543398E-2</c:v>
                </c:pt>
                <c:pt idx="156">
                  <c:v>3.323404178392006E-2</c:v>
                </c:pt>
                <c:pt idx="157">
                  <c:v>2.097105703219259E-2</c:v>
                </c:pt>
                <c:pt idx="158">
                  <c:v>1.877978949245308E-2</c:v>
                </c:pt>
                <c:pt idx="159">
                  <c:v>1.8665518815385272E-2</c:v>
                </c:pt>
                <c:pt idx="160">
                  <c:v>2.0521345209694855E-2</c:v>
                </c:pt>
                <c:pt idx="161">
                  <c:v>2.0642832589338186E-2</c:v>
                </c:pt>
                <c:pt idx="162">
                  <c:v>2.337083448036345E-2</c:v>
                </c:pt>
                <c:pt idx="163">
                  <c:v>2.3185285100477675E-2</c:v>
                </c:pt>
                <c:pt idx="164">
                  <c:v>2.3402323738037994E-2</c:v>
                </c:pt>
                <c:pt idx="165">
                  <c:v>2.3881921556017063E-2</c:v>
                </c:pt>
                <c:pt idx="166">
                  <c:v>2.5689328539432059E-2</c:v>
                </c:pt>
                <c:pt idx="167">
                  <c:v>2.4658720772368341E-2</c:v>
                </c:pt>
                <c:pt idx="168">
                  <c:v>2.8897314908570296E-2</c:v>
                </c:pt>
                <c:pt idx="169">
                  <c:v>2.8166450335185982E-2</c:v>
                </c:pt>
                <c:pt idx="170">
                  <c:v>2.7056263789381647E-2</c:v>
                </c:pt>
                <c:pt idx="171">
                  <c:v>2.8637671642031216E-2</c:v>
                </c:pt>
                <c:pt idx="172">
                  <c:v>2.7029590975731439E-2</c:v>
                </c:pt>
                <c:pt idx="173">
                  <c:v>2.5789598046665672E-2</c:v>
                </c:pt>
                <c:pt idx="174">
                  <c:v>2.6475308884083087E-2</c:v>
                </c:pt>
                <c:pt idx="175">
                  <c:v>2.62775752862697E-2</c:v>
                </c:pt>
                <c:pt idx="176">
                  <c:v>3.3125231908397307E-2</c:v>
                </c:pt>
                <c:pt idx="177">
                  <c:v>3.3651495071045083E-2</c:v>
                </c:pt>
                <c:pt idx="178">
                  <c:v>3.1665083465739839E-2</c:v>
                </c:pt>
                <c:pt idx="179">
                  <c:v>2.8350403069202994E-2</c:v>
                </c:pt>
                <c:pt idx="180">
                  <c:v>2.8954720646307473E-2</c:v>
                </c:pt>
                <c:pt idx="181">
                  <c:v>2.6403370894419478E-2</c:v>
                </c:pt>
                <c:pt idx="182">
                  <c:v>2.4642026818735258E-2</c:v>
                </c:pt>
                <c:pt idx="183">
                  <c:v>2.2868053745698017E-2</c:v>
                </c:pt>
                <c:pt idx="184">
                  <c:v>2.2863113450791422E-2</c:v>
                </c:pt>
                <c:pt idx="185">
                  <c:v>2.42584425521928E-2</c:v>
                </c:pt>
                <c:pt idx="186">
                  <c:v>2.3258380322349368E-2</c:v>
                </c:pt>
                <c:pt idx="187">
                  <c:v>1.7517234651013892E-2</c:v>
                </c:pt>
                <c:pt idx="188">
                  <c:v>1.5480745288359615E-2</c:v>
                </c:pt>
                <c:pt idx="189">
                  <c:v>1.2984433861825229E-2</c:v>
                </c:pt>
                <c:pt idx="190">
                  <c:v>1.2455590408864046E-2</c:v>
                </c:pt>
                <c:pt idx="191">
                  <c:v>1.3366853477435853E-2</c:v>
                </c:pt>
                <c:pt idx="192">
                  <c:v>1.3291603672251451E-2</c:v>
                </c:pt>
              </c:numCache>
            </c:numRef>
          </c:val>
          <c:smooth val="1"/>
        </c:ser>
        <c:dLbls>
          <c:showLegendKey val="0"/>
          <c:showVal val="0"/>
          <c:showCatName val="0"/>
          <c:showSerName val="0"/>
          <c:showPercent val="0"/>
          <c:showBubbleSize val="0"/>
        </c:dLbls>
        <c:marker val="1"/>
        <c:smooth val="0"/>
        <c:axId val="141081216"/>
        <c:axId val="141091200"/>
      </c:lineChart>
      <c:dateAx>
        <c:axId val="141081216"/>
        <c:scaling>
          <c:orientation val="minMax"/>
        </c:scaling>
        <c:delete val="0"/>
        <c:axPos val="b"/>
        <c:numFmt formatCode="m/d/yyyy" sourceLinked="0"/>
        <c:majorTickMark val="out"/>
        <c:minorTickMark val="none"/>
        <c:tickLblPos val="nextTo"/>
        <c:spPr>
          <a:ln>
            <a:solidFill>
              <a:schemeClr val="tx2"/>
            </a:solidFill>
          </a:ln>
        </c:spPr>
        <c:txPr>
          <a:bodyPr/>
          <a:lstStyle/>
          <a:p>
            <a:pPr>
              <a:defRPr sz="900"/>
            </a:pPr>
            <a:endParaRPr lang="en-US"/>
          </a:p>
        </c:txPr>
        <c:crossAx val="141091200"/>
        <c:crosses val="autoZero"/>
        <c:auto val="1"/>
        <c:lblOffset val="100"/>
        <c:baseTimeUnit val="months"/>
        <c:majorUnit val="24"/>
        <c:majorTimeUnit val="months"/>
      </c:dateAx>
      <c:valAx>
        <c:axId val="141091200"/>
        <c:scaling>
          <c:orientation val="minMax"/>
        </c:scaling>
        <c:delete val="0"/>
        <c:axPos val="l"/>
        <c:title>
          <c:tx>
            <c:rich>
              <a:bodyPr rot="-5400000" vert="horz"/>
              <a:lstStyle/>
              <a:p>
                <a:pPr>
                  <a:defRPr/>
                </a:pPr>
                <a:r>
                  <a:rPr lang="en-US" dirty="0" smtClean="0"/>
                  <a:t>SMM</a:t>
                </a:r>
                <a:endParaRPr lang="en-US" dirty="0"/>
              </a:p>
            </c:rich>
          </c:tx>
          <c:overlay val="0"/>
        </c:title>
        <c:numFmt formatCode="0.0%" sourceLinked="1"/>
        <c:majorTickMark val="out"/>
        <c:minorTickMark val="none"/>
        <c:tickLblPos val="nextTo"/>
        <c:spPr>
          <a:ln>
            <a:solidFill>
              <a:schemeClr val="tx2"/>
            </a:solidFill>
          </a:ln>
        </c:spPr>
        <c:crossAx val="141081216"/>
        <c:crosses val="autoZero"/>
        <c:crossBetween val="midCat"/>
      </c:valAx>
    </c:plotArea>
    <c:legend>
      <c:legendPos val="r"/>
      <c:layout>
        <c:manualLayout>
          <c:xMode val="edge"/>
          <c:yMode val="edge"/>
          <c:x val="0.78737622907589533"/>
          <c:y val="0"/>
          <c:w val="0.15282829024231417"/>
          <c:h val="0.20278773075486742"/>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FICO below 680</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0.00%</c:formatCode>
                <c:ptCount val="193"/>
                <c:pt idx="0">
                  <c:v>0.32730259837517839</c:v>
                </c:pt>
                <c:pt idx="1">
                  <c:v>0.29359158751914255</c:v>
                </c:pt>
                <c:pt idx="2">
                  <c:v>0.2278794593773901</c:v>
                </c:pt>
                <c:pt idx="3">
                  <c:v>0.43909533169411719</c:v>
                </c:pt>
                <c:pt idx="4">
                  <c:v>0.27548673795373518</c:v>
                </c:pt>
                <c:pt idx="5">
                  <c:v>0.32104310074636017</c:v>
                </c:pt>
                <c:pt idx="6">
                  <c:v>0.26443586272336894</c:v>
                </c:pt>
                <c:pt idx="7">
                  <c:v>0.3166707240028766</c:v>
                </c:pt>
                <c:pt idx="8">
                  <c:v>0.28668402716010394</c:v>
                </c:pt>
                <c:pt idx="9">
                  <c:v>0.26877217318789681</c:v>
                </c:pt>
                <c:pt idx="10">
                  <c:v>0.25755302834750249</c:v>
                </c:pt>
                <c:pt idx="11">
                  <c:v>0.24636006406474711</c:v>
                </c:pt>
                <c:pt idx="12">
                  <c:v>0.22975611701351595</c:v>
                </c:pt>
                <c:pt idx="13">
                  <c:v>0.36030064276397278</c:v>
                </c:pt>
                <c:pt idx="14">
                  <c:v>0.27149416142070709</c:v>
                </c:pt>
                <c:pt idx="15">
                  <c:v>0.29520412418004188</c:v>
                </c:pt>
                <c:pt idx="16">
                  <c:v>0.30730419670007086</c:v>
                </c:pt>
                <c:pt idx="17">
                  <c:v>0.32692008453897314</c:v>
                </c:pt>
                <c:pt idx="18">
                  <c:v>0.32877366906652999</c:v>
                </c:pt>
                <c:pt idx="19">
                  <c:v>0.37660233173317537</c:v>
                </c:pt>
                <c:pt idx="20">
                  <c:v>0.33553374665880653</c:v>
                </c:pt>
                <c:pt idx="21">
                  <c:v>0.44446838666038879</c:v>
                </c:pt>
                <c:pt idx="22">
                  <c:v>0.42136236582164577</c:v>
                </c:pt>
                <c:pt idx="23">
                  <c:v>0.39272551033278391</c:v>
                </c:pt>
                <c:pt idx="24">
                  <c:v>0.3306598778210626</c:v>
                </c:pt>
                <c:pt idx="25">
                  <c:v>0.37524831955846333</c:v>
                </c:pt>
                <c:pt idx="26">
                  <c:v>0.39178712933352794</c:v>
                </c:pt>
                <c:pt idx="27">
                  <c:v>0.54404210925190344</c:v>
                </c:pt>
                <c:pt idx="28">
                  <c:v>0.47195143298132008</c:v>
                </c:pt>
                <c:pt idx="29">
                  <c:v>0.43238590672902849</c:v>
                </c:pt>
                <c:pt idx="30">
                  <c:v>0.41532390434815802</c:v>
                </c:pt>
                <c:pt idx="31">
                  <c:v>0.3747814453816441</c:v>
                </c:pt>
                <c:pt idx="32">
                  <c:v>0.45496134605515443</c:v>
                </c:pt>
                <c:pt idx="33">
                  <c:v>0.4099477486398016</c:v>
                </c:pt>
                <c:pt idx="34">
                  <c:v>0.36949377378822668</c:v>
                </c:pt>
                <c:pt idx="35">
                  <c:v>0.42670610582596058</c:v>
                </c:pt>
                <c:pt idx="36">
                  <c:v>0.40868090381377076</c:v>
                </c:pt>
                <c:pt idx="37">
                  <c:v>0.37478364992951374</c:v>
                </c:pt>
                <c:pt idx="38">
                  <c:v>0.30109332631367386</c:v>
                </c:pt>
                <c:pt idx="39">
                  <c:v>0.31283020126957167</c:v>
                </c:pt>
                <c:pt idx="40">
                  <c:v>0.29417657989314699</c:v>
                </c:pt>
                <c:pt idx="41">
                  <c:v>0.34966869401311745</c:v>
                </c:pt>
                <c:pt idx="42">
                  <c:v>0.31916338812209638</c:v>
                </c:pt>
                <c:pt idx="43">
                  <c:v>0.32698426212913478</c:v>
                </c:pt>
                <c:pt idx="44">
                  <c:v>0.29646162215479721</c:v>
                </c:pt>
                <c:pt idx="45">
                  <c:v>0.28136891153711213</c:v>
                </c:pt>
                <c:pt idx="46">
                  <c:v>0.27176414998414844</c:v>
                </c:pt>
                <c:pt idx="47">
                  <c:v>0.28378781653737695</c:v>
                </c:pt>
                <c:pt idx="48">
                  <c:v>0.30994143756339987</c:v>
                </c:pt>
                <c:pt idx="49">
                  <c:v>0.31577287685099542</c:v>
                </c:pt>
                <c:pt idx="50">
                  <c:v>0.34119535746580831</c:v>
                </c:pt>
                <c:pt idx="51">
                  <c:v>0.29985485157867253</c:v>
                </c:pt>
                <c:pt idx="52">
                  <c:v>0.30980232730555379</c:v>
                </c:pt>
                <c:pt idx="53">
                  <c:v>0.31435528910599941</c:v>
                </c:pt>
                <c:pt idx="54">
                  <c:v>0.30522955195231422</c:v>
                </c:pt>
                <c:pt idx="55">
                  <c:v>0.30353753633601355</c:v>
                </c:pt>
                <c:pt idx="56">
                  <c:v>0.2737648850688788</c:v>
                </c:pt>
                <c:pt idx="57">
                  <c:v>0.24878926248617908</c:v>
                </c:pt>
                <c:pt idx="58">
                  <c:v>0.25177471962989217</c:v>
                </c:pt>
                <c:pt idx="59">
                  <c:v>0.24043297216217863</c:v>
                </c:pt>
                <c:pt idx="60">
                  <c:v>0.24167737431017952</c:v>
                </c:pt>
                <c:pt idx="61">
                  <c:v>0.24657344892893426</c:v>
                </c:pt>
                <c:pt idx="62">
                  <c:v>0.23920502293318649</c:v>
                </c:pt>
                <c:pt idx="63">
                  <c:v>0.22261021545938453</c:v>
                </c:pt>
                <c:pt idx="64">
                  <c:v>0.21713684300531411</c:v>
                </c:pt>
                <c:pt idx="65">
                  <c:v>0.22327400441347287</c:v>
                </c:pt>
                <c:pt idx="66">
                  <c:v>0.2092572659738898</c:v>
                </c:pt>
                <c:pt idx="67">
                  <c:v>0.20705016829757861</c:v>
                </c:pt>
                <c:pt idx="68">
                  <c:v>0.22533957891126988</c:v>
                </c:pt>
                <c:pt idx="69">
                  <c:v>0.2421363992080493</c:v>
                </c:pt>
                <c:pt idx="70">
                  <c:v>0.23022446379711387</c:v>
                </c:pt>
                <c:pt idx="71">
                  <c:v>0.23421359888258336</c:v>
                </c:pt>
                <c:pt idx="72">
                  <c:v>0.22836691646934223</c:v>
                </c:pt>
                <c:pt idx="73">
                  <c:v>0.21519166971064027</c:v>
                </c:pt>
                <c:pt idx="74">
                  <c:v>0.22119344876361768</c:v>
                </c:pt>
                <c:pt idx="75">
                  <c:v>0.21463994689099486</c:v>
                </c:pt>
                <c:pt idx="76">
                  <c:v>0.21457268103556326</c:v>
                </c:pt>
                <c:pt idx="77">
                  <c:v>0.22302141113545818</c:v>
                </c:pt>
                <c:pt idx="78">
                  <c:v>0.23882307823988913</c:v>
                </c:pt>
                <c:pt idx="79">
                  <c:v>0.24060697704773326</c:v>
                </c:pt>
                <c:pt idx="80">
                  <c:v>0.23310207520699211</c:v>
                </c:pt>
                <c:pt idx="81">
                  <c:v>0.23405546106141589</c:v>
                </c:pt>
                <c:pt idx="82">
                  <c:v>0.23173585680638628</c:v>
                </c:pt>
                <c:pt idx="83">
                  <c:v>0.2285599829094363</c:v>
                </c:pt>
                <c:pt idx="84">
                  <c:v>0.22926309275053364</c:v>
                </c:pt>
                <c:pt idx="85">
                  <c:v>0.22266038405054489</c:v>
                </c:pt>
                <c:pt idx="86">
                  <c:v>0.21018881320964605</c:v>
                </c:pt>
                <c:pt idx="87">
                  <c:v>0.21067835205556765</c:v>
                </c:pt>
                <c:pt idx="88">
                  <c:v>0.21773323814248313</c:v>
                </c:pt>
                <c:pt idx="89">
                  <c:v>0.21605323596596296</c:v>
                </c:pt>
                <c:pt idx="90">
                  <c:v>0.2026491678380157</c:v>
                </c:pt>
                <c:pt idx="91">
                  <c:v>0.19371664061811986</c:v>
                </c:pt>
                <c:pt idx="92">
                  <c:v>0.20528629310956009</c:v>
                </c:pt>
                <c:pt idx="93">
                  <c:v>0.19400439346310838</c:v>
                </c:pt>
                <c:pt idx="94">
                  <c:v>0.18675396026918237</c:v>
                </c:pt>
                <c:pt idx="95">
                  <c:v>0.1796042307691271</c:v>
                </c:pt>
                <c:pt idx="96">
                  <c:v>0.18404098675376998</c:v>
                </c:pt>
                <c:pt idx="97">
                  <c:v>0.18051926739814675</c:v>
                </c:pt>
                <c:pt idx="98">
                  <c:v>0.17889795436233688</c:v>
                </c:pt>
                <c:pt idx="99">
                  <c:v>0.17750953760444824</c:v>
                </c:pt>
                <c:pt idx="100">
                  <c:v>0.179327195230156</c:v>
                </c:pt>
                <c:pt idx="101">
                  <c:v>0.17416346555501258</c:v>
                </c:pt>
                <c:pt idx="102">
                  <c:v>0.17103806760312693</c:v>
                </c:pt>
                <c:pt idx="103">
                  <c:v>0.18045572832321155</c:v>
                </c:pt>
                <c:pt idx="104">
                  <c:v>0.18777026271776925</c:v>
                </c:pt>
                <c:pt idx="105">
                  <c:v>0.19081347344242888</c:v>
                </c:pt>
                <c:pt idx="106">
                  <c:v>0.19266569778855233</c:v>
                </c:pt>
                <c:pt idx="107">
                  <c:v>0.19216676965199866</c:v>
                </c:pt>
                <c:pt idx="108">
                  <c:v>0.19810114287274955</c:v>
                </c:pt>
                <c:pt idx="109">
                  <c:v>0.20257181736024465</c:v>
                </c:pt>
                <c:pt idx="110">
                  <c:v>0.20756731910752987</c:v>
                </c:pt>
                <c:pt idx="111">
                  <c:v>0.21793013711950152</c:v>
                </c:pt>
                <c:pt idx="112">
                  <c:v>0.22540002723619212</c:v>
                </c:pt>
                <c:pt idx="113">
                  <c:v>0.23508036706343577</c:v>
                </c:pt>
                <c:pt idx="114">
                  <c:v>0.23228608776235549</c:v>
                </c:pt>
                <c:pt idx="115">
                  <c:v>0.22826687958573538</c:v>
                </c:pt>
                <c:pt idx="116">
                  <c:v>0.23125137917086408</c:v>
                </c:pt>
                <c:pt idx="117">
                  <c:v>0.23390790522732174</c:v>
                </c:pt>
                <c:pt idx="118">
                  <c:v>0.22550867610893899</c:v>
                </c:pt>
                <c:pt idx="119">
                  <c:v>0.22180785473623638</c:v>
                </c:pt>
                <c:pt idx="120">
                  <c:v>0.20435871669149888</c:v>
                </c:pt>
                <c:pt idx="121">
                  <c:v>0.18254111636942136</c:v>
                </c:pt>
                <c:pt idx="122">
                  <c:v>0.15832514812687923</c:v>
                </c:pt>
                <c:pt idx="123">
                  <c:v>0.14111998066694059</c:v>
                </c:pt>
                <c:pt idx="124">
                  <c:v>0.11201334276297802</c:v>
                </c:pt>
                <c:pt idx="125">
                  <c:v>9.9442505563004657E-2</c:v>
                </c:pt>
                <c:pt idx="126">
                  <c:v>9.1695340421097435E-2</c:v>
                </c:pt>
                <c:pt idx="127">
                  <c:v>8.7503574101426493E-2</c:v>
                </c:pt>
                <c:pt idx="128">
                  <c:v>9.4281259452617172E-2</c:v>
                </c:pt>
                <c:pt idx="129">
                  <c:v>8.4811560183452581E-2</c:v>
                </c:pt>
                <c:pt idx="130">
                  <c:v>7.7683530297755238E-2</c:v>
                </c:pt>
                <c:pt idx="131">
                  <c:v>8.501022061534283E-2</c:v>
                </c:pt>
                <c:pt idx="132">
                  <c:v>6.7628934079581607E-2</c:v>
                </c:pt>
                <c:pt idx="133">
                  <c:v>5.9612308599679996E-2</c:v>
                </c:pt>
                <c:pt idx="134">
                  <c:v>5.0510455191186326E-2</c:v>
                </c:pt>
                <c:pt idx="135">
                  <c:v>4.2291487280550828E-2</c:v>
                </c:pt>
                <c:pt idx="136">
                  <c:v>3.7292507391480184E-2</c:v>
                </c:pt>
                <c:pt idx="137">
                  <c:v>3.368134701478416E-2</c:v>
                </c:pt>
                <c:pt idx="138">
                  <c:v>3.2945075243346306E-2</c:v>
                </c:pt>
                <c:pt idx="139">
                  <c:v>3.375490947089306E-2</c:v>
                </c:pt>
                <c:pt idx="140">
                  <c:v>3.6508948277548067E-2</c:v>
                </c:pt>
                <c:pt idx="141">
                  <c:v>3.8777451236623246E-2</c:v>
                </c:pt>
                <c:pt idx="142">
                  <c:v>3.8275484393000811E-2</c:v>
                </c:pt>
                <c:pt idx="143">
                  <c:v>3.8913989569870362E-2</c:v>
                </c:pt>
                <c:pt idx="144">
                  <c:v>4.1382602450064948E-2</c:v>
                </c:pt>
                <c:pt idx="145">
                  <c:v>3.897894284259474E-2</c:v>
                </c:pt>
                <c:pt idx="146">
                  <c:v>3.9842147659891303E-2</c:v>
                </c:pt>
                <c:pt idx="147">
                  <c:v>3.9988384716924445E-2</c:v>
                </c:pt>
                <c:pt idx="148">
                  <c:v>3.9787112740795834E-2</c:v>
                </c:pt>
                <c:pt idx="149">
                  <c:v>3.6247280703871294E-2</c:v>
                </c:pt>
                <c:pt idx="150">
                  <c:v>3.7303142965223295E-2</c:v>
                </c:pt>
                <c:pt idx="151">
                  <c:v>3.594535222829319E-2</c:v>
                </c:pt>
                <c:pt idx="152">
                  <c:v>3.5090285802819185E-2</c:v>
                </c:pt>
                <c:pt idx="153">
                  <c:v>3.3309271725206258E-2</c:v>
                </c:pt>
                <c:pt idx="154">
                  <c:v>3.1444058926653605E-2</c:v>
                </c:pt>
                <c:pt idx="155">
                  <c:v>3.251215451097509E-2</c:v>
                </c:pt>
                <c:pt idx="156">
                  <c:v>3.4576430562348846E-2</c:v>
                </c:pt>
                <c:pt idx="157">
                  <c:v>3.7099824884908511E-2</c:v>
                </c:pt>
                <c:pt idx="158">
                  <c:v>4.0740820302241659E-2</c:v>
                </c:pt>
                <c:pt idx="159">
                  <c:v>4.2054883239696646E-2</c:v>
                </c:pt>
                <c:pt idx="160">
                  <c:v>3.9869647646881202E-2</c:v>
                </c:pt>
                <c:pt idx="161">
                  <c:v>4.1836994151575997E-2</c:v>
                </c:pt>
                <c:pt idx="162">
                  <c:v>4.1346083202202066E-2</c:v>
                </c:pt>
                <c:pt idx="163">
                  <c:v>4.3649416960049647E-2</c:v>
                </c:pt>
                <c:pt idx="164">
                  <c:v>4.3126710256741113E-2</c:v>
                </c:pt>
                <c:pt idx="165">
                  <c:v>4.0879180266253069E-2</c:v>
                </c:pt>
                <c:pt idx="166">
                  <c:v>4.2799326703610314E-2</c:v>
                </c:pt>
                <c:pt idx="167">
                  <c:v>3.9998191229893697E-2</c:v>
                </c:pt>
                <c:pt idx="168">
                  <c:v>3.8677652838378887E-2</c:v>
                </c:pt>
                <c:pt idx="169">
                  <c:v>4.0957167406488887E-2</c:v>
                </c:pt>
                <c:pt idx="170">
                  <c:v>3.7462543108516336E-2</c:v>
                </c:pt>
                <c:pt idx="171">
                  <c:v>3.6834728222201879E-2</c:v>
                </c:pt>
                <c:pt idx="172">
                  <c:v>3.4922374121626798E-2</c:v>
                </c:pt>
                <c:pt idx="173">
                  <c:v>3.6286300985076493E-2</c:v>
                </c:pt>
                <c:pt idx="174">
                  <c:v>3.6293105965706188E-2</c:v>
                </c:pt>
                <c:pt idx="175">
                  <c:v>3.7336341670661931E-2</c:v>
                </c:pt>
                <c:pt idx="176">
                  <c:v>3.7939850589509959E-2</c:v>
                </c:pt>
                <c:pt idx="177">
                  <c:v>3.7852253302594202E-2</c:v>
                </c:pt>
                <c:pt idx="178">
                  <c:v>3.9825448654699017E-2</c:v>
                </c:pt>
                <c:pt idx="179">
                  <c:v>3.7897533224984695E-2</c:v>
                </c:pt>
                <c:pt idx="180">
                  <c:v>4.1189962209826389E-2</c:v>
                </c:pt>
                <c:pt idx="181">
                  <c:v>4.1764684153957982E-2</c:v>
                </c:pt>
                <c:pt idx="182">
                  <c:v>4.032676958300252E-2</c:v>
                </c:pt>
                <c:pt idx="183">
                  <c:v>4.0431229109577152E-2</c:v>
                </c:pt>
                <c:pt idx="184">
                  <c:v>4.0939078817998846E-2</c:v>
                </c:pt>
                <c:pt idx="185">
                  <c:v>4.0591805258631389E-2</c:v>
                </c:pt>
                <c:pt idx="186">
                  <c:v>4.091655216637468E-2</c:v>
                </c:pt>
                <c:pt idx="187">
                  <c:v>4.3143405051324656E-2</c:v>
                </c:pt>
                <c:pt idx="188">
                  <c:v>4.895961276869424E-2</c:v>
                </c:pt>
                <c:pt idx="189">
                  <c:v>5.2334021909931638E-2</c:v>
                </c:pt>
                <c:pt idx="190">
                  <c:v>5.7176566738559538E-2</c:v>
                </c:pt>
                <c:pt idx="191">
                  <c:v>5.7054344086197702E-2</c:v>
                </c:pt>
                <c:pt idx="192">
                  <c:v>6.0348587302878405E-2</c:v>
                </c:pt>
              </c:numCache>
            </c:numRef>
          </c:val>
          <c:smooth val="1"/>
        </c:ser>
        <c:dLbls>
          <c:showLegendKey val="0"/>
          <c:showVal val="0"/>
          <c:showCatName val="0"/>
          <c:showSerName val="0"/>
          <c:showPercent val="0"/>
          <c:showBubbleSize val="0"/>
        </c:dLbls>
        <c:marker val="1"/>
        <c:smooth val="0"/>
        <c:axId val="142789632"/>
        <c:axId val="142791424"/>
      </c:lineChart>
      <c:lineChart>
        <c:grouping val="standard"/>
        <c:varyColors val="0"/>
        <c:ser>
          <c:idx val="1"/>
          <c:order val="1"/>
          <c:tx>
            <c:strRef>
              <c:f>Sheet1!$C$1</c:f>
              <c:strCache>
                <c:ptCount val="1"/>
                <c:pt idx="0">
                  <c:v>Multiplier</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0.0</c:formatCode>
                <c:ptCount val="193"/>
                <c:pt idx="0">
                  <c:v>0.99002724483624815</c:v>
                </c:pt>
                <c:pt idx="1">
                  <c:v>0.9806242203337725</c:v>
                </c:pt>
                <c:pt idx="2">
                  <c:v>0.93167762592867709</c:v>
                </c:pt>
                <c:pt idx="3">
                  <c:v>0.99892381553509912</c:v>
                </c:pt>
                <c:pt idx="4">
                  <c:v>0.97241531270306658</c:v>
                </c:pt>
                <c:pt idx="5">
                  <c:v>0.98871304291307904</c:v>
                </c:pt>
                <c:pt idx="6">
                  <c:v>0.96583772587815431</c:v>
                </c:pt>
                <c:pt idx="7">
                  <c:v>0.98769494446628536</c:v>
                </c:pt>
                <c:pt idx="8">
                  <c:v>0.97782073166367389</c:v>
                </c:pt>
                <c:pt idx="9">
                  <c:v>0.96858179537192335</c:v>
                </c:pt>
                <c:pt idx="10">
                  <c:v>0.96100296622019055</c:v>
                </c:pt>
                <c:pt idx="11">
                  <c:v>0.95171608751334524</c:v>
                </c:pt>
                <c:pt idx="12">
                  <c:v>0.93401965121549702</c:v>
                </c:pt>
                <c:pt idx="13">
                  <c:v>0.99481909052445716</c:v>
                </c:pt>
                <c:pt idx="14">
                  <c:v>0.97019424328101</c:v>
                </c:pt>
                <c:pt idx="15">
                  <c:v>0.98122698306167988</c:v>
                </c:pt>
                <c:pt idx="16">
                  <c:v>0.98519928177709026</c:v>
                </c:pt>
                <c:pt idx="17">
                  <c:v>0.98995146800814915</c:v>
                </c:pt>
                <c:pt idx="18">
                  <c:v>0.99031343494294211</c:v>
                </c:pt>
                <c:pt idx="19">
                  <c:v>0.99625483647360191</c:v>
                </c:pt>
                <c:pt idx="20">
                  <c:v>0.99152747482002135</c:v>
                </c:pt>
                <c:pt idx="21">
                  <c:v>0.99903335482808509</c:v>
                </c:pt>
                <c:pt idx="22">
                  <c:v>0.99846642888406478</c:v>
                </c:pt>
                <c:pt idx="23">
                  <c:v>0.99728419356076481</c:v>
                </c:pt>
                <c:pt idx="24">
                  <c:v>0.99066852344465317</c:v>
                </c:pt>
                <c:pt idx="25">
                  <c:v>0.99615244718342333</c:v>
                </c:pt>
                <c:pt idx="26">
                  <c:v>0.99723289290806338</c:v>
                </c:pt>
                <c:pt idx="27">
                  <c:v>0.99986794268126544</c:v>
                </c:pt>
                <c:pt idx="28">
                  <c:v>0.99944186497090004</c:v>
                </c:pt>
                <c:pt idx="29">
                  <c:v>0.99876946662684496</c:v>
                </c:pt>
                <c:pt idx="30">
                  <c:v>0.99826993131085173</c:v>
                </c:pt>
                <c:pt idx="31">
                  <c:v>0.99611650001908758</c:v>
                </c:pt>
                <c:pt idx="32">
                  <c:v>0.99921619133550932</c:v>
                </c:pt>
                <c:pt idx="33">
                  <c:v>0.99807393796893573</c:v>
                </c:pt>
                <c:pt idx="34">
                  <c:v>0.99568527175148724</c:v>
                </c:pt>
                <c:pt idx="35">
                  <c:v>0.99862164891524474</c:v>
                </c:pt>
                <c:pt idx="36">
                  <c:v>0.99802461682388788</c:v>
                </c:pt>
                <c:pt idx="37">
                  <c:v>0.99611667054263231</c:v>
                </c:pt>
                <c:pt idx="38">
                  <c:v>0.98327617025453884</c:v>
                </c:pt>
                <c:pt idx="39">
                  <c:v>0.98672626756958604</c:v>
                </c:pt>
                <c:pt idx="40">
                  <c:v>0.98084504880338519</c:v>
                </c:pt>
                <c:pt idx="41">
                  <c:v>0.99359980625892785</c:v>
                </c:pt>
                <c:pt idx="42">
                  <c:v>0.98828597296799159</c:v>
                </c:pt>
                <c:pt idx="43">
                  <c:v>0.98996422138076001</c:v>
                </c:pt>
                <c:pt idx="44">
                  <c:v>0.98168424674514954</c:v>
                </c:pt>
                <c:pt idx="45">
                  <c:v>0.97539756996913141</c:v>
                </c:pt>
                <c:pt idx="46">
                  <c:v>0.9703497441387372</c:v>
                </c:pt>
                <c:pt idx="47">
                  <c:v>0.97653075342917306</c:v>
                </c:pt>
                <c:pt idx="48">
                  <c:v>0.98594846468918174</c:v>
                </c:pt>
                <c:pt idx="49">
                  <c:v>0.98747492699213379</c:v>
                </c:pt>
                <c:pt idx="50">
                  <c:v>0.99242728529965862</c:v>
                </c:pt>
                <c:pt idx="51">
                  <c:v>0.98286432175099725</c:v>
                </c:pt>
                <c:pt idx="52">
                  <c:v>0.98590989664171358</c:v>
                </c:pt>
                <c:pt idx="53">
                  <c:v>0.98711962087190475</c:v>
                </c:pt>
                <c:pt idx="54">
                  <c:v>0.98458241447789119</c:v>
                </c:pt>
                <c:pt idx="55">
                  <c:v>0.98406065390940478</c:v>
                </c:pt>
                <c:pt idx="56">
                  <c:v>0.97147784833595452</c:v>
                </c:pt>
                <c:pt idx="57">
                  <c:v>0.9538947126897579</c:v>
                </c:pt>
                <c:pt idx="58">
                  <c:v>0.95644452392568979</c:v>
                </c:pt>
                <c:pt idx="59">
                  <c:v>0.94598487555680377</c:v>
                </c:pt>
                <c:pt idx="60">
                  <c:v>0.94723887529118211</c:v>
                </c:pt>
                <c:pt idx="61">
                  <c:v>0.95191130103440924</c:v>
                </c:pt>
                <c:pt idx="62">
                  <c:v>0.94472004258555586</c:v>
                </c:pt>
                <c:pt idx="63">
                  <c:v>0.92468637340408044</c:v>
                </c:pt>
                <c:pt idx="64">
                  <c:v>0.91673742138188374</c:v>
                </c:pt>
                <c:pt idx="65">
                  <c:v>0.92560182844958205</c:v>
                </c:pt>
                <c:pt idx="66">
                  <c:v>0.90396222183543962</c:v>
                </c:pt>
                <c:pt idx="67">
                  <c:v>0.90008382393986419</c:v>
                </c:pt>
                <c:pt idx="68">
                  <c:v>0.92838573720645678</c:v>
                </c:pt>
                <c:pt idx="69">
                  <c:v>0.94769448528356792</c:v>
                </c:pt>
                <c:pt idx="70">
                  <c:v>0.93459244638841921</c:v>
                </c:pt>
                <c:pt idx="71">
                  <c:v>0.93928755711752865</c:v>
                </c:pt>
                <c:pt idx="72">
                  <c:v>0.93229323271859954</c:v>
                </c:pt>
                <c:pt idx="73">
                  <c:v>0.91373432072050964</c:v>
                </c:pt>
                <c:pt idx="74">
                  <c:v>0.92269794612495371</c:v>
                </c:pt>
                <c:pt idx="75">
                  <c:v>0.91286494698534359</c:v>
                </c:pt>
                <c:pt idx="76">
                  <c:v>0.91275841615089048</c:v>
                </c:pt>
                <c:pt idx="77">
                  <c:v>0.92525467431593944</c:v>
                </c:pt>
                <c:pt idx="78">
                  <c:v>0.94432099212523046</c:v>
                </c:pt>
                <c:pt idx="79">
                  <c:v>0.94616189224506009</c:v>
                </c:pt>
                <c:pt idx="80">
                  <c:v>0.93801182997403842</c:v>
                </c:pt>
                <c:pt idx="81">
                  <c:v>0.93910756183710442</c:v>
                </c:pt>
                <c:pt idx="82">
                  <c:v>0.93640962998880728</c:v>
                </c:pt>
                <c:pt idx="83">
                  <c:v>0.93253563645049442</c:v>
                </c:pt>
                <c:pt idx="84">
                  <c:v>0.93341166272918763</c:v>
                </c:pt>
                <c:pt idx="85">
                  <c:v>0.92475592080203706</c:v>
                </c:pt>
                <c:pt idx="86">
                  <c:v>0.90555870304877206</c:v>
                </c:pt>
                <c:pt idx="87">
                  <c:v>0.90638817527554405</c:v>
                </c:pt>
                <c:pt idx="88">
                  <c:v>0.91763907952465862</c:v>
                </c:pt>
                <c:pt idx="89">
                  <c:v>0.91507631658696575</c:v>
                </c:pt>
                <c:pt idx="90">
                  <c:v>0.89193628722919371</c:v>
                </c:pt>
                <c:pt idx="91">
                  <c:v>0.87361088318404989</c:v>
                </c:pt>
                <c:pt idx="92">
                  <c:v>0.89688553501918955</c:v>
                </c:pt>
                <c:pt idx="93">
                  <c:v>0.87424015802754174</c:v>
                </c:pt>
                <c:pt idx="94">
                  <c:v>0.85755790622635497</c:v>
                </c:pt>
                <c:pt idx="95">
                  <c:v>0.83936373215026183</c:v>
                </c:pt>
                <c:pt idx="96">
                  <c:v>0.85086239468888758</c:v>
                </c:pt>
                <c:pt idx="97">
                  <c:v>0.84179163604500795</c:v>
                </c:pt>
                <c:pt idx="98">
                  <c:v>0.83746951669516045</c:v>
                </c:pt>
                <c:pt idx="99">
                  <c:v>0.83369421662336374</c:v>
                </c:pt>
                <c:pt idx="100">
                  <c:v>0.83862283395961812</c:v>
                </c:pt>
                <c:pt idx="101">
                  <c:v>0.82431258890963732</c:v>
                </c:pt>
                <c:pt idx="102">
                  <c:v>0.8151848574139684</c:v>
                </c:pt>
                <c:pt idx="103">
                  <c:v>0.84162399836380608</c:v>
                </c:pt>
                <c:pt idx="104">
                  <c:v>0.86000160302653128</c:v>
                </c:pt>
                <c:pt idx="105">
                  <c:v>0.86711199596175792</c:v>
                </c:pt>
                <c:pt idx="106">
                  <c:v>0.87128994353834277</c:v>
                </c:pt>
                <c:pt idx="107">
                  <c:v>0.870175566092657</c:v>
                </c:pt>
                <c:pt idx="108">
                  <c:v>0.8829141200487518</c:v>
                </c:pt>
                <c:pt idx="109">
                  <c:v>0.89178803951747476</c:v>
                </c:pt>
                <c:pt idx="110">
                  <c:v>0.90100479798527366</c:v>
                </c:pt>
                <c:pt idx="111">
                  <c:v>0.91793481492261753</c:v>
                </c:pt>
                <c:pt idx="112">
                  <c:v>0.92846574872673893</c:v>
                </c:pt>
                <c:pt idx="113">
                  <c:v>0.94026535173266845</c:v>
                </c:pt>
                <c:pt idx="114">
                  <c:v>0.93705947242609133</c:v>
                </c:pt>
                <c:pt idx="115">
                  <c:v>0.93216731579249412</c:v>
                </c:pt>
                <c:pt idx="116">
                  <c:v>0.93583229384947608</c:v>
                </c:pt>
                <c:pt idx="117">
                  <c:v>0.93893916297064295</c:v>
                </c:pt>
                <c:pt idx="118">
                  <c:v>0.92860935377356846</c:v>
                </c:pt>
                <c:pt idx="119">
                  <c:v>0.9235660726220648</c:v>
                </c:pt>
                <c:pt idx="120">
                  <c:v>0.89516781146295266</c:v>
                </c:pt>
                <c:pt idx="121">
                  <c:v>0.84705205138102924</c:v>
                </c:pt>
                <c:pt idx="122">
                  <c:v>0.77438671178526297</c:v>
                </c:pt>
                <c:pt idx="123">
                  <c:v>0.71000820017563748</c:v>
                </c:pt>
                <c:pt idx="124">
                  <c:v>0.58179043997754809</c:v>
                </c:pt>
                <c:pt idx="125">
                  <c:v>0.52235192885823645</c:v>
                </c:pt>
                <c:pt idx="126">
                  <c:v>0.48564330302452763</c:v>
                </c:pt>
                <c:pt idx="127">
                  <c:v>0.46594903868812065</c:v>
                </c:pt>
                <c:pt idx="128">
                  <c:v>0.49786555610851979</c:v>
                </c:pt>
                <c:pt idx="129">
                  <c:v>0.45340460764509649</c:v>
                </c:pt>
                <c:pt idx="130">
                  <c:v>0.42072214713642919</c:v>
                </c:pt>
                <c:pt idx="131">
                  <c:v>0.45432708152419787</c:v>
                </c:pt>
                <c:pt idx="132">
                  <c:v>0.37639232875974415</c:v>
                </c:pt>
                <c:pt idx="133">
                  <c:v>0.34295088037499621</c:v>
                </c:pt>
                <c:pt idx="134">
                  <c:v>0.3074057124720645</c:v>
                </c:pt>
                <c:pt idx="135">
                  <c:v>0.27774178393230453</c:v>
                </c:pt>
                <c:pt idx="136">
                  <c:v>0.26088347596796924</c:v>
                </c:pt>
                <c:pt idx="137">
                  <c:v>0.24927193969939432</c:v>
                </c:pt>
                <c:pt idx="138">
                  <c:v>0.24696299600418536</c:v>
                </c:pt>
                <c:pt idx="139">
                  <c:v>0.24950372015933198</c:v>
                </c:pt>
                <c:pt idx="140">
                  <c:v>0.25832349509929964</c:v>
                </c:pt>
                <c:pt idx="141">
                  <c:v>0.2657964047543997</c:v>
                </c:pt>
                <c:pt idx="142">
                  <c:v>0.264126658389921</c:v>
                </c:pt>
                <c:pt idx="143">
                  <c:v>0.26625217412237434</c:v>
                </c:pt>
                <c:pt idx="144">
                  <c:v>0.27460930117691984</c:v>
                </c:pt>
                <c:pt idx="145">
                  <c:v>0.26646922840902898</c:v>
                </c:pt>
                <c:pt idx="146">
                  <c:v>0.26936836802004394</c:v>
                </c:pt>
                <c:pt idx="147">
                  <c:v>0.26986219853353555</c:v>
                </c:pt>
                <c:pt idx="148">
                  <c:v>0.26918272076057381</c:v>
                </c:pt>
                <c:pt idx="149">
                  <c:v>0.25747358978649437</c:v>
                </c:pt>
                <c:pt idx="150">
                  <c:v>0.26091837781886484</c:v>
                </c:pt>
                <c:pt idx="151">
                  <c:v>0.25649602402476424</c:v>
                </c:pt>
                <c:pt idx="152">
                  <c:v>0.25374561922141381</c:v>
                </c:pt>
                <c:pt idx="153">
                  <c:v>0.24810263679489675</c:v>
                </c:pt>
                <c:pt idx="154">
                  <c:v>0.24231718692594395</c:v>
                </c:pt>
                <c:pt idx="155">
                  <c:v>0.24561461107251281</c:v>
                </c:pt>
                <c:pt idx="156">
                  <c:v>0.25210561109052831</c:v>
                </c:pt>
                <c:pt idx="157">
                  <c:v>0.26025188115046116</c:v>
                </c:pt>
                <c:pt idx="158">
                  <c:v>0.27241537996863519</c:v>
                </c:pt>
                <c:pt idx="159">
                  <c:v>0.27692345409242713</c:v>
                </c:pt>
                <c:pt idx="160">
                  <c:v>0.26946117392755775</c:v>
                </c:pt>
                <c:pt idx="161">
                  <c:v>0.27617163921417665</c:v>
                </c:pt>
                <c:pt idx="162">
                  <c:v>0.27448406081382104</c:v>
                </c:pt>
                <c:pt idx="163">
                  <c:v>0.28247735936823393</c:v>
                </c:pt>
                <c:pt idx="164">
                  <c:v>0.28064665049975546</c:v>
                </c:pt>
                <c:pt idx="165">
                  <c:v>0.27288710022281704</c:v>
                </c:pt>
                <c:pt idx="166">
                  <c:v>0.27950503378627167</c:v>
                </c:pt>
                <c:pt idx="167">
                  <c:v>0.26989534210254107</c:v>
                </c:pt>
                <c:pt idx="168">
                  <c:v>0.26546370377435324</c:v>
                </c:pt>
                <c:pt idx="169">
                  <c:v>0.27315329276559952</c:v>
                </c:pt>
                <c:pt idx="170">
                  <c:v>0.26144196209936765</c:v>
                </c:pt>
                <c:pt idx="171">
                  <c:v>0.25938513449523781</c:v>
                </c:pt>
                <c:pt idx="172">
                  <c:v>0.25320865440631202</c:v>
                </c:pt>
                <c:pt idx="173">
                  <c:v>0.25760017032650584</c:v>
                </c:pt>
                <c:pt idx="174">
                  <c:v>0.25762225116135762</c:v>
                </c:pt>
                <c:pt idx="175">
                  <c:v>0.26102734971687613</c:v>
                </c:pt>
                <c:pt idx="176">
                  <c:v>0.26301532475654954</c:v>
                </c:pt>
                <c:pt idx="177">
                  <c:v>0.26272595278302324</c:v>
                </c:pt>
                <c:pt idx="178">
                  <c:v>0.26931202625696393</c:v>
                </c:pt>
                <c:pt idx="179">
                  <c:v>0.26287549714789782</c:v>
                </c:pt>
                <c:pt idx="180">
                  <c:v>0.27394919804953199</c:v>
                </c:pt>
                <c:pt idx="181">
                  <c:v>0.2759225161566029</c:v>
                </c:pt>
                <c:pt idx="182">
                  <c:v>0.27100787275699634</c:v>
                </c:pt>
                <c:pt idx="183">
                  <c:v>0.27136238196349671</c:v>
                </c:pt>
                <c:pt idx="184">
                  <c:v>0.27309153159175514</c:v>
                </c:pt>
                <c:pt idx="185">
                  <c:v>0.27190810841255664</c:v>
                </c:pt>
                <c:pt idx="186">
                  <c:v>0.27301463378403479</c:v>
                </c:pt>
                <c:pt idx="187">
                  <c:v>0.28070497005298467</c:v>
                </c:pt>
                <c:pt idx="188">
                  <c:v>0.30162658696077815</c:v>
                </c:pt>
                <c:pt idx="189">
                  <c:v>0.31430683547371174</c:v>
                </c:pt>
                <c:pt idx="190">
                  <c:v>0.3331737868023168</c:v>
                </c:pt>
                <c:pt idx="191">
                  <c:v>0.33268815258366247</c:v>
                </c:pt>
                <c:pt idx="192">
                  <c:v>0.34594287397325296</c:v>
                </c:pt>
              </c:numCache>
            </c:numRef>
          </c:val>
          <c:smooth val="1"/>
        </c:ser>
        <c:dLbls>
          <c:showLegendKey val="0"/>
          <c:showVal val="0"/>
          <c:showCatName val="0"/>
          <c:showSerName val="0"/>
          <c:showPercent val="0"/>
          <c:showBubbleSize val="0"/>
        </c:dLbls>
        <c:marker val="1"/>
        <c:smooth val="0"/>
        <c:axId val="142795136"/>
        <c:axId val="142793344"/>
      </c:lineChart>
      <c:dateAx>
        <c:axId val="142789632"/>
        <c:scaling>
          <c:orientation val="minMax"/>
        </c:scaling>
        <c:delete val="1"/>
        <c:axPos val="b"/>
        <c:numFmt formatCode="m/d/yyyy" sourceLinked="0"/>
        <c:majorTickMark val="none"/>
        <c:minorTickMark val="none"/>
        <c:tickLblPos val="low"/>
        <c:crossAx val="142791424"/>
        <c:crosses val="autoZero"/>
        <c:auto val="1"/>
        <c:lblOffset val="100"/>
        <c:baseTimeUnit val="months"/>
        <c:majorUnit val="24"/>
        <c:majorTimeUnit val="months"/>
      </c:dateAx>
      <c:valAx>
        <c:axId val="142791424"/>
        <c:scaling>
          <c:orientation val="minMax"/>
        </c:scaling>
        <c:delete val="0"/>
        <c:axPos val="l"/>
        <c:title>
          <c:tx>
            <c:rich>
              <a:bodyPr rot="-5400000" vert="horz"/>
              <a:lstStyle/>
              <a:p>
                <a:pPr>
                  <a:defRPr/>
                </a:pPr>
                <a:r>
                  <a:rPr lang="en-US" dirty="0" smtClean="0"/>
                  <a:t>SMM</a:t>
                </a:r>
                <a:endParaRPr lang="en-US" dirty="0"/>
              </a:p>
            </c:rich>
          </c:tx>
          <c:overlay val="0"/>
        </c:title>
        <c:numFmt formatCode="0.00%" sourceLinked="1"/>
        <c:majorTickMark val="out"/>
        <c:minorTickMark val="none"/>
        <c:tickLblPos val="nextTo"/>
        <c:spPr>
          <a:ln>
            <a:solidFill>
              <a:schemeClr val="tx2"/>
            </a:solidFill>
          </a:ln>
        </c:spPr>
        <c:crossAx val="142789632"/>
        <c:crosses val="autoZero"/>
        <c:crossBetween val="midCat"/>
      </c:valAx>
      <c:valAx>
        <c:axId val="142793344"/>
        <c:scaling>
          <c:orientation val="minMax"/>
        </c:scaling>
        <c:delete val="0"/>
        <c:axPos val="r"/>
        <c:numFmt formatCode="0.0" sourceLinked="1"/>
        <c:majorTickMark val="out"/>
        <c:minorTickMark val="none"/>
        <c:tickLblPos val="nextTo"/>
        <c:crossAx val="142795136"/>
        <c:crosses val="max"/>
        <c:crossBetween val="between"/>
      </c:valAx>
      <c:dateAx>
        <c:axId val="142795136"/>
        <c:scaling>
          <c:orientation val="minMax"/>
        </c:scaling>
        <c:delete val="0"/>
        <c:axPos val="b"/>
        <c:numFmt formatCode="m/d/yyyy" sourceLinked="1"/>
        <c:majorTickMark val="out"/>
        <c:minorTickMark val="none"/>
        <c:tickLblPos val="nextTo"/>
        <c:crossAx val="142793344"/>
        <c:crosses val="autoZero"/>
        <c:auto val="1"/>
        <c:lblOffset val="100"/>
        <c:baseTimeUnit val="months"/>
        <c:majorUnit val="24"/>
        <c:majorTimeUnit val="months"/>
      </c:dateAx>
    </c:plotArea>
    <c:legend>
      <c:legendPos val="r"/>
      <c:layout>
        <c:manualLayout>
          <c:xMode val="edge"/>
          <c:yMode val="edge"/>
          <c:x val="0.7386457888643827"/>
          <c:y val="3.5891276481928198E-2"/>
          <c:w val="0.21099042855928088"/>
          <c:h val="0.20278773075486742"/>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78733744966298"/>
          <c:y val="3.9546124331371904E-2"/>
          <c:w val="0.85975804856842053"/>
          <c:h val="0.85182187936535436"/>
        </c:manualLayout>
      </c:layout>
      <c:lineChart>
        <c:grouping val="standard"/>
        <c:varyColors val="0"/>
        <c:ser>
          <c:idx val="0"/>
          <c:order val="0"/>
          <c:tx>
            <c:strRef>
              <c:f>Sheet1!$B$1</c:f>
              <c:strCache>
                <c:ptCount val="1"/>
                <c:pt idx="0">
                  <c:v>real.smm</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Sheet1!$B$2:$B$194</c:f>
              <c:numCache>
                <c:formatCode>0.0%</c:formatCode>
                <c:ptCount val="193"/>
                <c:pt idx="0">
                  <c:v>1.2330393867013701E-2</c:v>
                </c:pt>
                <c:pt idx="1">
                  <c:v>1.1567186821252301E-2</c:v>
                </c:pt>
                <c:pt idx="2">
                  <c:v>2.3034565077320501E-2</c:v>
                </c:pt>
                <c:pt idx="3">
                  <c:v>2.8020803300395799E-2</c:v>
                </c:pt>
                <c:pt idx="4">
                  <c:v>2.2700819861577199E-2</c:v>
                </c:pt>
                <c:pt idx="5">
                  <c:v>1.9253794533869901E-2</c:v>
                </c:pt>
                <c:pt idx="6">
                  <c:v>1.9464447769647002E-2</c:v>
                </c:pt>
                <c:pt idx="7">
                  <c:v>1.98677660874143E-2</c:v>
                </c:pt>
                <c:pt idx="8">
                  <c:v>1.9218368111118499E-2</c:v>
                </c:pt>
                <c:pt idx="9">
                  <c:v>1.92853402843246E-2</c:v>
                </c:pt>
                <c:pt idx="10">
                  <c:v>2.75051984612571E-2</c:v>
                </c:pt>
                <c:pt idx="11">
                  <c:v>3.12073232171684E-2</c:v>
                </c:pt>
                <c:pt idx="12">
                  <c:v>3.0639750033463399E-2</c:v>
                </c:pt>
                <c:pt idx="13">
                  <c:v>2.0579795320494199E-2</c:v>
                </c:pt>
                <c:pt idx="14">
                  <c:v>2.0059851970363699E-2</c:v>
                </c:pt>
                <c:pt idx="15">
                  <c:v>2.0602786526585998E-2</c:v>
                </c:pt>
                <c:pt idx="16">
                  <c:v>1.6200770075270099E-2</c:v>
                </c:pt>
                <c:pt idx="17">
                  <c:v>1.44783716203971E-2</c:v>
                </c:pt>
                <c:pt idx="18">
                  <c:v>1.4442807068932599E-2</c:v>
                </c:pt>
                <c:pt idx="19">
                  <c:v>1.10846226307529E-2</c:v>
                </c:pt>
                <c:pt idx="20">
                  <c:v>9.8050376329836507E-3</c:v>
                </c:pt>
                <c:pt idx="21">
                  <c:v>7.7776505285868797E-3</c:v>
                </c:pt>
                <c:pt idx="22">
                  <c:v>7.0222822303299499E-3</c:v>
                </c:pt>
                <c:pt idx="23">
                  <c:v>6.6748483637007801E-3</c:v>
                </c:pt>
                <c:pt idx="24">
                  <c:v>6.7218369333155604E-3</c:v>
                </c:pt>
                <c:pt idx="25">
                  <c:v>4.8757257874118996E-3</c:v>
                </c:pt>
                <c:pt idx="26">
                  <c:v>5.4204286789339097E-3</c:v>
                </c:pt>
                <c:pt idx="27">
                  <c:v>6.83497614334187E-3</c:v>
                </c:pt>
                <c:pt idx="28">
                  <c:v>6.4935338876731504E-3</c:v>
                </c:pt>
                <c:pt idx="29">
                  <c:v>7.8059744268061402E-3</c:v>
                </c:pt>
                <c:pt idx="30">
                  <c:v>8.3079725457109507E-3</c:v>
                </c:pt>
                <c:pt idx="31">
                  <c:v>7.3968224093583397E-3</c:v>
                </c:pt>
                <c:pt idx="32">
                  <c:v>8.1106607282999295E-3</c:v>
                </c:pt>
                <c:pt idx="33">
                  <c:v>7.1366907527501003E-3</c:v>
                </c:pt>
                <c:pt idx="34">
                  <c:v>7.5151753794758204E-3</c:v>
                </c:pt>
                <c:pt idx="35">
                  <c:v>7.4208164565596297E-3</c:v>
                </c:pt>
                <c:pt idx="36">
                  <c:v>7.5477659833917601E-3</c:v>
                </c:pt>
                <c:pt idx="37">
                  <c:v>1.0840250665636099E-2</c:v>
                </c:pt>
                <c:pt idx="38">
                  <c:v>1.6477199638226501E-2</c:v>
                </c:pt>
                <c:pt idx="39">
                  <c:v>2.29325847657867E-2</c:v>
                </c:pt>
                <c:pt idx="40">
                  <c:v>2.36109906665662E-2</c:v>
                </c:pt>
                <c:pt idx="41">
                  <c:v>2.49157078329004E-2</c:v>
                </c:pt>
                <c:pt idx="42">
                  <c:v>2.1725385930005201E-2</c:v>
                </c:pt>
                <c:pt idx="43">
                  <c:v>2.00262157964235E-2</c:v>
                </c:pt>
                <c:pt idx="44">
                  <c:v>2.06806788851219E-2</c:v>
                </c:pt>
                <c:pt idx="45">
                  <c:v>1.81468645851399E-2</c:v>
                </c:pt>
                <c:pt idx="46">
                  <c:v>2.91733190072954E-2</c:v>
                </c:pt>
                <c:pt idx="47">
                  <c:v>3.6913004409929798E-2</c:v>
                </c:pt>
                <c:pt idx="48">
                  <c:v>3.9783689811958699E-2</c:v>
                </c:pt>
                <c:pt idx="49">
                  <c:v>2.8113133894652399E-2</c:v>
                </c:pt>
                <c:pt idx="50">
                  <c:v>2.3044042749649302E-2</c:v>
                </c:pt>
                <c:pt idx="51">
                  <c:v>2.4156558201845799E-2</c:v>
                </c:pt>
                <c:pt idx="52">
                  <c:v>2.0678489973468901E-2</c:v>
                </c:pt>
                <c:pt idx="53">
                  <c:v>1.8640691118050199E-2</c:v>
                </c:pt>
                <c:pt idx="54">
                  <c:v>1.8414572503238798E-2</c:v>
                </c:pt>
                <c:pt idx="55">
                  <c:v>2.4938581644137699E-2</c:v>
                </c:pt>
                <c:pt idx="56">
                  <c:v>3.5206302138264103E-2</c:v>
                </c:pt>
                <c:pt idx="57">
                  <c:v>4.3156078811892998E-2</c:v>
                </c:pt>
                <c:pt idx="58">
                  <c:v>5.6806338069857298E-2</c:v>
                </c:pt>
                <c:pt idx="59">
                  <c:v>5.3697099884440602E-2</c:v>
                </c:pt>
                <c:pt idx="60">
                  <c:v>5.5677167497944498E-2</c:v>
                </c:pt>
                <c:pt idx="61">
                  <c:v>4.9163403743998899E-2</c:v>
                </c:pt>
                <c:pt idx="62">
                  <c:v>4.76073448051091E-2</c:v>
                </c:pt>
                <c:pt idx="63">
                  <c:v>5.4913721350532498E-2</c:v>
                </c:pt>
                <c:pt idx="64">
                  <c:v>6.3262697158622705E-2</c:v>
                </c:pt>
                <c:pt idx="65">
                  <c:v>5.61325251692616E-2</c:v>
                </c:pt>
                <c:pt idx="66">
                  <c:v>6.4295518170044294E-2</c:v>
                </c:pt>
                <c:pt idx="67">
                  <c:v>8.03539440793265E-2</c:v>
                </c:pt>
                <c:pt idx="68">
                  <c:v>6.4496510973466398E-2</c:v>
                </c:pt>
                <c:pt idx="69">
                  <c:v>4.2632615693527699E-2</c:v>
                </c:pt>
                <c:pt idx="70">
                  <c:v>3.00777911303204E-2</c:v>
                </c:pt>
                <c:pt idx="71">
                  <c:v>2.1559377184918901E-2</c:v>
                </c:pt>
                <c:pt idx="72">
                  <c:v>2.1913719499470099E-2</c:v>
                </c:pt>
                <c:pt idx="73">
                  <c:v>1.7069093274332901E-2</c:v>
                </c:pt>
                <c:pt idx="74">
                  <c:v>2.3021090194904701E-2</c:v>
                </c:pt>
                <c:pt idx="75">
                  <c:v>3.1445630185289897E-2</c:v>
                </c:pt>
                <c:pt idx="76">
                  <c:v>3.8455301210994698E-2</c:v>
                </c:pt>
                <c:pt idx="77">
                  <c:v>2.7419997411013902E-2</c:v>
                </c:pt>
                <c:pt idx="78">
                  <c:v>2.2091504785971501E-2</c:v>
                </c:pt>
                <c:pt idx="79">
                  <c:v>1.73613168320885E-2</c:v>
                </c:pt>
                <c:pt idx="80">
                  <c:v>1.8176225571329901E-2</c:v>
                </c:pt>
                <c:pt idx="81">
                  <c:v>1.8289861184820001E-2</c:v>
                </c:pt>
                <c:pt idx="82">
                  <c:v>1.9250845799608899E-2</c:v>
                </c:pt>
                <c:pt idx="83">
                  <c:v>2.04650805405075E-2</c:v>
                </c:pt>
                <c:pt idx="84">
                  <c:v>2.05859323860751E-2</c:v>
                </c:pt>
                <c:pt idx="85">
                  <c:v>1.5652194963027999E-2</c:v>
                </c:pt>
                <c:pt idx="86">
                  <c:v>1.6449775310363599E-2</c:v>
                </c:pt>
                <c:pt idx="87">
                  <c:v>2.27382367693073E-2</c:v>
                </c:pt>
                <c:pt idx="88">
                  <c:v>1.7435283716829699E-2</c:v>
                </c:pt>
                <c:pt idx="89">
                  <c:v>1.78822067173895E-2</c:v>
                </c:pt>
                <c:pt idx="90">
                  <c:v>2.1280520000383201E-2</c:v>
                </c:pt>
                <c:pt idx="91">
                  <c:v>2.20717755098279E-2</c:v>
                </c:pt>
                <c:pt idx="92">
                  <c:v>2.3098833388609401E-2</c:v>
                </c:pt>
                <c:pt idx="93">
                  <c:v>1.83658095506447E-2</c:v>
                </c:pt>
                <c:pt idx="94">
                  <c:v>1.7223451692818099E-2</c:v>
                </c:pt>
                <c:pt idx="95">
                  <c:v>1.4127878886294701E-2</c:v>
                </c:pt>
                <c:pt idx="96">
                  <c:v>1.25008324568607E-2</c:v>
                </c:pt>
                <c:pt idx="97">
                  <c:v>9.5743277319659901E-3</c:v>
                </c:pt>
                <c:pt idx="98">
                  <c:v>9.9530491425178797E-3</c:v>
                </c:pt>
                <c:pt idx="99">
                  <c:v>1.22409568274608E-2</c:v>
                </c:pt>
                <c:pt idx="100">
                  <c:v>1.02473395782677E-2</c:v>
                </c:pt>
                <c:pt idx="101">
                  <c:v>1.1335190037284001E-2</c:v>
                </c:pt>
                <c:pt idx="102">
                  <c:v>1.1170696514862201E-2</c:v>
                </c:pt>
                <c:pt idx="103">
                  <c:v>9.4896790190770706E-3</c:v>
                </c:pt>
                <c:pt idx="104">
                  <c:v>1.0336688726559301E-2</c:v>
                </c:pt>
                <c:pt idx="105">
                  <c:v>9.2138285671994804E-3</c:v>
                </c:pt>
                <c:pt idx="106">
                  <c:v>1.0417155501808601E-2</c:v>
                </c:pt>
                <c:pt idx="107">
                  <c:v>9.6409869771414795E-3</c:v>
                </c:pt>
                <c:pt idx="108">
                  <c:v>1.06401153341896E-2</c:v>
                </c:pt>
                <c:pt idx="109">
                  <c:v>1.01598085792964E-2</c:v>
                </c:pt>
                <c:pt idx="110">
                  <c:v>8.9006903045201306E-3</c:v>
                </c:pt>
                <c:pt idx="111">
                  <c:v>1.0457229980978301E-2</c:v>
                </c:pt>
                <c:pt idx="112">
                  <c:v>1.0479199913911001E-2</c:v>
                </c:pt>
                <c:pt idx="113">
                  <c:v>1.05755852490687E-2</c:v>
                </c:pt>
                <c:pt idx="114">
                  <c:v>9.7409222357999602E-3</c:v>
                </c:pt>
                <c:pt idx="115">
                  <c:v>8.6782883383173508E-3</c:v>
                </c:pt>
                <c:pt idx="116">
                  <c:v>8.0356624533304902E-3</c:v>
                </c:pt>
                <c:pt idx="117">
                  <c:v>6.4200824616090103E-3</c:v>
                </c:pt>
                <c:pt idx="118">
                  <c:v>7.3336834061116301E-3</c:v>
                </c:pt>
                <c:pt idx="119">
                  <c:v>6.7070498427932697E-3</c:v>
                </c:pt>
                <c:pt idx="120">
                  <c:v>7.8511577311641406E-3</c:v>
                </c:pt>
                <c:pt idx="121">
                  <c:v>8.3968446107670607E-3</c:v>
                </c:pt>
                <c:pt idx="122">
                  <c:v>1.48936699288025E-2</c:v>
                </c:pt>
                <c:pt idx="123">
                  <c:v>1.28181493450822E-2</c:v>
                </c:pt>
                <c:pt idx="124">
                  <c:v>1.15768753326433E-2</c:v>
                </c:pt>
                <c:pt idx="125">
                  <c:v>9.0338774306050196E-3</c:v>
                </c:pt>
                <c:pt idx="126">
                  <c:v>7.77432774025082E-3</c:v>
                </c:pt>
                <c:pt idx="127">
                  <c:v>6.6004039400262898E-3</c:v>
                </c:pt>
                <c:pt idx="128">
                  <c:v>5.5792093501980397E-3</c:v>
                </c:pt>
                <c:pt idx="129">
                  <c:v>5.3676740460332399E-3</c:v>
                </c:pt>
                <c:pt idx="130">
                  <c:v>6.7231422133686098E-3</c:v>
                </c:pt>
                <c:pt idx="131">
                  <c:v>4.4267910176146903E-3</c:v>
                </c:pt>
                <c:pt idx="132" formatCode="0.00%">
                  <c:v>7.2316044706537599E-3</c:v>
                </c:pt>
                <c:pt idx="133" formatCode="0.00%">
                  <c:v>1.5667618886560101E-2</c:v>
                </c:pt>
                <c:pt idx="134" formatCode="0.00%">
                  <c:v>2.1778870767144701E-2</c:v>
                </c:pt>
                <c:pt idx="135" formatCode="0.00%">
                  <c:v>2.0914473414622901E-2</c:v>
                </c:pt>
                <c:pt idx="136" formatCode="0.00%">
                  <c:v>2.06237030472874E-2</c:v>
                </c:pt>
                <c:pt idx="137" formatCode="0.00%">
                  <c:v>2.284655293108E-2</c:v>
                </c:pt>
                <c:pt idx="138" formatCode="0.00%">
                  <c:v>2.16472984329227E-2</c:v>
                </c:pt>
                <c:pt idx="139" formatCode="0.00%">
                  <c:v>1.6631113200736399E-2</c:v>
                </c:pt>
                <c:pt idx="140" formatCode="0.00%">
                  <c:v>1.3268391338933601E-2</c:v>
                </c:pt>
                <c:pt idx="141" formatCode="0.00%">
                  <c:v>1.18102361563389E-2</c:v>
                </c:pt>
                <c:pt idx="142" formatCode="0.00%">
                  <c:v>1.38915387807131E-2</c:v>
                </c:pt>
                <c:pt idx="143" formatCode="0.00%">
                  <c:v>1.2937710567058801E-2</c:v>
                </c:pt>
                <c:pt idx="144" formatCode="0.00%">
                  <c:v>1.65920131744982E-2</c:v>
                </c:pt>
                <c:pt idx="145" formatCode="0.00%">
                  <c:v>1.3883053103590601E-2</c:v>
                </c:pt>
                <c:pt idx="146" formatCode="0.00%">
                  <c:v>1.3135596768069401E-2</c:v>
                </c:pt>
                <c:pt idx="147" formatCode="0.00%">
                  <c:v>2.67074887944239E-2</c:v>
                </c:pt>
                <c:pt idx="148" formatCode="0.00%">
                  <c:v>2.8061556195059199E-2</c:v>
                </c:pt>
                <c:pt idx="149" formatCode="0.00%">
                  <c:v>2.71111061347078E-2</c:v>
                </c:pt>
                <c:pt idx="150" formatCode="0.00%">
                  <c:v>1.5874768706189299E-2</c:v>
                </c:pt>
                <c:pt idx="151" formatCode="0.00%">
                  <c:v>1.6934824960705499E-2</c:v>
                </c:pt>
                <c:pt idx="152" formatCode="0.00%">
                  <c:v>2.2129788030518301E-2</c:v>
                </c:pt>
                <c:pt idx="153" formatCode="0.00%">
                  <c:v>2.3572098120311899E-2</c:v>
                </c:pt>
                <c:pt idx="154" formatCode="0.00%">
                  <c:v>2.43362758693049E-2</c:v>
                </c:pt>
                <c:pt idx="155" formatCode="0.00%">
                  <c:v>2.59075046054353E-2</c:v>
                </c:pt>
                <c:pt idx="156" formatCode="0.00%">
                  <c:v>2.45205260028716E-2</c:v>
                </c:pt>
                <c:pt idx="157" formatCode="0.00%">
                  <c:v>1.78765518280815E-2</c:v>
                </c:pt>
                <c:pt idx="158" formatCode="0.00%">
                  <c:v>1.38982670356207E-2</c:v>
                </c:pt>
                <c:pt idx="159" formatCode="0.00%">
                  <c:v>1.3852181763918199E-2</c:v>
                </c:pt>
                <c:pt idx="160" formatCode="0.00%">
                  <c:v>1.19174247525109E-2</c:v>
                </c:pt>
                <c:pt idx="161" formatCode="0.00%">
                  <c:v>1.14954047317729E-2</c:v>
                </c:pt>
                <c:pt idx="162" formatCode="0.00%">
                  <c:v>1.33276675356791E-2</c:v>
                </c:pt>
                <c:pt idx="163" formatCode="0.00%">
                  <c:v>1.3370403265554401E-2</c:v>
                </c:pt>
                <c:pt idx="164" formatCode="0.00%">
                  <c:v>1.5216219051158201E-2</c:v>
                </c:pt>
                <c:pt idx="165" formatCode="0.00%">
                  <c:v>1.9839052541745599E-2</c:v>
                </c:pt>
                <c:pt idx="166" formatCode="0.00%">
                  <c:v>2.3041779857172699E-2</c:v>
                </c:pt>
                <c:pt idx="167" formatCode="0.00%">
                  <c:v>2.38859330032943E-2</c:v>
                </c:pt>
                <c:pt idx="168" formatCode="0.00%">
                  <c:v>2.2174685007662301E-2</c:v>
                </c:pt>
                <c:pt idx="169" formatCode="0.00%">
                  <c:v>2.0093194548302201E-2</c:v>
                </c:pt>
                <c:pt idx="170" formatCode="0.00%">
                  <c:v>2.3624786376561301E-2</c:v>
                </c:pt>
                <c:pt idx="171" formatCode="0.00%">
                  <c:v>2.45952758618861E-2</c:v>
                </c:pt>
                <c:pt idx="172" formatCode="0.00%">
                  <c:v>2.2268073513147701E-2</c:v>
                </c:pt>
                <c:pt idx="173" formatCode="0.00%">
                  <c:v>2.34935277596835E-2</c:v>
                </c:pt>
                <c:pt idx="174" formatCode="0.00%">
                  <c:v>2.45112118589071E-2</c:v>
                </c:pt>
                <c:pt idx="175" formatCode="0.00%">
                  <c:v>2.7018965204706199E-2</c:v>
                </c:pt>
                <c:pt idx="176" formatCode="0.00%">
                  <c:v>3.06819332137565E-2</c:v>
                </c:pt>
                <c:pt idx="177" formatCode="0.00%">
                  <c:v>2.6990148633761198E-2</c:v>
                </c:pt>
                <c:pt idx="178" formatCode="0.00%">
                  <c:v>3.0960543723815799E-2</c:v>
                </c:pt>
                <c:pt idx="179" formatCode="0.00%">
                  <c:v>2.8797195070999201E-2</c:v>
                </c:pt>
                <c:pt idx="180" formatCode="0.00%">
                  <c:v>3.0104595705553201E-2</c:v>
                </c:pt>
                <c:pt idx="181" formatCode="0.00%">
                  <c:v>2.8749037189710398E-2</c:v>
                </c:pt>
                <c:pt idx="182" formatCode="0.00%">
                  <c:v>2.4825859986915701E-2</c:v>
                </c:pt>
                <c:pt idx="183" formatCode="0.00%">
                  <c:v>2.5011169771391301E-2</c:v>
                </c:pt>
                <c:pt idx="184" formatCode="0.00%">
                  <c:v>2.4709625362173901E-2</c:v>
                </c:pt>
                <c:pt idx="185" formatCode="0.00%">
                  <c:v>2.5864671830506E-2</c:v>
                </c:pt>
                <c:pt idx="186" formatCode="0.00%">
                  <c:v>2.3149614540011298E-2</c:v>
                </c:pt>
                <c:pt idx="187" formatCode="0.00%">
                  <c:v>2.08486915972537E-2</c:v>
                </c:pt>
                <c:pt idx="188" formatCode="0.00%">
                  <c:v>1.6214162033746701E-2</c:v>
                </c:pt>
                <c:pt idx="189" formatCode="0.00%">
                  <c:v>1.19165362838385E-2</c:v>
                </c:pt>
                <c:pt idx="190" formatCode="0.00%">
                  <c:v>1.1122089750733101E-2</c:v>
                </c:pt>
                <c:pt idx="191" formatCode="0.00%">
                  <c:v>9.9250279799709597E-3</c:v>
                </c:pt>
                <c:pt idx="192" formatCode="0.00%">
                  <c:v>1.00890540946718E-2</c:v>
                </c:pt>
              </c:numCache>
            </c:numRef>
          </c:val>
          <c:smooth val="1"/>
        </c:ser>
        <c:ser>
          <c:idx val="1"/>
          <c:order val="1"/>
          <c:tx>
            <c:strRef>
              <c:f>Sheet1!$C$1</c:f>
              <c:strCache>
                <c:ptCount val="1"/>
                <c:pt idx="0">
                  <c:v>Fico model</c:v>
                </c:pt>
              </c:strCache>
            </c:strRef>
          </c:tx>
          <c:spPr>
            <a:ln>
              <a:solidFill>
                <a:srgbClr val="C00000"/>
              </a:solidFill>
              <a:prstDash val="dash"/>
            </a:ln>
          </c:spPr>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Sheet1!$C$2:$C$194</c:f>
              <c:numCache>
                <c:formatCode>0.0%</c:formatCode>
                <c:ptCount val="193"/>
                <c:pt idx="0">
                  <c:v>2.9198217009002624E-2</c:v>
                </c:pt>
                <c:pt idx="1">
                  <c:v>2.9091693342592942E-2</c:v>
                </c:pt>
                <c:pt idx="2">
                  <c:v>3.4606934821762012E-2</c:v>
                </c:pt>
                <c:pt idx="3">
                  <c:v>3.8013538406473563E-2</c:v>
                </c:pt>
                <c:pt idx="4">
                  <c:v>3.4596855680631762E-2</c:v>
                </c:pt>
                <c:pt idx="5">
                  <c:v>3.5915734744368641E-2</c:v>
                </c:pt>
                <c:pt idx="6">
                  <c:v>3.4098264773602588E-2</c:v>
                </c:pt>
                <c:pt idx="7">
                  <c:v>3.8637549787169143E-2</c:v>
                </c:pt>
                <c:pt idx="8">
                  <c:v>3.8806404576657474E-2</c:v>
                </c:pt>
                <c:pt idx="9">
                  <c:v>3.6640273398850592E-2</c:v>
                </c:pt>
                <c:pt idx="10">
                  <c:v>4.2436787980281263E-2</c:v>
                </c:pt>
                <c:pt idx="11">
                  <c:v>4.8136882247747696E-2</c:v>
                </c:pt>
                <c:pt idx="12">
                  <c:v>4.20931671884065E-2</c:v>
                </c:pt>
                <c:pt idx="13">
                  <c:v>4.2596788750831775E-2</c:v>
                </c:pt>
                <c:pt idx="14">
                  <c:v>3.6147946459091591E-2</c:v>
                </c:pt>
                <c:pt idx="15">
                  <c:v>3.3458561751240672E-2</c:v>
                </c:pt>
                <c:pt idx="16">
                  <c:v>2.7100920401969174E-2</c:v>
                </c:pt>
                <c:pt idx="17">
                  <c:v>2.9821682211519006E-2</c:v>
                </c:pt>
                <c:pt idx="18">
                  <c:v>2.3342835521618074E-2</c:v>
                </c:pt>
                <c:pt idx="19">
                  <c:v>1.4738223831286833E-2</c:v>
                </c:pt>
                <c:pt idx="20">
                  <c:v>1.3715763839579176E-2</c:v>
                </c:pt>
                <c:pt idx="21">
                  <c:v>9.6368936997756737E-3</c:v>
                </c:pt>
                <c:pt idx="22">
                  <c:v>1.0377096240190599E-2</c:v>
                </c:pt>
                <c:pt idx="23">
                  <c:v>9.7290067186527676E-3</c:v>
                </c:pt>
                <c:pt idx="24">
                  <c:v>1.0832515205639322E-2</c:v>
                </c:pt>
                <c:pt idx="25">
                  <c:v>8.2224694939451691E-3</c:v>
                </c:pt>
                <c:pt idx="26">
                  <c:v>7.0615071354053014E-3</c:v>
                </c:pt>
                <c:pt idx="27">
                  <c:v>7.7320799144390447E-3</c:v>
                </c:pt>
                <c:pt idx="28">
                  <c:v>8.5766814629284725E-3</c:v>
                </c:pt>
                <c:pt idx="29">
                  <c:v>9.2474823217487678E-3</c:v>
                </c:pt>
                <c:pt idx="30">
                  <c:v>8.350708919236137E-3</c:v>
                </c:pt>
                <c:pt idx="31">
                  <c:v>8.9900497044194463E-3</c:v>
                </c:pt>
                <c:pt idx="32">
                  <c:v>9.8894721330558336E-3</c:v>
                </c:pt>
                <c:pt idx="33">
                  <c:v>9.6206730614043692E-3</c:v>
                </c:pt>
                <c:pt idx="34">
                  <c:v>1.0102260226807904E-2</c:v>
                </c:pt>
                <c:pt idx="35">
                  <c:v>1.0782400516926405E-2</c:v>
                </c:pt>
                <c:pt idx="36">
                  <c:v>1.1890682491475329E-2</c:v>
                </c:pt>
                <c:pt idx="37">
                  <c:v>1.6248314488979815E-2</c:v>
                </c:pt>
                <c:pt idx="38">
                  <c:v>2.5783690602808097E-2</c:v>
                </c:pt>
                <c:pt idx="39">
                  <c:v>2.6495362405103574E-2</c:v>
                </c:pt>
                <c:pt idx="40">
                  <c:v>3.0890047021396094E-2</c:v>
                </c:pt>
                <c:pt idx="41">
                  <c:v>2.7002954005338722E-2</c:v>
                </c:pt>
                <c:pt idx="42">
                  <c:v>2.4095439792315574E-2</c:v>
                </c:pt>
                <c:pt idx="43">
                  <c:v>2.2693344032208435E-2</c:v>
                </c:pt>
                <c:pt idx="44">
                  <c:v>2.3669582913933722E-2</c:v>
                </c:pt>
                <c:pt idx="45">
                  <c:v>2.6656962374985306E-2</c:v>
                </c:pt>
                <c:pt idx="46">
                  <c:v>2.9734558724235829E-2</c:v>
                </c:pt>
                <c:pt idx="47">
                  <c:v>3.524461302718733E-2</c:v>
                </c:pt>
                <c:pt idx="48">
                  <c:v>3.4075127553307917E-2</c:v>
                </c:pt>
                <c:pt idx="49">
                  <c:v>1.8738778448157627E-2</c:v>
                </c:pt>
                <c:pt idx="50">
                  <c:v>1.997635545336952E-2</c:v>
                </c:pt>
                <c:pt idx="51">
                  <c:v>2.4181370110270866E-2</c:v>
                </c:pt>
                <c:pt idx="52">
                  <c:v>2.092412960320221E-2</c:v>
                </c:pt>
                <c:pt idx="53">
                  <c:v>2.1463796732502271E-2</c:v>
                </c:pt>
                <c:pt idx="54">
                  <c:v>2.6829992447043691E-2</c:v>
                </c:pt>
                <c:pt idx="55">
                  <c:v>3.240365514926926E-2</c:v>
                </c:pt>
                <c:pt idx="56">
                  <c:v>3.8224187608110631E-2</c:v>
                </c:pt>
                <c:pt idx="57">
                  <c:v>4.3425283180324618E-2</c:v>
                </c:pt>
                <c:pt idx="58">
                  <c:v>4.9966838931346791E-2</c:v>
                </c:pt>
                <c:pt idx="59">
                  <c:v>5.4733387869231577E-2</c:v>
                </c:pt>
                <c:pt idx="60">
                  <c:v>5.9959376047480729E-2</c:v>
                </c:pt>
                <c:pt idx="61">
                  <c:v>6.1050319985733625E-2</c:v>
                </c:pt>
                <c:pt idx="62">
                  <c:v>6.2745181915074194E-2</c:v>
                </c:pt>
                <c:pt idx="63">
                  <c:v>6.2657208186911006E-2</c:v>
                </c:pt>
                <c:pt idx="64">
                  <c:v>5.9548865638515018E-2</c:v>
                </c:pt>
                <c:pt idx="65">
                  <c:v>5.0767065959486171E-2</c:v>
                </c:pt>
                <c:pt idx="66">
                  <c:v>5.7141033568058178E-2</c:v>
                </c:pt>
                <c:pt idx="67">
                  <c:v>6.7968270749788715E-2</c:v>
                </c:pt>
                <c:pt idx="68">
                  <c:v>5.9048157505331579E-2</c:v>
                </c:pt>
                <c:pt idx="69">
                  <c:v>2.2895992961174075E-2</c:v>
                </c:pt>
                <c:pt idx="70">
                  <c:v>2.0857667744882531E-2</c:v>
                </c:pt>
                <c:pt idx="71">
                  <c:v>2.2010748515736714E-2</c:v>
                </c:pt>
                <c:pt idx="72">
                  <c:v>2.1852236371944628E-2</c:v>
                </c:pt>
                <c:pt idx="73">
                  <c:v>1.9945315069874892E-2</c:v>
                </c:pt>
                <c:pt idx="74">
                  <c:v>2.4373627711218492E-2</c:v>
                </c:pt>
                <c:pt idx="75">
                  <c:v>2.7466544163896205E-2</c:v>
                </c:pt>
                <c:pt idx="76">
                  <c:v>3.3782955977716758E-2</c:v>
                </c:pt>
                <c:pt idx="77">
                  <c:v>2.2702965954256991E-2</c:v>
                </c:pt>
                <c:pt idx="78">
                  <c:v>1.4431547603522402E-2</c:v>
                </c:pt>
                <c:pt idx="79">
                  <c:v>1.3841606286933546E-2</c:v>
                </c:pt>
                <c:pt idx="80">
                  <c:v>1.7729846819604961E-2</c:v>
                </c:pt>
                <c:pt idx="81">
                  <c:v>1.9754421413590385E-2</c:v>
                </c:pt>
                <c:pt idx="82">
                  <c:v>2.2515905175510081E-2</c:v>
                </c:pt>
                <c:pt idx="83">
                  <c:v>2.2455231669374173E-2</c:v>
                </c:pt>
                <c:pt idx="84">
                  <c:v>2.3151005339119551E-2</c:v>
                </c:pt>
                <c:pt idx="85">
                  <c:v>1.9988349209832369E-2</c:v>
                </c:pt>
                <c:pt idx="86">
                  <c:v>2.0288318379632984E-2</c:v>
                </c:pt>
                <c:pt idx="87">
                  <c:v>2.4926379529532961E-2</c:v>
                </c:pt>
                <c:pt idx="88">
                  <c:v>1.6377695909982073E-2</c:v>
                </c:pt>
                <c:pt idx="89">
                  <c:v>1.8821692973992957E-2</c:v>
                </c:pt>
                <c:pt idx="90">
                  <c:v>2.2104334844914753E-2</c:v>
                </c:pt>
                <c:pt idx="91">
                  <c:v>2.7671422791454611E-2</c:v>
                </c:pt>
                <c:pt idx="92">
                  <c:v>2.5258282529180609E-2</c:v>
                </c:pt>
                <c:pt idx="93">
                  <c:v>1.9373653511259005E-2</c:v>
                </c:pt>
                <c:pt idx="94">
                  <c:v>1.9156440842717264E-2</c:v>
                </c:pt>
                <c:pt idx="95">
                  <c:v>1.2600503873065752E-2</c:v>
                </c:pt>
                <c:pt idx="96">
                  <c:v>9.5896224936293812E-3</c:v>
                </c:pt>
                <c:pt idx="97">
                  <c:v>8.4764723495961494E-3</c:v>
                </c:pt>
                <c:pt idx="98">
                  <c:v>9.9109325262443943E-3</c:v>
                </c:pt>
                <c:pt idx="99">
                  <c:v>1.0235431381349067E-2</c:v>
                </c:pt>
                <c:pt idx="100">
                  <c:v>1.0417106108533209E-2</c:v>
                </c:pt>
                <c:pt idx="101">
                  <c:v>9.4612653832242752E-3</c:v>
                </c:pt>
                <c:pt idx="102">
                  <c:v>9.5529540218149099E-3</c:v>
                </c:pt>
                <c:pt idx="103">
                  <c:v>8.7745204203600029E-3</c:v>
                </c:pt>
                <c:pt idx="104">
                  <c:v>8.7217587084118999E-3</c:v>
                </c:pt>
                <c:pt idx="105">
                  <c:v>9.1972571925806029E-3</c:v>
                </c:pt>
                <c:pt idx="106">
                  <c:v>9.9398198849260967E-3</c:v>
                </c:pt>
                <c:pt idx="107">
                  <c:v>1.0103302468440146E-2</c:v>
                </c:pt>
                <c:pt idx="108">
                  <c:v>1.1707770888777561E-2</c:v>
                </c:pt>
                <c:pt idx="109">
                  <c:v>1.2134011814216094E-2</c:v>
                </c:pt>
                <c:pt idx="110">
                  <c:v>1.1386746249513047E-2</c:v>
                </c:pt>
                <c:pt idx="111">
                  <c:v>1.230415896792951E-2</c:v>
                </c:pt>
                <c:pt idx="112">
                  <c:v>1.5526114033216501E-2</c:v>
                </c:pt>
                <c:pt idx="113">
                  <c:v>1.5527856507969312E-2</c:v>
                </c:pt>
                <c:pt idx="114">
                  <c:v>1.5414099136623418E-2</c:v>
                </c:pt>
                <c:pt idx="115">
                  <c:v>9.8767593298686694E-3</c:v>
                </c:pt>
                <c:pt idx="116">
                  <c:v>9.6848405699215406E-3</c:v>
                </c:pt>
                <c:pt idx="117">
                  <c:v>9.7170405341268778E-3</c:v>
                </c:pt>
                <c:pt idx="118">
                  <c:v>1.1527304757705697E-2</c:v>
                </c:pt>
                <c:pt idx="119">
                  <c:v>1.1018177695350229E-2</c:v>
                </c:pt>
                <c:pt idx="120">
                  <c:v>1.4375734663915715E-2</c:v>
                </c:pt>
                <c:pt idx="121">
                  <c:v>1.4056791019622799E-2</c:v>
                </c:pt>
                <c:pt idx="122">
                  <c:v>2.2669139718915789E-2</c:v>
                </c:pt>
                <c:pt idx="123">
                  <c:v>1.8574437500190694E-2</c:v>
                </c:pt>
                <c:pt idx="124">
                  <c:v>1.6487271023122779E-2</c:v>
                </c:pt>
                <c:pt idx="125">
                  <c:v>1.7775548294051091E-2</c:v>
                </c:pt>
                <c:pt idx="126">
                  <c:v>1.526682903529426E-2</c:v>
                </c:pt>
                <c:pt idx="127">
                  <c:v>1.0476353017729468E-2</c:v>
                </c:pt>
                <c:pt idx="128">
                  <c:v>1.0211159160319856E-2</c:v>
                </c:pt>
                <c:pt idx="129">
                  <c:v>8.2825778097004622E-3</c:v>
                </c:pt>
                <c:pt idx="130">
                  <c:v>1.2468558543661655E-2</c:v>
                </c:pt>
                <c:pt idx="131">
                  <c:v>1.0623125316149448E-2</c:v>
                </c:pt>
                <c:pt idx="132">
                  <c:v>1.1074737460317285E-2</c:v>
                </c:pt>
                <c:pt idx="133">
                  <c:v>2.0970923222552864E-2</c:v>
                </c:pt>
                <c:pt idx="134">
                  <c:v>2.3267597048149038E-2</c:v>
                </c:pt>
                <c:pt idx="135">
                  <c:v>2.2410265443428258E-2</c:v>
                </c:pt>
                <c:pt idx="136">
                  <c:v>2.3718803196435496E-2</c:v>
                </c:pt>
                <c:pt idx="137">
                  <c:v>2.7773757430433102E-2</c:v>
                </c:pt>
                <c:pt idx="138">
                  <c:v>3.1415448944129641E-2</c:v>
                </c:pt>
                <c:pt idx="139">
                  <c:v>2.2461036901281213E-2</c:v>
                </c:pt>
                <c:pt idx="140">
                  <c:v>2.1797501802764224E-2</c:v>
                </c:pt>
                <c:pt idx="141">
                  <c:v>1.9422385295769208E-2</c:v>
                </c:pt>
                <c:pt idx="142">
                  <c:v>2.0372414740304608E-2</c:v>
                </c:pt>
                <c:pt idx="143">
                  <c:v>2.0713057847089315E-2</c:v>
                </c:pt>
                <c:pt idx="144">
                  <c:v>2.19999454850991E-2</c:v>
                </c:pt>
                <c:pt idx="145">
                  <c:v>1.8756664329384443E-2</c:v>
                </c:pt>
                <c:pt idx="146">
                  <c:v>1.7966007486716479E-2</c:v>
                </c:pt>
                <c:pt idx="147">
                  <c:v>2.0181222763408845E-2</c:v>
                </c:pt>
                <c:pt idx="148">
                  <c:v>2.0967503595783157E-2</c:v>
                </c:pt>
                <c:pt idx="149">
                  <c:v>1.943115678787008E-2</c:v>
                </c:pt>
                <c:pt idx="150">
                  <c:v>2.2155908799465392E-2</c:v>
                </c:pt>
                <c:pt idx="151">
                  <c:v>2.273718376174139E-2</c:v>
                </c:pt>
                <c:pt idx="152">
                  <c:v>2.4564842865150059E-2</c:v>
                </c:pt>
                <c:pt idx="153">
                  <c:v>2.3202051887550153E-2</c:v>
                </c:pt>
                <c:pt idx="154">
                  <c:v>2.2864641454774494E-2</c:v>
                </c:pt>
                <c:pt idx="155">
                  <c:v>2.4586622802943367E-2</c:v>
                </c:pt>
                <c:pt idx="156">
                  <c:v>2.7503778260490858E-2</c:v>
                </c:pt>
                <c:pt idx="157">
                  <c:v>2.1235078550375305E-2</c:v>
                </c:pt>
                <c:pt idx="158">
                  <c:v>1.8687077509282085E-2</c:v>
                </c:pt>
                <c:pt idx="159">
                  <c:v>1.7057394884480104E-2</c:v>
                </c:pt>
                <c:pt idx="160">
                  <c:v>1.8611138603076217E-2</c:v>
                </c:pt>
                <c:pt idx="161">
                  <c:v>1.9304457992950916E-2</c:v>
                </c:pt>
                <c:pt idx="162">
                  <c:v>2.1866180159102747E-2</c:v>
                </c:pt>
                <c:pt idx="163">
                  <c:v>2.2884607184481133E-2</c:v>
                </c:pt>
                <c:pt idx="164">
                  <c:v>2.2784007047312989E-2</c:v>
                </c:pt>
                <c:pt idx="165">
                  <c:v>2.3155118368270021E-2</c:v>
                </c:pt>
                <c:pt idx="166">
                  <c:v>2.4445290372985214E-2</c:v>
                </c:pt>
                <c:pt idx="167">
                  <c:v>2.3021588857395775E-2</c:v>
                </c:pt>
                <c:pt idx="168">
                  <c:v>2.3545380489941259E-2</c:v>
                </c:pt>
                <c:pt idx="169">
                  <c:v>2.160514489574503E-2</c:v>
                </c:pt>
                <c:pt idx="170">
                  <c:v>2.2025374854444613E-2</c:v>
                </c:pt>
                <c:pt idx="171">
                  <c:v>2.591738499379885E-2</c:v>
                </c:pt>
                <c:pt idx="172">
                  <c:v>2.6046263413178398E-2</c:v>
                </c:pt>
                <c:pt idx="173">
                  <c:v>2.5026645016996057E-2</c:v>
                </c:pt>
                <c:pt idx="174">
                  <c:v>2.59559976935725E-2</c:v>
                </c:pt>
                <c:pt idx="175">
                  <c:v>2.6081384780378466E-2</c:v>
                </c:pt>
                <c:pt idx="176">
                  <c:v>2.8490767834069126E-2</c:v>
                </c:pt>
                <c:pt idx="177">
                  <c:v>2.7087487642818424E-2</c:v>
                </c:pt>
                <c:pt idx="178">
                  <c:v>2.7005410553404843E-2</c:v>
                </c:pt>
                <c:pt idx="179">
                  <c:v>2.7104685895859709E-2</c:v>
                </c:pt>
                <c:pt idx="180">
                  <c:v>2.8910750319095395E-2</c:v>
                </c:pt>
                <c:pt idx="181">
                  <c:v>2.5365464181319547E-2</c:v>
                </c:pt>
                <c:pt idx="182">
                  <c:v>2.2705756073247249E-2</c:v>
                </c:pt>
                <c:pt idx="183">
                  <c:v>2.1355340797066386E-2</c:v>
                </c:pt>
                <c:pt idx="184">
                  <c:v>2.0721498778213131E-2</c:v>
                </c:pt>
                <c:pt idx="185">
                  <c:v>2.1998476286036316E-2</c:v>
                </c:pt>
                <c:pt idx="186">
                  <c:v>2.1953301186960747E-2</c:v>
                </c:pt>
                <c:pt idx="187">
                  <c:v>1.6441420050990314E-2</c:v>
                </c:pt>
                <c:pt idx="188">
                  <c:v>1.4564820995175943E-2</c:v>
                </c:pt>
                <c:pt idx="189">
                  <c:v>1.2423263261893124E-2</c:v>
                </c:pt>
                <c:pt idx="190">
                  <c:v>1.2025585396078394E-2</c:v>
                </c:pt>
                <c:pt idx="191">
                  <c:v>1.3494299677515096E-2</c:v>
                </c:pt>
                <c:pt idx="192">
                  <c:v>1.3316725294064424E-2</c:v>
                </c:pt>
              </c:numCache>
            </c:numRef>
          </c:val>
          <c:smooth val="1"/>
        </c:ser>
        <c:ser>
          <c:idx val="2"/>
          <c:order val="2"/>
          <c:tx>
            <c:strRef>
              <c:f>Sheet1!$D$1</c:f>
              <c:strCache>
                <c:ptCount val="1"/>
                <c:pt idx="0">
                  <c:v>HPA model</c:v>
                </c:pt>
              </c:strCache>
            </c:strRef>
          </c:tx>
          <c:marker>
            <c:symbol val="none"/>
          </c:marker>
          <c:cat>
            <c:numRef>
              <c:f>Sheet1!$A$2:$A$194</c:f>
              <c:numCache>
                <c:formatCode>m/d/yyyy</c:formatCode>
                <c:ptCount val="193"/>
                <c:pt idx="0">
                  <c:v>35796</c:v>
                </c:pt>
                <c:pt idx="1">
                  <c:v>35827</c:v>
                </c:pt>
                <c:pt idx="2">
                  <c:v>35855</c:v>
                </c:pt>
                <c:pt idx="3">
                  <c:v>35886</c:v>
                </c:pt>
                <c:pt idx="4">
                  <c:v>35916</c:v>
                </c:pt>
                <c:pt idx="5">
                  <c:v>35947</c:v>
                </c:pt>
                <c:pt idx="6">
                  <c:v>35977</c:v>
                </c:pt>
                <c:pt idx="7">
                  <c:v>36008</c:v>
                </c:pt>
                <c:pt idx="8">
                  <c:v>36039</c:v>
                </c:pt>
                <c:pt idx="9">
                  <c:v>36069</c:v>
                </c:pt>
                <c:pt idx="10">
                  <c:v>36100</c:v>
                </c:pt>
                <c:pt idx="11">
                  <c:v>36130</c:v>
                </c:pt>
                <c:pt idx="12">
                  <c:v>36161</c:v>
                </c:pt>
                <c:pt idx="13">
                  <c:v>36192</c:v>
                </c:pt>
                <c:pt idx="14">
                  <c:v>36220</c:v>
                </c:pt>
                <c:pt idx="15">
                  <c:v>36251</c:v>
                </c:pt>
                <c:pt idx="16">
                  <c:v>36281</c:v>
                </c:pt>
                <c:pt idx="17">
                  <c:v>36312</c:v>
                </c:pt>
                <c:pt idx="18">
                  <c:v>36342</c:v>
                </c:pt>
                <c:pt idx="19">
                  <c:v>36373</c:v>
                </c:pt>
                <c:pt idx="20">
                  <c:v>36404</c:v>
                </c:pt>
                <c:pt idx="21">
                  <c:v>36434</c:v>
                </c:pt>
                <c:pt idx="22">
                  <c:v>36465</c:v>
                </c:pt>
                <c:pt idx="23">
                  <c:v>36495</c:v>
                </c:pt>
                <c:pt idx="24">
                  <c:v>36526</c:v>
                </c:pt>
                <c:pt idx="25">
                  <c:v>36557</c:v>
                </c:pt>
                <c:pt idx="26">
                  <c:v>36586</c:v>
                </c:pt>
                <c:pt idx="27">
                  <c:v>36617</c:v>
                </c:pt>
                <c:pt idx="28">
                  <c:v>36647</c:v>
                </c:pt>
                <c:pt idx="29">
                  <c:v>36678</c:v>
                </c:pt>
                <c:pt idx="30">
                  <c:v>36708</c:v>
                </c:pt>
                <c:pt idx="31">
                  <c:v>36739</c:v>
                </c:pt>
                <c:pt idx="32">
                  <c:v>36770</c:v>
                </c:pt>
                <c:pt idx="33">
                  <c:v>36800</c:v>
                </c:pt>
                <c:pt idx="34">
                  <c:v>36831</c:v>
                </c:pt>
                <c:pt idx="35">
                  <c:v>36861</c:v>
                </c:pt>
                <c:pt idx="36">
                  <c:v>36892</c:v>
                </c:pt>
                <c:pt idx="37">
                  <c:v>36923</c:v>
                </c:pt>
                <c:pt idx="38">
                  <c:v>36951</c:v>
                </c:pt>
                <c:pt idx="39">
                  <c:v>36982</c:v>
                </c:pt>
                <c:pt idx="40">
                  <c:v>37012</c:v>
                </c:pt>
                <c:pt idx="41">
                  <c:v>37043</c:v>
                </c:pt>
                <c:pt idx="42">
                  <c:v>37073</c:v>
                </c:pt>
                <c:pt idx="43">
                  <c:v>37104</c:v>
                </c:pt>
                <c:pt idx="44">
                  <c:v>37135</c:v>
                </c:pt>
                <c:pt idx="45">
                  <c:v>37165</c:v>
                </c:pt>
                <c:pt idx="46">
                  <c:v>37196</c:v>
                </c:pt>
                <c:pt idx="47">
                  <c:v>37226</c:v>
                </c:pt>
                <c:pt idx="48">
                  <c:v>37257</c:v>
                </c:pt>
                <c:pt idx="49">
                  <c:v>37288</c:v>
                </c:pt>
                <c:pt idx="50">
                  <c:v>37316</c:v>
                </c:pt>
                <c:pt idx="51">
                  <c:v>37347</c:v>
                </c:pt>
                <c:pt idx="52">
                  <c:v>37377</c:v>
                </c:pt>
                <c:pt idx="53">
                  <c:v>37408</c:v>
                </c:pt>
                <c:pt idx="54">
                  <c:v>37438</c:v>
                </c:pt>
                <c:pt idx="55">
                  <c:v>37469</c:v>
                </c:pt>
                <c:pt idx="56">
                  <c:v>37500</c:v>
                </c:pt>
                <c:pt idx="57">
                  <c:v>37530</c:v>
                </c:pt>
                <c:pt idx="58">
                  <c:v>37561</c:v>
                </c:pt>
                <c:pt idx="59">
                  <c:v>37591</c:v>
                </c:pt>
                <c:pt idx="60">
                  <c:v>37622</c:v>
                </c:pt>
                <c:pt idx="61">
                  <c:v>37653</c:v>
                </c:pt>
                <c:pt idx="62">
                  <c:v>37681</c:v>
                </c:pt>
                <c:pt idx="63">
                  <c:v>37712</c:v>
                </c:pt>
                <c:pt idx="64">
                  <c:v>37742</c:v>
                </c:pt>
                <c:pt idx="65">
                  <c:v>37773</c:v>
                </c:pt>
                <c:pt idx="66">
                  <c:v>37803</c:v>
                </c:pt>
                <c:pt idx="67">
                  <c:v>37834</c:v>
                </c:pt>
                <c:pt idx="68">
                  <c:v>37865</c:v>
                </c:pt>
                <c:pt idx="69">
                  <c:v>37895</c:v>
                </c:pt>
                <c:pt idx="70">
                  <c:v>37926</c:v>
                </c:pt>
                <c:pt idx="71">
                  <c:v>37956</c:v>
                </c:pt>
                <c:pt idx="72">
                  <c:v>37987</c:v>
                </c:pt>
                <c:pt idx="73">
                  <c:v>38018</c:v>
                </c:pt>
                <c:pt idx="74">
                  <c:v>38047</c:v>
                </c:pt>
                <c:pt idx="75">
                  <c:v>38078</c:v>
                </c:pt>
                <c:pt idx="76">
                  <c:v>38108</c:v>
                </c:pt>
                <c:pt idx="77">
                  <c:v>38139</c:v>
                </c:pt>
                <c:pt idx="78">
                  <c:v>38169</c:v>
                </c:pt>
                <c:pt idx="79">
                  <c:v>38200</c:v>
                </c:pt>
                <c:pt idx="80">
                  <c:v>38231</c:v>
                </c:pt>
                <c:pt idx="81">
                  <c:v>38261</c:v>
                </c:pt>
                <c:pt idx="82">
                  <c:v>38292</c:v>
                </c:pt>
                <c:pt idx="83">
                  <c:v>38322</c:v>
                </c:pt>
                <c:pt idx="84">
                  <c:v>38353</c:v>
                </c:pt>
                <c:pt idx="85">
                  <c:v>38384</c:v>
                </c:pt>
                <c:pt idx="86">
                  <c:v>38412</c:v>
                </c:pt>
                <c:pt idx="87">
                  <c:v>38443</c:v>
                </c:pt>
                <c:pt idx="88">
                  <c:v>38473</c:v>
                </c:pt>
                <c:pt idx="89">
                  <c:v>38504</c:v>
                </c:pt>
                <c:pt idx="90">
                  <c:v>38534</c:v>
                </c:pt>
                <c:pt idx="91">
                  <c:v>38565</c:v>
                </c:pt>
                <c:pt idx="92">
                  <c:v>38596</c:v>
                </c:pt>
                <c:pt idx="93">
                  <c:v>38626</c:v>
                </c:pt>
                <c:pt idx="94">
                  <c:v>38657</c:v>
                </c:pt>
                <c:pt idx="95">
                  <c:v>38687</c:v>
                </c:pt>
                <c:pt idx="96">
                  <c:v>38718</c:v>
                </c:pt>
                <c:pt idx="97">
                  <c:v>38749</c:v>
                </c:pt>
                <c:pt idx="98">
                  <c:v>38777</c:v>
                </c:pt>
                <c:pt idx="99">
                  <c:v>38808</c:v>
                </c:pt>
                <c:pt idx="100">
                  <c:v>38838</c:v>
                </c:pt>
                <c:pt idx="101">
                  <c:v>38869</c:v>
                </c:pt>
                <c:pt idx="102">
                  <c:v>38899</c:v>
                </c:pt>
                <c:pt idx="103">
                  <c:v>38930</c:v>
                </c:pt>
                <c:pt idx="104">
                  <c:v>38961</c:v>
                </c:pt>
                <c:pt idx="105">
                  <c:v>38991</c:v>
                </c:pt>
                <c:pt idx="106">
                  <c:v>39022</c:v>
                </c:pt>
                <c:pt idx="107">
                  <c:v>39052</c:v>
                </c:pt>
                <c:pt idx="108">
                  <c:v>39083</c:v>
                </c:pt>
                <c:pt idx="109">
                  <c:v>39114</c:v>
                </c:pt>
                <c:pt idx="110">
                  <c:v>39142</c:v>
                </c:pt>
                <c:pt idx="111">
                  <c:v>39173</c:v>
                </c:pt>
                <c:pt idx="112">
                  <c:v>39203</c:v>
                </c:pt>
                <c:pt idx="113">
                  <c:v>39234</c:v>
                </c:pt>
                <c:pt idx="114">
                  <c:v>39264</c:v>
                </c:pt>
                <c:pt idx="115">
                  <c:v>39295</c:v>
                </c:pt>
                <c:pt idx="116">
                  <c:v>39326</c:v>
                </c:pt>
                <c:pt idx="117">
                  <c:v>39356</c:v>
                </c:pt>
                <c:pt idx="118">
                  <c:v>39387</c:v>
                </c:pt>
                <c:pt idx="119">
                  <c:v>39417</c:v>
                </c:pt>
                <c:pt idx="120">
                  <c:v>39448</c:v>
                </c:pt>
                <c:pt idx="121">
                  <c:v>39479</c:v>
                </c:pt>
                <c:pt idx="122">
                  <c:v>39508</c:v>
                </c:pt>
                <c:pt idx="123">
                  <c:v>39539</c:v>
                </c:pt>
                <c:pt idx="124">
                  <c:v>39569</c:v>
                </c:pt>
                <c:pt idx="125">
                  <c:v>39600</c:v>
                </c:pt>
                <c:pt idx="126">
                  <c:v>39630</c:v>
                </c:pt>
                <c:pt idx="127">
                  <c:v>39661</c:v>
                </c:pt>
                <c:pt idx="128">
                  <c:v>39692</c:v>
                </c:pt>
                <c:pt idx="129">
                  <c:v>39722</c:v>
                </c:pt>
                <c:pt idx="130">
                  <c:v>39753</c:v>
                </c:pt>
                <c:pt idx="131">
                  <c:v>39783</c:v>
                </c:pt>
                <c:pt idx="132">
                  <c:v>39814</c:v>
                </c:pt>
                <c:pt idx="133">
                  <c:v>39845</c:v>
                </c:pt>
                <c:pt idx="134">
                  <c:v>39873</c:v>
                </c:pt>
                <c:pt idx="135">
                  <c:v>39904</c:v>
                </c:pt>
                <c:pt idx="136">
                  <c:v>39934</c:v>
                </c:pt>
                <c:pt idx="137">
                  <c:v>39965</c:v>
                </c:pt>
                <c:pt idx="138">
                  <c:v>39995</c:v>
                </c:pt>
                <c:pt idx="139">
                  <c:v>40026</c:v>
                </c:pt>
                <c:pt idx="140">
                  <c:v>40057</c:v>
                </c:pt>
                <c:pt idx="141">
                  <c:v>40087</c:v>
                </c:pt>
                <c:pt idx="142">
                  <c:v>40118</c:v>
                </c:pt>
                <c:pt idx="143">
                  <c:v>40148</c:v>
                </c:pt>
                <c:pt idx="144">
                  <c:v>40179</c:v>
                </c:pt>
                <c:pt idx="145">
                  <c:v>40210</c:v>
                </c:pt>
                <c:pt idx="146">
                  <c:v>40238</c:v>
                </c:pt>
                <c:pt idx="147">
                  <c:v>40269</c:v>
                </c:pt>
                <c:pt idx="148">
                  <c:v>40299</c:v>
                </c:pt>
                <c:pt idx="149">
                  <c:v>40330</c:v>
                </c:pt>
                <c:pt idx="150">
                  <c:v>40360</c:v>
                </c:pt>
                <c:pt idx="151">
                  <c:v>40391</c:v>
                </c:pt>
                <c:pt idx="152">
                  <c:v>40422</c:v>
                </c:pt>
                <c:pt idx="153">
                  <c:v>40452</c:v>
                </c:pt>
                <c:pt idx="154">
                  <c:v>40483</c:v>
                </c:pt>
                <c:pt idx="155">
                  <c:v>40513</c:v>
                </c:pt>
                <c:pt idx="156">
                  <c:v>40544</c:v>
                </c:pt>
                <c:pt idx="157">
                  <c:v>40575</c:v>
                </c:pt>
                <c:pt idx="158">
                  <c:v>40603</c:v>
                </c:pt>
                <c:pt idx="159">
                  <c:v>40634</c:v>
                </c:pt>
                <c:pt idx="160">
                  <c:v>40664</c:v>
                </c:pt>
                <c:pt idx="161">
                  <c:v>40695</c:v>
                </c:pt>
                <c:pt idx="162">
                  <c:v>40725</c:v>
                </c:pt>
                <c:pt idx="163">
                  <c:v>40756</c:v>
                </c:pt>
                <c:pt idx="164">
                  <c:v>40787</c:v>
                </c:pt>
                <c:pt idx="165">
                  <c:v>40817</c:v>
                </c:pt>
                <c:pt idx="166">
                  <c:v>40848</c:v>
                </c:pt>
                <c:pt idx="167">
                  <c:v>40878</c:v>
                </c:pt>
                <c:pt idx="168">
                  <c:v>40909</c:v>
                </c:pt>
                <c:pt idx="169">
                  <c:v>40940</c:v>
                </c:pt>
                <c:pt idx="170">
                  <c:v>40969</c:v>
                </c:pt>
                <c:pt idx="171">
                  <c:v>41000</c:v>
                </c:pt>
                <c:pt idx="172">
                  <c:v>41030</c:v>
                </c:pt>
                <c:pt idx="173">
                  <c:v>41061</c:v>
                </c:pt>
                <c:pt idx="174">
                  <c:v>41091</c:v>
                </c:pt>
                <c:pt idx="175">
                  <c:v>41122</c:v>
                </c:pt>
                <c:pt idx="176">
                  <c:v>41153</c:v>
                </c:pt>
                <c:pt idx="177">
                  <c:v>41183</c:v>
                </c:pt>
                <c:pt idx="178">
                  <c:v>41214</c:v>
                </c:pt>
                <c:pt idx="179">
                  <c:v>41244</c:v>
                </c:pt>
                <c:pt idx="180">
                  <c:v>41275</c:v>
                </c:pt>
                <c:pt idx="181">
                  <c:v>41306</c:v>
                </c:pt>
                <c:pt idx="182">
                  <c:v>41334</c:v>
                </c:pt>
                <c:pt idx="183">
                  <c:v>41365</c:v>
                </c:pt>
                <c:pt idx="184">
                  <c:v>41395</c:v>
                </c:pt>
                <c:pt idx="185">
                  <c:v>41426</c:v>
                </c:pt>
                <c:pt idx="186">
                  <c:v>41456</c:v>
                </c:pt>
                <c:pt idx="187">
                  <c:v>41487</c:v>
                </c:pt>
                <c:pt idx="188">
                  <c:v>41518</c:v>
                </c:pt>
                <c:pt idx="189">
                  <c:v>41548</c:v>
                </c:pt>
                <c:pt idx="190">
                  <c:v>41579</c:v>
                </c:pt>
                <c:pt idx="191">
                  <c:v>41609</c:v>
                </c:pt>
                <c:pt idx="192">
                  <c:v>41640</c:v>
                </c:pt>
              </c:numCache>
            </c:numRef>
          </c:cat>
          <c:val>
            <c:numRef>
              <c:f>Sheet1!$D$2:$D$194</c:f>
              <c:numCache>
                <c:formatCode>0.0%</c:formatCode>
                <c:ptCount val="193"/>
                <c:pt idx="0">
                  <c:v>1.6E-2</c:v>
                </c:pt>
                <c:pt idx="1">
                  <c:v>1.4999999999999999E-2</c:v>
                </c:pt>
                <c:pt idx="2">
                  <c:v>1.7999999999999999E-2</c:v>
                </c:pt>
                <c:pt idx="3">
                  <c:v>1.9E-2</c:v>
                </c:pt>
                <c:pt idx="4">
                  <c:v>1.9E-2</c:v>
                </c:pt>
                <c:pt idx="5">
                  <c:v>0.02</c:v>
                </c:pt>
                <c:pt idx="6">
                  <c:v>0.02</c:v>
                </c:pt>
                <c:pt idx="7">
                  <c:v>2.1999999999999999E-2</c:v>
                </c:pt>
                <c:pt idx="8">
                  <c:v>2.1999999999999999E-2</c:v>
                </c:pt>
                <c:pt idx="9">
                  <c:v>2.1000000000000001E-2</c:v>
                </c:pt>
                <c:pt idx="10">
                  <c:v>2.5000000000000001E-2</c:v>
                </c:pt>
                <c:pt idx="11">
                  <c:v>2.8000000000000001E-2</c:v>
                </c:pt>
                <c:pt idx="12">
                  <c:v>2.5000000000000001E-2</c:v>
                </c:pt>
                <c:pt idx="13">
                  <c:v>2.5000000000000001E-2</c:v>
                </c:pt>
                <c:pt idx="14">
                  <c:v>2.3E-2</c:v>
                </c:pt>
                <c:pt idx="15">
                  <c:v>2.1999999999999999E-2</c:v>
                </c:pt>
                <c:pt idx="16">
                  <c:v>1.9E-2</c:v>
                </c:pt>
                <c:pt idx="17">
                  <c:v>2.1000000000000001E-2</c:v>
                </c:pt>
                <c:pt idx="18">
                  <c:v>1.7999999999999999E-2</c:v>
                </c:pt>
                <c:pt idx="19">
                  <c:v>1.2E-2</c:v>
                </c:pt>
                <c:pt idx="20">
                  <c:v>1.2E-2</c:v>
                </c:pt>
                <c:pt idx="21">
                  <c:v>8.9999999999999993E-3</c:v>
                </c:pt>
                <c:pt idx="22">
                  <c:v>8.9999999999999993E-3</c:v>
                </c:pt>
                <c:pt idx="23">
                  <c:v>8.9999999999999993E-3</c:v>
                </c:pt>
                <c:pt idx="24">
                  <c:v>0.01</c:v>
                </c:pt>
                <c:pt idx="25">
                  <c:v>8.0000000000000002E-3</c:v>
                </c:pt>
                <c:pt idx="26">
                  <c:v>7.0000000000000001E-3</c:v>
                </c:pt>
                <c:pt idx="27">
                  <c:v>8.0000000000000002E-3</c:v>
                </c:pt>
                <c:pt idx="28">
                  <c:v>8.0000000000000002E-3</c:v>
                </c:pt>
                <c:pt idx="29">
                  <c:v>8.9999999999999993E-3</c:v>
                </c:pt>
                <c:pt idx="30">
                  <c:v>8.9999999999999993E-3</c:v>
                </c:pt>
                <c:pt idx="31">
                  <c:v>8.9999999999999993E-3</c:v>
                </c:pt>
                <c:pt idx="32">
                  <c:v>0.01</c:v>
                </c:pt>
                <c:pt idx="33">
                  <c:v>0.01</c:v>
                </c:pt>
                <c:pt idx="34">
                  <c:v>0.01</c:v>
                </c:pt>
                <c:pt idx="35">
                  <c:v>1.0999999999999999E-2</c:v>
                </c:pt>
                <c:pt idx="36">
                  <c:v>1.2E-2</c:v>
                </c:pt>
                <c:pt idx="37">
                  <c:v>1.6E-2</c:v>
                </c:pt>
                <c:pt idx="38">
                  <c:v>2.4E-2</c:v>
                </c:pt>
                <c:pt idx="39">
                  <c:v>2.5000000000000001E-2</c:v>
                </c:pt>
                <c:pt idx="40">
                  <c:v>2.8000000000000001E-2</c:v>
                </c:pt>
                <c:pt idx="41">
                  <c:v>2.5000000000000001E-2</c:v>
                </c:pt>
                <c:pt idx="42">
                  <c:v>2.1999999999999999E-2</c:v>
                </c:pt>
                <c:pt idx="43">
                  <c:v>2.1000000000000001E-2</c:v>
                </c:pt>
                <c:pt idx="44">
                  <c:v>2.1999999999999999E-2</c:v>
                </c:pt>
                <c:pt idx="45">
                  <c:v>2.4E-2</c:v>
                </c:pt>
                <c:pt idx="46">
                  <c:v>2.5999999999999999E-2</c:v>
                </c:pt>
                <c:pt idx="47">
                  <c:v>3.1E-2</c:v>
                </c:pt>
                <c:pt idx="48">
                  <c:v>0.03</c:v>
                </c:pt>
                <c:pt idx="49">
                  <c:v>1.7000000000000001E-2</c:v>
                </c:pt>
                <c:pt idx="50">
                  <c:v>1.7999999999999999E-2</c:v>
                </c:pt>
                <c:pt idx="51">
                  <c:v>2.1000000000000001E-2</c:v>
                </c:pt>
                <c:pt idx="52">
                  <c:v>1.9E-2</c:v>
                </c:pt>
                <c:pt idx="53">
                  <c:v>1.9E-2</c:v>
                </c:pt>
                <c:pt idx="54">
                  <c:v>2.4E-2</c:v>
                </c:pt>
                <c:pt idx="55">
                  <c:v>2.8000000000000001E-2</c:v>
                </c:pt>
                <c:pt idx="56">
                  <c:v>3.4000000000000002E-2</c:v>
                </c:pt>
                <c:pt idx="57">
                  <c:v>0.04</c:v>
                </c:pt>
                <c:pt idx="58">
                  <c:v>4.7E-2</c:v>
                </c:pt>
                <c:pt idx="59">
                  <c:v>4.9000000000000002E-2</c:v>
                </c:pt>
                <c:pt idx="60">
                  <c:v>5.3999999999999999E-2</c:v>
                </c:pt>
                <c:pt idx="61">
                  <c:v>5.3999999999999999E-2</c:v>
                </c:pt>
                <c:pt idx="62">
                  <c:v>5.6000000000000001E-2</c:v>
                </c:pt>
                <c:pt idx="63">
                  <c:v>5.7000000000000002E-2</c:v>
                </c:pt>
                <c:pt idx="64">
                  <c:v>5.5E-2</c:v>
                </c:pt>
                <c:pt idx="65">
                  <c:v>4.7E-2</c:v>
                </c:pt>
                <c:pt idx="66">
                  <c:v>5.5E-2</c:v>
                </c:pt>
                <c:pt idx="67">
                  <c:v>6.8000000000000005E-2</c:v>
                </c:pt>
                <c:pt idx="68">
                  <c:v>5.3999999999999999E-2</c:v>
                </c:pt>
                <c:pt idx="69">
                  <c:v>2.1000000000000001E-2</c:v>
                </c:pt>
                <c:pt idx="70">
                  <c:v>1.9E-2</c:v>
                </c:pt>
                <c:pt idx="71">
                  <c:v>2.1999999999999999E-2</c:v>
                </c:pt>
                <c:pt idx="72">
                  <c:v>2.1999999999999999E-2</c:v>
                </c:pt>
                <c:pt idx="73">
                  <c:v>0.02</c:v>
                </c:pt>
                <c:pt idx="74">
                  <c:v>2.5000000000000001E-2</c:v>
                </c:pt>
                <c:pt idx="75">
                  <c:v>2.8000000000000001E-2</c:v>
                </c:pt>
                <c:pt idx="76">
                  <c:v>3.4000000000000002E-2</c:v>
                </c:pt>
                <c:pt idx="77">
                  <c:v>2.3E-2</c:v>
                </c:pt>
                <c:pt idx="78">
                  <c:v>1.4999999999999999E-2</c:v>
                </c:pt>
                <c:pt idx="79">
                  <c:v>1.4E-2</c:v>
                </c:pt>
                <c:pt idx="80">
                  <c:v>1.7999999999999999E-2</c:v>
                </c:pt>
                <c:pt idx="81">
                  <c:v>0.02</c:v>
                </c:pt>
                <c:pt idx="82">
                  <c:v>2.3E-2</c:v>
                </c:pt>
                <c:pt idx="83">
                  <c:v>2.3E-2</c:v>
                </c:pt>
                <c:pt idx="84">
                  <c:v>2.4E-2</c:v>
                </c:pt>
                <c:pt idx="85">
                  <c:v>2.1000000000000001E-2</c:v>
                </c:pt>
                <c:pt idx="86">
                  <c:v>2.1999999999999999E-2</c:v>
                </c:pt>
                <c:pt idx="87">
                  <c:v>2.5999999999999999E-2</c:v>
                </c:pt>
                <c:pt idx="88">
                  <c:v>1.7999999999999999E-2</c:v>
                </c:pt>
                <c:pt idx="89">
                  <c:v>0.02</c:v>
                </c:pt>
                <c:pt idx="90">
                  <c:v>2.4E-2</c:v>
                </c:pt>
                <c:pt idx="91">
                  <c:v>2.9000000000000001E-2</c:v>
                </c:pt>
                <c:pt idx="92">
                  <c:v>2.5999999999999999E-2</c:v>
                </c:pt>
                <c:pt idx="93">
                  <c:v>2.1000000000000001E-2</c:v>
                </c:pt>
                <c:pt idx="94">
                  <c:v>2.1000000000000001E-2</c:v>
                </c:pt>
                <c:pt idx="95">
                  <c:v>1.4E-2</c:v>
                </c:pt>
                <c:pt idx="96">
                  <c:v>0.01</c:v>
                </c:pt>
                <c:pt idx="97">
                  <c:v>8.9999999999999993E-3</c:v>
                </c:pt>
                <c:pt idx="98">
                  <c:v>1.0999999999999999E-2</c:v>
                </c:pt>
                <c:pt idx="99">
                  <c:v>1.0999999999999999E-2</c:v>
                </c:pt>
                <c:pt idx="100">
                  <c:v>1.0999999999999999E-2</c:v>
                </c:pt>
                <c:pt idx="101">
                  <c:v>8.9999999999999993E-3</c:v>
                </c:pt>
                <c:pt idx="102">
                  <c:v>8.9999999999999993E-3</c:v>
                </c:pt>
                <c:pt idx="103">
                  <c:v>8.9999999999999993E-3</c:v>
                </c:pt>
                <c:pt idx="104">
                  <c:v>8.0000000000000002E-3</c:v>
                </c:pt>
                <c:pt idx="105">
                  <c:v>8.9999999999999993E-3</c:v>
                </c:pt>
                <c:pt idx="106">
                  <c:v>0.01</c:v>
                </c:pt>
                <c:pt idx="107">
                  <c:v>0.01</c:v>
                </c:pt>
                <c:pt idx="108">
                  <c:v>1.0999999999999999E-2</c:v>
                </c:pt>
                <c:pt idx="109">
                  <c:v>1.0999999999999999E-2</c:v>
                </c:pt>
                <c:pt idx="110">
                  <c:v>0.01</c:v>
                </c:pt>
                <c:pt idx="111">
                  <c:v>0.01</c:v>
                </c:pt>
                <c:pt idx="112">
                  <c:v>1.2E-2</c:v>
                </c:pt>
                <c:pt idx="113">
                  <c:v>1.2E-2</c:v>
                </c:pt>
                <c:pt idx="114">
                  <c:v>1.0999999999999999E-2</c:v>
                </c:pt>
                <c:pt idx="115">
                  <c:v>8.0000000000000002E-3</c:v>
                </c:pt>
                <c:pt idx="116">
                  <c:v>8.0000000000000002E-3</c:v>
                </c:pt>
                <c:pt idx="117">
                  <c:v>7.0000000000000001E-3</c:v>
                </c:pt>
                <c:pt idx="118">
                  <c:v>8.0000000000000002E-3</c:v>
                </c:pt>
                <c:pt idx="119">
                  <c:v>7.0000000000000001E-3</c:v>
                </c:pt>
                <c:pt idx="120">
                  <c:v>8.9999999999999993E-3</c:v>
                </c:pt>
                <c:pt idx="121">
                  <c:v>7.0000000000000001E-3</c:v>
                </c:pt>
                <c:pt idx="122">
                  <c:v>0.01</c:v>
                </c:pt>
                <c:pt idx="123">
                  <c:v>0.01</c:v>
                </c:pt>
                <c:pt idx="124">
                  <c:v>1.0999999999999999E-2</c:v>
                </c:pt>
                <c:pt idx="125">
                  <c:v>1.2E-2</c:v>
                </c:pt>
                <c:pt idx="126">
                  <c:v>1.0999999999999999E-2</c:v>
                </c:pt>
                <c:pt idx="127">
                  <c:v>8.9999999999999993E-3</c:v>
                </c:pt>
                <c:pt idx="128">
                  <c:v>8.9999999999999993E-3</c:v>
                </c:pt>
                <c:pt idx="129">
                  <c:v>7.0000000000000001E-3</c:v>
                </c:pt>
                <c:pt idx="130">
                  <c:v>8.9999999999999993E-3</c:v>
                </c:pt>
                <c:pt idx="131">
                  <c:v>8.0000000000000002E-3</c:v>
                </c:pt>
                <c:pt idx="132" formatCode="0.00%">
                  <c:v>8.9999999999999993E-3</c:v>
                </c:pt>
                <c:pt idx="133" formatCode="0.00%">
                  <c:v>1.2999999999999999E-2</c:v>
                </c:pt>
                <c:pt idx="134" formatCode="0.00%">
                  <c:v>1.4999999999999999E-2</c:v>
                </c:pt>
                <c:pt idx="135" formatCode="0.00%">
                  <c:v>1.6E-2</c:v>
                </c:pt>
                <c:pt idx="136" formatCode="0.00%">
                  <c:v>1.7999999999999999E-2</c:v>
                </c:pt>
                <c:pt idx="137" formatCode="0.00%">
                  <c:v>0.02</c:v>
                </c:pt>
                <c:pt idx="138" formatCode="0.00%">
                  <c:v>2.3E-2</c:v>
                </c:pt>
                <c:pt idx="139" formatCode="0.00%">
                  <c:v>1.6E-2</c:v>
                </c:pt>
                <c:pt idx="140" formatCode="0.00%">
                  <c:v>1.6E-2</c:v>
                </c:pt>
                <c:pt idx="141" formatCode="0.00%">
                  <c:v>1.4E-2</c:v>
                </c:pt>
                <c:pt idx="142" formatCode="0.00%">
                  <c:v>1.4999999999999999E-2</c:v>
                </c:pt>
                <c:pt idx="143" formatCode="0.00%">
                  <c:v>1.4999999999999999E-2</c:v>
                </c:pt>
                <c:pt idx="144" formatCode="0.00%">
                  <c:v>1.6E-2</c:v>
                </c:pt>
                <c:pt idx="145" formatCode="0.00%">
                  <c:v>1.4E-2</c:v>
                </c:pt>
                <c:pt idx="146" formatCode="0.00%">
                  <c:v>1.2999999999999999E-2</c:v>
                </c:pt>
                <c:pt idx="147" formatCode="0.00%">
                  <c:v>1.4999999999999999E-2</c:v>
                </c:pt>
                <c:pt idx="148" formatCode="0.00%">
                  <c:v>1.6E-2</c:v>
                </c:pt>
                <c:pt idx="149" formatCode="0.00%">
                  <c:v>1.4999999999999999E-2</c:v>
                </c:pt>
                <c:pt idx="150" formatCode="0.00%">
                  <c:v>1.7000000000000001E-2</c:v>
                </c:pt>
                <c:pt idx="151" formatCode="0.00%">
                  <c:v>1.7000000000000001E-2</c:v>
                </c:pt>
                <c:pt idx="152" formatCode="0.00%">
                  <c:v>1.9E-2</c:v>
                </c:pt>
                <c:pt idx="153" formatCode="0.00%">
                  <c:v>1.7999999999999999E-2</c:v>
                </c:pt>
                <c:pt idx="154" formatCode="0.00%">
                  <c:v>1.7000000000000001E-2</c:v>
                </c:pt>
                <c:pt idx="155" formatCode="0.00%">
                  <c:v>1.7999999999999999E-2</c:v>
                </c:pt>
                <c:pt idx="156" formatCode="0.00%">
                  <c:v>0.02</c:v>
                </c:pt>
                <c:pt idx="157" formatCode="0.00%">
                  <c:v>1.4999999999999999E-2</c:v>
                </c:pt>
                <c:pt idx="158" formatCode="0.00%">
                  <c:v>1.2999999999999999E-2</c:v>
                </c:pt>
                <c:pt idx="159" formatCode="0.00%">
                  <c:v>1.2999999999999999E-2</c:v>
                </c:pt>
                <c:pt idx="160" formatCode="0.00%">
                  <c:v>1.4E-2</c:v>
                </c:pt>
                <c:pt idx="161" formatCode="0.00%">
                  <c:v>1.4999999999999999E-2</c:v>
                </c:pt>
                <c:pt idx="162" formatCode="0.00%">
                  <c:v>1.6E-2</c:v>
                </c:pt>
                <c:pt idx="163" formatCode="0.00%">
                  <c:v>1.7000000000000001E-2</c:v>
                </c:pt>
                <c:pt idx="164" formatCode="0.00%">
                  <c:v>1.7000000000000001E-2</c:v>
                </c:pt>
                <c:pt idx="165" formatCode="0.00%">
                  <c:v>1.7000000000000001E-2</c:v>
                </c:pt>
                <c:pt idx="166" formatCode="0.00%">
                  <c:v>1.7000000000000001E-2</c:v>
                </c:pt>
                <c:pt idx="167" formatCode="0.00%">
                  <c:v>1.6E-2</c:v>
                </c:pt>
                <c:pt idx="168" formatCode="0.00%">
                  <c:v>1.7000000000000001E-2</c:v>
                </c:pt>
                <c:pt idx="169" formatCode="0.00%">
                  <c:v>1.4999999999999999E-2</c:v>
                </c:pt>
                <c:pt idx="170" formatCode="0.00%">
                  <c:v>1.4999999999999999E-2</c:v>
                </c:pt>
                <c:pt idx="171" formatCode="0.00%">
                  <c:v>1.7999999999999999E-2</c:v>
                </c:pt>
                <c:pt idx="172" formatCode="0.00%">
                  <c:v>1.9E-2</c:v>
                </c:pt>
                <c:pt idx="173" formatCode="0.00%">
                  <c:v>1.9E-2</c:v>
                </c:pt>
                <c:pt idx="174" formatCode="0.00%">
                  <c:v>1.9E-2</c:v>
                </c:pt>
                <c:pt idx="175" formatCode="0.00%">
                  <c:v>1.9E-2</c:v>
                </c:pt>
                <c:pt idx="176" formatCode="0.00%">
                  <c:v>2.1000000000000001E-2</c:v>
                </c:pt>
                <c:pt idx="177" formatCode="0.00%">
                  <c:v>0.02</c:v>
                </c:pt>
                <c:pt idx="178" formatCode="0.00%">
                  <c:v>2.1000000000000001E-2</c:v>
                </c:pt>
                <c:pt idx="179" formatCode="0.00%">
                  <c:v>2.3E-2</c:v>
                </c:pt>
                <c:pt idx="180" formatCode="0.00%">
                  <c:v>2.5999999999999999E-2</c:v>
                </c:pt>
                <c:pt idx="181" formatCode="0.00%">
                  <c:v>2.7E-2</c:v>
                </c:pt>
                <c:pt idx="182" formatCode="0.00%">
                  <c:v>2.7E-2</c:v>
                </c:pt>
                <c:pt idx="183" formatCode="0.00%">
                  <c:v>2.7E-2</c:v>
                </c:pt>
                <c:pt idx="184" formatCode="0.00%">
                  <c:v>2.8000000000000001E-2</c:v>
                </c:pt>
                <c:pt idx="185" formatCode="0.00%">
                  <c:v>0.03</c:v>
                </c:pt>
                <c:pt idx="186" formatCode="0.00%">
                  <c:v>0.03</c:v>
                </c:pt>
                <c:pt idx="187" formatCode="0.00%">
                  <c:v>2.3E-2</c:v>
                </c:pt>
                <c:pt idx="188" formatCode="0.00%">
                  <c:v>1.9E-2</c:v>
                </c:pt>
                <c:pt idx="189" formatCode="0.00%">
                  <c:v>1.7000000000000001E-2</c:v>
                </c:pt>
                <c:pt idx="190" formatCode="0.00%">
                  <c:v>1.6E-2</c:v>
                </c:pt>
                <c:pt idx="191" formatCode="0.00%">
                  <c:v>1.9E-2</c:v>
                </c:pt>
                <c:pt idx="192" formatCode="0.00%">
                  <c:v>1.9E-2</c:v>
                </c:pt>
              </c:numCache>
            </c:numRef>
          </c:val>
          <c:smooth val="0"/>
        </c:ser>
        <c:dLbls>
          <c:showLegendKey val="0"/>
          <c:showVal val="0"/>
          <c:showCatName val="0"/>
          <c:showSerName val="0"/>
          <c:showPercent val="0"/>
          <c:showBubbleSize val="0"/>
        </c:dLbls>
        <c:marker val="1"/>
        <c:smooth val="0"/>
        <c:axId val="142890496"/>
        <c:axId val="142892032"/>
      </c:lineChart>
      <c:dateAx>
        <c:axId val="142890496"/>
        <c:scaling>
          <c:orientation val="minMax"/>
        </c:scaling>
        <c:delete val="0"/>
        <c:axPos val="b"/>
        <c:numFmt formatCode="m/d/yyyy" sourceLinked="0"/>
        <c:majorTickMark val="out"/>
        <c:minorTickMark val="none"/>
        <c:tickLblPos val="nextTo"/>
        <c:spPr>
          <a:ln>
            <a:solidFill>
              <a:schemeClr val="tx2"/>
            </a:solidFill>
          </a:ln>
        </c:spPr>
        <c:txPr>
          <a:bodyPr/>
          <a:lstStyle/>
          <a:p>
            <a:pPr>
              <a:defRPr sz="900"/>
            </a:pPr>
            <a:endParaRPr lang="en-US"/>
          </a:p>
        </c:txPr>
        <c:crossAx val="142892032"/>
        <c:crosses val="autoZero"/>
        <c:auto val="1"/>
        <c:lblOffset val="100"/>
        <c:baseTimeUnit val="months"/>
        <c:majorUnit val="24"/>
        <c:majorTimeUnit val="months"/>
      </c:dateAx>
      <c:valAx>
        <c:axId val="142892032"/>
        <c:scaling>
          <c:orientation val="minMax"/>
        </c:scaling>
        <c:delete val="0"/>
        <c:axPos val="l"/>
        <c:title>
          <c:tx>
            <c:rich>
              <a:bodyPr rot="-5400000" vert="horz"/>
              <a:lstStyle/>
              <a:p>
                <a:pPr>
                  <a:defRPr/>
                </a:pPr>
                <a:r>
                  <a:rPr lang="en-US" dirty="0" smtClean="0"/>
                  <a:t>SMM</a:t>
                </a:r>
                <a:endParaRPr lang="en-US" dirty="0"/>
              </a:p>
            </c:rich>
          </c:tx>
          <c:overlay val="0"/>
        </c:title>
        <c:numFmt formatCode="0.0%" sourceLinked="1"/>
        <c:majorTickMark val="out"/>
        <c:minorTickMark val="none"/>
        <c:tickLblPos val="nextTo"/>
        <c:spPr>
          <a:ln>
            <a:solidFill>
              <a:schemeClr val="tx2"/>
            </a:solidFill>
          </a:ln>
        </c:spPr>
        <c:crossAx val="142890496"/>
        <c:crosses val="autoZero"/>
        <c:crossBetween val="midCat"/>
      </c:valAx>
    </c:plotArea>
    <c:legend>
      <c:legendPos val="r"/>
      <c:layout>
        <c:manualLayout>
          <c:xMode val="edge"/>
          <c:yMode val="edge"/>
          <c:x val="0.78737622907589533"/>
          <c:y val="0"/>
          <c:w val="0.13844160869122316"/>
          <c:h val="0.29634890035023265"/>
        </c:manualLayout>
      </c:layout>
      <c:overlay val="1"/>
    </c:legend>
    <c:plotVisOnly val="1"/>
    <c:dispBlanksAs val="gap"/>
    <c:showDLblsOverMax val="0"/>
  </c:chart>
  <c:txPr>
    <a:bodyPr/>
    <a:lstStyle/>
    <a:p>
      <a:pPr>
        <a:defRPr sz="1000">
          <a:solidFill>
            <a:schemeClr val="tx2"/>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defTabSz="913006">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algn="r" defTabSz="913006">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defTabSz="913006">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algn="r" defTabSz="913006">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defTabSz="913006">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5"/>
            <a:ext cx="3005138" cy="459741"/>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lvl1pPr algn="r" defTabSz="913006">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5"/>
            <a:ext cx="5546725" cy="4147189"/>
          </a:xfrm>
          <a:prstGeom prst="rect">
            <a:avLst/>
          </a:prstGeom>
          <a:noFill/>
          <a:ln w="9525">
            <a:noFill/>
            <a:miter lim="800000"/>
            <a:headEnd/>
            <a:tailEnd/>
          </a:ln>
        </p:spPr>
        <p:txBody>
          <a:bodyPr vert="horz" wrap="square" lIns="91572" tIns="45785" rIns="91572" bIns="4578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defTabSz="913006">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1"/>
            <a:ext cx="3005138" cy="459741"/>
          </a:xfrm>
          <a:prstGeom prst="rect">
            <a:avLst/>
          </a:prstGeom>
          <a:noFill/>
          <a:ln w="9525">
            <a:noFill/>
            <a:miter lim="800000"/>
            <a:headEnd/>
            <a:tailEnd/>
          </a:ln>
        </p:spPr>
        <p:txBody>
          <a:bodyPr vert="horz" wrap="square" lIns="91572" tIns="45785" rIns="91572" bIns="45785" numCol="1" anchor="b" anchorCtr="0" compatLnSpc="1">
            <a:prstTxWarp prst="textNoShape">
              <a:avLst/>
            </a:prstTxWarp>
          </a:bodyPr>
          <a:lstStyle>
            <a:lvl1pPr algn="r" defTabSz="913006">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429"/>
            <a:fld id="{1FE077EC-684A-4FD9-A6C3-9AE90D8B81D6}" type="slidenum">
              <a:rPr lang="en-US" smtClean="0"/>
              <a:pPr defTabSz="911429"/>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emf"/><Relationship Id="rId13" Type="http://schemas.openxmlformats.org/officeDocument/2006/relationships/image" Target="../media/image13.emf"/><Relationship Id="rId3" Type="http://schemas.openxmlformats.org/officeDocument/2006/relationships/tags" Target="../tags/tag6.xml"/><Relationship Id="rId7" Type="http://schemas.openxmlformats.org/officeDocument/2006/relationships/image" Target="../media/image7.emf"/><Relationship Id="rId12" Type="http://schemas.openxmlformats.org/officeDocument/2006/relationships/image" Target="../media/image12.emf"/><Relationship Id="rId2" Type="http://schemas.openxmlformats.org/officeDocument/2006/relationships/tags" Target="../tags/tag5.xml"/><Relationship Id="rId16" Type="http://schemas.openxmlformats.org/officeDocument/2006/relationships/image" Target="../media/image16.emf"/><Relationship Id="rId1" Type="http://schemas.openxmlformats.org/officeDocument/2006/relationships/tags" Target="../tags/tag4.xml"/><Relationship Id="rId6" Type="http://schemas.openxmlformats.org/officeDocument/2006/relationships/slideLayout" Target="../slideLayouts/slideLayout2.xml"/><Relationship Id="rId11" Type="http://schemas.openxmlformats.org/officeDocument/2006/relationships/image" Target="../media/image11.emf"/><Relationship Id="rId5" Type="http://schemas.openxmlformats.org/officeDocument/2006/relationships/tags" Target="../tags/tag8.xml"/><Relationship Id="rId15" Type="http://schemas.openxmlformats.org/officeDocument/2006/relationships/image" Target="../media/image15.emf"/><Relationship Id="rId10" Type="http://schemas.openxmlformats.org/officeDocument/2006/relationships/image" Target="../media/image10.emf"/><Relationship Id="rId4" Type="http://schemas.openxmlformats.org/officeDocument/2006/relationships/tags" Target="../tags/tag7.xml"/><Relationship Id="rId9" Type="http://schemas.openxmlformats.org/officeDocument/2006/relationships/image" Target="../media/image9.emf"/><Relationship Id="rId14" Type="http://schemas.openxmlformats.org/officeDocument/2006/relationships/image" Target="../media/image14.emf"/></Relationships>
</file>

<file path=ppt/slides/_rels/slide7.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image" Target="../media/image14.emf"/><Relationship Id="rId3" Type="http://schemas.openxmlformats.org/officeDocument/2006/relationships/tags" Target="../tags/tag11.xml"/><Relationship Id="rId7" Type="http://schemas.openxmlformats.org/officeDocument/2006/relationships/image" Target="../media/image8.emf"/><Relationship Id="rId12" Type="http://schemas.openxmlformats.org/officeDocument/2006/relationships/image" Target="../media/image13.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7.emf"/><Relationship Id="rId11" Type="http://schemas.openxmlformats.org/officeDocument/2006/relationships/image" Target="../media/image12.emf"/><Relationship Id="rId5" Type="http://schemas.openxmlformats.org/officeDocument/2006/relationships/slideLayout" Target="../slideLayouts/slideLayout2.xml"/><Relationship Id="rId15" Type="http://schemas.openxmlformats.org/officeDocument/2006/relationships/image" Target="../media/image16.emf"/><Relationship Id="rId10" Type="http://schemas.openxmlformats.org/officeDocument/2006/relationships/image" Target="../media/image11.emf"/><Relationship Id="rId4" Type="http://schemas.openxmlformats.org/officeDocument/2006/relationships/tags" Target="../tags/tag12.xml"/><Relationship Id="rId9" Type="http://schemas.openxmlformats.org/officeDocument/2006/relationships/image" Target="../media/image10.emf"/><Relationship Id="rId14" Type="http://schemas.openxmlformats.org/officeDocument/2006/relationships/image" Target="../media/image15.emf"/></Relationships>
</file>

<file path=ppt/slides/_rels/slide8.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slideLayout" Target="../slideLayouts/slideLayout2.xml"/><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9.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slideLayout" Target="../slideLayouts/slideLayout2.xml"/><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9.xml"/><Relationship Id="rId7" Type="http://schemas.openxmlformats.org/officeDocument/2006/relationships/image" Target="../media/image18.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7.png"/><Relationship Id="rId5" Type="http://schemas.openxmlformats.org/officeDocument/2006/relationships/slideLayout" Target="../slideLayouts/slideLayout2.xml"/><Relationship Id="rId4" Type="http://schemas.openxmlformats.org/officeDocument/2006/relationships/tags" Target="../tags/tag20.xml"/></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2.xml"/><Relationship Id="rId7" Type="http://schemas.openxmlformats.org/officeDocument/2006/relationships/image" Target="../media/image23.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8.emf"/><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s>
</file>

<file path=ppt/slides/_rels/slide1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4.png"/><Relationship Id="rId3" Type="http://schemas.openxmlformats.org/officeDocument/2006/relationships/image" Target="../media/image30.png"/><Relationship Id="rId21" Type="http://schemas.openxmlformats.org/officeDocument/2006/relationships/image" Target="../media/image47.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3.png"/><Relationship Id="rId2" Type="http://schemas.openxmlformats.org/officeDocument/2006/relationships/image" Target="../media/image29.png"/><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1.png"/><Relationship Id="rId23" Type="http://schemas.openxmlformats.org/officeDocument/2006/relationships/image" Target="../media/image49.png"/><Relationship Id="rId10" Type="http://schemas.openxmlformats.org/officeDocument/2006/relationships/image" Target="../media/image37.png"/><Relationship Id="rId19" Type="http://schemas.openxmlformats.org/officeDocument/2006/relationships/image" Target="../media/image45.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26.png"/><Relationship Id="rId22" Type="http://schemas.openxmlformats.org/officeDocument/2006/relationships/image" Target="../media/image48.png"/></Relationships>
</file>

<file path=ppt/slides/_rels/slide1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2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7" y="6084608"/>
            <a:ext cx="6147109"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Prepayment Model</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August 2014</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a:t>Prepayment In Residential Mortgage</a:t>
            </a:r>
            <a:endParaRPr lang="en-US" sz="1200" b="0" dirty="0"/>
          </a:p>
        </p:txBody>
      </p:sp>
      <p:sp>
        <p:nvSpPr>
          <p:cNvPr id="2" name="TextBox 1"/>
          <p:cNvSpPr txBox="1"/>
          <p:nvPr/>
        </p:nvSpPr>
        <p:spPr>
          <a:xfrm>
            <a:off x="747713" y="5682674"/>
            <a:ext cx="8601074" cy="1169551"/>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I</a:t>
            </a:r>
            <a:r>
              <a:rPr lang="en-US" sz="1400" dirty="0" smtClean="0">
                <a:latin typeface="Arial" panose="020B0604020202020204" pitchFamily="34" charset="0"/>
                <a:cs typeface="Arial" panose="020B0604020202020204" pitchFamily="34" charset="0"/>
              </a:rPr>
              <a:t>nvestor </a:t>
            </a:r>
            <a:r>
              <a:rPr lang="en-US" sz="1400" dirty="0">
                <a:latin typeface="Arial" panose="020B0604020202020204" pitchFamily="34" charset="0"/>
                <a:cs typeface="Arial" panose="020B0604020202020204" pitchFamily="34" charset="0"/>
              </a:rPr>
              <a:t>in a MBS has a short position in a call option due to the homeowners’ right to prepay, a put option due to the homeowners may default, and also a long position in a non-callable bond. The prepayment behavior will change the cash flow of the MBS then vary its value. So the key to estimate the value of MBS is to accurately estimate its cash flow. And a decent prepayment model will definitely be the foundation of the cash flow estimation</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cxnSp>
        <p:nvCxnSpPr>
          <p:cNvPr id="6" name="Straight Connector 5"/>
          <p:cNvCxnSpPr/>
          <p:nvPr/>
        </p:nvCxnSpPr>
        <p:spPr>
          <a:xfrm>
            <a:off x="1051719" y="1310456"/>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724076" y="1156568"/>
            <a:ext cx="2357636"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What is Prepayment</a:t>
            </a:r>
            <a:endParaRPr lang="en-US" sz="1600" dirty="0">
              <a:latin typeface="Arial" panose="020B0604020202020204" pitchFamily="34" charset="0"/>
              <a:cs typeface="Arial" panose="020B0604020202020204" pitchFamily="34" charset="0"/>
            </a:endParaRPr>
          </a:p>
        </p:txBody>
      </p:sp>
      <p:sp>
        <p:nvSpPr>
          <p:cNvPr id="4" name="TextBox 3"/>
          <p:cNvSpPr txBox="1"/>
          <p:nvPr/>
        </p:nvSpPr>
        <p:spPr>
          <a:xfrm>
            <a:off x="495300" y="1495122"/>
            <a:ext cx="8915400"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mortgage is a loan contract with a certain repayment schedule. </a:t>
            </a:r>
            <a:r>
              <a:rPr lang="en-US" sz="1400" dirty="0" smtClean="0">
                <a:latin typeface="Arial" panose="020B0604020202020204" pitchFamily="34" charset="0"/>
                <a:cs typeface="Arial" panose="020B0604020202020204" pitchFamily="34" charset="0"/>
              </a:rPr>
              <a:t>This </a:t>
            </a:r>
            <a:r>
              <a:rPr lang="en-US" sz="1400" dirty="0">
                <a:latin typeface="Arial" panose="020B0604020202020204" pitchFamily="34" charset="0"/>
                <a:cs typeface="Arial" panose="020B0604020202020204" pitchFamily="34" charset="0"/>
              </a:rPr>
              <a:t>schedule will establish a monthly cash flow to payoff the debt. </a:t>
            </a:r>
            <a:r>
              <a:rPr lang="en-US" sz="1400" dirty="0" smtClean="0">
                <a:latin typeface="Arial" panose="020B0604020202020204" pitchFamily="34" charset="0"/>
                <a:cs typeface="Arial" panose="020B0604020202020204" pitchFamily="34" charset="0"/>
              </a:rPr>
              <a:t>The </a:t>
            </a:r>
            <a:r>
              <a:rPr lang="en-US" sz="1400" dirty="0">
                <a:latin typeface="Arial" panose="020B0604020202020204" pitchFamily="34" charset="0"/>
                <a:cs typeface="Arial" panose="020B0604020202020204" pitchFamily="34" charset="0"/>
              </a:rPr>
              <a:t>activities that may accelerates the repayment schedule, resulting in extinguish the mortgage contract earlier, is called a prepayment</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5" name="Rectangle 4"/>
          <p:cNvSpPr/>
          <p:nvPr/>
        </p:nvSpPr>
        <p:spPr>
          <a:xfrm>
            <a:off x="619125"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smtClean="0"/>
              <a:t>Mortgage Contract</a:t>
            </a:r>
            <a:endParaRPr lang="en-US" sz="1600" dirty="0"/>
          </a:p>
        </p:txBody>
      </p:sp>
      <p:sp>
        <p:nvSpPr>
          <p:cNvPr id="10" name="Rectangle 9"/>
          <p:cNvSpPr/>
          <p:nvPr/>
        </p:nvSpPr>
        <p:spPr>
          <a:xfrm>
            <a:off x="4110038"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Cash Flow</a:t>
            </a:r>
            <a:endParaRPr lang="en-US" dirty="0"/>
          </a:p>
        </p:txBody>
      </p:sp>
      <p:sp>
        <p:nvSpPr>
          <p:cNvPr id="11" name="Rectangle 10"/>
          <p:cNvSpPr/>
          <p:nvPr/>
        </p:nvSpPr>
        <p:spPr>
          <a:xfrm>
            <a:off x="7600950" y="2305050"/>
            <a:ext cx="1685925" cy="4762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Prepayment</a:t>
            </a:r>
            <a:endParaRPr lang="en-US" dirty="0"/>
          </a:p>
        </p:txBody>
      </p:sp>
      <p:cxnSp>
        <p:nvCxnSpPr>
          <p:cNvPr id="15" name="Straight Arrow Connector 14"/>
          <p:cNvCxnSpPr>
            <a:stCxn id="5" idx="3"/>
            <a:endCxn id="10" idx="1"/>
          </p:cNvCxnSpPr>
          <p:nvPr/>
        </p:nvCxnSpPr>
        <p:spPr>
          <a:xfrm>
            <a:off x="2305050" y="2543175"/>
            <a:ext cx="1804988"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3"/>
            <a:endCxn id="11" idx="1"/>
          </p:cNvCxnSpPr>
          <p:nvPr/>
        </p:nvCxnSpPr>
        <p:spPr>
          <a:xfrm>
            <a:off x="5795963" y="2543175"/>
            <a:ext cx="1804987"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05051" y="2305050"/>
            <a:ext cx="1638300" cy="461665"/>
          </a:xfrm>
          <a:prstGeom prst="rect">
            <a:avLst/>
          </a:prstGeom>
          <a:noFill/>
        </p:spPr>
        <p:txBody>
          <a:bodyPr wrap="square" rtlCol="0">
            <a:spAutoFit/>
          </a:bodyPr>
          <a:lstStyle/>
          <a:p>
            <a:pPr algn="ctr"/>
            <a:r>
              <a:rPr lang="en-US" sz="1200" dirty="0" smtClean="0">
                <a:latin typeface="Arial" panose="020B0604020202020204" pitchFamily="34" charset="0"/>
                <a:cs typeface="Arial" panose="020B0604020202020204" pitchFamily="34" charset="0"/>
              </a:rPr>
              <a:t>Establish </a:t>
            </a:r>
            <a:r>
              <a:rPr lang="en-US" sz="1200" dirty="0">
                <a:latin typeface="Arial" panose="020B0604020202020204" pitchFamily="34" charset="0"/>
                <a:cs typeface="Arial" panose="020B0604020202020204" pitchFamily="34" charset="0"/>
              </a:rPr>
              <a:t>repayment schedule</a:t>
            </a:r>
          </a:p>
        </p:txBody>
      </p:sp>
      <p:sp>
        <p:nvSpPr>
          <p:cNvPr id="21" name="TextBox 20"/>
          <p:cNvSpPr txBox="1"/>
          <p:nvPr/>
        </p:nvSpPr>
        <p:spPr>
          <a:xfrm>
            <a:off x="5865591" y="2305050"/>
            <a:ext cx="1638300" cy="461665"/>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accelerates the repayment schedule</a:t>
            </a:r>
          </a:p>
        </p:txBody>
      </p:sp>
      <p:sp>
        <p:nvSpPr>
          <p:cNvPr id="20" name="TextBox 19"/>
          <p:cNvSpPr txBox="1"/>
          <p:nvPr/>
        </p:nvSpPr>
        <p:spPr>
          <a:xfrm>
            <a:off x="685800" y="3076575"/>
            <a:ext cx="8724900" cy="1169551"/>
          </a:xfrm>
          <a:prstGeom prst="rect">
            <a:avLst/>
          </a:prstGeom>
          <a:noFill/>
        </p:spPr>
        <p:txBody>
          <a:bodyPr wrap="square" rtlCol="0">
            <a:spAutoFit/>
          </a:bodyPr>
          <a:lstStyle/>
          <a:p>
            <a:pPr lvl="0"/>
            <a:r>
              <a:rPr lang="en-US" sz="1400" b="1" dirty="0" smtClean="0">
                <a:latin typeface="Arial" panose="020B0604020202020204" pitchFamily="34" charset="0"/>
                <a:cs typeface="Arial" panose="020B0604020202020204" pitchFamily="34" charset="0"/>
              </a:rPr>
              <a:t>Four kinds of prepayment activities</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Curtailment </a:t>
            </a:r>
            <a:r>
              <a:rPr lang="en-US" sz="1400" b="1" dirty="0">
                <a:latin typeface="Arial" panose="020B0604020202020204" pitchFamily="34" charset="0"/>
                <a:cs typeface="Arial" panose="020B0604020202020204" pitchFamily="34" charset="0"/>
              </a:rPr>
              <a:t>/ Full payment: 	</a:t>
            </a:r>
            <a:r>
              <a:rPr lang="en-US" sz="1400" dirty="0" smtClean="0">
                <a:latin typeface="Arial" panose="020B0604020202020204" pitchFamily="34" charset="0"/>
                <a:cs typeface="Arial" panose="020B0604020202020204" pitchFamily="34" charset="0"/>
              </a:rPr>
              <a:t>Send </a:t>
            </a:r>
            <a:r>
              <a:rPr lang="en-US" sz="1400" dirty="0">
                <a:latin typeface="Arial" panose="020B0604020202020204" pitchFamily="34" charset="0"/>
                <a:cs typeface="Arial" panose="020B0604020202020204" pitchFamily="34" charset="0"/>
              </a:rPr>
              <a:t>more than the scheduled monthly payment </a:t>
            </a:r>
            <a:endParaRPr lang="en-US" sz="1400" dirty="0" smtClean="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Refinancing:</a:t>
            </a:r>
            <a:r>
              <a:rPr lang="en-US" sz="1400" dirty="0" smtClean="0">
                <a:latin typeface="Arial" panose="020B0604020202020204" pitchFamily="34" charset="0"/>
                <a:cs typeface="Arial" panose="020B0604020202020204" pitchFamily="34" charset="0"/>
              </a:rPr>
              <a:t> 		replaces the mortgage with a new one</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Turnover:</a:t>
            </a:r>
            <a:r>
              <a:rPr lang="zh-CN" altLang="en-US" sz="1400" dirty="0" smtClean="0">
                <a:latin typeface="Arial" panose="020B0604020202020204" pitchFamily="34" charset="0"/>
                <a:cs typeface="Arial" panose="020B0604020202020204" pitchFamily="34" charset="0"/>
              </a:rPr>
              <a:t> </a:t>
            </a:r>
            <a:r>
              <a:rPr lang="en-US" altLang="zh-CN" sz="1400" dirty="0" smtClean="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home sales prepayment</a:t>
            </a:r>
          </a:p>
          <a:p>
            <a:pPr marL="285750" lvl="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Default</a:t>
            </a:r>
            <a:r>
              <a:rPr lang="en-US" sz="1400" b="1" dirty="0">
                <a:latin typeface="Arial" panose="020B0604020202020204" pitchFamily="34" charset="0"/>
                <a:cs typeface="Arial" panose="020B0604020202020204" pitchFamily="34" charset="0"/>
              </a:rPr>
              <a:t>:</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borrower </a:t>
            </a:r>
            <a:r>
              <a:rPr lang="en-US" sz="1400" dirty="0">
                <a:latin typeface="Arial" panose="020B0604020202020204" pitchFamily="34" charset="0"/>
                <a:cs typeface="Arial" panose="020B0604020202020204" pitchFamily="34" charset="0"/>
              </a:rPr>
              <a:t>fail to fulfill the scheduled term of the mortgage</a:t>
            </a:r>
          </a:p>
        </p:txBody>
      </p:sp>
      <p:cxnSp>
        <p:nvCxnSpPr>
          <p:cNvPr id="23" name="Straight Connector 22"/>
          <p:cNvCxnSpPr/>
          <p:nvPr/>
        </p:nvCxnSpPr>
        <p:spPr>
          <a:xfrm>
            <a:off x="1051719" y="4492109"/>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124201" y="4338221"/>
            <a:ext cx="3560539"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Why Prepayment Model is important </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685800" y="4887626"/>
            <a:ext cx="1927860" cy="302802"/>
          </a:xfrm>
          <a:prstGeom prst="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300" dirty="0" smtClean="0">
                <a:solidFill>
                  <a:srgbClr val="FFFFFF"/>
                </a:solidFill>
              </a:rPr>
              <a:t>MBS Valuation</a:t>
            </a:r>
            <a:endParaRPr lang="en-US" sz="1300" dirty="0">
              <a:solidFill>
                <a:srgbClr val="FFFFFF"/>
              </a:solidFill>
            </a:endParaRPr>
          </a:p>
        </p:txBody>
      </p:sp>
      <p:sp>
        <p:nvSpPr>
          <p:cNvPr id="27" name="TextBox 26"/>
          <p:cNvSpPr txBox="1"/>
          <p:nvPr/>
        </p:nvSpPr>
        <p:spPr>
          <a:xfrm>
            <a:off x="4084320" y="4887626"/>
            <a:ext cx="1927860" cy="302802"/>
          </a:xfrm>
          <a:prstGeom prst="rect">
            <a:avLst/>
          </a:prstGeom>
          <a:solidFill>
            <a:schemeClr val="bg2">
              <a:lumMod val="75000"/>
            </a:schemeClr>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200" dirty="0" smtClean="0">
                <a:latin typeface="Arial" panose="020B0604020202020204" pitchFamily="34" charset="0"/>
                <a:cs typeface="Arial" panose="020B0604020202020204" pitchFamily="34" charset="0"/>
              </a:rPr>
              <a:t>Estimate </a:t>
            </a:r>
            <a:r>
              <a:rPr lang="en-US" sz="1300" dirty="0" smtClean="0">
                <a:solidFill>
                  <a:schemeClr val="tx1"/>
                </a:solidFill>
              </a:rPr>
              <a:t>Cash Flow</a:t>
            </a:r>
            <a:endParaRPr lang="en-US" sz="1300" dirty="0">
              <a:solidFill>
                <a:schemeClr val="tx1"/>
              </a:solidFill>
            </a:endParaRPr>
          </a:p>
        </p:txBody>
      </p:sp>
      <p:sp>
        <p:nvSpPr>
          <p:cNvPr id="28" name="TextBox 27"/>
          <p:cNvSpPr txBox="1"/>
          <p:nvPr/>
        </p:nvSpPr>
        <p:spPr>
          <a:xfrm>
            <a:off x="7479982" y="4888625"/>
            <a:ext cx="1927860" cy="287414"/>
          </a:xfrm>
          <a:prstGeom prst="rect">
            <a:avLst/>
          </a:prstGeom>
          <a:solidFill>
            <a:schemeClr val="bg2">
              <a:lumMod val="75000"/>
            </a:schemeClr>
          </a:solidFill>
          <a:ln>
            <a:noFill/>
          </a:ln>
        </p:spPr>
        <p:style>
          <a:lnRef idx="2">
            <a:schemeClr val="accent1"/>
          </a:lnRef>
          <a:fillRef idx="1">
            <a:schemeClr val="lt1"/>
          </a:fillRef>
          <a:effectRef idx="0">
            <a:schemeClr val="accent1"/>
          </a:effectRef>
          <a:fontRef idx="minor">
            <a:schemeClr val="dk1"/>
          </a:fontRef>
        </p:style>
        <p:txBody>
          <a:bodyPr wrap="square" lIns="101751" tIns="50877" rIns="101751" bIns="50877" rtlCol="0">
            <a:spAutoFit/>
          </a:bodyPr>
          <a:lstStyle/>
          <a:p>
            <a:pPr algn="ctr" defTabSz="1017038" fontAlgn="auto">
              <a:spcBef>
                <a:spcPts val="0"/>
              </a:spcBef>
              <a:spcAft>
                <a:spcPts val="0"/>
              </a:spcAft>
            </a:pPr>
            <a:r>
              <a:rPr lang="en-US" sz="1200" dirty="0" smtClean="0">
                <a:latin typeface="Arial" panose="020B0604020202020204" pitchFamily="34" charset="0"/>
                <a:cs typeface="Arial" panose="020B0604020202020204" pitchFamily="34" charset="0"/>
              </a:rPr>
              <a:t>Prepayment Model</a:t>
            </a:r>
            <a:endParaRPr lang="en-US" sz="1300" dirty="0">
              <a:solidFill>
                <a:schemeClr val="tx1"/>
              </a:solidFill>
            </a:endParaRPr>
          </a:p>
        </p:txBody>
      </p:sp>
      <p:cxnSp>
        <p:nvCxnSpPr>
          <p:cNvPr id="29" name="Straight Arrow Connector 28"/>
          <p:cNvCxnSpPr>
            <a:stCxn id="27" idx="1"/>
            <a:endCxn id="26" idx="3"/>
          </p:cNvCxnSpPr>
          <p:nvPr/>
        </p:nvCxnSpPr>
        <p:spPr>
          <a:xfrm flipH="1">
            <a:off x="2613660" y="5039027"/>
            <a:ext cx="1470660" cy="0"/>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8" idx="1"/>
            <a:endCxn id="27" idx="3"/>
          </p:cNvCxnSpPr>
          <p:nvPr/>
        </p:nvCxnSpPr>
        <p:spPr>
          <a:xfrm flipH="1">
            <a:off x="6012180" y="5032332"/>
            <a:ext cx="1467802" cy="6695"/>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1538" name="TextBox 321537"/>
          <p:cNvSpPr txBox="1"/>
          <p:nvPr/>
        </p:nvSpPr>
        <p:spPr>
          <a:xfrm>
            <a:off x="971550"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Our Goal</a:t>
            </a:r>
            <a:endParaRPr lang="en-US" sz="1400" dirty="0">
              <a:latin typeface="Arial" panose="020B0604020202020204" pitchFamily="34" charset="0"/>
              <a:cs typeface="Arial" panose="020B0604020202020204" pitchFamily="34" charset="0"/>
            </a:endParaRPr>
          </a:p>
        </p:txBody>
      </p:sp>
      <p:sp>
        <p:nvSpPr>
          <p:cNvPr id="35" name="TextBox 34"/>
          <p:cNvSpPr txBox="1"/>
          <p:nvPr/>
        </p:nvSpPr>
        <p:spPr>
          <a:xfrm>
            <a:off x="4333875"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Key</a:t>
            </a:r>
            <a:endParaRPr lang="en-US" sz="1400" dirty="0">
              <a:latin typeface="Arial" panose="020B0604020202020204" pitchFamily="34" charset="0"/>
              <a:cs typeface="Arial" panose="020B0604020202020204" pitchFamily="34" charset="0"/>
            </a:endParaRPr>
          </a:p>
        </p:txBody>
      </p:sp>
      <p:sp>
        <p:nvSpPr>
          <p:cNvPr id="36" name="TextBox 35"/>
          <p:cNvSpPr txBox="1"/>
          <p:nvPr/>
        </p:nvSpPr>
        <p:spPr>
          <a:xfrm>
            <a:off x="7729537" y="4629150"/>
            <a:ext cx="1428750" cy="307777"/>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Foundation</a:t>
            </a:r>
            <a:endParaRPr lang="en-US" sz="1400" dirty="0">
              <a:latin typeface="Arial" panose="020B0604020202020204" pitchFamily="34" charset="0"/>
              <a:cs typeface="Arial" panose="020B0604020202020204" pitchFamily="34" charset="0"/>
            </a:endParaRPr>
          </a:p>
        </p:txBody>
      </p:sp>
      <p:cxnSp>
        <p:nvCxnSpPr>
          <p:cNvPr id="37" name="Curved Connector 36"/>
          <p:cNvCxnSpPr>
            <a:stCxn id="28" idx="2"/>
            <a:endCxn id="26" idx="2"/>
          </p:cNvCxnSpPr>
          <p:nvPr/>
        </p:nvCxnSpPr>
        <p:spPr>
          <a:xfrm rot="5400000">
            <a:off x="5039627" y="1786142"/>
            <a:ext cx="14389" cy="6794182"/>
          </a:xfrm>
          <a:prstGeom prst="curvedConnector3">
            <a:avLst>
              <a:gd name="adj1" fmla="val 2880249"/>
            </a:avLst>
          </a:prstGeom>
          <a:ln w="57150">
            <a:solidFill>
              <a:schemeClr val="accent1">
                <a:lumMod val="40000"/>
                <a:lumOff val="60000"/>
              </a:schemeClr>
            </a:solidFill>
            <a:headEnd type="stealth"/>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9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a:latin typeface="Arial" panose="020B0604020202020204" pitchFamily="34" charset="0"/>
                <a:cs typeface="Arial" panose="020B0604020202020204" pitchFamily="34" charset="0"/>
              </a:rPr>
              <a:t>What is Prepayment Model</a:t>
            </a:r>
            <a:endParaRPr lang="en-US" sz="1200" b="0" dirty="0">
              <a:latin typeface="Arial" panose="020B0604020202020204" pitchFamily="34" charset="0"/>
              <a:cs typeface="Arial" panose="020B0604020202020204" pitchFamily="34" charset="0"/>
            </a:endParaRPr>
          </a:p>
        </p:txBody>
      </p:sp>
      <p:sp>
        <p:nvSpPr>
          <p:cNvPr id="2" name="TextBox 1"/>
          <p:cNvSpPr txBox="1"/>
          <p:nvPr/>
        </p:nvSpPr>
        <p:spPr>
          <a:xfrm>
            <a:off x="1019174" y="1554445"/>
            <a:ext cx="7953375"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prepayment model is a model to describe and predict the homeowners’ prepayment behavior. </a:t>
            </a:r>
            <a:endParaRPr lang="en-US" sz="1400" dirty="0" smtClean="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We analyze the four kinds of prepayment separately and then combine their influence together. </a:t>
            </a:r>
          </a:p>
        </p:txBody>
      </p:sp>
      <p:sp>
        <p:nvSpPr>
          <p:cNvPr id="3" name="Oval 2"/>
          <p:cNvSpPr/>
          <p:nvPr/>
        </p:nvSpPr>
        <p:spPr>
          <a:xfrm>
            <a:off x="1295400" y="2341244"/>
            <a:ext cx="1463040" cy="146304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smtClean="0">
                <a:latin typeface="Arial" panose="020B0604020202020204" pitchFamily="34" charset="0"/>
                <a:cs typeface="Arial" panose="020B0604020202020204" pitchFamily="34" charset="0"/>
              </a:rPr>
              <a:t>Prepayment</a:t>
            </a:r>
          </a:p>
          <a:p>
            <a:pPr algn="ctr"/>
            <a:r>
              <a:rPr lang="en-US" sz="1200" dirty="0">
                <a:latin typeface="Arial" panose="020B0604020202020204" pitchFamily="34" charset="0"/>
                <a:cs typeface="Arial" panose="020B0604020202020204" pitchFamily="34" charset="0"/>
              </a:rPr>
              <a:t>A</a:t>
            </a:r>
            <a:r>
              <a:rPr lang="en-US" sz="1200" dirty="0" smtClean="0">
                <a:latin typeface="Arial" panose="020B0604020202020204" pitchFamily="34" charset="0"/>
                <a:cs typeface="Arial" panose="020B0604020202020204" pitchFamily="34" charset="0"/>
              </a:rPr>
              <a:t>ctivities</a:t>
            </a:r>
            <a:endParaRPr lang="en-US" sz="1200" dirty="0">
              <a:latin typeface="Arial" panose="020B0604020202020204" pitchFamily="34" charset="0"/>
              <a:cs typeface="Arial" panose="020B0604020202020204" pitchFamily="34" charset="0"/>
            </a:endParaRPr>
          </a:p>
        </p:txBody>
      </p:sp>
      <p:graphicFrame>
        <p:nvGraphicFramePr>
          <p:cNvPr id="5" name="Chart 4"/>
          <p:cNvGraphicFramePr/>
          <p:nvPr>
            <p:extLst>
              <p:ext uri="{D42A27DB-BD31-4B8C-83A1-F6EECF244321}">
                <p14:modId xmlns:p14="http://schemas.microsoft.com/office/powerpoint/2010/main" val="1768010685"/>
              </p:ext>
            </p:extLst>
          </p:nvPr>
        </p:nvGraphicFramePr>
        <p:xfrm>
          <a:off x="4103489" y="1816055"/>
          <a:ext cx="1897261" cy="2513419"/>
        </p:xfrm>
        <a:graphic>
          <a:graphicData uri="http://schemas.openxmlformats.org/drawingml/2006/chart">
            <c:chart xmlns:c="http://schemas.openxmlformats.org/drawingml/2006/chart" xmlns:r="http://schemas.openxmlformats.org/officeDocument/2006/relationships" r:id="rId5"/>
          </a:graphicData>
        </a:graphic>
      </p:graphicFrame>
      <p:sp>
        <p:nvSpPr>
          <p:cNvPr id="6" name="Oval 5"/>
          <p:cNvSpPr/>
          <p:nvPr/>
        </p:nvSpPr>
        <p:spPr>
          <a:xfrm>
            <a:off x="7115175" y="2341244"/>
            <a:ext cx="1463040" cy="1463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latin typeface="Arial" panose="020B0604020202020204" pitchFamily="34" charset="0"/>
                <a:cs typeface="Arial" panose="020B0604020202020204" pitchFamily="34" charset="0"/>
              </a:rPr>
              <a:t>Quantitative Prepayment Speed</a:t>
            </a:r>
            <a:endParaRPr lang="en-US" sz="1200" dirty="0">
              <a:latin typeface="Arial" panose="020B0604020202020204" pitchFamily="34" charset="0"/>
              <a:cs typeface="Arial" panose="020B0604020202020204" pitchFamily="34" charset="0"/>
            </a:endParaRPr>
          </a:p>
        </p:txBody>
      </p:sp>
      <p:sp>
        <p:nvSpPr>
          <p:cNvPr id="7" name="AutoShape 12"/>
          <p:cNvSpPr>
            <a:spLocks noChangeArrowheads="1"/>
          </p:cNvSpPr>
          <p:nvPr>
            <p:custDataLst>
              <p:tags r:id="rId1"/>
            </p:custDataLst>
          </p:nvPr>
        </p:nvSpPr>
        <p:spPr bwMode="auto">
          <a:xfrm>
            <a:off x="3278124" y="264652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panose="020B0604020202020204" pitchFamily="34" charset="0"/>
              <a:ea typeface="Arial Unicode MS" pitchFamily="34" charset="-122"/>
              <a:cs typeface="Arial" panose="020B0604020202020204" pitchFamily="34" charset="0"/>
            </a:endParaRPr>
          </a:p>
        </p:txBody>
      </p:sp>
      <p:sp>
        <p:nvSpPr>
          <p:cNvPr id="8" name="AutoShape 12"/>
          <p:cNvSpPr>
            <a:spLocks noChangeArrowheads="1"/>
          </p:cNvSpPr>
          <p:nvPr>
            <p:custDataLst>
              <p:tags r:id="rId2"/>
            </p:custDataLst>
          </p:nvPr>
        </p:nvSpPr>
        <p:spPr bwMode="auto">
          <a:xfrm>
            <a:off x="6478524" y="264652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panose="020B0604020202020204" pitchFamily="34" charset="0"/>
              <a:ea typeface="Arial Unicode MS" pitchFamily="34" charset="-122"/>
              <a:cs typeface="Arial" panose="020B0604020202020204" pitchFamily="34" charset="0"/>
            </a:endParaRPr>
          </a:p>
        </p:txBody>
      </p:sp>
      <p:graphicFrame>
        <p:nvGraphicFramePr>
          <p:cNvPr id="9" name="Chart 8"/>
          <p:cNvGraphicFramePr/>
          <p:nvPr>
            <p:extLst>
              <p:ext uri="{D42A27DB-BD31-4B8C-83A1-F6EECF244321}">
                <p14:modId xmlns:p14="http://schemas.microsoft.com/office/powerpoint/2010/main" val="2428156114"/>
              </p:ext>
            </p:extLst>
          </p:nvPr>
        </p:nvGraphicFramePr>
        <p:xfrm>
          <a:off x="5581650" y="4548549"/>
          <a:ext cx="3976687" cy="2576151"/>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p:cNvSpPr txBox="1"/>
          <p:nvPr/>
        </p:nvSpPr>
        <p:spPr>
          <a:xfrm>
            <a:off x="923925" y="4695319"/>
            <a:ext cx="4181475" cy="1600438"/>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Use </a:t>
            </a:r>
            <a:r>
              <a:rPr lang="en-US" sz="1400" dirty="0">
                <a:latin typeface="Arial" panose="020B0604020202020204" pitchFamily="34" charset="0"/>
                <a:cs typeface="Arial" panose="020B0604020202020204" pitchFamily="34" charset="0"/>
              </a:rPr>
              <a:t>rates like SMM, CPR and PSA rate to describe the prepayment speed</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SMM </a:t>
            </a:r>
            <a:r>
              <a:rPr lang="en-US" sz="1400" dirty="0">
                <a:latin typeface="Arial" panose="020B0604020202020204" pitchFamily="34" charset="0"/>
                <a:cs typeface="Arial" panose="020B0604020202020204" pitchFamily="34" charset="0"/>
              </a:rPr>
              <a:t>converts the dollar amount into prepayment rate per dollar. </a:t>
            </a:r>
            <a:endParaRPr lang="en-US"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CPR </a:t>
            </a:r>
            <a:r>
              <a:rPr lang="en-US" sz="1400" dirty="0">
                <a:latin typeface="Arial" panose="020B0604020202020204" pitchFamily="34" charset="0"/>
                <a:cs typeface="Arial" panose="020B0604020202020204" pitchFamily="34" charset="0"/>
              </a:rPr>
              <a:t>is the corresponded annual value</a:t>
            </a:r>
            <a:r>
              <a:rPr lang="en-US" sz="1400"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PSA </a:t>
            </a:r>
            <a:r>
              <a:rPr lang="en-US" sz="1400" dirty="0">
                <a:latin typeface="Arial" panose="020B0604020202020204" pitchFamily="34" charset="0"/>
                <a:cs typeface="Arial" panose="020B0604020202020204" pitchFamily="34" charset="0"/>
              </a:rPr>
              <a:t>uses a benchmark prepayment curve</a:t>
            </a:r>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cxnSp>
        <p:nvCxnSpPr>
          <p:cNvPr id="11" name="Straight Connector 10"/>
          <p:cNvCxnSpPr/>
          <p:nvPr/>
        </p:nvCxnSpPr>
        <p:spPr>
          <a:xfrm>
            <a:off x="1181100" y="4192488"/>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278124" y="4038600"/>
            <a:ext cx="3329781"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Measuring Prepayment Rates</a:t>
            </a:r>
            <a:endParaRPr lang="en-US" sz="1600" dirty="0">
              <a:latin typeface="Arial" panose="020B0604020202020204" pitchFamily="34" charset="0"/>
              <a:cs typeface="Arial" panose="020B0604020202020204" pitchFamily="34" charset="0"/>
            </a:endParaRPr>
          </a:p>
        </p:txBody>
      </p:sp>
      <p:cxnSp>
        <p:nvCxnSpPr>
          <p:cNvPr id="14" name="Straight Connector 13"/>
          <p:cNvCxnSpPr/>
          <p:nvPr/>
        </p:nvCxnSpPr>
        <p:spPr>
          <a:xfrm>
            <a:off x="1051719" y="1310456"/>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09689" y="1156568"/>
            <a:ext cx="3913584"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Prepayment Model with Sub-components</a:t>
            </a:r>
            <a:endParaRPr lang="en-US" sz="1600" dirty="0">
              <a:latin typeface="Arial" panose="020B0604020202020204" pitchFamily="34" charset="0"/>
              <a:cs typeface="Arial" panose="020B0604020202020204" pitchFamily="34" charset="0"/>
            </a:endParaRPr>
          </a:p>
        </p:txBody>
      </p:sp>
      <p:sp>
        <p:nvSpPr>
          <p:cNvPr id="13" name="TextBox 12"/>
          <p:cNvSpPr txBox="1"/>
          <p:nvPr/>
        </p:nvSpPr>
        <p:spPr>
          <a:xfrm>
            <a:off x="5105400" y="2510038"/>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Curtail</a:t>
            </a:r>
            <a:endParaRPr lang="en-US" sz="1050" dirty="0">
              <a:solidFill>
                <a:schemeClr val="bg1"/>
              </a:solidFill>
              <a:latin typeface="Arial" panose="020B0604020202020204" pitchFamily="34" charset="0"/>
              <a:cs typeface="Arial" panose="020B0604020202020204" pitchFamily="34" charset="0"/>
            </a:endParaRPr>
          </a:p>
        </p:txBody>
      </p:sp>
      <p:sp>
        <p:nvSpPr>
          <p:cNvPr id="17" name="TextBox 16"/>
          <p:cNvSpPr txBox="1"/>
          <p:nvPr/>
        </p:nvSpPr>
        <p:spPr>
          <a:xfrm>
            <a:off x="5105400" y="3245092"/>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Default</a:t>
            </a:r>
            <a:endParaRPr lang="en-US" sz="1050" dirty="0">
              <a:solidFill>
                <a:schemeClr val="bg1"/>
              </a:solidFill>
              <a:latin typeface="Arial" panose="020B0604020202020204" pitchFamily="34" charset="0"/>
              <a:cs typeface="Arial" panose="020B0604020202020204" pitchFamily="34" charset="0"/>
            </a:endParaRPr>
          </a:p>
        </p:txBody>
      </p:sp>
      <p:sp>
        <p:nvSpPr>
          <p:cNvPr id="18" name="TextBox 17"/>
          <p:cNvSpPr txBox="1"/>
          <p:nvPr/>
        </p:nvSpPr>
        <p:spPr>
          <a:xfrm>
            <a:off x="4314824" y="2510038"/>
            <a:ext cx="981076"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Refinancing</a:t>
            </a:r>
            <a:endParaRPr lang="en-US" sz="1050" dirty="0">
              <a:solidFill>
                <a:schemeClr val="bg1"/>
              </a:solidFill>
              <a:latin typeface="Arial" panose="020B0604020202020204" pitchFamily="34" charset="0"/>
              <a:cs typeface="Arial" panose="020B0604020202020204" pitchFamily="34" charset="0"/>
            </a:endParaRPr>
          </a:p>
        </p:txBody>
      </p:sp>
      <p:sp>
        <p:nvSpPr>
          <p:cNvPr id="19" name="TextBox 18"/>
          <p:cNvSpPr txBox="1"/>
          <p:nvPr/>
        </p:nvSpPr>
        <p:spPr>
          <a:xfrm>
            <a:off x="4314824" y="3245092"/>
            <a:ext cx="790575" cy="253916"/>
          </a:xfrm>
          <a:prstGeom prst="rect">
            <a:avLst/>
          </a:prstGeom>
          <a:noFill/>
        </p:spPr>
        <p:txBody>
          <a:bodyPr wrap="square" rtlCol="0">
            <a:spAutoFit/>
          </a:bodyPr>
          <a:lstStyle/>
          <a:p>
            <a:r>
              <a:rPr lang="en-US" sz="1050" dirty="0" smtClean="0">
                <a:solidFill>
                  <a:schemeClr val="bg1"/>
                </a:solidFill>
                <a:latin typeface="Arial" panose="020B0604020202020204" pitchFamily="34" charset="0"/>
                <a:cs typeface="Arial" panose="020B0604020202020204" pitchFamily="34" charset="0"/>
              </a:rPr>
              <a:t>Turnover</a:t>
            </a:r>
            <a:endParaRPr lang="en-US" sz="1050" dirty="0">
              <a:solidFill>
                <a:schemeClr val="bg1"/>
              </a:solidFill>
              <a:latin typeface="Arial" panose="020B0604020202020204" pitchFamily="34" charset="0"/>
              <a:cs typeface="Arial" panose="020B0604020202020204" pitchFamily="34" charset="0"/>
            </a:endParaRPr>
          </a:p>
        </p:txBody>
      </p:sp>
      <p:sp>
        <p:nvSpPr>
          <p:cNvPr id="16" name="TextBox 15"/>
          <p:cNvSpPr txBox="1"/>
          <p:nvPr/>
        </p:nvSpPr>
        <p:spPr>
          <a:xfrm>
            <a:off x="1838325" y="3306863"/>
            <a:ext cx="428625" cy="400110"/>
          </a:xfrm>
          <a:prstGeom prst="rect">
            <a:avLst/>
          </a:prstGeom>
          <a:noFill/>
        </p:spPr>
        <p:txBody>
          <a:bodyPr wrap="square" rtlCol="0">
            <a:spAutoFit/>
          </a:bodyPr>
          <a:lstStyle/>
          <a:p>
            <a:pPr algn="ctr"/>
            <a:r>
              <a:rPr lang="en-US" sz="2000" b="1" dirty="0" smtClean="0">
                <a:solidFill>
                  <a:schemeClr val="bg1"/>
                </a:solidFill>
                <a:latin typeface="Arial" panose="020B0604020202020204" pitchFamily="34" charset="0"/>
                <a:cs typeface="Arial" panose="020B0604020202020204" pitchFamily="34" charset="0"/>
              </a:rPr>
              <a:t>?</a:t>
            </a:r>
            <a:endParaRPr lang="en-US" sz="2000" b="1" dirty="0">
              <a:solidFill>
                <a:schemeClr val="bg1"/>
              </a:solidFill>
              <a:latin typeface="Arial" panose="020B0604020202020204" pitchFamily="34" charset="0"/>
              <a:cs typeface="Arial" panose="020B0604020202020204" pitchFamily="34" charset="0"/>
            </a:endParaRPr>
          </a:p>
        </p:txBody>
      </p:sp>
      <p:sp>
        <p:nvSpPr>
          <p:cNvPr id="21" name="Text Box 4"/>
          <p:cNvSpPr txBox="1">
            <a:spLocks noChangeArrowheads="1"/>
          </p:cNvSpPr>
          <p:nvPr>
            <p:custDataLst>
              <p:tags r:id="rId3"/>
            </p:custDataLst>
          </p:nvPr>
        </p:nvSpPr>
        <p:spPr bwMode="auto">
          <a:xfrm flipH="1">
            <a:off x="7681357" y="3306863"/>
            <a:ext cx="330675" cy="492443"/>
          </a:xfrm>
          <a:prstGeom prst="rect">
            <a:avLst/>
          </a:prstGeom>
          <a:noFill/>
          <a:ln w="6350" algn="ctr">
            <a:noFill/>
            <a:miter lim="800000"/>
            <a:headEnd/>
            <a:tailEnd/>
          </a:ln>
        </p:spPr>
        <p:txBody>
          <a:bodyPr wrap="square" lIns="0" tIns="0" rIns="0" bIns="0">
            <a:spAutoFit/>
          </a:bodyPr>
          <a:lstStyle/>
          <a:p>
            <a:r>
              <a:rPr lang="en-US" altLang="ja-JP" sz="3200" dirty="0">
                <a:solidFill>
                  <a:schemeClr val="bg1"/>
                </a:solidFill>
                <a:latin typeface="Arial" panose="020B0604020202020204" pitchFamily="34" charset="0"/>
                <a:ea typeface="Arial Unicode MS" pitchFamily="34" charset="-122"/>
                <a:cs typeface="Arial" panose="020B0604020202020204" pitchFamily="34" charset="0"/>
                <a:sym typeface="Wingdings" pitchFamily="2" charset="2"/>
              </a:rPr>
              <a:t></a:t>
            </a:r>
            <a:endParaRPr lang="en-US" sz="3200" dirty="0">
              <a:solidFill>
                <a:schemeClr val="bg1"/>
              </a:solidFill>
              <a:latin typeface="Arial" panose="020B0604020202020204" pitchFamily="34" charset="0"/>
              <a:ea typeface="Arial Unicode MS" pitchFamily="34" charset="-122"/>
              <a:cs typeface="Arial" panose="020B0604020202020204" pitchFamily="34" charset="0"/>
              <a:sym typeface="Wingdings" pitchFamily="2" charset="2"/>
            </a:endParaRPr>
          </a:p>
        </p:txBody>
      </p:sp>
    </p:spTree>
    <p:extLst>
      <p:ext uri="{BB962C8B-B14F-4D97-AF65-F5344CB8AC3E}">
        <p14:creationId xmlns:p14="http://schemas.microsoft.com/office/powerpoint/2010/main" val="9969286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latin typeface="Arial" panose="020B0604020202020204" pitchFamily="34" charset="0"/>
                <a:cs typeface="Arial" panose="020B0604020202020204" pitchFamily="34" charset="0"/>
              </a:rPr>
              <a:t>Inputs of prepayment </a:t>
            </a:r>
            <a:r>
              <a:rPr lang="en-US" dirty="0">
                <a:latin typeface="Arial" panose="020B0604020202020204" pitchFamily="34" charset="0"/>
                <a:cs typeface="Arial" panose="020B0604020202020204" pitchFamily="34" charset="0"/>
              </a:rPr>
              <a:t>model</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4" name="Rectangle 33"/>
          <p:cNvSpPr/>
          <p:nvPr/>
        </p:nvSpPr>
        <p:spPr>
          <a:xfrm>
            <a:off x="657225" y="1743075"/>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Borrower Characteristics </a:t>
            </a:r>
          </a:p>
        </p:txBody>
      </p:sp>
      <p:sp>
        <p:nvSpPr>
          <p:cNvPr id="35" name="Rectangle 34"/>
          <p:cNvSpPr/>
          <p:nvPr/>
        </p:nvSpPr>
        <p:spPr>
          <a:xfrm>
            <a:off x="657225" y="2543175"/>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Arial" panose="020B0604020202020204" pitchFamily="34" charset="0"/>
                <a:cs typeface="Arial" panose="020B0604020202020204" pitchFamily="34" charset="0"/>
              </a:rPr>
              <a:t>Loan Characteristics </a:t>
            </a:r>
          </a:p>
        </p:txBody>
      </p:sp>
      <p:sp>
        <p:nvSpPr>
          <p:cNvPr id="36" name="Rectangle 35"/>
          <p:cNvSpPr/>
          <p:nvPr/>
        </p:nvSpPr>
        <p:spPr>
          <a:xfrm>
            <a:off x="657225" y="3752850"/>
            <a:ext cx="12287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100" b="1" dirty="0" smtClean="0">
                <a:latin typeface="Arial" panose="020B0604020202020204" pitchFamily="34" charset="0"/>
                <a:cs typeface="Arial" panose="020B0604020202020204" pitchFamily="34" charset="0"/>
              </a:rPr>
              <a:t>Macro Economic </a:t>
            </a:r>
            <a:r>
              <a:rPr lang="en-US" sz="1100" b="1" dirty="0">
                <a:latin typeface="Arial" panose="020B0604020202020204" pitchFamily="34" charset="0"/>
                <a:cs typeface="Arial" panose="020B0604020202020204" pitchFamily="34" charset="0"/>
              </a:rPr>
              <a:t>Variable</a:t>
            </a:r>
          </a:p>
        </p:txBody>
      </p:sp>
      <p:graphicFrame>
        <p:nvGraphicFramePr>
          <p:cNvPr id="38" name="Table 37"/>
          <p:cNvGraphicFramePr>
            <a:graphicFrameLocks noGrp="1"/>
          </p:cNvGraphicFramePr>
          <p:nvPr>
            <p:extLst>
              <p:ext uri="{D42A27DB-BD31-4B8C-83A1-F6EECF244321}">
                <p14:modId xmlns:p14="http://schemas.microsoft.com/office/powerpoint/2010/main" val="4247964376"/>
              </p:ext>
            </p:extLst>
          </p:nvPr>
        </p:nvGraphicFramePr>
        <p:xfrm>
          <a:off x="2271395" y="1743075"/>
          <a:ext cx="4272280" cy="391414"/>
        </p:xfrm>
        <a:graphic>
          <a:graphicData uri="http://schemas.openxmlformats.org/drawingml/2006/table">
            <a:tbl>
              <a:tblPr firstRow="1" firstCol="1" bandRow="1">
                <a:tableStyleId>{5940675A-B579-460E-94D1-54222C63F5DA}</a:tableStyleId>
              </a:tblPr>
              <a:tblGrid>
                <a:gridCol w="1119505"/>
                <a:gridCol w="857250"/>
                <a:gridCol w="2295525"/>
              </a:tblGrid>
              <a:tr h="0">
                <a:tc>
                  <a:txBody>
                    <a:bodyPr/>
                    <a:lstStyle/>
                    <a:p>
                      <a:pPr marL="0" marR="0" algn="ctr">
                        <a:lnSpc>
                          <a:spcPct val="107000"/>
                        </a:lnSpc>
                        <a:spcBef>
                          <a:spcPts val="0"/>
                        </a:spcBef>
                        <a:spcAft>
                          <a:spcPts val="0"/>
                        </a:spcAft>
                      </a:pPr>
                      <a:r>
                        <a:rPr lang="en-US" sz="1200" b="0" dirty="0" smtClean="0">
                          <a:solidFill>
                            <a:schemeClr val="bg1"/>
                          </a:solidFill>
                        </a:rPr>
                        <a:t>Factor</a:t>
                      </a:r>
                      <a:endParaRPr lang="en-US" sz="1200" b="0" dirty="0">
                        <a:solidFill>
                          <a:schemeClr val="bg1"/>
                        </a:solidFill>
                      </a:endParaRPr>
                    </a:p>
                  </a:txBody>
                  <a:tcPr marL="68580" marR="68580" marT="0" marB="0">
                    <a:solidFill>
                      <a:schemeClr val="accent1"/>
                    </a:solidFill>
                  </a:tcPr>
                </a:tc>
                <a:tc>
                  <a:txBody>
                    <a:bodyPr/>
                    <a:lstStyle/>
                    <a:p>
                      <a:pPr marL="0" marR="0" algn="ctr">
                        <a:lnSpc>
                          <a:spcPct val="107000"/>
                        </a:lnSpc>
                        <a:spcBef>
                          <a:spcPts val="0"/>
                        </a:spcBef>
                        <a:spcAft>
                          <a:spcPts val="0"/>
                        </a:spcAft>
                      </a:pPr>
                      <a:r>
                        <a:rPr lang="en-US" sz="1200" b="0" dirty="0" smtClean="0">
                          <a:solidFill>
                            <a:schemeClr val="bg1"/>
                          </a:solidFill>
                        </a:rPr>
                        <a:t>Input name</a:t>
                      </a:r>
                      <a:endParaRPr lang="en-US" sz="1200" b="0" dirty="0">
                        <a:solidFill>
                          <a:schemeClr val="bg1"/>
                        </a:solidFill>
                      </a:endParaRPr>
                    </a:p>
                  </a:txBody>
                  <a:tcPr marL="68580" marR="68580" marT="0" marB="0">
                    <a:solidFill>
                      <a:schemeClr val="accent1"/>
                    </a:solidFill>
                  </a:tcPr>
                </a:tc>
                <a:tc>
                  <a:txBody>
                    <a:bodyPr/>
                    <a:lstStyle/>
                    <a:p>
                      <a:pPr marL="0" marR="0" algn="ctr">
                        <a:lnSpc>
                          <a:spcPct val="107000"/>
                        </a:lnSpc>
                        <a:spcBef>
                          <a:spcPts val="0"/>
                        </a:spcBef>
                        <a:spcAft>
                          <a:spcPts val="0"/>
                        </a:spcAft>
                      </a:pPr>
                      <a:r>
                        <a:rPr lang="en-US" sz="1200" b="0" dirty="0" smtClean="0">
                          <a:solidFill>
                            <a:schemeClr val="bg1"/>
                          </a:solidFill>
                        </a:rPr>
                        <a:t>Comments</a:t>
                      </a:r>
                      <a:endParaRPr lang="en-US" sz="1200" b="0" dirty="0">
                        <a:solidFill>
                          <a:schemeClr val="bg1"/>
                        </a:solidFill>
                      </a:endParaRPr>
                    </a:p>
                  </a:txBody>
                  <a:tcPr marL="68580" marR="68580" marT="0" marB="0">
                    <a:solidFill>
                      <a:schemeClr val="accent1"/>
                    </a:solidFill>
                  </a:tcPr>
                </a:tc>
              </a:tr>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dirty="0" smtClean="0"/>
                        <a:t>Credit Score</a:t>
                      </a:r>
                      <a:endParaRPr lang="en-US" sz="1200" b="0" dirty="0" smtClean="0"/>
                    </a:p>
                  </a:txBody>
                  <a:tcPr marL="68580" marR="68580" marT="0" marB="0">
                    <a:solidFill>
                      <a:schemeClr val="accent2">
                        <a:lumMod val="20000"/>
                        <a:lumOff val="80000"/>
                      </a:schemeClr>
                    </a:solidFill>
                  </a:tcPr>
                </a:tc>
                <a:tc>
                  <a:txBody>
                    <a:bodyPr/>
                    <a:lstStyle/>
                    <a:p>
                      <a:pPr marL="0" marR="0">
                        <a:lnSpc>
                          <a:spcPct val="107000"/>
                        </a:lnSpc>
                        <a:spcBef>
                          <a:spcPts val="0"/>
                        </a:spcBef>
                        <a:spcAft>
                          <a:spcPts val="0"/>
                        </a:spcAft>
                      </a:pPr>
                      <a:r>
                        <a:rPr lang="en-US" sz="1200" dirty="0"/>
                        <a:t>FICO</a:t>
                      </a:r>
                      <a:endParaRPr lang="en-US" sz="1200" b="0" dirty="0"/>
                    </a:p>
                  </a:txBody>
                  <a:tcPr marL="68580" marR="68580" marT="0" marB="0">
                    <a:solidFill>
                      <a:schemeClr val="accent2">
                        <a:lumMod val="20000"/>
                        <a:lumOff val="80000"/>
                      </a:schemeClr>
                    </a:solidFill>
                  </a:tcPr>
                </a:tc>
                <a:tc>
                  <a:txBody>
                    <a:bodyPr/>
                    <a:lstStyle/>
                    <a:p>
                      <a:pPr marL="0" marR="0">
                        <a:lnSpc>
                          <a:spcPct val="107000"/>
                        </a:lnSpc>
                        <a:spcBef>
                          <a:spcPts val="0"/>
                        </a:spcBef>
                        <a:spcAft>
                          <a:spcPts val="0"/>
                        </a:spcAft>
                      </a:pPr>
                      <a:r>
                        <a:rPr lang="en-US" sz="1200" dirty="0"/>
                        <a:t>Credit Scoring</a:t>
                      </a:r>
                      <a:endParaRPr lang="en-US" sz="1200" b="0" dirty="0"/>
                    </a:p>
                  </a:txBody>
                  <a:tcPr marL="68580" marR="68580" marT="0" marB="0">
                    <a:solidFill>
                      <a:schemeClr val="accent2">
                        <a:lumMod val="20000"/>
                        <a:lumOff val="80000"/>
                      </a:schemeClr>
                    </a:solidFill>
                  </a:tcPr>
                </a:tc>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2013396279"/>
              </p:ext>
            </p:extLst>
          </p:nvPr>
        </p:nvGraphicFramePr>
        <p:xfrm>
          <a:off x="2271395" y="2543175"/>
          <a:ext cx="4272279" cy="978535"/>
        </p:xfrm>
        <a:graphic>
          <a:graphicData uri="http://schemas.openxmlformats.org/drawingml/2006/table">
            <a:tbl>
              <a:tblPr firstRow="1" firstCol="1" bandRow="1">
                <a:tableStyleId>{5940675A-B579-460E-94D1-54222C63F5DA}</a:tableStyleId>
              </a:tblPr>
              <a:tblGrid>
                <a:gridCol w="1109980"/>
                <a:gridCol w="857250"/>
                <a:gridCol w="2305049"/>
              </a:tblGrid>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solidFill>
                            <a:schemeClr val="tx1"/>
                          </a:solidFill>
                          <a:latin typeface="+mn-lt"/>
                          <a:ea typeface="+mn-ea"/>
                          <a:cs typeface="+mn-cs"/>
                        </a:rPr>
                        <a:t>Loan Size</a:t>
                      </a: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solidFill>
                            <a:schemeClr val="tx1"/>
                          </a:solidFill>
                          <a:latin typeface="+mn-lt"/>
                          <a:ea typeface="+mn-ea"/>
                          <a:cs typeface="+mn-cs"/>
                        </a:rPr>
                        <a:t>ACLS</a:t>
                      </a: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solidFill>
                            <a:schemeClr val="tx1"/>
                          </a:solidFill>
                          <a:latin typeface="+mn-lt"/>
                          <a:ea typeface="+mn-ea"/>
                          <a:cs typeface="+mn-cs"/>
                        </a:rPr>
                        <a:t>Average Loan Size</a:t>
                      </a:r>
                      <a:endParaRPr lang="en-US" sz="1200" kern="1200" dirty="0">
                        <a:solidFill>
                          <a:schemeClr val="tx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Loan Rate</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WAC</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Weighted Average </a:t>
                      </a:r>
                      <a:r>
                        <a:rPr lang="en-US" sz="1200" kern="1200" dirty="0" smtClean="0"/>
                        <a:t>Coupon</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Loan Age</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a:t>WALA</a:t>
                      </a:r>
                      <a:endParaRPr lang="en-US" sz="1200" b="0" kern="120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Seasoning</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Loan Equity</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a:t>LTV</a:t>
                      </a:r>
                      <a:endParaRPr lang="en-US" sz="1200" b="0" kern="120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Loan to Value </a:t>
                      </a:r>
                      <a:r>
                        <a:rPr lang="en-US" sz="1200" kern="1200" dirty="0" smtClean="0"/>
                        <a:t>Ratio</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algn="l" defTabSz="1018472" rtl="0" eaLnBrk="1" latinLnBrk="0" hangingPunct="1">
                        <a:lnSpc>
                          <a:spcPct val="107000"/>
                        </a:lnSpc>
                        <a:spcBef>
                          <a:spcPts val="0"/>
                        </a:spcBef>
                        <a:spcAft>
                          <a:spcPts val="0"/>
                        </a:spcAft>
                      </a:pPr>
                      <a:r>
                        <a:rPr lang="en-US" sz="1200" kern="1200" dirty="0" smtClean="0"/>
                        <a:t>Pool Factor</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Burnout</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Current to Original Balance Ratio </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bl>
          </a:graphicData>
        </a:graphic>
      </p:graphicFrame>
      <p:graphicFrame>
        <p:nvGraphicFramePr>
          <p:cNvPr id="41" name="Table 40"/>
          <p:cNvGraphicFramePr>
            <a:graphicFrameLocks noGrp="1"/>
          </p:cNvGraphicFramePr>
          <p:nvPr>
            <p:extLst>
              <p:ext uri="{D42A27DB-BD31-4B8C-83A1-F6EECF244321}">
                <p14:modId xmlns:p14="http://schemas.microsoft.com/office/powerpoint/2010/main" val="1907716721"/>
              </p:ext>
            </p:extLst>
          </p:nvPr>
        </p:nvGraphicFramePr>
        <p:xfrm>
          <a:off x="2271395" y="3772154"/>
          <a:ext cx="4272280" cy="578485"/>
        </p:xfrm>
        <a:graphic>
          <a:graphicData uri="http://schemas.openxmlformats.org/drawingml/2006/table">
            <a:tbl>
              <a:tblPr firstRow="1" firstCol="1" bandRow="1">
                <a:tableStyleId>{5940675A-B579-460E-94D1-54222C63F5DA}</a:tableStyleId>
              </a:tblPr>
              <a:tblGrid>
                <a:gridCol w="1109980"/>
                <a:gridCol w="885825"/>
                <a:gridCol w="2276475"/>
              </a:tblGrid>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t>Housing </a:t>
                      </a:r>
                      <a:r>
                        <a:rPr lang="en-US" sz="1200" kern="1200" dirty="0" err="1" smtClean="0"/>
                        <a:t>Mkt</a:t>
                      </a:r>
                      <a:endParaRPr lang="en-US" sz="1200" b="0" kern="1200" dirty="0" smtClean="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HPA</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Home Price Appreciation</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t>Mortgage Rate</a:t>
                      </a:r>
                      <a:endParaRPr lang="en-US" sz="1200" b="0" kern="1200" dirty="0" smtClean="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PMM</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a:t>Mortgage Rate</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r h="0">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200" kern="1200" dirty="0" smtClean="0"/>
                        <a:t>Seasonal</a:t>
                      </a:r>
                      <a:endParaRPr lang="en-US" sz="1200" b="0" kern="1200" dirty="0" smtClean="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SEASON</a:t>
                      </a:r>
                      <a:endParaRPr lang="en-US" sz="1200" b="0" kern="1200" dirty="0">
                        <a:solidFill>
                          <a:schemeClr val="lt1"/>
                        </a:solidFill>
                        <a:latin typeface="+mn-lt"/>
                        <a:ea typeface="+mn-ea"/>
                        <a:cs typeface="+mn-cs"/>
                      </a:endParaRPr>
                    </a:p>
                  </a:txBody>
                  <a:tcPr marL="68580" marR="68580" marT="0" marB="0" anchor="b">
                    <a:solidFill>
                      <a:schemeClr val="accent2">
                        <a:lumMod val="20000"/>
                        <a:lumOff val="80000"/>
                      </a:schemeClr>
                    </a:solidFill>
                  </a:tcPr>
                </a:tc>
                <a:tc>
                  <a:txBody>
                    <a:bodyPr/>
                    <a:lstStyle/>
                    <a:p>
                      <a:pPr marL="0" marR="0" algn="l" defTabSz="1018472" rtl="0" eaLnBrk="1" latinLnBrk="0" hangingPunct="1">
                        <a:lnSpc>
                          <a:spcPct val="107000"/>
                        </a:lnSpc>
                        <a:spcBef>
                          <a:spcPts val="0"/>
                        </a:spcBef>
                        <a:spcAft>
                          <a:spcPts val="0"/>
                        </a:spcAft>
                      </a:pPr>
                      <a:r>
                        <a:rPr lang="en-US" sz="1200" kern="1200" dirty="0" smtClean="0"/>
                        <a:t>Seasonality</a:t>
                      </a:r>
                      <a:endParaRPr lang="en-US" sz="1200" b="0" kern="1200" dirty="0">
                        <a:solidFill>
                          <a:schemeClr val="lt1"/>
                        </a:solidFill>
                        <a:latin typeface="+mn-lt"/>
                        <a:ea typeface="+mn-ea"/>
                        <a:cs typeface="+mn-cs"/>
                      </a:endParaRPr>
                    </a:p>
                  </a:txBody>
                  <a:tcPr marL="68580" marR="68580" marT="0" marB="0">
                    <a:solidFill>
                      <a:schemeClr val="accent2">
                        <a:lumMod val="20000"/>
                        <a:lumOff val="80000"/>
                      </a:schemeClr>
                    </a:solidFill>
                  </a:tcPr>
                </a:tc>
              </a:tr>
            </a:tbl>
          </a:graphicData>
        </a:graphic>
      </p:graphicFrame>
      <p:sp>
        <p:nvSpPr>
          <p:cNvPr id="42" name="Isosceles Triangle 41"/>
          <p:cNvSpPr/>
          <p:nvPr/>
        </p:nvSpPr>
        <p:spPr>
          <a:xfrm rot="5400000">
            <a:off x="6057900" y="2855119"/>
            <a:ext cx="2000250" cy="242887"/>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3" name="Rectangle 42"/>
          <p:cNvSpPr/>
          <p:nvPr/>
        </p:nvSpPr>
        <p:spPr>
          <a:xfrm>
            <a:off x="7772400" y="1800225"/>
            <a:ext cx="1476375" cy="249555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Input of</a:t>
            </a:r>
          </a:p>
          <a:p>
            <a:pPr algn="ctr"/>
            <a:r>
              <a:rPr lang="en-US" sz="1400" dirty="0" smtClean="0">
                <a:latin typeface="Arial" panose="020B0604020202020204" pitchFamily="34" charset="0"/>
                <a:cs typeface="Arial" panose="020B0604020202020204" pitchFamily="34" charset="0"/>
              </a:rPr>
              <a:t>Prepayment</a:t>
            </a:r>
          </a:p>
          <a:p>
            <a:pPr algn="ctr"/>
            <a:r>
              <a:rPr lang="en-US" sz="1400" dirty="0" smtClean="0">
                <a:latin typeface="Arial" panose="020B0604020202020204" pitchFamily="34" charset="0"/>
                <a:cs typeface="Arial" panose="020B0604020202020204" pitchFamily="34" charset="0"/>
              </a:rPr>
              <a:t>Model</a:t>
            </a:r>
            <a:endParaRPr lang="en-US" sz="1400" dirty="0">
              <a:latin typeface="Arial" panose="020B0604020202020204" pitchFamily="34" charset="0"/>
              <a:cs typeface="Arial" panose="020B0604020202020204" pitchFamily="34" charset="0"/>
            </a:endParaRPr>
          </a:p>
        </p:txBody>
      </p:sp>
      <p:cxnSp>
        <p:nvCxnSpPr>
          <p:cNvPr id="44" name="Straight Connector 43"/>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867026" y="1123950"/>
            <a:ext cx="4381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a:latin typeface="Arial" panose="020B0604020202020204" pitchFamily="34" charset="0"/>
                <a:cs typeface="Arial" panose="020B0604020202020204" pitchFamily="34" charset="0"/>
              </a:rPr>
              <a:t>What inputs does a prepayment model </a:t>
            </a:r>
            <a:r>
              <a:rPr lang="en-US" sz="1600" dirty="0" smtClean="0">
                <a:latin typeface="Arial" panose="020B0604020202020204" pitchFamily="34" charset="0"/>
                <a:cs typeface="Arial" panose="020B0604020202020204" pitchFamily="34" charset="0"/>
              </a:rPr>
              <a:t>need</a:t>
            </a:r>
            <a:endParaRPr lang="en-US" sz="1600" dirty="0">
              <a:latin typeface="Arial" panose="020B0604020202020204" pitchFamily="34" charset="0"/>
              <a:cs typeface="Arial" panose="020B0604020202020204" pitchFamily="34" charset="0"/>
            </a:endParaRPr>
          </a:p>
        </p:txBody>
      </p:sp>
      <p:graphicFrame>
        <p:nvGraphicFramePr>
          <p:cNvPr id="47" name="Table 46"/>
          <p:cNvGraphicFramePr>
            <a:graphicFrameLocks noGrp="1"/>
          </p:cNvGraphicFramePr>
          <p:nvPr>
            <p:extLst>
              <p:ext uri="{D42A27DB-BD31-4B8C-83A1-F6EECF244321}">
                <p14:modId xmlns:p14="http://schemas.microsoft.com/office/powerpoint/2010/main" val="1379467370"/>
              </p:ext>
            </p:extLst>
          </p:nvPr>
        </p:nvGraphicFramePr>
        <p:xfrm>
          <a:off x="1885950" y="5239541"/>
          <a:ext cx="5781675" cy="1793880"/>
        </p:xfrm>
        <a:graphic>
          <a:graphicData uri="http://schemas.openxmlformats.org/drawingml/2006/table">
            <a:tbl>
              <a:tblPr firstRow="1" firstCol="1" bandRow="1">
                <a:tableStyleId>{5C22544A-7EE6-4342-B048-85BDC9FD1C3A}</a:tableStyleId>
              </a:tblPr>
              <a:tblGrid>
                <a:gridCol w="1404620"/>
                <a:gridCol w="1404620"/>
                <a:gridCol w="741045"/>
                <a:gridCol w="748665"/>
                <a:gridCol w="748665"/>
                <a:gridCol w="734060"/>
              </a:tblGrid>
              <a:tr h="0">
                <a:tc gridSpan="2">
                  <a:txBody>
                    <a:bodyPr/>
                    <a:lstStyle/>
                    <a:p>
                      <a:pPr marL="0" marR="0">
                        <a:lnSpc>
                          <a:spcPct val="107000"/>
                        </a:lnSpc>
                        <a:spcBef>
                          <a:spcPts val="0"/>
                        </a:spcBef>
                        <a:spcAft>
                          <a:spcPts val="0"/>
                        </a:spcAft>
                      </a:pPr>
                      <a:r>
                        <a:rPr lang="en-US" sz="1100" dirty="0">
                          <a:effectLst/>
                        </a:rPr>
                        <a:t>Input Parameter</a:t>
                      </a:r>
                      <a:endParaRPr lang="en-US" sz="1100" dirty="0">
                        <a:effectLst/>
                        <a:latin typeface="Calibri"/>
                        <a:ea typeface="SimSun"/>
                        <a:cs typeface="Times New Roman"/>
                      </a:endParaRPr>
                    </a:p>
                  </a:txBody>
                  <a:tcPr marL="68580" marR="68580" marT="0" marB="0"/>
                </a:tc>
                <a:tc hMerge="1">
                  <a:txBody>
                    <a:bodyPr/>
                    <a:lstStyle/>
                    <a:p>
                      <a:endParaRPr lang="en-US"/>
                    </a:p>
                  </a:txBody>
                  <a:tcPr/>
                </a:tc>
                <a:tc>
                  <a:txBody>
                    <a:bodyPr/>
                    <a:lstStyle/>
                    <a:p>
                      <a:pPr marL="0" marR="0" algn="ctr">
                        <a:lnSpc>
                          <a:spcPct val="107000"/>
                        </a:lnSpc>
                        <a:spcBef>
                          <a:spcPts val="0"/>
                        </a:spcBef>
                        <a:spcAft>
                          <a:spcPts val="0"/>
                        </a:spcAft>
                      </a:pPr>
                      <a:r>
                        <a:rPr lang="en-US" sz="1100">
                          <a:effectLst/>
                        </a:rPr>
                        <a:t>Curt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Dflt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Turn</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Refi</a:t>
                      </a:r>
                      <a:endParaRPr lang="en-US" sz="1100">
                        <a:effectLst/>
                        <a:latin typeface="Calibri"/>
                        <a:ea typeface="SimSun"/>
                        <a:cs typeface="Times New Roman"/>
                      </a:endParaRPr>
                    </a:p>
                  </a:txBody>
                  <a:tcPr marL="68580" marR="68580" marT="0" marB="0"/>
                </a:tc>
              </a:tr>
              <a:tr h="0">
                <a:tc>
                  <a:txBody>
                    <a:bodyPr/>
                    <a:lstStyle/>
                    <a:p>
                      <a:pPr marL="0" marR="0">
                        <a:lnSpc>
                          <a:spcPct val="107000"/>
                        </a:lnSpc>
                        <a:spcBef>
                          <a:spcPts val="0"/>
                        </a:spcBef>
                        <a:spcAft>
                          <a:spcPts val="0"/>
                        </a:spcAft>
                      </a:pPr>
                      <a:r>
                        <a:rPr lang="en-US" sz="1100">
                          <a:effectLst/>
                        </a:rPr>
                        <a:t>Borrower</a:t>
                      </a:r>
                      <a:endParaRPr lang="en-US" sz="110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FICO</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rowSpan="5">
                  <a:txBody>
                    <a:bodyPr/>
                    <a:lstStyle/>
                    <a:p>
                      <a:pPr marL="0" marR="0">
                        <a:lnSpc>
                          <a:spcPct val="107000"/>
                        </a:lnSpc>
                        <a:spcBef>
                          <a:spcPts val="0"/>
                        </a:spcBef>
                        <a:spcAft>
                          <a:spcPts val="0"/>
                        </a:spcAft>
                      </a:pPr>
                      <a:r>
                        <a:rPr lang="en-US" sz="1100">
                          <a:effectLst/>
                        </a:rPr>
                        <a:t>Loan</a:t>
                      </a:r>
                      <a:endParaRPr lang="en-US" sz="110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ACLS</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WAC</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WALA</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LTV</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Burnout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indent="0" algn="ctr" defTabSz="1018472" rtl="0" eaLnBrk="1" fontAlgn="auto" latinLnBrk="0" hangingPunct="1">
                        <a:lnSpc>
                          <a:spcPct val="107000"/>
                        </a:lnSpc>
                        <a:spcBef>
                          <a:spcPts val="0"/>
                        </a:spcBef>
                        <a:spcAft>
                          <a:spcPts val="0"/>
                        </a:spcAft>
                        <a:buClrTx/>
                        <a:buSzTx/>
                        <a:buFontTx/>
                        <a:buNone/>
                        <a:tabLst/>
                        <a:defRPr/>
                      </a:pPr>
                      <a:endParaRPr lang="en-US" sz="1100" dirty="0" smtClean="0">
                        <a:effectLst/>
                        <a:latin typeface="+mn-lt"/>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dirty="0" smtClean="0">
                          <a:effectLst/>
                        </a:rPr>
                        <a:t>•</a:t>
                      </a:r>
                      <a:endParaRPr lang="en-US" sz="1100" dirty="0">
                        <a:effectLst/>
                        <a:latin typeface="Calibri"/>
                        <a:ea typeface="SimSun"/>
                        <a:cs typeface="Times New Roman"/>
                      </a:endParaRPr>
                    </a:p>
                  </a:txBody>
                  <a:tcPr marL="68580" marR="68580" marT="0" marB="0"/>
                </a:tc>
              </a:tr>
              <a:tr h="0">
                <a:tc rowSpan="3">
                  <a:txBody>
                    <a:bodyPr/>
                    <a:lstStyle/>
                    <a:p>
                      <a:pPr marL="0" marR="0">
                        <a:lnSpc>
                          <a:spcPct val="107000"/>
                        </a:lnSpc>
                        <a:spcBef>
                          <a:spcPts val="0"/>
                        </a:spcBef>
                        <a:spcAft>
                          <a:spcPts val="0"/>
                        </a:spcAft>
                      </a:pPr>
                      <a:r>
                        <a:rPr lang="en-US" sz="1100" dirty="0">
                          <a:effectLst/>
                        </a:rPr>
                        <a:t>Macro-Economic</a:t>
                      </a:r>
                      <a:endParaRPr lang="en-US" sz="1100" dirty="0">
                        <a:effectLst/>
                        <a:latin typeface="Calibri"/>
                        <a:ea typeface="SimSun"/>
                        <a:cs typeface="Times New Roman"/>
                      </a:endParaRPr>
                    </a:p>
                  </a:txBody>
                  <a:tcPr marL="68580" marR="68580" marT="0" marB="0"/>
                </a:tc>
                <a:tc>
                  <a:txBody>
                    <a:bodyPr/>
                    <a:lstStyle/>
                    <a:p>
                      <a:pPr marL="0" marR="0">
                        <a:lnSpc>
                          <a:spcPct val="107000"/>
                        </a:lnSpc>
                        <a:spcBef>
                          <a:spcPts val="0"/>
                        </a:spcBef>
                        <a:spcAft>
                          <a:spcPts val="0"/>
                        </a:spcAft>
                      </a:pPr>
                      <a:r>
                        <a:rPr lang="en-US" sz="1100">
                          <a:effectLst/>
                        </a:rPr>
                        <a:t>HPA</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a:lnSpc>
                          <a:spcPct val="107000"/>
                        </a:lnSpc>
                        <a:spcBef>
                          <a:spcPts val="0"/>
                        </a:spcBef>
                        <a:spcAft>
                          <a:spcPts val="0"/>
                        </a:spcAft>
                      </a:pPr>
                      <a:r>
                        <a:rPr lang="en-US" sz="1100">
                          <a:effectLst/>
                        </a:rPr>
                        <a:t>PMM</a:t>
                      </a:r>
                      <a:endParaRPr lang="en-US" sz="1100">
                        <a:effectLst/>
                        <a:latin typeface="Calibri"/>
                        <a:ea typeface="SimSun"/>
                        <a:cs typeface="Times New Roman"/>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r>
              <a:tr h="0">
                <a:tc vMerge="1">
                  <a:txBody>
                    <a:bodyPr/>
                    <a:lstStyle/>
                    <a:p>
                      <a:endParaRPr lang="en-US"/>
                    </a:p>
                  </a:txBody>
                  <a:tcPr/>
                </a:tc>
                <a:tc>
                  <a:txBody>
                    <a:bodyPr/>
                    <a:lstStyle/>
                    <a:p>
                      <a:pPr marL="0" marR="0" indent="0" algn="l" defTabSz="1018472" rtl="0" eaLnBrk="1" fontAlgn="auto" latinLnBrk="0" hangingPunct="1">
                        <a:lnSpc>
                          <a:spcPct val="107000"/>
                        </a:lnSpc>
                        <a:spcBef>
                          <a:spcPts val="0"/>
                        </a:spcBef>
                        <a:spcAft>
                          <a:spcPts val="0"/>
                        </a:spcAft>
                        <a:buClrTx/>
                        <a:buSzTx/>
                        <a:buFontTx/>
                        <a:buNone/>
                        <a:tabLst/>
                        <a:defRPr/>
                      </a:pPr>
                      <a:r>
                        <a:rPr lang="en-US" sz="1100" kern="1200" dirty="0" smtClean="0"/>
                        <a:t>SEASON</a:t>
                      </a:r>
                      <a:endParaRPr lang="en-US" sz="1100" b="0" kern="1200" dirty="0" smtClean="0">
                        <a:solidFill>
                          <a:schemeClr val="lt1"/>
                        </a:solidFill>
                        <a:latin typeface="+mn-lt"/>
                        <a:ea typeface="+mn-ea"/>
                        <a:cs typeface="+mn-cs"/>
                      </a:endParaRPr>
                    </a:p>
                  </a:txBody>
                  <a:tcPr marL="68580" marR="68580" marT="0" marB="0" anchor="b"/>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 </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a:effectLst/>
                        </a:rPr>
                        <a:t>•</a:t>
                      </a:r>
                      <a:endParaRPr lang="en-US" sz="1100">
                        <a:effectLst/>
                        <a:latin typeface="Calibri"/>
                        <a:ea typeface="SimSun"/>
                        <a:cs typeface="Times New Roman"/>
                      </a:endParaRPr>
                    </a:p>
                  </a:txBody>
                  <a:tcPr marL="68580" marR="68580" marT="0" marB="0"/>
                </a:tc>
                <a:tc>
                  <a:txBody>
                    <a:bodyPr/>
                    <a:lstStyle/>
                    <a:p>
                      <a:pPr marL="0" marR="0" algn="ctr">
                        <a:lnSpc>
                          <a:spcPct val="107000"/>
                        </a:lnSpc>
                        <a:spcBef>
                          <a:spcPts val="0"/>
                        </a:spcBef>
                        <a:spcAft>
                          <a:spcPts val="0"/>
                        </a:spcAft>
                      </a:pPr>
                      <a:r>
                        <a:rPr lang="en-US" sz="1100" dirty="0">
                          <a:effectLst/>
                        </a:rPr>
                        <a:t>•</a:t>
                      </a:r>
                      <a:endParaRPr lang="en-US" sz="1100" dirty="0">
                        <a:effectLst/>
                        <a:latin typeface="Calibri"/>
                        <a:ea typeface="SimSun"/>
                        <a:cs typeface="Times New Roman"/>
                      </a:endParaRPr>
                    </a:p>
                  </a:txBody>
                  <a:tcPr marL="68580" marR="68580" marT="0" marB="0"/>
                </a:tc>
              </a:tr>
            </a:tbl>
          </a:graphicData>
        </a:graphic>
      </p:graphicFrame>
      <p:cxnSp>
        <p:nvCxnSpPr>
          <p:cNvPr id="49" name="Straight Connector 48"/>
          <p:cNvCxnSpPr/>
          <p:nvPr/>
        </p:nvCxnSpPr>
        <p:spPr>
          <a:xfrm>
            <a:off x="1132284" y="4879775"/>
            <a:ext cx="7629525"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827609" y="4725887"/>
            <a:ext cx="6478191" cy="307777"/>
          </a:xfrm>
          <a:prstGeom prst="rect">
            <a:avLst/>
          </a:prstGeom>
          <a:solidFill>
            <a:schemeClr val="bg1"/>
          </a:solidFill>
        </p:spPr>
        <p:txBody>
          <a:bodyPr wrap="square" rtlCol="0">
            <a:spAutoFit/>
          </a:bodyPr>
          <a:lstStyle/>
          <a:p>
            <a:r>
              <a:rPr lang="en-US" sz="1400" dirty="0">
                <a:latin typeface="Arial" panose="020B0604020202020204" pitchFamily="34" charset="0"/>
                <a:cs typeface="Arial" panose="020B0604020202020204" pitchFamily="34" charset="0"/>
              </a:rPr>
              <a:t>Total SMM = curtailment SMM + default SMM + turnover SMM + refinance SMM</a:t>
            </a:r>
          </a:p>
        </p:txBody>
      </p:sp>
    </p:spTree>
    <p:extLst>
      <p:ext uri="{BB962C8B-B14F-4D97-AF65-F5344CB8AC3E}">
        <p14:creationId xmlns:p14="http://schemas.microsoft.com/office/powerpoint/2010/main" val="29601221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7542"/>
            <a:ext cx="6806130" cy="677966"/>
          </a:xfrm>
        </p:spPr>
        <p:txBody>
          <a:bodyPr/>
          <a:lstStyle/>
          <a:p>
            <a:r>
              <a:rPr lang="en-US" dirty="0">
                <a:latin typeface="Arial" panose="020B0604020202020204" pitchFamily="34" charset="0"/>
                <a:cs typeface="Arial" panose="020B0604020202020204" pitchFamily="34" charset="0"/>
              </a:rPr>
              <a:t>Modeling Overview and Structure</a:t>
            </a:r>
          </a:p>
        </p:txBody>
      </p:sp>
      <p:sp>
        <p:nvSpPr>
          <p:cNvPr id="4" name="Rectangle 3"/>
          <p:cNvSpPr/>
          <p:nvPr/>
        </p:nvSpPr>
        <p:spPr>
          <a:xfrm>
            <a:off x="1304925" y="1409700"/>
            <a:ext cx="70485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Inputs</a:t>
            </a:r>
            <a:endParaRPr lang="en-US" dirty="0">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164764991"/>
              </p:ext>
            </p:extLst>
          </p:nvPr>
        </p:nvGraphicFramePr>
        <p:xfrm>
          <a:off x="376237" y="2918143"/>
          <a:ext cx="2194560" cy="990600"/>
        </p:xfrm>
        <a:graphic>
          <a:graphicData uri="http://schemas.openxmlformats.org/drawingml/2006/table">
            <a:tbl>
              <a:tblPr/>
              <a:tblGrid>
                <a:gridCol w="757238"/>
                <a:gridCol w="1437322"/>
              </a:tblGrid>
              <a:tr h="302126">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Factor</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Method</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70682">
                <a:tc>
                  <a:txBody>
                    <a:bodyPr/>
                    <a:lstStyle/>
                    <a:p>
                      <a:pPr rtl="0" fontAlgn="t">
                        <a:spcBef>
                          <a:spcPts val="0"/>
                        </a:spcBef>
                        <a:spcAft>
                          <a:spcPts val="0"/>
                        </a:spcAft>
                      </a:pPr>
                      <a:r>
                        <a:rPr lang="en-US" sz="1000" b="0" i="0" u="none" strike="noStrike" dirty="0" err="1" smtClean="0">
                          <a:solidFill>
                            <a:srgbClr val="000000"/>
                          </a:solidFill>
                          <a:effectLst/>
                          <a:latin typeface="Arial" panose="020B0604020202020204" pitchFamily="34" charset="0"/>
                          <a:cs typeface="Arial" panose="020B0604020202020204" pitchFamily="34" charset="0"/>
                        </a:rPr>
                        <a:t>Wala</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least square optimal</a:t>
                      </a:r>
                      <a:endParaRPr lang="en-US" sz="1000" dirty="0">
                        <a:effectLst/>
                        <a:latin typeface="Arial" panose="020B0604020202020204" pitchFamily="34" charset="0"/>
                        <a:cs typeface="Arial" panose="020B0604020202020204" pitchFamily="34" charset="0"/>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6" name="Rectangle 1"/>
          <p:cNvSpPr>
            <a:spLocks noChangeArrowheads="1"/>
          </p:cNvSpPr>
          <p:nvPr/>
        </p:nvSpPr>
        <p:spPr bwMode="auto">
          <a:xfrm>
            <a:off x="4938949" y="291814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734135862"/>
              </p:ext>
            </p:extLst>
          </p:nvPr>
        </p:nvGraphicFramePr>
        <p:xfrm>
          <a:off x="2748102" y="2918143"/>
          <a:ext cx="2194560" cy="2053586"/>
        </p:xfrm>
        <a:graphic>
          <a:graphicData uri="http://schemas.openxmlformats.org/drawingml/2006/table">
            <a:tbl>
              <a:tblPr/>
              <a:tblGrid>
                <a:gridCol w="908094"/>
                <a:gridCol w="1286466"/>
              </a:tblGrid>
              <a:tr h="317275">
                <a:tc gridSpan="2">
                  <a:txBody>
                    <a:bodyPr/>
                    <a:lstStyle/>
                    <a:p>
                      <a:pPr rtl="0" fontAlgn="t">
                        <a:spcBef>
                          <a:spcPts val="0"/>
                        </a:spcBef>
                        <a:spcAft>
                          <a:spcPts val="0"/>
                        </a:spcAft>
                      </a:pPr>
                      <a:r>
                        <a:rPr lang="en-US" sz="1000" b="0" i="0" u="none" strike="noStrike" dirty="0" err="1">
                          <a:solidFill>
                            <a:srgbClr val="000000"/>
                          </a:solidFill>
                          <a:effectLst/>
                          <a:latin typeface="Arial"/>
                        </a:rPr>
                        <a:t>constSMM</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cltv</a:t>
                      </a:r>
                      <a:r>
                        <a:rPr lang="en-US" sz="1000" b="0" i="0" u="none" strike="noStrike" dirty="0">
                          <a:solidFill>
                            <a:srgbClr val="000000"/>
                          </a:solidFill>
                          <a:effectLst/>
                          <a:latin typeface="Arial"/>
                        </a:rPr>
                        <a:t> * </a:t>
                      </a:r>
                      <a:r>
                        <a:rPr lang="en-US" sz="1000" b="0" i="0" u="none" strike="noStrike" dirty="0" err="1">
                          <a:solidFill>
                            <a:srgbClr val="000000"/>
                          </a:solidFill>
                          <a:effectLst/>
                          <a:latin typeface="Arial"/>
                        </a:rPr>
                        <a:t>wala</a:t>
                      </a:r>
                      <a:r>
                        <a:rPr lang="en-US" sz="1000" b="0" i="0" u="none" strike="noStrike" dirty="0">
                          <a:solidFill>
                            <a:srgbClr val="000000"/>
                          </a:solidFill>
                          <a:effectLst/>
                          <a:latin typeface="Arial"/>
                        </a:rPr>
                        <a:t> * 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547080">
                <a:tc>
                  <a:txBody>
                    <a:bodyPr/>
                    <a:lstStyle/>
                    <a:p>
                      <a:pPr rtl="0" fontAlgn="t">
                        <a:spcBef>
                          <a:spcPts val="0"/>
                        </a:spcBef>
                        <a:spcAft>
                          <a:spcPts val="0"/>
                        </a:spcAft>
                      </a:pPr>
                      <a:r>
                        <a:rPr lang="en-US" sz="1000" b="0" i="0" u="none" strike="noStrike">
                          <a:solidFill>
                            <a:srgbClr val="000000"/>
                          </a:solidFill>
                          <a:effectLst/>
                          <a:latin typeface="Arial"/>
                        </a:rPr>
                        <a:t>constSMM</a:t>
                      </a:r>
                      <a:endParaRPr lang="en-US" sz="100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a:rPr>
                        <a:t>1. </a:t>
                      </a:r>
                      <a:r>
                        <a:rPr lang="en-US" sz="1000" b="0" i="0" u="none" strike="noStrike" dirty="0" err="1">
                          <a:solidFill>
                            <a:srgbClr val="000000"/>
                          </a:solidFill>
                          <a:effectLst/>
                          <a:latin typeface="Arial"/>
                        </a:rPr>
                        <a:t>sbustract</a:t>
                      </a:r>
                      <a:r>
                        <a:rPr lang="en-US" sz="1000" b="0" i="0" u="none" strike="noStrike" dirty="0">
                          <a:solidFill>
                            <a:srgbClr val="000000"/>
                          </a:solidFill>
                          <a:effectLst/>
                          <a:latin typeface="Arial"/>
                        </a:rPr>
                        <a:t> Curt </a:t>
                      </a:r>
                      <a:r>
                        <a:rPr lang="en-US" sz="1000" b="0" i="0" u="none" strike="noStrike" dirty="0" err="1">
                          <a:solidFill>
                            <a:srgbClr val="000000"/>
                          </a:solidFill>
                          <a:effectLst/>
                          <a:latin typeface="Arial"/>
                        </a:rPr>
                        <a:t>smm</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weighted mean</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dirty="0" err="1">
                          <a:solidFill>
                            <a:srgbClr val="000000"/>
                          </a:solidFill>
                          <a:effectLst/>
                          <a:latin typeface="Arial"/>
                        </a:rPr>
                        <a:t>cltv</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a:rPr>
                        <a:t>1. bucket WA</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2. spline</a:t>
                      </a:r>
                      <a:endParaRPr lang="en-US" sz="1000" dirty="0">
                        <a:effectLst/>
                      </a:endParaRPr>
                    </a:p>
                    <a:p>
                      <a:pPr rtl="0" fontAlgn="t">
                        <a:spcBef>
                          <a:spcPts val="0"/>
                        </a:spcBef>
                        <a:spcAft>
                          <a:spcPts val="0"/>
                        </a:spcAft>
                      </a:pPr>
                      <a:r>
                        <a:rPr lang="en-US" sz="1000" b="0" i="0" u="none" strike="noStrike" dirty="0">
                          <a:solidFill>
                            <a:srgbClr val="000000"/>
                          </a:solidFill>
                          <a:effectLst/>
                          <a:latin typeface="Arial"/>
                        </a:rPr>
                        <a:t>3. least square </a:t>
                      </a:r>
                      <a:r>
                        <a:rPr lang="en-US" sz="1000" b="0" i="0" u="none" strike="noStrike" dirty="0" smtClean="0">
                          <a:solidFill>
                            <a:srgbClr val="000000"/>
                          </a:solidFill>
                          <a:effectLst/>
                          <a:latin typeface="Arial"/>
                        </a:rPr>
                        <a:t>optimal</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2373">
                <a:tc>
                  <a:txBody>
                    <a:bodyPr/>
                    <a:lstStyle/>
                    <a:p>
                      <a:pPr rtl="0" fontAlgn="t">
                        <a:spcBef>
                          <a:spcPts val="0"/>
                        </a:spcBef>
                        <a:spcAft>
                          <a:spcPts val="0"/>
                        </a:spcAft>
                      </a:pPr>
                      <a:r>
                        <a:rPr lang="en-US" sz="1000" b="0" i="0" u="none" strike="noStrike">
                          <a:solidFill>
                            <a:srgbClr val="000000"/>
                          </a:solidFill>
                          <a:effectLst/>
                          <a:latin typeface="Arial"/>
                        </a:rPr>
                        <a:t>wala</a:t>
                      </a:r>
                      <a:endParaRPr lang="en-US" sz="100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487039">
                <a:tc>
                  <a:txBody>
                    <a:bodyPr/>
                    <a:lstStyle/>
                    <a:p>
                      <a:pPr rtl="0" fontAlgn="t">
                        <a:spcBef>
                          <a:spcPts val="0"/>
                        </a:spcBef>
                        <a:spcAft>
                          <a:spcPts val="0"/>
                        </a:spcAft>
                      </a:pPr>
                      <a:r>
                        <a:rPr lang="en-US" sz="1000" b="0" i="0" u="none" strike="noStrike" dirty="0">
                          <a:solidFill>
                            <a:srgbClr val="000000"/>
                          </a:solidFill>
                          <a:effectLst/>
                          <a:latin typeface="Arial"/>
                        </a:rPr>
                        <a:t>fico</a:t>
                      </a:r>
                      <a:endParaRPr lang="en-US" sz="1000" dirty="0">
                        <a:effectLst/>
                      </a:endParaRPr>
                    </a:p>
                  </a:txBody>
                  <a:tcPr marL="81212" marR="81212" marT="81212" marB="8121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1" name="Rectangle 2"/>
          <p:cNvSpPr>
            <a:spLocks noChangeArrowheads="1"/>
          </p:cNvSpPr>
          <p:nvPr/>
        </p:nvSpPr>
        <p:spPr bwMode="auto">
          <a:xfrm>
            <a:off x="4205288" y="13091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cs typeface="Arial"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1453894951"/>
              </p:ext>
            </p:extLst>
          </p:nvPr>
        </p:nvGraphicFramePr>
        <p:xfrm>
          <a:off x="5119967" y="2918143"/>
          <a:ext cx="2194560" cy="2308656"/>
        </p:xfrm>
        <a:graphic>
          <a:graphicData uri="http://schemas.openxmlformats.org/drawingml/2006/table">
            <a:tbl>
              <a:tblPr/>
              <a:tblGrid>
                <a:gridCol w="886265"/>
                <a:gridCol w="1308295"/>
              </a:tblGrid>
              <a:tr h="280563">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incentive *</a:t>
                      </a: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378869">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seasonality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a:t>
                      </a:r>
                      <a:r>
                        <a:rPr lang="en-US" sz="1000" b="0" i="0" u="none" strike="noStrike" dirty="0" err="1">
                          <a:solidFill>
                            <a:srgbClr val="000000"/>
                          </a:solidFill>
                          <a:effectLst/>
                          <a:latin typeface="Arial" panose="020B0604020202020204" pitchFamily="34" charset="0"/>
                          <a:cs typeface="Arial" panose="020B0604020202020204" pitchFamily="34" charset="0"/>
                        </a:rPr>
                        <a:t>sbustract</a:t>
                      </a:r>
                      <a:r>
                        <a:rPr lang="en-US" sz="1000" b="0" i="0" u="none" strike="noStrike" dirty="0">
                          <a:solidFill>
                            <a:srgbClr val="000000"/>
                          </a:solidFill>
                          <a:effectLst/>
                          <a:latin typeface="Arial" panose="020B0604020202020204" pitchFamily="34" charset="0"/>
                          <a:cs typeface="Arial" panose="020B0604020202020204" pitchFamily="34" charset="0"/>
                        </a:rPr>
                        <a:t> Curt and </a:t>
                      </a:r>
                      <a:r>
                        <a:rPr lang="en-US" sz="1000" b="0" i="0" u="none" strike="noStrike" dirty="0" err="1">
                          <a:solidFill>
                            <a:srgbClr val="000000"/>
                          </a:solidFill>
                          <a:effectLst/>
                          <a:latin typeface="Arial" panose="020B0604020202020204" pitchFamily="34" charset="0"/>
                          <a:cs typeface="Arial" panose="020B0604020202020204" pitchFamily="34" charset="0"/>
                        </a:rPr>
                        <a:t>Dflt</a:t>
                      </a:r>
                      <a:r>
                        <a:rPr lang="en-US" sz="1000" b="0" i="0" u="none" strike="noStrike" dirty="0">
                          <a:solidFill>
                            <a:srgbClr val="000000"/>
                          </a:solidFill>
                          <a:effectLst/>
                          <a:latin typeface="Arial" panose="020B0604020202020204" pitchFamily="34" charset="0"/>
                          <a:cs typeface="Arial" panose="020B0604020202020204" pitchFamily="34" charset="0"/>
                        </a:rPr>
                        <a:t> </a:t>
                      </a:r>
                      <a:r>
                        <a:rPr lang="en-US" sz="1000" b="0" i="0" u="none" strike="noStrike" dirty="0" err="1">
                          <a:solidFill>
                            <a:srgbClr val="000000"/>
                          </a:solidFill>
                          <a:effectLst/>
                          <a:latin typeface="Arial" panose="020B0604020202020204" pitchFamily="34" charset="0"/>
                          <a:cs typeface="Arial" panose="020B0604020202020204" pitchFamily="34" charset="0"/>
                        </a:rPr>
                        <a:t>smm</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a:t>
                      </a:r>
                      <a:r>
                        <a:rPr lang="en-US" sz="1000" b="0" i="0" u="none" strike="noStrike" dirty="0" err="1">
                          <a:solidFill>
                            <a:srgbClr val="000000"/>
                          </a:solidFill>
                          <a:effectLst/>
                          <a:latin typeface="Arial" panose="020B0604020202020204" pitchFamily="34" charset="0"/>
                          <a:cs typeface="Arial" panose="020B0604020202020204" pitchFamily="34" charset="0"/>
                        </a:rPr>
                        <a:t>deseasonility</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1.weighted mean</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wala</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1. bucket WA</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2. spline</a:t>
                      </a:r>
                      <a:endParaRPr lang="en-US" sz="1000" dirty="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3. least square optimal</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80563">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lock-in incentive</a:t>
                      </a:r>
                      <a:endParaRPr lang="en-US" sz="100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182257">
                <a:tc>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cltv</a:t>
                      </a:r>
                      <a:endParaRPr lang="en-US" sz="1000" dirty="0">
                        <a:effectLst/>
                        <a:latin typeface="Arial" panose="020B0604020202020204" pitchFamily="34" charset="0"/>
                        <a:cs typeface="Arial" panose="020B0604020202020204" pitchFamily="34" charset="0"/>
                      </a:endParaRPr>
                    </a:p>
                  </a:txBody>
                  <a:tcPr marL="78088" marR="78088" marT="78088" marB="7808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bl>
          </a:graphicData>
        </a:graphic>
      </p:graphicFrame>
      <p:sp>
        <p:nvSpPr>
          <p:cNvPr id="13" name="Rectangle 3"/>
          <p:cNvSpPr>
            <a:spLocks noChangeArrowheads="1"/>
          </p:cNvSpPr>
          <p:nvPr/>
        </p:nvSpPr>
        <p:spPr bwMode="auto">
          <a:xfrm>
            <a:off x="4216400" y="126523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2444793956"/>
              </p:ext>
            </p:extLst>
          </p:nvPr>
        </p:nvGraphicFramePr>
        <p:xfrm>
          <a:off x="7491833" y="2918143"/>
          <a:ext cx="2194560" cy="2817200"/>
        </p:xfrm>
        <a:graphic>
          <a:graphicData uri="http://schemas.openxmlformats.org/drawingml/2006/table">
            <a:tbl>
              <a:tblPr/>
              <a:tblGrid>
                <a:gridCol w="616344"/>
                <a:gridCol w="1578216"/>
              </a:tblGrid>
              <a:tr h="0">
                <a:tc gridSpan="2">
                  <a:txBody>
                    <a:bodyPr/>
                    <a:lstStyle/>
                    <a:p>
                      <a:pPr rtl="0" fontAlgn="t">
                        <a:spcBef>
                          <a:spcPts val="0"/>
                        </a:spcBef>
                        <a:spcAft>
                          <a:spcPts val="0"/>
                        </a:spcAft>
                      </a:pPr>
                      <a:r>
                        <a:rPr lang="en-US" sz="1000" b="0" i="0" u="none" strike="noStrike" dirty="0" err="1">
                          <a:solidFill>
                            <a:srgbClr val="000000"/>
                          </a:solidFill>
                          <a:effectLst/>
                          <a:latin typeface="Arial" panose="020B0604020202020204" pitchFamily="34" charset="0"/>
                          <a:cs typeface="Arial" panose="020B0604020202020204" pitchFamily="34" charset="0"/>
                        </a:rPr>
                        <a:t>constSMM</a:t>
                      </a:r>
                      <a:r>
                        <a:rPr lang="en-US" sz="1000" b="0" i="0" u="none" strike="noStrike" dirty="0">
                          <a:solidFill>
                            <a:srgbClr val="000000"/>
                          </a:solidFill>
                          <a:effectLst/>
                          <a:latin typeface="Arial" panose="020B0604020202020204" pitchFamily="34" charset="0"/>
                          <a:cs typeface="Arial" panose="020B0604020202020204" pitchFamily="34" charset="0"/>
                        </a:rPr>
                        <a:t> * incentive * </a:t>
                      </a:r>
                      <a:r>
                        <a:rPr lang="en-US" sz="1000" b="0" i="0" u="none" strike="noStrike" dirty="0" err="1">
                          <a:solidFill>
                            <a:srgbClr val="000000"/>
                          </a:solidFill>
                          <a:effectLst/>
                          <a:latin typeface="Arial" panose="020B0604020202020204" pitchFamily="34" charset="0"/>
                          <a:cs typeface="Arial" panose="020B0604020202020204" pitchFamily="34" charset="0"/>
                        </a:rPr>
                        <a:t>wala</a:t>
                      </a:r>
                      <a:r>
                        <a:rPr lang="en-US" sz="1000" b="0" i="0" u="none" strike="noStrike" dirty="0">
                          <a:solidFill>
                            <a:srgbClr val="000000"/>
                          </a:solidFill>
                          <a:effectLst/>
                          <a:latin typeface="Arial" panose="020B0604020202020204" pitchFamily="34" charset="0"/>
                          <a:cs typeface="Arial" panose="020B0604020202020204" pitchFamily="34" charset="0"/>
                        </a:rPr>
                        <a:t> * burnout * loan size * media * HPA</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constSMM</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sbustract Curt, Dflt and Turn smm</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incentive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4">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1. bucket WA</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2. spline</a:t>
                      </a:r>
                      <a:endParaRPr lang="en-US" sz="1000">
                        <a:effectLst/>
                        <a:latin typeface="Arial" panose="020B0604020202020204" pitchFamily="34" charset="0"/>
                        <a:cs typeface="Arial" panose="020B0604020202020204" pitchFamily="34" charset="0"/>
                      </a:endParaRPr>
                    </a:p>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3. least square optimal</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wala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burnout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loan size</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en-US"/>
                    </a:p>
                  </a:txBody>
                  <a:tcPr/>
                </a:tc>
              </a:tr>
              <a:tr h="0">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effect</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media = max(5 * DeltaPMMS30_MA, 1.0)</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178137">
                <a:tc>
                  <a:txBody>
                    <a:bodyPr/>
                    <a:lstStyle/>
                    <a:p>
                      <a:pPr rtl="0" fontAlgn="t">
                        <a:spcBef>
                          <a:spcPts val="0"/>
                        </a:spcBef>
                        <a:spcAft>
                          <a:spcPts val="0"/>
                        </a:spcAft>
                      </a:pPr>
                      <a:r>
                        <a:rPr lang="en-US" sz="1000" b="0" i="0" u="none" strike="noStrike">
                          <a:solidFill>
                            <a:srgbClr val="000000"/>
                          </a:solidFill>
                          <a:effectLst/>
                          <a:latin typeface="Arial" panose="020B0604020202020204" pitchFamily="34" charset="0"/>
                          <a:cs typeface="Arial" panose="020B0604020202020204" pitchFamily="34" charset="0"/>
                        </a:rPr>
                        <a:t>HPA</a:t>
                      </a:r>
                      <a:endParaRPr lang="en-US" sz="100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en-US" sz="1000" b="0" i="0" u="none" strike="noStrike" dirty="0">
                          <a:solidFill>
                            <a:srgbClr val="000000"/>
                          </a:solidFill>
                          <a:effectLst/>
                          <a:latin typeface="Arial" panose="020B0604020202020204" pitchFamily="34" charset="0"/>
                          <a:cs typeface="Arial" panose="020B0604020202020204" pitchFamily="34" charset="0"/>
                        </a:rPr>
                        <a:t>HPA = 1 - 0.8/(1+exp((hpa-11%)/3%))</a:t>
                      </a:r>
                      <a:endParaRPr lang="en-US" sz="1000" dirty="0">
                        <a:effectLst/>
                        <a:latin typeface="Arial" panose="020B0604020202020204" pitchFamily="34" charset="0"/>
                        <a:cs typeface="Arial" panose="020B0604020202020204" pitchFamily="34" charset="0"/>
                      </a:endParaRPr>
                    </a:p>
                  </a:txBody>
                  <a:tcPr marL="52250" marR="52250" marT="52250" marB="52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15" name="Rectangle 4"/>
          <p:cNvSpPr>
            <a:spLocks noChangeArrowheads="1"/>
          </p:cNvSpPr>
          <p:nvPr/>
        </p:nvSpPr>
        <p:spPr bwMode="auto">
          <a:xfrm>
            <a:off x="4414838" y="125888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TextBox 15"/>
          <p:cNvSpPr txBox="1"/>
          <p:nvPr/>
        </p:nvSpPr>
        <p:spPr>
          <a:xfrm>
            <a:off x="1304926" y="6414787"/>
            <a:ext cx="7048499"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a:latin typeface="Arial" panose="020B0604020202020204" pitchFamily="34" charset="0"/>
                <a:cs typeface="Arial" panose="020B0604020202020204" pitchFamily="34" charset="0"/>
              </a:rPr>
              <a:t>Total SMM = curtailment SMM + default SMM + turnover SMM + refinance SMM</a:t>
            </a:r>
          </a:p>
        </p:txBody>
      </p:sp>
      <p:sp>
        <p:nvSpPr>
          <p:cNvPr id="17" name="Rectangle 16"/>
          <p:cNvSpPr/>
          <p:nvPr/>
        </p:nvSpPr>
        <p:spPr>
          <a:xfrm>
            <a:off x="37623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b="1" dirty="0" smtClean="0"/>
              <a:t>Curtail</a:t>
            </a:r>
            <a:endParaRPr lang="en-US" sz="1400" b="1" dirty="0"/>
          </a:p>
        </p:txBody>
      </p:sp>
      <p:sp>
        <p:nvSpPr>
          <p:cNvPr id="18" name="Rectangle 17"/>
          <p:cNvSpPr/>
          <p:nvPr/>
        </p:nvSpPr>
        <p:spPr>
          <a:xfrm>
            <a:off x="2738577"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Default</a:t>
            </a:r>
            <a:endParaRPr lang="en-US" dirty="0"/>
          </a:p>
        </p:txBody>
      </p:sp>
      <p:sp>
        <p:nvSpPr>
          <p:cNvPr id="19" name="Rectangle 18"/>
          <p:cNvSpPr/>
          <p:nvPr/>
        </p:nvSpPr>
        <p:spPr>
          <a:xfrm>
            <a:off x="5110442"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Turnover</a:t>
            </a:r>
            <a:endParaRPr lang="en-US" dirty="0"/>
          </a:p>
        </p:txBody>
      </p:sp>
      <p:sp>
        <p:nvSpPr>
          <p:cNvPr id="20" name="Rectangle 19"/>
          <p:cNvSpPr/>
          <p:nvPr/>
        </p:nvSpPr>
        <p:spPr>
          <a:xfrm>
            <a:off x="7482308" y="2581275"/>
            <a:ext cx="2194560" cy="336868"/>
          </a:xfrm>
          <a:prstGeom prst="rect">
            <a:avLst/>
          </a:prstGeom>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Refinancing</a:t>
            </a:r>
            <a:endParaRPr lang="en-US" dirty="0"/>
          </a:p>
        </p:txBody>
      </p:sp>
      <p:sp>
        <p:nvSpPr>
          <p:cNvPr id="21" name="Isosceles Triangle 20"/>
          <p:cNvSpPr/>
          <p:nvPr/>
        </p:nvSpPr>
        <p:spPr>
          <a:xfrm rot="10800000">
            <a:off x="3248025" y="1924050"/>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2" name="Isosceles Triangle 21"/>
          <p:cNvSpPr/>
          <p:nvPr/>
        </p:nvSpPr>
        <p:spPr>
          <a:xfrm rot="10800000">
            <a:off x="3364439" y="5859168"/>
            <a:ext cx="3333750" cy="390525"/>
          </a:xfrm>
          <a:prstGeom prst="triangl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27980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145771" y="6393321"/>
            <a:ext cx="3838924" cy="798054"/>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7" cstate="print">
            <a:extLst>
              <a:ext uri="{28A0092B-C50C-407E-A947-70E740481C1C}">
                <a14:useLocalDpi xmlns:a14="http://schemas.microsoft.com/office/drawing/2010/main" val="0"/>
              </a:ext>
            </a:extLst>
          </a:blip>
          <a:stretch>
            <a:fillRect/>
          </a:stretch>
        </p:blipFill>
        <p:spPr>
          <a:xfrm>
            <a:off x="203586" y="6359550"/>
            <a:ext cx="916369" cy="914400"/>
          </a:xfrm>
        </p:spPr>
      </p:pic>
      <p:pic>
        <p:nvPicPr>
          <p:cNvPr id="5" name="Picture 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068325" y="6363723"/>
            <a:ext cx="916370" cy="914400"/>
          </a:xfrm>
          <a:prstGeom prst="rect">
            <a:avLst/>
          </a:prstGeom>
        </p:spPr>
      </p:pic>
      <p:pic>
        <p:nvPicPr>
          <p:cNvPr id="8" name="Picture 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16695" y="6367374"/>
            <a:ext cx="916370" cy="914400"/>
          </a:xfrm>
          <a:prstGeom prst="rect">
            <a:avLst/>
          </a:prstGeom>
        </p:spPr>
      </p:pic>
      <p:pic>
        <p:nvPicPr>
          <p:cNvPr id="10" name="Picture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1.Bucket </a:t>
            </a:r>
            <a:r>
              <a:rPr lang="en-US" sz="1600" dirty="0">
                <a:latin typeface="Arial" panose="020B0604020202020204" pitchFamily="34" charset="0"/>
                <a:cs typeface="Arial" panose="020B0604020202020204" pitchFamily="34" charset="0"/>
              </a:rPr>
              <a:t>and Weighted Mean</a:t>
            </a:r>
          </a:p>
        </p:txBody>
      </p:sp>
      <p:sp>
        <p:nvSpPr>
          <p:cNvPr id="19" name="TextBox 18"/>
          <p:cNvSpPr txBox="1"/>
          <p:nvPr/>
        </p:nvSpPr>
        <p:spPr>
          <a:xfrm>
            <a:off x="5730055" y="1619250"/>
            <a:ext cx="3554978"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We can see the data distributed around several small area. The first idea is to transfer the data area into data point. </a:t>
            </a:r>
          </a:p>
        </p:txBody>
      </p:sp>
      <p:pic>
        <p:nvPicPr>
          <p:cNvPr id="20" name="Content Placeholder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auto">
          <a:xfrm>
            <a:off x="502491" y="1321802"/>
            <a:ext cx="2565834" cy="2560320"/>
          </a:xfrm>
          <a:prstGeom prst="rect">
            <a:avLst/>
          </a:prstGeom>
          <a:noFill/>
          <a:ln w="9525">
            <a:noFill/>
            <a:miter lim="800000"/>
            <a:headEnd/>
            <a:tailEnd/>
          </a:ln>
        </p:spPr>
      </p:pic>
      <p:pic>
        <p:nvPicPr>
          <p:cNvPr id="22" name="Picture 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33777" y="3445104"/>
            <a:ext cx="2565835" cy="2560320"/>
          </a:xfrm>
          <a:prstGeom prst="rect">
            <a:avLst/>
          </a:prstGeom>
        </p:spPr>
      </p:pic>
      <p:pic>
        <p:nvPicPr>
          <p:cNvPr id="23" name="Picture 2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07249" y="3445104"/>
            <a:ext cx="2565835" cy="2560320"/>
          </a:xfrm>
          <a:prstGeom prst="rect">
            <a:avLst/>
          </a:prstGeom>
        </p:spPr>
      </p:pic>
      <p:sp>
        <p:nvSpPr>
          <p:cNvPr id="26" name="TextBox 25"/>
          <p:cNvSpPr txBox="1"/>
          <p:nvPr/>
        </p:nvSpPr>
        <p:spPr>
          <a:xfrm>
            <a:off x="845572" y="1395829"/>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Raw Data</a:t>
            </a:r>
            <a:endParaRPr lang="en-US" sz="1200" i="1" dirty="0">
              <a:latin typeface="Arial" panose="020B0604020202020204" pitchFamily="34" charset="0"/>
              <a:cs typeface="Arial" panose="020B0604020202020204" pitchFamily="34" charset="0"/>
            </a:endParaRPr>
          </a:p>
        </p:txBody>
      </p:sp>
      <p:sp>
        <p:nvSpPr>
          <p:cNvPr id="27" name="TextBox 26"/>
          <p:cNvSpPr txBox="1"/>
          <p:nvPr/>
        </p:nvSpPr>
        <p:spPr>
          <a:xfrm>
            <a:off x="872049" y="3530500"/>
            <a:ext cx="1973828" cy="276999"/>
          </a:xfrm>
          <a:prstGeom prst="rect">
            <a:avLst/>
          </a:prstGeom>
          <a:solidFill>
            <a:schemeClr val="bg1"/>
          </a:solid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Bucket</a:t>
            </a:r>
            <a:endParaRPr lang="en-US" sz="1200" i="1" dirty="0">
              <a:latin typeface="Arial" panose="020B0604020202020204" pitchFamily="34" charset="0"/>
              <a:cs typeface="Arial" panose="020B0604020202020204" pitchFamily="34" charset="0"/>
            </a:endParaRPr>
          </a:p>
        </p:txBody>
      </p:sp>
      <p:sp>
        <p:nvSpPr>
          <p:cNvPr id="28" name="TextBox 27"/>
          <p:cNvSpPr txBox="1"/>
          <p:nvPr/>
        </p:nvSpPr>
        <p:spPr>
          <a:xfrm>
            <a:off x="4112647" y="3520172"/>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Weighted </a:t>
            </a:r>
            <a:r>
              <a:rPr lang="en-US" altLang="zh-CN" sz="1200" i="1" dirty="0" smtClean="0">
                <a:latin typeface="Arial" panose="020B0604020202020204" pitchFamily="34" charset="0"/>
                <a:cs typeface="Arial" panose="020B0604020202020204" pitchFamily="34" charset="0"/>
              </a:rPr>
              <a:t>Mean</a:t>
            </a:r>
            <a:endParaRPr lang="en-US" sz="1200" i="1" dirty="0">
              <a:latin typeface="Arial" panose="020B0604020202020204" pitchFamily="34" charset="0"/>
              <a:cs typeface="Arial" panose="020B0604020202020204" pitchFamily="34" charset="0"/>
            </a:endParaRPr>
          </a:p>
        </p:txBody>
      </p:sp>
      <p:sp>
        <p:nvSpPr>
          <p:cNvPr id="29" name="TextBox 28"/>
          <p:cNvSpPr txBox="1"/>
          <p:nvPr/>
        </p:nvSpPr>
        <p:spPr>
          <a:xfrm>
            <a:off x="7301680" y="3512253"/>
            <a:ext cx="1973828" cy="276999"/>
          </a:xfrm>
          <a:prstGeom prst="rect">
            <a:avLst/>
          </a:prstGeom>
          <a:noFill/>
        </p:spPr>
        <p:txBody>
          <a:bodyPr wrap="square" rtlCol="0">
            <a:spAutoFit/>
          </a:bodyPr>
          <a:lstStyle/>
          <a:p>
            <a:pPr algn="ctr"/>
            <a:r>
              <a:rPr lang="en-US" altLang="zh-CN" sz="1200" i="1" dirty="0" smtClean="0">
                <a:latin typeface="Arial" panose="020B0604020202020204" pitchFamily="34" charset="0"/>
                <a:cs typeface="Arial" panose="020B0604020202020204" pitchFamily="34" charset="0"/>
              </a:rPr>
              <a:t>Change</a:t>
            </a:r>
            <a:r>
              <a:rPr lang="zh-CN" altLang="en-US" sz="1200" i="1" dirty="0" smtClean="0">
                <a:latin typeface="Arial" panose="020B0604020202020204" pitchFamily="34" charset="0"/>
                <a:cs typeface="Arial" panose="020B0604020202020204" pitchFamily="34" charset="0"/>
              </a:rPr>
              <a:t> </a:t>
            </a:r>
            <a:r>
              <a:rPr lang="en-US" altLang="zh-CN" sz="1200" i="1" dirty="0" smtClean="0">
                <a:latin typeface="Arial" panose="020B0604020202020204" pitchFamily="34" charset="0"/>
                <a:cs typeface="Arial" panose="020B0604020202020204" pitchFamily="34" charset="0"/>
              </a:rPr>
              <a:t>Y Scale</a:t>
            </a:r>
            <a:endParaRPr lang="en-US" sz="1200" i="1" dirty="0">
              <a:latin typeface="Arial" panose="020B0604020202020204" pitchFamily="34" charset="0"/>
              <a:cs typeface="Arial" panose="020B0604020202020204" pitchFamily="34" charset="0"/>
            </a:endParaRPr>
          </a:p>
        </p:txBody>
      </p:sp>
      <p:sp>
        <p:nvSpPr>
          <p:cNvPr id="30" name="Oval 29"/>
          <p:cNvSpPr/>
          <p:nvPr/>
        </p:nvSpPr>
        <p:spPr>
          <a:xfrm>
            <a:off x="1858963" y="3200400"/>
            <a:ext cx="177362" cy="238125"/>
          </a:xfrm>
          <a:prstGeom prst="ellipse">
            <a:avLst/>
          </a:prstGeom>
          <a:noFill/>
          <a:ln>
            <a:solidFill>
              <a:srgbClr val="8C2B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utoShape 83"/>
          <p:cNvSpPr>
            <a:spLocks noChangeArrowheads="1"/>
          </p:cNvSpPr>
          <p:nvPr>
            <p:custDataLst>
              <p:tags r:id="rId1"/>
            </p:custDataLst>
          </p:nvPr>
        </p:nvSpPr>
        <p:spPr bwMode="gray">
          <a:xfrm>
            <a:off x="2676744" y="2751138"/>
            <a:ext cx="527050" cy="177800"/>
          </a:xfrm>
          <a:prstGeom prst="rightArrow">
            <a:avLst>
              <a:gd name="adj1" fmla="val 35713"/>
              <a:gd name="adj2" fmla="val 82054"/>
            </a:avLst>
          </a:prstGeom>
          <a:solidFill>
            <a:schemeClr val="tx2">
              <a:lumMod val="40000"/>
              <a:lumOff val="60000"/>
            </a:schemeClr>
          </a:solidFill>
          <a:ln w="12700">
            <a:solidFill>
              <a:schemeClr val="bg1"/>
            </a:solidFill>
            <a:miter lim="800000"/>
            <a:headEnd/>
            <a:tailEnd/>
          </a:ln>
        </p:spPr>
        <p:txBody>
          <a:bodyPr lIns="0" tIns="0" rIns="0" bIns="0" anchor="ctr" anchorCtr="1"/>
          <a:lstStyle/>
          <a:p>
            <a:pPr algn="ctr">
              <a:defRPr/>
            </a:pPr>
            <a:endParaRPr lang="en-US" sz="1400" dirty="0">
              <a:latin typeface="Arial Unicode MS" pitchFamily="34" charset="-122"/>
              <a:ea typeface="Arial Unicode MS" pitchFamily="34" charset="-122"/>
              <a:cs typeface="Arial Unicode MS" pitchFamily="34" charset="-122"/>
            </a:endParaRPr>
          </a:p>
        </p:txBody>
      </p:sp>
      <p:sp>
        <p:nvSpPr>
          <p:cNvPr id="32" name="AutoShape 83"/>
          <p:cNvSpPr>
            <a:spLocks noChangeArrowheads="1"/>
          </p:cNvSpPr>
          <p:nvPr>
            <p:custDataLst>
              <p:tags r:id="rId2"/>
            </p:custDataLst>
          </p:nvPr>
        </p:nvSpPr>
        <p:spPr bwMode="gray">
          <a:xfrm rot="13328114">
            <a:off x="6649730" y="3760457"/>
            <a:ext cx="1036398" cy="157522"/>
          </a:xfrm>
          <a:prstGeom prst="rightArrow">
            <a:avLst>
              <a:gd name="adj1" fmla="val 35713"/>
              <a:gd name="adj2" fmla="val 82054"/>
            </a:avLst>
          </a:prstGeom>
          <a:solidFill>
            <a:schemeClr val="tx2">
              <a:lumMod val="40000"/>
              <a:lumOff val="60000"/>
            </a:schemeClr>
          </a:solidFill>
          <a:ln w="12700">
            <a:solidFill>
              <a:schemeClr val="bg1"/>
            </a:solidFill>
            <a:miter lim="800000"/>
            <a:headEnd/>
            <a:tailEnd/>
          </a:ln>
        </p:spPr>
        <p:txBody>
          <a:bodyPr lIns="0" tIns="0" rIns="0" bIns="0" anchor="ctr" anchorCtr="1"/>
          <a:lstStyle/>
          <a:p>
            <a:pPr algn="ctr">
              <a:defRPr/>
            </a:pPr>
            <a:endParaRPr lang="en-US" sz="1400" dirty="0">
              <a:latin typeface="Arial Unicode MS" pitchFamily="34" charset="-122"/>
              <a:ea typeface="Arial Unicode MS" pitchFamily="34" charset="-122"/>
              <a:cs typeface="Arial Unicode MS" pitchFamily="34" charset="-122"/>
            </a:endParaRPr>
          </a:p>
        </p:txBody>
      </p:sp>
      <p:sp>
        <p:nvSpPr>
          <p:cNvPr id="33" name="Rounded Rectangle 32"/>
          <p:cNvSpPr/>
          <p:nvPr/>
        </p:nvSpPr>
        <p:spPr>
          <a:xfrm>
            <a:off x="3390901" y="2600325"/>
            <a:ext cx="971549"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p>
          <a:p>
            <a:pPr algn="ctr"/>
            <a:r>
              <a:rPr lang="en-US" dirty="0" smtClean="0"/>
              <a:t>Area</a:t>
            </a:r>
            <a:endParaRPr lang="en-US" dirty="0"/>
          </a:p>
        </p:txBody>
      </p:sp>
      <p:sp>
        <p:nvSpPr>
          <p:cNvPr id="34" name="Rounded Rectangle 33"/>
          <p:cNvSpPr/>
          <p:nvPr/>
        </p:nvSpPr>
        <p:spPr>
          <a:xfrm>
            <a:off x="5730055" y="2600325"/>
            <a:ext cx="971549"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p>
          <a:p>
            <a:pPr algn="ctr"/>
            <a:r>
              <a:rPr lang="en-US" dirty="0" smtClean="0"/>
              <a:t>Point</a:t>
            </a:r>
            <a:endParaRPr lang="en-US" dirty="0"/>
          </a:p>
        </p:txBody>
      </p:sp>
      <p:sp>
        <p:nvSpPr>
          <p:cNvPr id="35" name="AutoShape 13"/>
          <p:cNvSpPr>
            <a:spLocks noChangeArrowheads="1"/>
          </p:cNvSpPr>
          <p:nvPr>
            <p:custDataLst>
              <p:tags r:id="rId3"/>
            </p:custDataLst>
          </p:nvPr>
        </p:nvSpPr>
        <p:spPr bwMode="auto">
          <a:xfrm>
            <a:off x="4958880" y="242490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6" name="TextBox 35"/>
          <p:cNvSpPr txBox="1"/>
          <p:nvPr/>
        </p:nvSpPr>
        <p:spPr>
          <a:xfrm>
            <a:off x="3338182" y="3095625"/>
            <a:ext cx="1567979" cy="253916"/>
          </a:xfrm>
          <a:prstGeom prst="rect">
            <a:avLst/>
          </a:prstGeom>
          <a:noFill/>
        </p:spPr>
        <p:txBody>
          <a:bodyPr wrap="square" rtlCol="0">
            <a:spAutoFit/>
          </a:bodyPr>
          <a:lstStyle/>
          <a:p>
            <a:r>
              <a:rPr lang="en-US" sz="1050" dirty="0" smtClean="0">
                <a:latin typeface="Arial" panose="020B0604020202020204" pitchFamily="34" charset="0"/>
                <a:cs typeface="Arial" panose="020B0604020202020204" pitchFamily="34" charset="0"/>
              </a:rPr>
              <a:t>Difficult to measure</a:t>
            </a:r>
            <a:endParaRPr lang="en-US" sz="1050" dirty="0">
              <a:latin typeface="Arial" panose="020B0604020202020204" pitchFamily="34" charset="0"/>
              <a:cs typeface="Arial" panose="020B0604020202020204" pitchFamily="34" charset="0"/>
            </a:endParaRPr>
          </a:p>
        </p:txBody>
      </p:sp>
      <p:sp>
        <p:nvSpPr>
          <p:cNvPr id="37" name="TextBox 36"/>
          <p:cNvSpPr txBox="1"/>
          <p:nvPr/>
        </p:nvSpPr>
        <p:spPr>
          <a:xfrm>
            <a:off x="5665074" y="3097254"/>
            <a:ext cx="1567979" cy="253916"/>
          </a:xfrm>
          <a:prstGeom prst="rect">
            <a:avLst/>
          </a:prstGeom>
          <a:noFill/>
        </p:spPr>
        <p:txBody>
          <a:bodyPr wrap="square" rtlCol="0">
            <a:spAutoFit/>
          </a:bodyPr>
          <a:lstStyle/>
          <a:p>
            <a:r>
              <a:rPr lang="en-US" sz="1050" dirty="0" smtClean="0">
                <a:latin typeface="Arial" panose="020B0604020202020204" pitchFamily="34" charset="0"/>
                <a:cs typeface="Arial" panose="020B0604020202020204" pitchFamily="34" charset="0"/>
              </a:rPr>
              <a:t>Easy to measure</a:t>
            </a:r>
            <a:endParaRPr lang="en-US" sz="1050" dirty="0">
              <a:latin typeface="Arial" panose="020B0604020202020204" pitchFamily="34" charset="0"/>
              <a:cs typeface="Arial" panose="020B0604020202020204" pitchFamily="34" charset="0"/>
            </a:endParaRPr>
          </a:p>
        </p:txBody>
      </p:sp>
      <p:pic>
        <p:nvPicPr>
          <p:cNvPr id="21" name="Picture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6046" y="3445104"/>
            <a:ext cx="2565835" cy="2560320"/>
          </a:xfrm>
          <a:prstGeom prst="rect">
            <a:avLst/>
          </a:prstGeom>
        </p:spPr>
      </p:pic>
      <p:sp>
        <p:nvSpPr>
          <p:cNvPr id="38" name="TextBox 37"/>
          <p:cNvSpPr txBox="1"/>
          <p:nvPr/>
        </p:nvSpPr>
        <p:spPr>
          <a:xfrm>
            <a:off x="3766285" y="5854957"/>
            <a:ext cx="2682779"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weight mean along horizontal axis and vertical axis</a:t>
            </a:r>
          </a:p>
        </p:txBody>
      </p:sp>
      <p:sp>
        <p:nvSpPr>
          <p:cNvPr id="39" name="TextBox 38"/>
          <p:cNvSpPr txBox="1"/>
          <p:nvPr/>
        </p:nvSpPr>
        <p:spPr>
          <a:xfrm>
            <a:off x="790518" y="5854957"/>
            <a:ext cx="1518094"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set </a:t>
            </a:r>
            <a:r>
              <a:rPr lang="en-US" sz="1200" dirty="0" smtClean="0">
                <a:latin typeface="Arial" panose="020B0604020202020204" pitchFamily="34" charset="0"/>
                <a:cs typeface="Arial" panose="020B0604020202020204" pitchFamily="34" charset="0"/>
              </a:rPr>
              <a:t>up buckets</a:t>
            </a:r>
            <a:endParaRPr lang="en-US" sz="1200" dirty="0">
              <a:latin typeface="Arial" panose="020B0604020202020204" pitchFamily="34" charset="0"/>
              <a:cs typeface="Arial" panose="020B0604020202020204" pitchFamily="34" charset="0"/>
            </a:endParaRPr>
          </a:p>
        </p:txBody>
      </p:sp>
      <p:sp>
        <p:nvSpPr>
          <p:cNvPr id="40" name="TextBox 39"/>
          <p:cNvSpPr txBox="1"/>
          <p:nvPr/>
        </p:nvSpPr>
        <p:spPr>
          <a:xfrm>
            <a:off x="6965064" y="5854957"/>
            <a:ext cx="2682779"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Change Y scale. Get data point which easy to model.</a:t>
            </a:r>
            <a:endParaRPr lang="en-US" sz="1200" dirty="0">
              <a:latin typeface="Arial" panose="020B0604020202020204" pitchFamily="34" charset="0"/>
              <a:cs typeface="Arial" panose="020B0604020202020204" pitchFamily="34" charset="0"/>
            </a:endParaRPr>
          </a:p>
        </p:txBody>
      </p:sp>
      <p:sp>
        <p:nvSpPr>
          <p:cNvPr id="41" name="AutoShape 13"/>
          <p:cNvSpPr>
            <a:spLocks noChangeArrowheads="1"/>
          </p:cNvSpPr>
          <p:nvPr>
            <p:custDataLst>
              <p:tags r:id="rId4"/>
            </p:custDataLst>
          </p:nvPr>
        </p:nvSpPr>
        <p:spPr bwMode="auto">
          <a:xfrm>
            <a:off x="3338182" y="424051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2" name="AutoShape 13"/>
          <p:cNvSpPr>
            <a:spLocks noChangeArrowheads="1"/>
          </p:cNvSpPr>
          <p:nvPr>
            <p:custDataLst>
              <p:tags r:id="rId5"/>
            </p:custDataLst>
          </p:nvPr>
        </p:nvSpPr>
        <p:spPr bwMode="auto">
          <a:xfrm>
            <a:off x="6473637" y="429981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4812950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4013603" y="6393321"/>
            <a:ext cx="1919462" cy="798054"/>
          </a:xfrm>
          <a:prstGeom prst="rect">
            <a:avLst/>
          </a:prstGeom>
          <a:solidFill>
            <a:schemeClr val="bg2">
              <a:lumMod val="9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6"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56964" y="6363723"/>
            <a:ext cx="916370" cy="914400"/>
          </a:xfrm>
          <a:prstGeom prst="rect">
            <a:avLst/>
          </a:prstGeom>
        </p:spPr>
      </p:pic>
      <p:pic>
        <p:nvPicPr>
          <p:cNvPr id="9" name="Picture 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16695" y="6367374"/>
            <a:ext cx="916370" cy="914400"/>
          </a:xfrm>
          <a:prstGeom prst="rect">
            <a:avLst/>
          </a:prstGeom>
        </p:spPr>
      </p:pic>
      <p:pic>
        <p:nvPicPr>
          <p:cNvPr id="10" name="Picture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2. Spline </a:t>
            </a:r>
            <a:r>
              <a:rPr lang="en-US" sz="1600" dirty="0">
                <a:latin typeface="Arial" panose="020B0604020202020204" pitchFamily="34" charset="0"/>
                <a:cs typeface="Arial" panose="020B0604020202020204" pitchFamily="34" charset="0"/>
              </a:rPr>
              <a:t>and </a:t>
            </a:r>
            <a:r>
              <a:rPr lang="en-US" sz="1600" dirty="0" smtClean="0">
                <a:latin typeface="Arial" panose="020B0604020202020204" pitchFamily="34" charset="0"/>
                <a:cs typeface="Arial" panose="020B0604020202020204" pitchFamily="34" charset="0"/>
              </a:rPr>
              <a:t>Interpolation</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779380" y="2754958"/>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Previous Step: </a:t>
            </a:r>
            <a:r>
              <a:rPr lang="en-US" sz="1200" i="1" dirty="0">
                <a:latin typeface="Arial" panose="020B0604020202020204" pitchFamily="34" charset="0"/>
                <a:cs typeface="Arial" panose="020B0604020202020204" pitchFamily="34" charset="0"/>
              </a:rPr>
              <a:t>W</a:t>
            </a:r>
            <a:r>
              <a:rPr lang="en-US" sz="1200" i="1" dirty="0" smtClean="0">
                <a:latin typeface="Arial" panose="020B0604020202020204" pitchFamily="34" charset="0"/>
                <a:cs typeface="Arial" panose="020B0604020202020204" pitchFamily="34" charset="0"/>
              </a:rPr>
              <a:t>eighted Average</a:t>
            </a:r>
            <a:endParaRPr lang="en-US" sz="1200" i="1" dirty="0">
              <a:latin typeface="Arial" panose="020B0604020202020204" pitchFamily="34" charset="0"/>
              <a:cs typeface="Arial" panose="020B0604020202020204" pitchFamily="34" charset="0"/>
            </a:endParaRPr>
          </a:p>
        </p:txBody>
      </p:sp>
      <p:pic>
        <p:nvPicPr>
          <p:cNvPr id="41" name="Picture 4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2705" y="2730729"/>
            <a:ext cx="2565835" cy="2560320"/>
          </a:xfrm>
          <a:prstGeom prst="rect">
            <a:avLst/>
          </a:prstGeom>
        </p:spPr>
      </p:pic>
      <p:pic>
        <p:nvPicPr>
          <p:cNvPr id="42" name="Picture 4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684517" y="2730729"/>
            <a:ext cx="2565836" cy="2560320"/>
          </a:xfrm>
          <a:prstGeom prst="rect">
            <a:avLst/>
          </a:prstGeom>
        </p:spPr>
      </p:pic>
      <p:pic>
        <p:nvPicPr>
          <p:cNvPr id="43" name="Picture 4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656330" y="2730729"/>
            <a:ext cx="2565836" cy="2560320"/>
          </a:xfrm>
          <a:prstGeom prst="rect">
            <a:avLst/>
          </a:prstGeom>
        </p:spPr>
      </p:pic>
      <p:sp>
        <p:nvSpPr>
          <p:cNvPr id="47" name="TextBox 46"/>
          <p:cNvSpPr txBox="1"/>
          <p:nvPr/>
        </p:nvSpPr>
        <p:spPr>
          <a:xfrm>
            <a:off x="4042510" y="2754958"/>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Spline</a:t>
            </a:r>
            <a:endParaRPr lang="en-US" sz="1200" i="1" dirty="0">
              <a:latin typeface="Arial" panose="020B0604020202020204" pitchFamily="34" charset="0"/>
              <a:cs typeface="Arial" panose="020B0604020202020204" pitchFamily="34" charset="0"/>
            </a:endParaRPr>
          </a:p>
        </p:txBody>
      </p:sp>
      <p:sp>
        <p:nvSpPr>
          <p:cNvPr id="48" name="TextBox 47"/>
          <p:cNvSpPr txBox="1"/>
          <p:nvPr/>
        </p:nvSpPr>
        <p:spPr>
          <a:xfrm>
            <a:off x="7022214" y="2754957"/>
            <a:ext cx="1973828"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Get Knots Value</a:t>
            </a:r>
            <a:endParaRPr lang="en-US" sz="1200" i="1" dirty="0">
              <a:latin typeface="Arial" panose="020B0604020202020204" pitchFamily="34" charset="0"/>
              <a:cs typeface="Arial" panose="020B0604020202020204" pitchFamily="34" charset="0"/>
            </a:endParaRPr>
          </a:p>
        </p:txBody>
      </p:sp>
      <p:sp>
        <p:nvSpPr>
          <p:cNvPr id="49" name="AutoShape 13"/>
          <p:cNvSpPr>
            <a:spLocks noChangeArrowheads="1"/>
          </p:cNvSpPr>
          <p:nvPr>
            <p:custDataLst>
              <p:tags r:id="rId1"/>
            </p:custDataLst>
          </p:nvPr>
        </p:nvSpPr>
        <p:spPr bwMode="auto">
          <a:xfrm>
            <a:off x="3275176" y="349756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0" name="AutoShape 13"/>
          <p:cNvSpPr>
            <a:spLocks noChangeArrowheads="1"/>
          </p:cNvSpPr>
          <p:nvPr>
            <p:custDataLst>
              <p:tags r:id="rId2"/>
            </p:custDataLst>
          </p:nvPr>
        </p:nvSpPr>
        <p:spPr bwMode="auto">
          <a:xfrm>
            <a:off x="6315381" y="3556864"/>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 name="TextBox 2"/>
          <p:cNvSpPr txBox="1"/>
          <p:nvPr/>
        </p:nvSpPr>
        <p:spPr>
          <a:xfrm>
            <a:off x="836047" y="1600200"/>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Now, we set up some key knots, which are the most important CLTV values that may be used as our model parameters. So naturally, we want to know the SMM value on each of the knots. Here we use cubic spline to predict those values, as the red points in figure </a:t>
            </a:r>
            <a:r>
              <a:rPr lang="en-US" sz="1400" dirty="0" smtClean="0">
                <a:latin typeface="Arial" panose="020B0604020202020204" pitchFamily="34" charset="0"/>
                <a:cs typeface="Arial" panose="020B0604020202020204" pitchFamily="34" charset="0"/>
              </a:rPr>
              <a:t>3</a:t>
            </a:r>
            <a:endParaRPr lang="en-US" sz="1400" dirty="0">
              <a:latin typeface="Arial" panose="020B0604020202020204" pitchFamily="34" charset="0"/>
              <a:cs typeface="Arial" panose="020B0604020202020204" pitchFamily="34" charset="0"/>
            </a:endParaRPr>
          </a:p>
        </p:txBody>
      </p:sp>
      <p:sp>
        <p:nvSpPr>
          <p:cNvPr id="51" name="Rounded Rectangle 50"/>
          <p:cNvSpPr/>
          <p:nvPr/>
        </p:nvSpPr>
        <p:spPr>
          <a:xfrm>
            <a:off x="1278838"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Points</a:t>
            </a:r>
          </a:p>
        </p:txBody>
      </p:sp>
      <p:sp>
        <p:nvSpPr>
          <p:cNvPr id="52" name="Rounded Rectangle 51"/>
          <p:cNvSpPr/>
          <p:nvPr/>
        </p:nvSpPr>
        <p:spPr>
          <a:xfrm>
            <a:off x="4271937"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Curve</a:t>
            </a:r>
          </a:p>
        </p:txBody>
      </p:sp>
      <p:sp>
        <p:nvSpPr>
          <p:cNvPr id="53" name="AutoShape 13"/>
          <p:cNvSpPr>
            <a:spLocks noChangeArrowheads="1"/>
          </p:cNvSpPr>
          <p:nvPr>
            <p:custDataLst>
              <p:tags r:id="rId3"/>
            </p:custDataLst>
          </p:nvPr>
        </p:nvSpPr>
        <p:spPr bwMode="auto">
          <a:xfrm>
            <a:off x="3278540" y="5115630"/>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4" name="TextBox 53"/>
          <p:cNvSpPr txBox="1"/>
          <p:nvPr/>
        </p:nvSpPr>
        <p:spPr>
          <a:xfrm>
            <a:off x="1278838" y="5800548"/>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Vary </a:t>
            </a:r>
            <a:r>
              <a:rPr lang="en-US" sz="1050" dirty="0">
                <a:latin typeface="Arial" panose="020B0604020202020204" pitchFamily="34" charset="0"/>
                <a:cs typeface="Arial" panose="020B0604020202020204" pitchFamily="34" charset="0"/>
              </a:rPr>
              <a:t>Distance</a:t>
            </a:r>
          </a:p>
        </p:txBody>
      </p:sp>
      <p:sp>
        <p:nvSpPr>
          <p:cNvPr id="55" name="TextBox 54"/>
          <p:cNvSpPr txBox="1"/>
          <p:nvPr/>
        </p:nvSpPr>
        <p:spPr>
          <a:xfrm>
            <a:off x="4245434" y="5791112"/>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Vary </a:t>
            </a:r>
            <a:r>
              <a:rPr lang="en-US" sz="1050" dirty="0">
                <a:latin typeface="Arial" panose="020B0604020202020204" pitchFamily="34" charset="0"/>
                <a:cs typeface="Arial" panose="020B0604020202020204" pitchFamily="34" charset="0"/>
              </a:rPr>
              <a:t>Distance</a:t>
            </a:r>
          </a:p>
        </p:txBody>
      </p:sp>
      <p:sp>
        <p:nvSpPr>
          <p:cNvPr id="56" name="Rounded Rectangle 55"/>
          <p:cNvSpPr/>
          <p:nvPr/>
        </p:nvSpPr>
        <p:spPr>
          <a:xfrm>
            <a:off x="7251641" y="5291049"/>
            <a:ext cx="1514974" cy="5000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Curve</a:t>
            </a:r>
            <a:endParaRPr lang="en-US" dirty="0"/>
          </a:p>
        </p:txBody>
      </p:sp>
      <p:sp>
        <p:nvSpPr>
          <p:cNvPr id="57" name="AutoShape 13"/>
          <p:cNvSpPr>
            <a:spLocks noChangeArrowheads="1"/>
          </p:cNvSpPr>
          <p:nvPr>
            <p:custDataLst>
              <p:tags r:id="rId4"/>
            </p:custDataLst>
          </p:nvPr>
        </p:nvSpPr>
        <p:spPr bwMode="auto">
          <a:xfrm>
            <a:off x="6315380" y="5115630"/>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58" name="TextBox 57"/>
          <p:cNvSpPr txBox="1"/>
          <p:nvPr/>
        </p:nvSpPr>
        <p:spPr>
          <a:xfrm>
            <a:off x="7225138" y="5800548"/>
            <a:ext cx="1567979" cy="253916"/>
          </a:xfrm>
          <a:prstGeom prst="rect">
            <a:avLst/>
          </a:prstGeom>
          <a:noFill/>
        </p:spPr>
        <p:txBody>
          <a:bodyPr wrap="square" rtlCol="0">
            <a:spAutoFit/>
          </a:bodyPr>
          <a:lstStyle/>
          <a:p>
            <a:pPr algn="ctr"/>
            <a:r>
              <a:rPr lang="en-US" sz="1050" dirty="0" smtClean="0">
                <a:latin typeface="Arial" panose="020B0604020202020204" pitchFamily="34" charset="0"/>
                <a:cs typeface="Arial" panose="020B0604020202020204" pitchFamily="34" charset="0"/>
              </a:rPr>
              <a:t>Equal </a:t>
            </a:r>
            <a:r>
              <a:rPr lang="en-US" sz="1050" dirty="0">
                <a:latin typeface="Arial" panose="020B0604020202020204" pitchFamily="34" charset="0"/>
                <a:cs typeface="Arial" panose="020B0604020202020204" pitchFamily="34" charset="0"/>
              </a:rPr>
              <a:t>Distance</a:t>
            </a:r>
          </a:p>
        </p:txBody>
      </p:sp>
    </p:spTree>
    <p:extLst>
      <p:ext uri="{BB962C8B-B14F-4D97-AF65-F5344CB8AC3E}">
        <p14:creationId xmlns:p14="http://schemas.microsoft.com/office/powerpoint/2010/main" val="22537228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5961971" y="6408198"/>
            <a:ext cx="2951460" cy="798054"/>
          </a:xfrm>
          <a:prstGeom prst="rect">
            <a:avLst/>
          </a:prstGeom>
          <a:solidFill>
            <a:schemeClr val="bg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87785" y="6363723"/>
            <a:ext cx="916370" cy="914400"/>
          </a:xfrm>
          <a:prstGeom prst="rect">
            <a:avLst/>
          </a:prstGeom>
        </p:spPr>
      </p:pic>
      <p:pic>
        <p:nvPicPr>
          <p:cNvPr id="10" name="Picture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990880" y="6367374"/>
            <a:ext cx="916369" cy="914400"/>
          </a:xfrm>
          <a:prstGeom prst="rect">
            <a:avLst/>
          </a:prstGeom>
        </p:spPr>
      </p:pic>
      <p:pic>
        <p:nvPicPr>
          <p:cNvPr id="11" name="Picture 1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910670" y="6367374"/>
            <a:ext cx="916369" cy="914400"/>
          </a:xfrm>
          <a:prstGeom prst="rect">
            <a:avLst/>
          </a:prstGeom>
        </p:spPr>
      </p:pic>
      <p:pic>
        <p:nvPicPr>
          <p:cNvPr id="13" name="Picture 1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3. Least Square Optimization</a:t>
            </a:r>
            <a:endParaRPr lang="en-US" sz="1600" dirty="0">
              <a:latin typeface="Arial" panose="020B0604020202020204" pitchFamily="34" charset="0"/>
              <a:cs typeface="Arial" panose="020B0604020202020204" pitchFamily="34" charset="0"/>
            </a:endParaRPr>
          </a:p>
        </p:txBody>
      </p:sp>
      <p:sp>
        <p:nvSpPr>
          <p:cNvPr id="26" name="TextBox 25"/>
          <p:cNvSpPr txBox="1"/>
          <p:nvPr/>
        </p:nvSpPr>
        <p:spPr>
          <a:xfrm>
            <a:off x="836047" y="3224689"/>
            <a:ext cx="2565835" cy="261610"/>
          </a:xfrm>
          <a:prstGeom prst="rect">
            <a:avLst/>
          </a:prstGeom>
          <a:noFill/>
        </p:spPr>
        <p:txBody>
          <a:bodyPr wrap="square" rtlCol="0">
            <a:spAutoFit/>
          </a:bodyPr>
          <a:lstStyle/>
          <a:p>
            <a:pPr algn="ctr"/>
            <a:r>
              <a:rPr lang="en-US" sz="1100" i="1" dirty="0" smtClean="0">
                <a:latin typeface="Arial" panose="020B0604020202020204" pitchFamily="34" charset="0"/>
                <a:cs typeface="Arial" panose="020B0604020202020204" pitchFamily="34" charset="0"/>
              </a:rPr>
              <a:t>Spline using Knots Value</a:t>
            </a:r>
            <a:endParaRPr lang="en-US" sz="1100" i="1" dirty="0">
              <a:latin typeface="Arial" panose="020B0604020202020204" pitchFamily="34" charset="0"/>
              <a:cs typeface="Arial" panose="020B0604020202020204" pitchFamily="34" charset="0"/>
            </a:endParaRPr>
          </a:p>
        </p:txBody>
      </p:sp>
      <p:sp>
        <p:nvSpPr>
          <p:cNvPr id="47" name="TextBox 46"/>
          <p:cNvSpPr txBox="1"/>
          <p:nvPr/>
        </p:nvSpPr>
        <p:spPr>
          <a:xfrm>
            <a:off x="3865485" y="3218825"/>
            <a:ext cx="2608009" cy="261610"/>
          </a:xfrm>
          <a:prstGeom prst="rect">
            <a:avLst/>
          </a:prstGeom>
          <a:noFill/>
        </p:spPr>
        <p:txBody>
          <a:bodyPr wrap="square" rtlCol="0">
            <a:spAutoFit/>
          </a:bodyPr>
          <a:lstStyle/>
          <a:p>
            <a:pPr algn="ctr"/>
            <a:r>
              <a:rPr lang="en-US" sz="1100" i="1" dirty="0" smtClean="0">
                <a:latin typeface="Arial" panose="020B0604020202020204" pitchFamily="34" charset="0"/>
                <a:cs typeface="Arial" panose="020B0604020202020204" pitchFamily="34" charset="0"/>
              </a:rPr>
              <a:t>Optimal </a:t>
            </a:r>
            <a:r>
              <a:rPr lang="en-US" altLang="zh-CN" sz="1100" i="1" dirty="0" smtClean="0">
                <a:latin typeface="Arial" panose="020B0604020202020204" pitchFamily="34" charset="0"/>
                <a:cs typeface="Arial" panose="020B0604020202020204" pitchFamily="34" charset="0"/>
              </a:rPr>
              <a:t>Knots</a:t>
            </a:r>
            <a:r>
              <a:rPr lang="zh-CN" altLang="en-US" sz="1100" i="1" dirty="0" smtClean="0">
                <a:latin typeface="Arial" panose="020B0604020202020204" pitchFamily="34" charset="0"/>
                <a:cs typeface="Arial" panose="020B0604020202020204" pitchFamily="34" charset="0"/>
              </a:rPr>
              <a:t> </a:t>
            </a:r>
            <a:r>
              <a:rPr lang="en-US" altLang="zh-CN" sz="1100" i="1" dirty="0" smtClean="0">
                <a:latin typeface="Arial" panose="020B0604020202020204" pitchFamily="34" charset="0"/>
                <a:cs typeface="Arial" panose="020B0604020202020204" pitchFamily="34" charset="0"/>
              </a:rPr>
              <a:t>Value and Spline Curve</a:t>
            </a:r>
            <a:endParaRPr lang="en-US" sz="1100" i="1" dirty="0">
              <a:latin typeface="Arial" panose="020B0604020202020204" pitchFamily="34" charset="0"/>
              <a:cs typeface="Arial" panose="020B0604020202020204" pitchFamily="34" charset="0"/>
            </a:endParaRPr>
          </a:p>
        </p:txBody>
      </p:sp>
      <p:sp>
        <p:nvSpPr>
          <p:cNvPr id="48" name="TextBox 47"/>
          <p:cNvSpPr txBox="1"/>
          <p:nvPr/>
        </p:nvSpPr>
        <p:spPr>
          <a:xfrm>
            <a:off x="7260819" y="3221057"/>
            <a:ext cx="1973828" cy="261610"/>
          </a:xfrm>
          <a:prstGeom prst="rect">
            <a:avLst/>
          </a:prstGeom>
          <a:noFill/>
        </p:spPr>
        <p:txBody>
          <a:bodyPr wrap="square" rtlCol="0">
            <a:spAutoFit/>
          </a:bodyPr>
          <a:lstStyle/>
          <a:p>
            <a:pPr algn="ctr"/>
            <a:r>
              <a:rPr lang="en-US" altLang="zh-CN" sz="1100" i="1" dirty="0" smtClean="0">
                <a:latin typeface="Arial" panose="020B0604020202020204" pitchFamily="34" charset="0"/>
                <a:cs typeface="Arial" panose="020B0604020202020204" pitchFamily="34" charset="0"/>
              </a:rPr>
              <a:t>Model Value</a:t>
            </a:r>
            <a:endParaRPr lang="en-US" sz="1100" i="1" dirty="0">
              <a:latin typeface="Arial" panose="020B0604020202020204" pitchFamily="34" charset="0"/>
              <a:cs typeface="Arial" panose="020B0604020202020204" pitchFamily="34" charset="0"/>
            </a:endParaRPr>
          </a:p>
        </p:txBody>
      </p:sp>
      <p:sp>
        <p:nvSpPr>
          <p:cNvPr id="50" name="AutoShape 13"/>
          <p:cNvSpPr>
            <a:spLocks noChangeArrowheads="1"/>
          </p:cNvSpPr>
          <p:nvPr>
            <p:custDataLst>
              <p:tags r:id="rId1"/>
            </p:custDataLst>
          </p:nvPr>
        </p:nvSpPr>
        <p:spPr bwMode="auto">
          <a:xfrm>
            <a:off x="3397922" y="4039067"/>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 name="TextBox 2"/>
          <p:cNvSpPr txBox="1"/>
          <p:nvPr/>
        </p:nvSpPr>
        <p:spPr>
          <a:xfrm>
            <a:off x="983220" y="1462504"/>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The model curve (red line) pass through the weight mean points (black points). However, there is estimated error, which we want to minimize. Here we use least square method to optimize the knots value. </a:t>
            </a:r>
          </a:p>
        </p:txBody>
      </p:sp>
      <p:pic>
        <p:nvPicPr>
          <p:cNvPr id="34" name="Picture 3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79382" y="3184357"/>
            <a:ext cx="2565833" cy="2560320"/>
          </a:xfrm>
          <a:prstGeom prst="rect">
            <a:avLst/>
          </a:prstGeom>
        </p:spPr>
      </p:pic>
      <p:pic>
        <p:nvPicPr>
          <p:cNvPr id="35" name="Picture 3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843316" y="3184357"/>
            <a:ext cx="2565833" cy="2560320"/>
          </a:xfrm>
          <a:prstGeom prst="rect">
            <a:avLst/>
          </a:prstGeom>
        </p:spPr>
      </p:pic>
      <p:pic>
        <p:nvPicPr>
          <p:cNvPr id="36" name="Picture 35"/>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07249" y="3184357"/>
            <a:ext cx="2565833" cy="2560320"/>
          </a:xfrm>
          <a:prstGeom prst="rect">
            <a:avLst/>
          </a:prstGeom>
        </p:spPr>
      </p:pic>
      <p:sp>
        <p:nvSpPr>
          <p:cNvPr id="37" name="AutoShape 13"/>
          <p:cNvSpPr>
            <a:spLocks noChangeArrowheads="1"/>
          </p:cNvSpPr>
          <p:nvPr>
            <p:custDataLst>
              <p:tags r:id="rId2"/>
            </p:custDataLst>
          </p:nvPr>
        </p:nvSpPr>
        <p:spPr bwMode="auto">
          <a:xfrm>
            <a:off x="6494186" y="4039067"/>
            <a:ext cx="257175" cy="850900"/>
          </a:xfrm>
          <a:prstGeom prst="rightArrow">
            <a:avLst>
              <a:gd name="adj1" fmla="val 50000"/>
              <a:gd name="adj2" fmla="val 52278"/>
            </a:avLst>
          </a:prstGeom>
          <a:solidFill>
            <a:schemeClr val="bg2">
              <a:lumMod val="75000"/>
            </a:schemeClr>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15" name="TextBox 14"/>
          <p:cNvSpPr txBox="1"/>
          <p:nvPr/>
        </p:nvSpPr>
        <p:spPr>
          <a:xfrm>
            <a:off x="2036324" y="2268438"/>
            <a:ext cx="636110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Error Term = ∑ (predict value on spline – weighted average </a:t>
            </a:r>
            <a:r>
              <a:rPr lang="en-US" sz="1400" dirty="0" smtClean="0">
                <a:latin typeface="Arial" panose="020B0604020202020204" pitchFamily="34" charset="0"/>
                <a:cs typeface="Arial" panose="020B0604020202020204" pitchFamily="34" charset="0"/>
              </a:rPr>
              <a:t>value)</a:t>
            </a:r>
            <a:r>
              <a:rPr lang="en-US" sz="1400" baseline="30000" dirty="0" smtClean="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01434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3390901" y="2314575"/>
            <a:ext cx="3476624" cy="117624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3390901" y="3599623"/>
            <a:ext cx="3476624" cy="1176249"/>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3390901" y="4884672"/>
            <a:ext cx="3476624" cy="117624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913431" y="6393321"/>
            <a:ext cx="916369" cy="798054"/>
          </a:xfrm>
          <a:prstGeom prst="rect">
            <a:avLst/>
          </a:prstGeom>
          <a:solidFill>
            <a:schemeClr val="accent2">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4042509" y="6397650"/>
            <a:ext cx="1933915" cy="798054"/>
          </a:xfrm>
          <a:prstGeom prst="rect">
            <a:avLst/>
          </a:prstGeom>
          <a:solidFill>
            <a:schemeClr val="bg2">
              <a:lumMod val="9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8" name="Rectangle 27"/>
          <p:cNvSpPr/>
          <p:nvPr/>
        </p:nvSpPr>
        <p:spPr>
          <a:xfrm>
            <a:off x="162491" y="6397650"/>
            <a:ext cx="3880018" cy="798054"/>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4" name="Rectangle 23"/>
          <p:cNvSpPr/>
          <p:nvPr/>
        </p:nvSpPr>
        <p:spPr>
          <a:xfrm>
            <a:off x="5961971" y="6408198"/>
            <a:ext cx="2951460" cy="798054"/>
          </a:xfrm>
          <a:prstGeom prst="rect">
            <a:avLst/>
          </a:prstGeom>
          <a:solidFill>
            <a:schemeClr val="bg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ectangle 24"/>
          <p:cNvSpPr/>
          <p:nvPr/>
        </p:nvSpPr>
        <p:spPr>
          <a:xfrm>
            <a:off x="145771" y="6393321"/>
            <a:ext cx="9684029" cy="798054"/>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3023670" y="237067"/>
            <a:ext cx="6806130" cy="677966"/>
          </a:xfrm>
        </p:spPr>
        <p:txBody>
          <a:bodyPr/>
          <a:lstStyle/>
          <a:p>
            <a:r>
              <a:rPr lang="en-US" dirty="0"/>
              <a:t>Modeling Methods</a:t>
            </a:r>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10958" y="6350025"/>
            <a:ext cx="916369" cy="914400"/>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9955" y="6367374"/>
            <a:ext cx="916370" cy="914400"/>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94140" y="6359550"/>
            <a:ext cx="916370" cy="914400"/>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68325" y="6367374"/>
            <a:ext cx="916370" cy="914400"/>
          </a:xfrm>
          <a:prstGeom prst="rect">
            <a:avLst/>
          </a:prstGeom>
        </p:spPr>
      </p:pic>
      <p:pic>
        <p:nvPicPr>
          <p:cNvPr id="8" name="Picture 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42510" y="6367374"/>
            <a:ext cx="916370" cy="914400"/>
          </a:xfrm>
          <a:prstGeom prst="rect">
            <a:avLst/>
          </a:prstGeom>
        </p:spPr>
      </p:pic>
      <p:pic>
        <p:nvPicPr>
          <p:cNvPr id="9" name="Picture 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87785" y="6363879"/>
            <a:ext cx="916370" cy="914400"/>
          </a:xfrm>
          <a:prstGeom prst="rect">
            <a:avLst/>
          </a:prstGeom>
        </p:spPr>
      </p:pic>
      <p:pic>
        <p:nvPicPr>
          <p:cNvPr id="10" name="Picture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048694" y="6358446"/>
            <a:ext cx="916369" cy="914400"/>
          </a:xfrm>
          <a:prstGeom prst="rect">
            <a:avLst/>
          </a:prstGeom>
        </p:spPr>
      </p:pic>
      <p:pic>
        <p:nvPicPr>
          <p:cNvPr id="11" name="Picture 1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965064" y="6359550"/>
            <a:ext cx="916369" cy="914400"/>
          </a:xfrm>
          <a:prstGeom prst="rect">
            <a:avLst/>
          </a:prstGeom>
        </p:spPr>
      </p:pic>
      <p:pic>
        <p:nvPicPr>
          <p:cNvPr id="12" name="Picture 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939248" y="6359550"/>
            <a:ext cx="916369" cy="914400"/>
          </a:xfrm>
          <a:prstGeom prst="rect">
            <a:avLst/>
          </a:prstGeom>
        </p:spPr>
      </p:pic>
      <p:pic>
        <p:nvPicPr>
          <p:cNvPr id="13" name="Picture 1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913431" y="6367374"/>
            <a:ext cx="916369" cy="914400"/>
          </a:xfrm>
          <a:prstGeom prst="rect">
            <a:avLst/>
          </a:prstGeom>
        </p:spPr>
      </p:pic>
      <p:cxnSp>
        <p:nvCxnSpPr>
          <p:cNvPr id="17" name="Straight Connector 16"/>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90901" y="1123950"/>
            <a:ext cx="2857500"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Model Method Overview</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983220" y="1462504"/>
            <a:ext cx="8286024"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 we get the spline function, as our model curve. When we get a new CLTV value, we use this spline function to predict our model SMM value corresponding to CLTV. Here we do the prediction for all the original data and show a comparison with the raw data.</a:t>
            </a:r>
          </a:p>
        </p:txBody>
      </p:sp>
      <p:pic>
        <p:nvPicPr>
          <p:cNvPr id="29"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502491" y="2912477"/>
            <a:ext cx="2565834" cy="2560320"/>
          </a:xfrm>
          <a:prstGeom prst="rect">
            <a:avLst/>
          </a:prstGeom>
          <a:noFill/>
          <a:ln w="9525">
            <a:noFill/>
            <a:miter lim="800000"/>
            <a:headEnd/>
            <a:tailEnd/>
          </a:ln>
        </p:spPr>
      </p:pic>
      <p:pic>
        <p:nvPicPr>
          <p:cNvPr id="30" name="Picture 2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152615" y="2912477"/>
            <a:ext cx="2565833" cy="2560320"/>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92023" y="2576424"/>
            <a:ext cx="916370" cy="914400"/>
          </a:xfrm>
          <a:prstGeom prst="rect">
            <a:avLst/>
          </a:prstGeom>
        </p:spPr>
      </p:pic>
      <p:pic>
        <p:nvPicPr>
          <p:cNvPr id="32" name="Picture 3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66208" y="2568600"/>
            <a:ext cx="916370" cy="914400"/>
          </a:xfrm>
          <a:prstGeom prst="rect">
            <a:avLst/>
          </a:prstGeom>
        </p:spPr>
      </p:pic>
      <p:pic>
        <p:nvPicPr>
          <p:cNvPr id="33" name="Picture 3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40393" y="2576424"/>
            <a:ext cx="916370" cy="914400"/>
          </a:xfrm>
          <a:prstGeom prst="rect">
            <a:avLst/>
          </a:prstGeom>
        </p:spPr>
      </p:pic>
      <p:pic>
        <p:nvPicPr>
          <p:cNvPr id="38" name="Picture 3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36933" y="3839636"/>
            <a:ext cx="916370" cy="914400"/>
          </a:xfrm>
          <a:prstGeom prst="rect">
            <a:avLst/>
          </a:prstGeom>
        </p:spPr>
      </p:pic>
      <p:pic>
        <p:nvPicPr>
          <p:cNvPr id="39" name="Picture 3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82208" y="3839636"/>
            <a:ext cx="916370" cy="914400"/>
          </a:xfrm>
          <a:prstGeom prst="rect">
            <a:avLst/>
          </a:prstGeom>
        </p:spPr>
      </p:pic>
      <p:pic>
        <p:nvPicPr>
          <p:cNvPr id="40" name="Picture 3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36934" y="5110671"/>
            <a:ext cx="916369" cy="914400"/>
          </a:xfrm>
          <a:prstGeom prst="rect">
            <a:avLst/>
          </a:prstGeom>
        </p:spPr>
      </p:pic>
      <p:pic>
        <p:nvPicPr>
          <p:cNvPr id="41" name="Picture 4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182208" y="5111775"/>
            <a:ext cx="916369" cy="914400"/>
          </a:xfrm>
          <a:prstGeom prst="rect">
            <a:avLst/>
          </a:prstGeom>
        </p:spPr>
      </p:pic>
      <p:sp>
        <p:nvSpPr>
          <p:cNvPr id="19" name="TextBox 18"/>
          <p:cNvSpPr txBox="1"/>
          <p:nvPr/>
        </p:nvSpPr>
        <p:spPr>
          <a:xfrm>
            <a:off x="3692023" y="2314575"/>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1.Bucket and Weighted </a:t>
            </a:r>
            <a:r>
              <a:rPr lang="en-US" sz="1100" dirty="0" smtClean="0">
                <a:latin typeface="Arial" panose="020B0604020202020204" pitchFamily="34" charset="0"/>
                <a:cs typeface="Arial" panose="020B0604020202020204" pitchFamily="34" charset="0"/>
              </a:rPr>
              <a:t>Mean</a:t>
            </a:r>
            <a:endParaRPr lang="en-US" sz="1100" dirty="0">
              <a:latin typeface="Arial" panose="020B0604020202020204" pitchFamily="34" charset="0"/>
              <a:cs typeface="Arial" panose="020B0604020202020204" pitchFamily="34" charset="0"/>
            </a:endParaRPr>
          </a:p>
        </p:txBody>
      </p:sp>
      <p:sp>
        <p:nvSpPr>
          <p:cNvPr id="44" name="TextBox 43"/>
          <p:cNvSpPr txBox="1"/>
          <p:nvPr/>
        </p:nvSpPr>
        <p:spPr>
          <a:xfrm>
            <a:off x="3713519" y="3599623"/>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2. Spline and Interpolation</a:t>
            </a:r>
          </a:p>
        </p:txBody>
      </p:sp>
      <p:sp>
        <p:nvSpPr>
          <p:cNvPr id="45" name="TextBox 44"/>
          <p:cNvSpPr txBox="1"/>
          <p:nvPr/>
        </p:nvSpPr>
        <p:spPr>
          <a:xfrm>
            <a:off x="3713518" y="4884672"/>
            <a:ext cx="2937377" cy="261610"/>
          </a:xfrm>
          <a:prstGeom prst="rect">
            <a:avLst/>
          </a:prstGeom>
          <a:noFill/>
        </p:spPr>
        <p:txBody>
          <a:bodyPr wrap="square" rtlCol="0">
            <a:spAutoFit/>
          </a:bodyPr>
          <a:lstStyle/>
          <a:p>
            <a:pPr algn="ctr"/>
            <a:r>
              <a:rPr lang="en-US" sz="1100" dirty="0">
                <a:latin typeface="Arial" panose="020B0604020202020204" pitchFamily="34" charset="0"/>
                <a:cs typeface="Arial" panose="020B0604020202020204" pitchFamily="34" charset="0"/>
              </a:rPr>
              <a:t>3. Least Square Optimization</a:t>
            </a:r>
          </a:p>
        </p:txBody>
      </p:sp>
      <p:sp>
        <p:nvSpPr>
          <p:cNvPr id="46" name="AutoShape 13"/>
          <p:cNvSpPr>
            <a:spLocks noChangeArrowheads="1"/>
          </p:cNvSpPr>
          <p:nvPr>
            <p:custDataLst>
              <p:tags r:id="rId1"/>
            </p:custDataLst>
          </p:nvPr>
        </p:nvSpPr>
        <p:spPr bwMode="auto">
          <a:xfrm>
            <a:off x="3010510" y="387138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9" name="AutoShape 13"/>
          <p:cNvSpPr>
            <a:spLocks noChangeArrowheads="1"/>
          </p:cNvSpPr>
          <p:nvPr>
            <p:custDataLst>
              <p:tags r:id="rId2"/>
            </p:custDataLst>
          </p:nvPr>
        </p:nvSpPr>
        <p:spPr bwMode="auto">
          <a:xfrm>
            <a:off x="6965064" y="3871386"/>
            <a:ext cx="257175" cy="850900"/>
          </a:xfrm>
          <a:prstGeom prst="rightArrow">
            <a:avLst>
              <a:gd name="adj1" fmla="val 50000"/>
              <a:gd name="adj2" fmla="val 52278"/>
            </a:avLst>
          </a:prstGeom>
          <a:solidFill>
            <a:schemeClr val="accent1"/>
          </a:solidFill>
          <a:ln w="12700" algn="ctr">
            <a:solidFill>
              <a:schemeClr val="bg1"/>
            </a:solidFill>
            <a:miter lim="800000"/>
            <a:headEnd/>
            <a:tailEnd/>
          </a:ln>
        </p:spPr>
        <p:txBody>
          <a:bodyPr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1709687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4145" y="236009"/>
            <a:ext cx="6806130" cy="677966"/>
          </a:xfrm>
        </p:spPr>
        <p:txBody>
          <a:bodyPr/>
          <a:lstStyle/>
          <a:p>
            <a:r>
              <a:rPr lang="en-US" dirty="0" smtClean="0"/>
              <a:t>Result After Spline I</a:t>
            </a:r>
            <a:r>
              <a:rPr lang="en-US" altLang="zh-CN" dirty="0" smtClean="0"/>
              <a:t>nterpolation</a:t>
            </a:r>
            <a:endParaRPr lang="en-US" dirty="0"/>
          </a:p>
        </p:txBody>
      </p:sp>
      <p:graphicFrame>
        <p:nvGraphicFramePr>
          <p:cNvPr id="4" name="Chart 3"/>
          <p:cNvGraphicFramePr/>
          <p:nvPr>
            <p:extLst>
              <p:ext uri="{D42A27DB-BD31-4B8C-83A1-F6EECF244321}">
                <p14:modId xmlns:p14="http://schemas.microsoft.com/office/powerpoint/2010/main" val="4173453990"/>
              </p:ext>
            </p:extLst>
          </p:nvPr>
        </p:nvGraphicFramePr>
        <p:xfrm>
          <a:off x="617186" y="1557338"/>
          <a:ext cx="8869714" cy="284470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extLst>
              <p:ext uri="{D42A27DB-BD31-4B8C-83A1-F6EECF244321}">
                <p14:modId xmlns:p14="http://schemas.microsoft.com/office/powerpoint/2010/main" val="1219705739"/>
              </p:ext>
            </p:extLst>
          </p:nvPr>
        </p:nvGraphicFramePr>
        <p:xfrm>
          <a:off x="207612" y="4857750"/>
          <a:ext cx="4812064" cy="11111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p:nvPr>
            <p:extLst>
              <p:ext uri="{D42A27DB-BD31-4B8C-83A1-F6EECF244321}">
                <p14:modId xmlns:p14="http://schemas.microsoft.com/office/powerpoint/2010/main" val="1393561197"/>
              </p:ext>
            </p:extLst>
          </p:nvPr>
        </p:nvGraphicFramePr>
        <p:xfrm>
          <a:off x="5151086" y="4905375"/>
          <a:ext cx="4812064" cy="11111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p:cNvGraphicFramePr/>
          <p:nvPr>
            <p:extLst>
              <p:ext uri="{D42A27DB-BD31-4B8C-83A1-F6EECF244321}">
                <p14:modId xmlns:p14="http://schemas.microsoft.com/office/powerpoint/2010/main" val="3073780056"/>
              </p:ext>
            </p:extLst>
          </p:nvPr>
        </p:nvGraphicFramePr>
        <p:xfrm>
          <a:off x="212374" y="6121302"/>
          <a:ext cx="4812064" cy="111115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p:cNvGraphicFramePr/>
          <p:nvPr>
            <p:extLst>
              <p:ext uri="{D42A27DB-BD31-4B8C-83A1-F6EECF244321}">
                <p14:modId xmlns:p14="http://schemas.microsoft.com/office/powerpoint/2010/main" val="840859284"/>
              </p:ext>
            </p:extLst>
          </p:nvPr>
        </p:nvGraphicFramePr>
        <p:xfrm>
          <a:off x="5151086" y="6140450"/>
          <a:ext cx="4812064" cy="1111152"/>
        </p:xfrm>
        <a:graphic>
          <a:graphicData uri="http://schemas.openxmlformats.org/drawingml/2006/chart">
            <c:chart xmlns:c="http://schemas.openxmlformats.org/drawingml/2006/chart" xmlns:r="http://schemas.openxmlformats.org/officeDocument/2006/relationships" r:id="rId6"/>
          </a:graphicData>
        </a:graphic>
      </p:graphicFrame>
      <p:sp>
        <p:nvSpPr>
          <p:cNvPr id="10" name="Oval 9"/>
          <p:cNvSpPr/>
          <p:nvPr/>
        </p:nvSpPr>
        <p:spPr>
          <a:xfrm>
            <a:off x="4352925" y="512445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1" name="Oval 10"/>
          <p:cNvSpPr/>
          <p:nvPr/>
        </p:nvSpPr>
        <p:spPr>
          <a:xfrm>
            <a:off x="4352925" y="636270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9134474" y="512445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9134475" y="6362700"/>
            <a:ext cx="352425" cy="361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333876" y="5153025"/>
            <a:ext cx="438150" cy="276999"/>
          </a:xfrm>
          <a:prstGeom prst="rect">
            <a:avLst/>
          </a:prstGeom>
          <a:noFill/>
        </p:spPr>
        <p:txBody>
          <a:bodyPr wrap="square" rtlCol="0">
            <a:spAutoFit/>
          </a:bodyPr>
          <a:lstStyle/>
          <a:p>
            <a:r>
              <a:rPr lang="en-US" sz="1200" dirty="0" smtClean="0">
                <a:solidFill>
                  <a:schemeClr val="bg1"/>
                </a:solidFill>
              </a:rPr>
              <a:t>3%</a:t>
            </a:r>
            <a:endParaRPr lang="en-US" sz="1200" dirty="0">
              <a:solidFill>
                <a:schemeClr val="bg1"/>
              </a:solidFill>
            </a:endParaRPr>
          </a:p>
        </p:txBody>
      </p:sp>
      <p:sp>
        <p:nvSpPr>
          <p:cNvPr id="15" name="TextBox 14"/>
          <p:cNvSpPr txBox="1"/>
          <p:nvPr/>
        </p:nvSpPr>
        <p:spPr>
          <a:xfrm>
            <a:off x="9120186" y="5166925"/>
            <a:ext cx="438150" cy="276999"/>
          </a:xfrm>
          <a:prstGeom prst="rect">
            <a:avLst/>
          </a:prstGeom>
          <a:noFill/>
        </p:spPr>
        <p:txBody>
          <a:bodyPr wrap="square" rtlCol="0">
            <a:spAutoFit/>
          </a:bodyPr>
          <a:lstStyle/>
          <a:p>
            <a:r>
              <a:rPr lang="en-US" sz="1200" dirty="0">
                <a:solidFill>
                  <a:schemeClr val="bg1"/>
                </a:solidFill>
              </a:rPr>
              <a:t>4</a:t>
            </a:r>
            <a:r>
              <a:rPr lang="en-US" sz="1200" dirty="0" smtClean="0">
                <a:solidFill>
                  <a:schemeClr val="bg1"/>
                </a:solidFill>
              </a:rPr>
              <a:t>%</a:t>
            </a:r>
            <a:endParaRPr lang="en-US" sz="1200" dirty="0">
              <a:solidFill>
                <a:schemeClr val="bg1"/>
              </a:solidFill>
            </a:endParaRPr>
          </a:p>
        </p:txBody>
      </p:sp>
      <p:sp>
        <p:nvSpPr>
          <p:cNvPr id="16" name="TextBox 15"/>
          <p:cNvSpPr txBox="1"/>
          <p:nvPr/>
        </p:nvSpPr>
        <p:spPr>
          <a:xfrm>
            <a:off x="4295775" y="6405175"/>
            <a:ext cx="542925" cy="276999"/>
          </a:xfrm>
          <a:prstGeom prst="rect">
            <a:avLst/>
          </a:prstGeom>
          <a:noFill/>
        </p:spPr>
        <p:txBody>
          <a:bodyPr wrap="square" rtlCol="0">
            <a:spAutoFit/>
          </a:bodyPr>
          <a:lstStyle/>
          <a:p>
            <a:r>
              <a:rPr lang="en-US" sz="1200" dirty="0" smtClean="0">
                <a:solidFill>
                  <a:schemeClr val="bg1"/>
                </a:solidFill>
              </a:rPr>
              <a:t>26%</a:t>
            </a:r>
            <a:endParaRPr lang="en-US" sz="1200" dirty="0">
              <a:solidFill>
                <a:schemeClr val="bg1"/>
              </a:solidFill>
            </a:endParaRPr>
          </a:p>
        </p:txBody>
      </p:sp>
      <p:sp>
        <p:nvSpPr>
          <p:cNvPr id="17" name="TextBox 16"/>
          <p:cNvSpPr txBox="1"/>
          <p:nvPr/>
        </p:nvSpPr>
        <p:spPr>
          <a:xfrm>
            <a:off x="9082086" y="6405174"/>
            <a:ext cx="542925" cy="276999"/>
          </a:xfrm>
          <a:prstGeom prst="rect">
            <a:avLst/>
          </a:prstGeom>
          <a:noFill/>
        </p:spPr>
        <p:txBody>
          <a:bodyPr wrap="square" rtlCol="0">
            <a:spAutoFit/>
          </a:bodyPr>
          <a:lstStyle/>
          <a:p>
            <a:r>
              <a:rPr lang="en-US" sz="1200" dirty="0" smtClean="0">
                <a:solidFill>
                  <a:schemeClr val="bg1"/>
                </a:solidFill>
              </a:rPr>
              <a:t>68%</a:t>
            </a:r>
            <a:endParaRPr lang="en-US" sz="1200" dirty="0">
              <a:solidFill>
                <a:schemeClr val="bg1"/>
              </a:solidFill>
            </a:endParaRPr>
          </a:p>
        </p:txBody>
      </p:sp>
      <p:sp>
        <p:nvSpPr>
          <p:cNvPr id="18" name="TextBox 17"/>
          <p:cNvSpPr txBox="1"/>
          <p:nvPr/>
        </p:nvSpPr>
        <p:spPr>
          <a:xfrm>
            <a:off x="3409950" y="4772025"/>
            <a:ext cx="1533525" cy="261610"/>
          </a:xfrm>
          <a:prstGeom prst="rect">
            <a:avLst/>
          </a:prstGeom>
          <a:noFill/>
        </p:spPr>
        <p:txBody>
          <a:bodyPr wrap="square" rtlCol="0">
            <a:spAutoFit/>
          </a:bodyPr>
          <a:lstStyle/>
          <a:p>
            <a:pPr algn="r"/>
            <a:r>
              <a:rPr lang="en-US" sz="1100" dirty="0" smtClean="0"/>
              <a:t>Mean contribution</a:t>
            </a:r>
            <a:endParaRPr lang="en-US" sz="1100" dirty="0"/>
          </a:p>
        </p:txBody>
      </p:sp>
      <p:sp>
        <p:nvSpPr>
          <p:cNvPr id="19" name="Oval 18"/>
          <p:cNvSpPr/>
          <p:nvPr/>
        </p:nvSpPr>
        <p:spPr>
          <a:xfrm>
            <a:off x="1581150" y="2724150"/>
            <a:ext cx="1238250" cy="1114425"/>
          </a:xfrm>
          <a:prstGeom prst="ellipse">
            <a:avLst/>
          </a:prstGeom>
          <a:noFill/>
          <a:ln>
            <a:solidFill>
              <a:srgbClr val="99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529137" y="1785937"/>
            <a:ext cx="1238250" cy="1114425"/>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962900" y="2952749"/>
            <a:ext cx="1238250" cy="1114425"/>
          </a:xfrm>
          <a:prstGeom prst="ellipse">
            <a:avLst/>
          </a:prstGeom>
          <a:noFill/>
          <a:ln>
            <a:solidFill>
              <a:srgbClr val="99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005250" y="1023929"/>
            <a:ext cx="8286024" cy="461665"/>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Result shows model can capture the trend over time. However, model </a:t>
            </a:r>
            <a:r>
              <a:rPr lang="en-US" sz="1200" dirty="0" err="1" smtClean="0">
                <a:latin typeface="Arial" panose="020B0604020202020204" pitchFamily="34" charset="0"/>
                <a:cs typeface="Arial" panose="020B0604020202020204" pitchFamily="34" charset="0"/>
              </a:rPr>
              <a:t>smm</a:t>
            </a:r>
            <a:r>
              <a:rPr lang="en-US" sz="1200" dirty="0" smtClean="0">
                <a:latin typeface="Arial" panose="020B0604020202020204" pitchFamily="34" charset="0"/>
                <a:cs typeface="Arial" panose="020B0604020202020204" pitchFamily="34" charset="0"/>
              </a:rPr>
              <a:t> is too fast than actual (Golden) ; 2003-2004  part shows too slow (Purple). In order to improve, </a:t>
            </a:r>
            <a:r>
              <a:rPr lang="en-US" sz="1200" b="1" dirty="0" smtClean="0">
                <a:latin typeface="Arial" panose="020B0604020202020204" pitchFamily="34" charset="0"/>
                <a:cs typeface="Arial" panose="020B0604020202020204" pitchFamily="34" charset="0"/>
              </a:rPr>
              <a:t>media effect </a:t>
            </a:r>
            <a:r>
              <a:rPr lang="en-US" sz="1200" dirty="0" smtClean="0">
                <a:latin typeface="Arial" panose="020B0604020202020204" pitchFamily="34" charset="0"/>
                <a:cs typeface="Arial" panose="020B0604020202020204" pitchFamily="34" charset="0"/>
              </a:rPr>
              <a:t>and </a:t>
            </a:r>
            <a:r>
              <a:rPr lang="en-US" sz="1200" b="1" dirty="0" smtClean="0">
                <a:latin typeface="Arial" panose="020B0604020202020204" pitchFamily="34" charset="0"/>
                <a:cs typeface="Arial" panose="020B0604020202020204" pitchFamily="34" charset="0"/>
              </a:rPr>
              <a:t>credit availability </a:t>
            </a:r>
            <a:r>
              <a:rPr lang="en-US" sz="1200" dirty="0" smtClean="0">
                <a:latin typeface="Arial" panose="020B0604020202020204" pitchFamily="34" charset="0"/>
                <a:cs typeface="Arial" panose="020B0604020202020204" pitchFamily="34" charset="0"/>
              </a:rPr>
              <a:t>multipliers are introduced.</a:t>
            </a:r>
            <a:endParaRPr lang="en-US" sz="1200" dirty="0">
              <a:latin typeface="Arial" panose="020B0604020202020204" pitchFamily="34" charset="0"/>
              <a:cs typeface="Arial" panose="020B0604020202020204" pitchFamily="34" charset="0"/>
            </a:endParaRPr>
          </a:p>
        </p:txBody>
      </p:sp>
      <p:sp>
        <p:nvSpPr>
          <p:cNvPr id="23" name="TextBox 22"/>
          <p:cNvSpPr txBox="1"/>
          <p:nvPr/>
        </p:nvSpPr>
        <p:spPr>
          <a:xfrm>
            <a:off x="5672137" y="1904999"/>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Slower</a:t>
            </a:r>
            <a:endParaRPr lang="en-US" sz="1400" dirty="0">
              <a:latin typeface="Arial" panose="020B0604020202020204" pitchFamily="34" charset="0"/>
              <a:cs typeface="Arial" panose="020B0604020202020204" pitchFamily="34" charset="0"/>
            </a:endParaRPr>
          </a:p>
        </p:txBody>
      </p:sp>
      <p:sp>
        <p:nvSpPr>
          <p:cNvPr id="24" name="TextBox 23"/>
          <p:cNvSpPr txBox="1"/>
          <p:nvPr/>
        </p:nvSpPr>
        <p:spPr>
          <a:xfrm>
            <a:off x="2671762" y="2746473"/>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Faster</a:t>
            </a:r>
            <a:endParaRPr lang="en-US" sz="1400" dirty="0">
              <a:latin typeface="Arial" panose="020B0604020202020204" pitchFamily="34" charset="0"/>
              <a:cs typeface="Arial" panose="020B0604020202020204" pitchFamily="34" charset="0"/>
            </a:endParaRPr>
          </a:p>
        </p:txBody>
      </p:sp>
      <p:sp>
        <p:nvSpPr>
          <p:cNvPr id="25" name="TextBox 24"/>
          <p:cNvSpPr txBox="1"/>
          <p:nvPr/>
        </p:nvSpPr>
        <p:spPr>
          <a:xfrm>
            <a:off x="7493793" y="2898873"/>
            <a:ext cx="938213" cy="307777"/>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Faster</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77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Graphic spid="7" grpId="0">
        <p:bldAsOne/>
      </p:bldGraphic>
      <p:bldGraphic spid="8" grpId="0">
        <p:bldAsOne/>
      </p:bldGraphic>
      <p:bldGraphic spid="9" grpId="0">
        <p:bldAsOne/>
      </p:bldGraphic>
      <p:bldP spid="10" grpId="0" animBg="1"/>
      <p:bldP spid="11" grpId="0" animBg="1"/>
      <p:bldP spid="12" grpId="0" animBg="1"/>
      <p:bldP spid="13" grpId="0" animBg="1"/>
      <p:bldP spid="14" grpId="0"/>
      <p:bldP spid="15" grpId="0"/>
      <p:bldP spid="16" grpId="0"/>
      <p:bldP spid="17" grpId="0"/>
      <p:bldP spid="18" grpId="0"/>
      <p:bldP spid="19" grpId="0" animBg="1"/>
      <p:bldP spid="20" grpId="0" animBg="1"/>
      <p:bldP spid="21" grpId="0" animBg="1"/>
      <p:bldP spid="22" grpId="0"/>
      <p:bldP spid="23" grpId="0"/>
      <p:bldP spid="24" grpId="0"/>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Media Effect and Credit Availability</a:t>
            </a:r>
            <a:endParaRPr lang="en-US" dirty="0"/>
          </a:p>
        </p:txBody>
      </p:sp>
      <p:sp>
        <p:nvSpPr>
          <p:cNvPr id="4" name="TextBox 3"/>
          <p:cNvSpPr txBox="1"/>
          <p:nvPr/>
        </p:nvSpPr>
        <p:spPr>
          <a:xfrm>
            <a:off x="638175" y="3733800"/>
            <a:ext cx="7915275" cy="92333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DeltaPMMS30 </a:t>
            </a:r>
            <a:r>
              <a:rPr lang="en-US" sz="1200" dirty="0">
                <a:latin typeface="Arial" panose="020B0604020202020204" pitchFamily="34" charset="0"/>
                <a:cs typeface="Arial" panose="020B0604020202020204" pitchFamily="34" charset="0"/>
              </a:rPr>
              <a:t>= max(lowest PMMS in past 3 years not including this month - PMMS this month + rate buffer, 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DeltaPMMS30_MA = 3-month moving average of DeltaPMMS30.  </a:t>
            </a:r>
          </a:p>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Media </a:t>
            </a:r>
            <a:r>
              <a:rPr lang="en-US" sz="1200" dirty="0">
                <a:latin typeface="Arial" panose="020B0604020202020204" pitchFamily="34" charset="0"/>
                <a:cs typeface="Arial" panose="020B0604020202020204" pitchFamily="34" charset="0"/>
              </a:rPr>
              <a:t>effect multiplier = max(5 * DeltaPMMS30_MA at three month earlier, 1.0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cxnSp>
        <p:nvCxnSpPr>
          <p:cNvPr id="5" name="Straight Connector 4"/>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789567" y="1123950"/>
            <a:ext cx="397192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Media Effect – Meet the Refinance Wave</a:t>
            </a:r>
            <a:endParaRPr lang="en-US" sz="1600" dirty="0">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4725" y="1566864"/>
            <a:ext cx="3695816"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5360059" y="1790463"/>
            <a:ext cx="3564866" cy="646331"/>
          </a:xfrm>
          <a:prstGeom prst="rect">
            <a:avLst/>
          </a:prstGeom>
          <a:noFill/>
        </p:spPr>
        <p:txBody>
          <a:bodyPr wrap="square" rtlCol="0">
            <a:spAutoFit/>
          </a:bodyPr>
          <a:lstStyle/>
          <a:p>
            <a:r>
              <a:rPr lang="en-US" sz="1200" dirty="0" smtClean="0">
                <a:latin typeface="Arial" panose="020B0604020202020204" pitchFamily="34" charset="0"/>
                <a:cs typeface="Arial" panose="020B0604020202020204" pitchFamily="34" charset="0"/>
              </a:rPr>
              <a:t>Mortgage borrowers tend to refinance more aggressively than usual when rates hit multi-year lows.</a:t>
            </a:r>
            <a:endParaRPr lang="en-US" sz="1200" dirty="0">
              <a:latin typeface="Arial" panose="020B0604020202020204" pitchFamily="34" charset="0"/>
              <a:cs typeface="Arial" panose="020B0604020202020204" pitchFamily="34" charset="0"/>
            </a:endParaRPr>
          </a:p>
        </p:txBody>
      </p:sp>
      <p:sp>
        <p:nvSpPr>
          <p:cNvPr id="21" name="AutoShape 3"/>
          <p:cNvSpPr>
            <a:spLocks noChangeArrowheads="1"/>
          </p:cNvSpPr>
          <p:nvPr>
            <p:custDataLst>
              <p:tags r:id="rId1"/>
            </p:custDataLst>
          </p:nvPr>
        </p:nvSpPr>
        <p:spPr bwMode="gray">
          <a:xfrm>
            <a:off x="836047" y="3006725"/>
            <a:ext cx="2206625" cy="584200"/>
          </a:xfrm>
          <a:prstGeom prst="chevron">
            <a:avLst>
              <a:gd name="adj" fmla="val 34952"/>
            </a:avLst>
          </a:prstGeom>
          <a:solidFill>
            <a:schemeClr val="accent1"/>
          </a:solidFill>
          <a:ln w="12700" cap="rnd" algn="ctr">
            <a:solidFill>
              <a:schemeClr val="bg1"/>
            </a:solidFill>
            <a:miter lim="800000"/>
            <a:headEnd/>
            <a:tailEnd/>
          </a:ln>
        </p:spPr>
        <p:txBody>
          <a:bodyPr lIns="36000" tIns="36000" rIns="36000" bIns="36000" anchor="ctr" anchorCtr="1"/>
          <a:lstStyle/>
          <a:p>
            <a:pPr algn="ctr">
              <a:lnSpc>
                <a:spcPct val="106000"/>
              </a:lnSpc>
              <a:defRPr/>
            </a:pPr>
            <a:r>
              <a:rPr lang="en-US" altLang="zh-CN" sz="1400" b="1" dirty="0" smtClean="0">
                <a:solidFill>
                  <a:schemeClr val="bg1"/>
                </a:solidFill>
                <a:latin typeface="Arial Unicode MS" pitchFamily="34" charset="-122"/>
                <a:ea typeface="Arial Unicode MS" pitchFamily="34" charset="-122"/>
                <a:cs typeface="Arial Unicode MS" pitchFamily="34" charset="-122"/>
              </a:rPr>
              <a:t>Model prepay speed is slower in 2003</a:t>
            </a:r>
            <a:endParaRPr lang="en-US" sz="1400" b="1" dirty="0">
              <a:solidFill>
                <a:schemeClr val="bg1"/>
              </a:solidFill>
              <a:latin typeface="Arial Unicode MS" pitchFamily="34" charset="-122"/>
              <a:ea typeface="Arial Unicode MS" pitchFamily="34" charset="-122"/>
              <a:cs typeface="Arial Unicode MS" pitchFamily="34" charset="-122"/>
            </a:endParaRPr>
          </a:p>
        </p:txBody>
      </p:sp>
      <p:sp>
        <p:nvSpPr>
          <p:cNvPr id="22" name="AutoShape 4"/>
          <p:cNvSpPr>
            <a:spLocks noChangeArrowheads="1"/>
          </p:cNvSpPr>
          <p:nvPr>
            <p:custDataLst>
              <p:tags r:id="rId2"/>
            </p:custDataLst>
          </p:nvPr>
        </p:nvSpPr>
        <p:spPr bwMode="gray">
          <a:xfrm>
            <a:off x="2890272"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Reason:</a:t>
            </a:r>
          </a:p>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Media effect</a:t>
            </a:r>
            <a:endParaRPr lang="en-US" sz="1400" b="1" dirty="0">
              <a:solidFill>
                <a:schemeClr val="bg1"/>
              </a:solidFill>
              <a:latin typeface="Arial Unicode MS" pitchFamily="34" charset="-122"/>
              <a:ea typeface="Arial Unicode MS" pitchFamily="34" charset="-122"/>
              <a:cs typeface="Arial Unicode MS" pitchFamily="34" charset="-122"/>
            </a:endParaRPr>
          </a:p>
        </p:txBody>
      </p:sp>
      <p:sp>
        <p:nvSpPr>
          <p:cNvPr id="23" name="AutoShape 5"/>
          <p:cNvSpPr>
            <a:spLocks noChangeArrowheads="1"/>
          </p:cNvSpPr>
          <p:nvPr>
            <p:custDataLst>
              <p:tags r:id="rId3"/>
            </p:custDataLst>
          </p:nvPr>
        </p:nvSpPr>
        <p:spPr bwMode="gray">
          <a:xfrm>
            <a:off x="4938147"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400" b="1" dirty="0">
                <a:solidFill>
                  <a:schemeClr val="bg1"/>
                </a:solidFill>
                <a:latin typeface="Arial Unicode MS" pitchFamily="34" charset="-122"/>
                <a:ea typeface="Arial Unicode MS" pitchFamily="34" charset="-122"/>
                <a:cs typeface="Arial Unicode MS" pitchFamily="34" charset="-122"/>
              </a:rPr>
              <a:t>Solution:</a:t>
            </a:r>
          </a:p>
          <a:p>
            <a:pPr>
              <a:lnSpc>
                <a:spcPct val="106000"/>
              </a:lnSpc>
              <a:defRPr/>
            </a:pPr>
            <a:r>
              <a:rPr lang="en-US" sz="1400" b="1" dirty="0">
                <a:solidFill>
                  <a:schemeClr val="bg1"/>
                </a:solidFill>
                <a:latin typeface="Arial Unicode MS" pitchFamily="34" charset="-122"/>
                <a:ea typeface="Arial Unicode MS" pitchFamily="34" charset="-122"/>
                <a:cs typeface="Arial Unicode MS" pitchFamily="34" charset="-122"/>
              </a:rPr>
              <a:t>Media effect multiplier</a:t>
            </a:r>
            <a:endParaRPr lang="en-US" altLang="zh-CN" sz="1400" b="1" dirty="0">
              <a:solidFill>
                <a:schemeClr val="bg1"/>
              </a:solidFill>
              <a:latin typeface="Arial Unicode MS" pitchFamily="34" charset="-122"/>
              <a:ea typeface="Arial Unicode MS" pitchFamily="34" charset="-122"/>
              <a:cs typeface="Arial Unicode MS" pitchFamily="34" charset="-122"/>
            </a:endParaRPr>
          </a:p>
        </p:txBody>
      </p:sp>
      <p:sp>
        <p:nvSpPr>
          <p:cNvPr id="24" name="AutoShape 6"/>
          <p:cNvSpPr>
            <a:spLocks noChangeArrowheads="1"/>
          </p:cNvSpPr>
          <p:nvPr>
            <p:custDataLst>
              <p:tags r:id="rId4"/>
            </p:custDataLst>
          </p:nvPr>
        </p:nvSpPr>
        <p:spPr bwMode="gray">
          <a:xfrm>
            <a:off x="6984434" y="3006725"/>
            <a:ext cx="2206625"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400" b="1" dirty="0" smtClean="0">
                <a:solidFill>
                  <a:schemeClr val="bg1"/>
                </a:solidFill>
                <a:latin typeface="Arial Unicode MS" pitchFamily="34" charset="-122"/>
                <a:ea typeface="Arial Unicode MS" pitchFamily="34" charset="-122"/>
                <a:cs typeface="Arial Unicode MS" pitchFamily="34" charset="-122"/>
              </a:rPr>
              <a:t>Result:</a:t>
            </a:r>
          </a:p>
          <a:p>
            <a:pPr>
              <a:lnSpc>
                <a:spcPct val="106000"/>
              </a:lnSpc>
              <a:defRPr/>
            </a:pPr>
            <a:r>
              <a:rPr lang="en-US" sz="1400" b="1" dirty="0" smtClean="0">
                <a:solidFill>
                  <a:schemeClr val="bg1"/>
                </a:solidFill>
                <a:latin typeface="Arial Unicode MS" pitchFamily="34" charset="-122"/>
                <a:ea typeface="Arial Unicode MS" pitchFamily="34" charset="-122"/>
                <a:cs typeface="Arial Unicode MS" pitchFamily="34" charset="-122"/>
              </a:rPr>
              <a:t>Meet </a:t>
            </a:r>
            <a:r>
              <a:rPr lang="en-US" sz="1400" b="1" dirty="0" err="1" smtClean="0">
                <a:solidFill>
                  <a:schemeClr val="bg1"/>
                </a:solidFill>
                <a:latin typeface="Arial Unicode MS" pitchFamily="34" charset="-122"/>
                <a:ea typeface="Arial Unicode MS" pitchFamily="34" charset="-122"/>
                <a:cs typeface="Arial Unicode MS" pitchFamily="34" charset="-122"/>
              </a:rPr>
              <a:t>Refi</a:t>
            </a:r>
            <a:r>
              <a:rPr lang="en-US" sz="1400" b="1" dirty="0" smtClean="0">
                <a:solidFill>
                  <a:schemeClr val="bg1"/>
                </a:solidFill>
                <a:latin typeface="Arial Unicode MS" pitchFamily="34" charset="-122"/>
                <a:ea typeface="Arial Unicode MS" pitchFamily="34" charset="-122"/>
                <a:cs typeface="Arial Unicode MS" pitchFamily="34" charset="-122"/>
              </a:rPr>
              <a:t> Wave 2013</a:t>
            </a:r>
            <a:endParaRPr lang="en-US" sz="1400" b="1" dirty="0">
              <a:solidFill>
                <a:schemeClr val="bg1"/>
              </a:solidFill>
              <a:latin typeface="Arial Unicode MS" pitchFamily="34" charset="-122"/>
              <a:ea typeface="Arial Unicode MS" pitchFamily="34" charset="-122"/>
              <a:cs typeface="Arial Unicode MS" pitchFamily="34" charset="-122"/>
            </a:endParaRPr>
          </a:p>
        </p:txBody>
      </p:sp>
      <p:pic>
        <p:nvPicPr>
          <p:cNvPr id="28"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8454" y="5045996"/>
            <a:ext cx="4002087" cy="1826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96897" y="5045996"/>
            <a:ext cx="3950722" cy="1710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TextBox 29"/>
          <p:cNvSpPr txBox="1"/>
          <p:nvPr/>
        </p:nvSpPr>
        <p:spPr>
          <a:xfrm>
            <a:off x="1427749" y="4878921"/>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Rate Changes and Media Effect</a:t>
            </a:r>
            <a:endParaRPr lang="en-US" sz="1200" i="1" dirty="0">
              <a:latin typeface="Arial" panose="020B0604020202020204" pitchFamily="34" charset="0"/>
              <a:cs typeface="Arial" panose="020B0604020202020204" pitchFamily="34" charset="0"/>
            </a:endParaRPr>
          </a:p>
        </p:txBody>
      </p:sp>
      <p:sp>
        <p:nvSpPr>
          <p:cNvPr id="31" name="TextBox 30"/>
          <p:cNvSpPr txBox="1"/>
          <p:nvPr/>
        </p:nvSpPr>
        <p:spPr>
          <a:xfrm>
            <a:off x="5789340" y="4923830"/>
            <a:ext cx="2565835" cy="276999"/>
          </a:xfrm>
          <a:prstGeom prst="rect">
            <a:avLst/>
          </a:prstGeom>
          <a:noFill/>
        </p:spPr>
        <p:txBody>
          <a:bodyPr wrap="square" rtlCol="0">
            <a:spAutoFit/>
          </a:bodyPr>
          <a:lstStyle/>
          <a:p>
            <a:pPr algn="ctr"/>
            <a:r>
              <a:rPr lang="en-US" sz="1200" i="1" dirty="0" smtClean="0">
                <a:latin typeface="Arial" panose="020B0604020202020204" pitchFamily="34" charset="0"/>
                <a:cs typeface="Arial" panose="020B0604020202020204" pitchFamily="34" charset="0"/>
              </a:rPr>
              <a:t>Fitting Result after Media Effect</a:t>
            </a:r>
            <a:endParaRPr lang="en-US" sz="12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632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2" grpId="0" animBg="1"/>
      <p:bldP spid="23" grpId="0" animBg="1"/>
      <p:bldP spid="24" grpId="0" animBg="1"/>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Media Effect and Credit Availability</a:t>
            </a:r>
            <a:endParaRPr lang="en-US" dirty="0"/>
          </a:p>
        </p:txBody>
      </p:sp>
      <p:cxnSp>
        <p:nvCxnSpPr>
          <p:cNvPr id="5" name="Straight Connector 4"/>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786155" y="1123950"/>
            <a:ext cx="190979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Credit Availability</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845571" y="2047280"/>
            <a:ext cx="2439141" cy="461665"/>
          </a:xfrm>
          <a:prstGeom prst="rect">
            <a:avLst/>
          </a:prstGeom>
          <a:noFill/>
        </p:spPr>
        <p:txBody>
          <a:bodyPr wrap="square" rtlCol="0">
            <a:spAutoFit/>
          </a:bodyPr>
          <a:lstStyle/>
          <a:p>
            <a:r>
              <a:rPr lang="en-US" sz="1200" dirty="0" smtClean="0"/>
              <a:t>Model SMM is too fast after 2008</a:t>
            </a:r>
          </a:p>
          <a:p>
            <a:r>
              <a:rPr lang="en-US" sz="1200" dirty="0"/>
              <a:t>U</a:t>
            </a:r>
            <a:r>
              <a:rPr lang="en-US" sz="1200" dirty="0" smtClean="0"/>
              <a:t>sing same Media Effect model  </a:t>
            </a:r>
            <a:endParaRPr lang="en-US" sz="1200" dirty="0"/>
          </a:p>
        </p:txBody>
      </p:sp>
      <p:pic>
        <p:nvPicPr>
          <p:cNvPr id="614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86156" y="1619250"/>
            <a:ext cx="5335916" cy="1637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AutoShape 12"/>
          <p:cNvSpPr>
            <a:spLocks noChangeArrowheads="1"/>
          </p:cNvSpPr>
          <p:nvPr>
            <p:custDataLst>
              <p:tags r:id="rId1"/>
            </p:custDataLst>
          </p:nvPr>
        </p:nvSpPr>
        <p:spPr bwMode="auto">
          <a:xfrm rot="5400000">
            <a:off x="2013743" y="2465318"/>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36" name="TextBox 35"/>
          <p:cNvSpPr txBox="1"/>
          <p:nvPr/>
        </p:nvSpPr>
        <p:spPr>
          <a:xfrm>
            <a:off x="845572" y="3185815"/>
            <a:ext cx="2439141" cy="461665"/>
          </a:xfrm>
          <a:prstGeom prst="rect">
            <a:avLst/>
          </a:prstGeom>
          <a:noFill/>
        </p:spPr>
        <p:txBody>
          <a:bodyPr wrap="square" rtlCol="0">
            <a:spAutoFit/>
          </a:bodyPr>
          <a:lstStyle/>
          <a:p>
            <a:r>
              <a:rPr lang="en-US" sz="1200" dirty="0" smtClean="0"/>
              <a:t>Another factor need to be involved for the house market.</a:t>
            </a:r>
            <a:endParaRPr lang="en-US" sz="1200" dirty="0"/>
          </a:p>
        </p:txBody>
      </p:sp>
      <mc:AlternateContent xmlns:mc="http://schemas.openxmlformats.org/markup-compatibility/2006" xmlns:a14="http://schemas.microsoft.com/office/drawing/2010/main">
        <mc:Choice Requires="a14">
          <p:sp>
            <p:nvSpPr>
              <p:cNvPr id="8" name="TextBox 7"/>
              <p:cNvSpPr txBox="1"/>
              <p:nvPr/>
            </p:nvSpPr>
            <p:spPr>
              <a:xfrm>
                <a:off x="840291" y="3647480"/>
                <a:ext cx="2887072"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𝐶𝐴</m:t>
                      </m:r>
                      <m:r>
                        <a:rPr lang="en-US" sz="1200" b="0" i="1" smtClean="0">
                          <a:latin typeface="Cambria Math"/>
                        </a:rPr>
                        <m:t>=1− </m:t>
                      </m:r>
                      <m:r>
                        <a:rPr lang="en-US" sz="1200" b="0" i="1" smtClean="0">
                          <a:latin typeface="Cambria Math"/>
                          <a:ea typeface="Cambria Math"/>
                        </a:rPr>
                        <m:t>𝛼</m:t>
                      </m:r>
                      <m:r>
                        <a:rPr lang="en-US" sz="1200" b="0" i="1" smtClean="0">
                          <a:latin typeface="Cambria Math"/>
                          <a:ea typeface="Cambria Math"/>
                        </a:rPr>
                        <m:t>/(1 +</m:t>
                      </m:r>
                      <m:r>
                        <a:rPr lang="en-US" sz="1200" b="0" i="1" smtClean="0">
                          <a:latin typeface="Cambria Math"/>
                          <a:ea typeface="Cambria Math"/>
                        </a:rPr>
                        <m:t>𝑒</m:t>
                      </m:r>
                      <m:r>
                        <a:rPr lang="en-US" sz="1200" b="0" i="1" smtClean="0">
                          <a:latin typeface="Cambria Math"/>
                          <a:ea typeface="Cambria Math"/>
                        </a:rPr>
                        <m:t>^((</m:t>
                      </m:r>
                      <m:r>
                        <a:rPr lang="en-US" sz="1200" b="0" i="1" smtClean="0">
                          <a:latin typeface="Cambria Math"/>
                          <a:ea typeface="Cambria Math"/>
                        </a:rPr>
                        <m:t>h𝑝𝑎</m:t>
                      </m:r>
                      <m:r>
                        <a:rPr lang="en-US" sz="1200" b="0" i="1" smtClean="0">
                          <a:latin typeface="Cambria Math"/>
                          <a:ea typeface="Cambria Math"/>
                        </a:rPr>
                        <m:t>2</m:t>
                      </m:r>
                      <m:r>
                        <a:rPr lang="en-US" sz="1200" b="0" i="1" smtClean="0">
                          <a:latin typeface="Cambria Math"/>
                          <a:ea typeface="Cambria Math"/>
                        </a:rPr>
                        <m:t>𝑦𝑟</m:t>
                      </m:r>
                      <m:r>
                        <a:rPr lang="en-US" sz="1200" b="0" i="1" smtClean="0">
                          <a:latin typeface="Cambria Math"/>
                          <a:ea typeface="Cambria Math"/>
                        </a:rPr>
                        <m:t> − </m:t>
                      </m:r>
                      <m:r>
                        <a:rPr lang="en-US" sz="1200" b="0" i="1" smtClean="0">
                          <a:latin typeface="Cambria Math"/>
                          <a:ea typeface="Cambria Math"/>
                        </a:rPr>
                        <m:t>𝛽</m:t>
                      </m:r>
                      <m:r>
                        <a:rPr lang="en-US" sz="1200" b="0" i="1" smtClean="0">
                          <a:latin typeface="Cambria Math"/>
                          <a:ea typeface="Cambria Math"/>
                        </a:rPr>
                        <m:t>)/</m:t>
                      </m:r>
                      <m:r>
                        <a:rPr lang="en-US" sz="1200" b="0" i="1" smtClean="0">
                          <a:latin typeface="Cambria Math"/>
                          <a:ea typeface="Cambria Math"/>
                        </a:rPr>
                        <m:t>𝛾</m:t>
                      </m:r>
                      <m:r>
                        <a:rPr lang="en-US" sz="1200" b="0" i="1" smtClean="0">
                          <a:latin typeface="Cambria Math"/>
                          <a:ea typeface="Cambria Math"/>
                        </a:rPr>
                        <m:t>)</m:t>
                      </m:r>
                    </m:oMath>
                  </m:oMathPara>
                </a14:m>
                <a:endParaRPr lang="en-US" sz="1200" dirty="0"/>
              </a:p>
            </p:txBody>
          </p:sp>
        </mc:Choice>
        <mc:Fallback xmlns="">
          <p:sp>
            <p:nvSpPr>
              <p:cNvPr id="8" name="TextBox 7"/>
              <p:cNvSpPr txBox="1">
                <a:spLocks noRot="1" noChangeAspect="1" noMove="1" noResize="1" noEditPoints="1" noAdjustHandles="1" noChangeArrowheads="1" noChangeShapeType="1" noTextEdit="1"/>
              </p:cNvSpPr>
              <p:nvPr/>
            </p:nvSpPr>
            <p:spPr>
              <a:xfrm>
                <a:off x="840291" y="3647480"/>
                <a:ext cx="2887072" cy="276999"/>
              </a:xfrm>
              <a:prstGeom prst="rect">
                <a:avLst/>
              </a:prstGeom>
              <a:blipFill rotWithShape="1">
                <a:blip r:embed="rId5"/>
                <a:stretch>
                  <a:fillRect b="-8696"/>
                </a:stretch>
              </a:blipFill>
            </p:spPr>
            <p:txBody>
              <a:bodyPr/>
              <a:lstStyle/>
              <a:p>
                <a:r>
                  <a:rPr lang="en-US">
                    <a:noFill/>
                  </a:rPr>
                  <a:t> </a:t>
                </a:r>
              </a:p>
            </p:txBody>
          </p:sp>
        </mc:Fallback>
      </mc:AlternateContent>
      <p:pic>
        <p:nvPicPr>
          <p:cNvPr id="6151"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11704" y="3577929"/>
            <a:ext cx="5284820" cy="162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27363" y="5520925"/>
            <a:ext cx="5369161" cy="1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AutoShape 12"/>
          <p:cNvSpPr>
            <a:spLocks noChangeArrowheads="1"/>
          </p:cNvSpPr>
          <p:nvPr>
            <p:custDataLst>
              <p:tags r:id="rId2"/>
            </p:custDataLst>
          </p:nvPr>
        </p:nvSpPr>
        <p:spPr bwMode="auto">
          <a:xfrm rot="5400000">
            <a:off x="2013743" y="5621823"/>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43" name="TextBox 42"/>
          <p:cNvSpPr txBox="1"/>
          <p:nvPr/>
        </p:nvSpPr>
        <p:spPr>
          <a:xfrm>
            <a:off x="923553" y="6330377"/>
            <a:ext cx="2439141"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200" dirty="0" smtClean="0"/>
              <a:t>Good overall fitting result from 1998 to 2014</a:t>
            </a:r>
            <a:endParaRPr lang="en-US" sz="1200" dirty="0"/>
          </a:p>
        </p:txBody>
      </p:sp>
      <p:pic>
        <p:nvPicPr>
          <p:cNvPr id="6153" name="Picture 9"/>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00405" y="3890058"/>
            <a:ext cx="1685435" cy="1872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74734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Improvements</a:t>
            </a:r>
            <a:br>
              <a:rPr lang="en-US" dirty="0" smtClean="0"/>
            </a:br>
            <a:r>
              <a:rPr lang="en-US" dirty="0" smtClean="0"/>
              <a:t>Change smooth spline to monotonic </a:t>
            </a:r>
            <a:r>
              <a:rPr lang="en-US" dirty="0" err="1" smtClean="0"/>
              <a:t>Hermite</a:t>
            </a:r>
            <a:r>
              <a:rPr lang="en-US" dirty="0" smtClean="0"/>
              <a:t> spline</a:t>
            </a:r>
            <a:endParaRPr lang="en-US" dirty="0"/>
          </a:p>
        </p:txBody>
      </p:sp>
      <p:sp>
        <p:nvSpPr>
          <p:cNvPr id="4" name="TextBox 3"/>
          <p:cNvSpPr txBox="1"/>
          <p:nvPr/>
        </p:nvSpPr>
        <p:spPr>
          <a:xfrm>
            <a:off x="295275" y="1246286"/>
            <a:ext cx="6591300" cy="1815882"/>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Cubic Spline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smooth.spline</a:t>
            </a:r>
          </a:p>
          <a:p>
            <a:r>
              <a:rPr lang="it-IT" sz="1400" dirty="0">
                <a:latin typeface="Arial" panose="020B0604020202020204" pitchFamily="34" charset="0"/>
                <a:cs typeface="Arial" panose="020B0604020202020204" pitchFamily="34" charset="0"/>
              </a:rPr>
              <a:t>	</a:t>
            </a:r>
            <a:r>
              <a:rPr lang="it-IT" sz="1200" dirty="0">
                <a:latin typeface="Arial" panose="020B0604020202020204" pitchFamily="34" charset="0"/>
                <a:cs typeface="Arial" panose="020B0604020202020204" pitchFamily="34" charset="0"/>
              </a:rPr>
              <a:t>Derivative </a:t>
            </a:r>
            <a:r>
              <a:rPr lang="it-IT" sz="1200" dirty="0" smtClean="0">
                <a:latin typeface="Arial" panose="020B0604020202020204" pitchFamily="34" charset="0"/>
                <a:cs typeface="Arial" panose="020B0604020202020204" pitchFamily="34" charset="0"/>
              </a:rPr>
              <a:t>discontinuous when use few knots</a:t>
            </a:r>
            <a:endParaRPr lang="it-IT"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natural spline</a:t>
            </a:r>
          </a:p>
          <a:p>
            <a:pPr lvl="1" indent="0"/>
            <a:r>
              <a:rPr lang="it-IT" sz="14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First derivative continuous, poor local control, no monotonic feature </a:t>
            </a:r>
            <a:endParaRPr lang="it-IT" sz="14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Hermite </a:t>
            </a:r>
            <a:r>
              <a:rPr lang="it-IT" sz="1400" dirty="0" smtClean="0">
                <a:latin typeface="Arial" panose="020B0604020202020204" pitchFamily="34" charset="0"/>
                <a:cs typeface="Arial" panose="020B0604020202020204" pitchFamily="34" charset="0"/>
              </a:rPr>
              <a:t>spline</a:t>
            </a:r>
          </a:p>
          <a:p>
            <a:r>
              <a:rPr lang="it-IT" sz="14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First </a:t>
            </a:r>
            <a:r>
              <a:rPr lang="it-IT" sz="1200" dirty="0">
                <a:latin typeface="Arial" panose="020B0604020202020204" pitchFamily="34" charset="0"/>
                <a:cs typeface="Arial" panose="020B0604020202020204" pitchFamily="34" charset="0"/>
              </a:rPr>
              <a:t>derivative </a:t>
            </a:r>
            <a:r>
              <a:rPr lang="it-IT" sz="1200" dirty="0" smtClean="0">
                <a:latin typeface="Arial" panose="020B0604020202020204" pitchFamily="34" charset="0"/>
                <a:cs typeface="Arial" panose="020B0604020202020204" pitchFamily="34" charset="0"/>
              </a:rPr>
              <a:t>continuous, piecewise cubic strong local contral,</a:t>
            </a:r>
          </a:p>
          <a:p>
            <a:r>
              <a:rPr lang="it-IT" sz="1200" dirty="0">
                <a:latin typeface="Arial" panose="020B0604020202020204" pitchFamily="34" charset="0"/>
                <a:cs typeface="Arial" panose="020B0604020202020204" pitchFamily="34" charset="0"/>
              </a:rPr>
              <a:t>	</a:t>
            </a:r>
            <a:r>
              <a:rPr lang="it-IT" sz="1200" dirty="0" smtClean="0">
                <a:latin typeface="Arial" panose="020B0604020202020204" pitchFamily="34" charset="0"/>
                <a:cs typeface="Arial" panose="020B0604020202020204" pitchFamily="34" charset="0"/>
              </a:rPr>
              <a:t>monotonic feature</a:t>
            </a:r>
            <a:endParaRPr lang="it-IT" sz="1200" dirty="0">
              <a:latin typeface="Arial" panose="020B0604020202020204" pitchFamily="34" charset="0"/>
              <a:cs typeface="Arial" panose="020B0604020202020204" pitchFamily="34" charset="0"/>
            </a:endParaRPr>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2675" y="647701"/>
            <a:ext cx="366712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descr="C:\Rwd\ppmRCode_1.5\Result\tracking\Default_cltv.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15125" y="3857623"/>
            <a:ext cx="3017520"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C:\Rwd\ppmRCode_1.4\Result\fitting\Defualt_cltv.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32593" y="3857623"/>
            <a:ext cx="3017520" cy="3017520"/>
          </a:xfrm>
          <a:prstGeom prst="rect">
            <a:avLst/>
          </a:prstGeom>
          <a:noFill/>
          <a:extLst>
            <a:ext uri="{909E8E84-426E-40DD-AFC4-6F175D3DCCD1}">
              <a14:hiddenFill xmlns:a14="http://schemas.microsoft.com/office/drawing/2010/main">
                <a:solidFill>
                  <a:srgbClr val="FFFFFF"/>
                </a:solidFill>
              </a14:hiddenFill>
            </a:ext>
          </a:extLst>
        </p:spPr>
      </p:pic>
      <p:pic>
        <p:nvPicPr>
          <p:cNvPr id="1331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921" y="3638550"/>
            <a:ext cx="3166660" cy="347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90550" y="3695701"/>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Previous</a:t>
            </a:r>
            <a:endParaRPr lang="en-US" sz="1200" dirty="0"/>
          </a:p>
        </p:txBody>
      </p:sp>
      <p:sp>
        <p:nvSpPr>
          <p:cNvPr id="14" name="Rectangle 13"/>
          <p:cNvSpPr/>
          <p:nvPr/>
        </p:nvSpPr>
        <p:spPr>
          <a:xfrm>
            <a:off x="3829050" y="3695701"/>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dirty="0">
                <a:latin typeface="Arial" panose="020B0604020202020204" pitchFamily="34" charset="0"/>
                <a:cs typeface="Arial" panose="020B0604020202020204" pitchFamily="34" charset="0"/>
              </a:rPr>
              <a:t>First derivative continuous</a:t>
            </a:r>
            <a:endParaRPr lang="en-US" sz="1200" dirty="0"/>
          </a:p>
        </p:txBody>
      </p:sp>
      <p:sp>
        <p:nvSpPr>
          <p:cNvPr id="15" name="Rectangle 14"/>
          <p:cNvSpPr/>
          <p:nvPr/>
        </p:nvSpPr>
        <p:spPr>
          <a:xfrm>
            <a:off x="7018972" y="3705226"/>
            <a:ext cx="2562225" cy="342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Monotonic</a:t>
            </a:r>
            <a:endParaRPr lang="en-US" sz="1400" dirty="0"/>
          </a:p>
        </p:txBody>
      </p:sp>
      <p:sp>
        <p:nvSpPr>
          <p:cNvPr id="16" name="AutoShape 12"/>
          <p:cNvSpPr>
            <a:spLocks noChangeArrowheads="1"/>
          </p:cNvSpPr>
          <p:nvPr>
            <p:custDataLst>
              <p:tags r:id="rId1"/>
            </p:custDataLst>
          </p:nvPr>
        </p:nvSpPr>
        <p:spPr bwMode="auto">
          <a:xfrm>
            <a:off x="3403211" y="345043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17" name="AutoShape 12"/>
          <p:cNvSpPr>
            <a:spLocks noChangeArrowheads="1"/>
          </p:cNvSpPr>
          <p:nvPr>
            <p:custDataLst>
              <p:tags r:id="rId2"/>
            </p:custDataLst>
          </p:nvPr>
        </p:nvSpPr>
        <p:spPr bwMode="auto">
          <a:xfrm>
            <a:off x="6585743" y="3450431"/>
            <a:ext cx="258763" cy="852487"/>
          </a:xfrm>
          <a:prstGeom prst="rightArrow">
            <a:avLst>
              <a:gd name="adj1" fmla="val 50000"/>
              <a:gd name="adj2" fmla="val 52278"/>
            </a:avLst>
          </a:prstGeom>
          <a:solidFill>
            <a:schemeClr val="accent1"/>
          </a:solidFill>
          <a:ln w="12700" algn="ctr">
            <a:solidFill>
              <a:schemeClr val="bg1"/>
            </a:solidFill>
            <a:miter lim="800000"/>
            <a:headEnd/>
            <a:tailEnd/>
          </a:ln>
        </p:spPr>
        <p:txBody>
          <a:bodyPr rot="10800000" vert="eaVert" tIns="91440" bIns="91440" anchor="ctr"/>
          <a:lstStyle/>
          <a:p>
            <a:pPr algn="ctr">
              <a:defRPr/>
            </a:pPr>
            <a:endParaRPr lang="en-US" dirty="0">
              <a:latin typeface="Arial Unicode MS" pitchFamily="34" charset="-122"/>
              <a:ea typeface="Arial Unicode MS" pitchFamily="34" charset="-122"/>
              <a:cs typeface="Arial Unicode MS" pitchFamily="34" charset="-122"/>
            </a:endParaRPr>
          </a:p>
        </p:txBody>
      </p:sp>
      <p:sp>
        <p:nvSpPr>
          <p:cNvPr id="7" name="TextBox 6"/>
          <p:cNvSpPr txBox="1"/>
          <p:nvPr/>
        </p:nvSpPr>
        <p:spPr>
          <a:xfrm>
            <a:off x="590550" y="6875143"/>
            <a:ext cx="8877300" cy="276999"/>
          </a:xfrm>
          <a:prstGeom prst="rect">
            <a:avLst/>
          </a:prstGeom>
          <a:noFill/>
        </p:spPr>
        <p:txBody>
          <a:bodyPr wrap="square" rtlCol="0">
            <a:spAutoFit/>
          </a:bodyPr>
          <a:lstStyle/>
          <a:p>
            <a:pPr algn="ctr"/>
            <a:r>
              <a:rPr lang="en-US" sz="1200" dirty="0" smtClean="0">
                <a:latin typeface="Arial" panose="020B0604020202020204" pitchFamily="34" charset="0"/>
                <a:cs typeface="Arial" panose="020B0604020202020204" pitchFamily="34" charset="0"/>
              </a:rPr>
              <a:t>Change </a:t>
            </a:r>
            <a:r>
              <a:rPr lang="en-US" sz="1200" dirty="0" err="1" smtClean="0">
                <a:latin typeface="Arial" panose="020B0604020202020204" pitchFamily="34" charset="0"/>
                <a:cs typeface="Arial" panose="020B0604020202020204" pitchFamily="34" charset="0"/>
              </a:rPr>
              <a:t>Hermite</a:t>
            </a:r>
            <a:r>
              <a:rPr lang="en-US" sz="1200" dirty="0" smtClean="0">
                <a:latin typeface="Arial" panose="020B0604020202020204" pitchFamily="34" charset="0"/>
                <a:cs typeface="Arial" panose="020B0604020202020204" pitchFamily="34" charset="0"/>
              </a:rPr>
              <a:t> spline, re-check the raw data, fulfill monotonic condition.</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21231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Improvements</a:t>
            </a:r>
            <a:br>
              <a:rPr lang="en-US" dirty="0" smtClean="0"/>
            </a:br>
            <a:r>
              <a:rPr lang="en-US" dirty="0"/>
              <a:t>Change smooth spline to monotonic </a:t>
            </a:r>
            <a:r>
              <a:rPr lang="en-US" dirty="0" err="1"/>
              <a:t>Hermite</a:t>
            </a:r>
            <a:r>
              <a:rPr lang="en-US" dirty="0"/>
              <a:t> spline</a:t>
            </a:r>
          </a:p>
        </p:txBody>
      </p:sp>
      <p:pic>
        <p:nvPicPr>
          <p:cNvPr id="21" name="Picture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5350" y="1107150"/>
            <a:ext cx="1371600" cy="1371600"/>
          </a:xfrm>
          <a:prstGeom prst="rect">
            <a:avLst/>
          </a:prstGeom>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6455" y="1107150"/>
            <a:ext cx="1371600" cy="1371600"/>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37560" y="1107150"/>
            <a:ext cx="1371600" cy="137160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8665" y="1107150"/>
            <a:ext cx="1371600" cy="1371600"/>
          </a:xfrm>
          <a:prstGeom prst="rect">
            <a:avLst/>
          </a:prstGeom>
        </p:spPr>
      </p:pic>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9770" y="1107150"/>
            <a:ext cx="1371600" cy="1371600"/>
          </a:xfrm>
          <a:prstGeom prst="rect">
            <a:avLst/>
          </a:prstGeom>
        </p:spPr>
      </p:pic>
      <p:pic>
        <p:nvPicPr>
          <p:cNvPr id="26" name="Picture 2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050875" y="1107150"/>
            <a:ext cx="1371600" cy="1371600"/>
          </a:xfrm>
          <a:prstGeom prst="rect">
            <a:avLst/>
          </a:prstGeom>
        </p:spPr>
      </p:pic>
      <p:pic>
        <p:nvPicPr>
          <p:cNvPr id="27" name="Picture 2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94855" y="2669248"/>
            <a:ext cx="1371600" cy="1371600"/>
          </a:xfrm>
          <a:prstGeom prst="rect">
            <a:avLst/>
          </a:prstGeom>
        </p:spPr>
      </p:pic>
      <p:pic>
        <p:nvPicPr>
          <p:cNvPr id="28" name="Picture 2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565960" y="2669250"/>
            <a:ext cx="1371600" cy="1371600"/>
          </a:xfrm>
          <a:prstGeom prst="rect">
            <a:avLst/>
          </a:prstGeom>
        </p:spPr>
      </p:pic>
      <p:pic>
        <p:nvPicPr>
          <p:cNvPr id="29" name="Picture 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937065" y="2669250"/>
            <a:ext cx="1371600" cy="1371600"/>
          </a:xfrm>
          <a:prstGeom prst="rect">
            <a:avLst/>
          </a:prstGeom>
        </p:spPr>
      </p:pic>
      <p:pic>
        <p:nvPicPr>
          <p:cNvPr id="30" name="Picture 2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08170" y="2669250"/>
            <a:ext cx="1371600" cy="1371600"/>
          </a:xfrm>
          <a:prstGeom prst="rect">
            <a:avLst/>
          </a:prstGeom>
        </p:spPr>
      </p:pic>
      <p:pic>
        <p:nvPicPr>
          <p:cNvPr id="31" name="Picture 3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679275" y="2669247"/>
            <a:ext cx="1371600" cy="1371600"/>
          </a:xfrm>
          <a:prstGeom prst="rect">
            <a:avLst/>
          </a:prstGeom>
        </p:spPr>
      </p:pic>
      <p:sp>
        <p:nvSpPr>
          <p:cNvPr id="13312" name="TextBox 13311"/>
          <p:cNvSpPr txBox="1"/>
          <p:nvPr/>
        </p:nvSpPr>
        <p:spPr>
          <a:xfrm>
            <a:off x="1304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Curtail_wala</a:t>
            </a:r>
            <a:endParaRPr lang="en-US" sz="1200" dirty="0">
              <a:latin typeface="Arial" panose="020B0604020202020204" pitchFamily="34" charset="0"/>
              <a:cs typeface="Arial" panose="020B0604020202020204" pitchFamily="34" charset="0"/>
            </a:endParaRPr>
          </a:p>
        </p:txBody>
      </p:sp>
      <p:sp>
        <p:nvSpPr>
          <p:cNvPr id="37" name="TextBox 36"/>
          <p:cNvSpPr txBox="1"/>
          <p:nvPr/>
        </p:nvSpPr>
        <p:spPr>
          <a:xfrm>
            <a:off x="26774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Default_cltv</a:t>
            </a:r>
            <a:endParaRPr lang="en-US" sz="1200" dirty="0">
              <a:latin typeface="Arial" panose="020B0604020202020204" pitchFamily="34" charset="0"/>
              <a:cs typeface="Arial" panose="020B0604020202020204" pitchFamily="34" charset="0"/>
            </a:endParaRPr>
          </a:p>
        </p:txBody>
      </p:sp>
      <p:sp>
        <p:nvSpPr>
          <p:cNvPr id="38" name="TextBox 37"/>
          <p:cNvSpPr txBox="1"/>
          <p:nvPr/>
        </p:nvSpPr>
        <p:spPr>
          <a:xfrm>
            <a:off x="8167425" y="977050"/>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Refi_burnout</a:t>
            </a:r>
            <a:endParaRPr lang="en-US" sz="1200" dirty="0">
              <a:latin typeface="Arial" panose="020B0604020202020204" pitchFamily="34" charset="0"/>
              <a:cs typeface="Arial" panose="020B0604020202020204" pitchFamily="34" charset="0"/>
            </a:endParaRPr>
          </a:p>
        </p:txBody>
      </p:sp>
      <p:sp>
        <p:nvSpPr>
          <p:cNvPr id="39" name="TextBox 38"/>
          <p:cNvSpPr txBox="1"/>
          <p:nvPr/>
        </p:nvSpPr>
        <p:spPr>
          <a:xfrm>
            <a:off x="6794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Refi_acls</a:t>
            </a:r>
            <a:endParaRPr lang="en-US" sz="1200" dirty="0">
              <a:latin typeface="Arial" panose="020B0604020202020204" pitchFamily="34" charset="0"/>
              <a:cs typeface="Arial" panose="020B0604020202020204" pitchFamily="34" charset="0"/>
            </a:endParaRPr>
          </a:p>
        </p:txBody>
      </p:sp>
      <p:sp>
        <p:nvSpPr>
          <p:cNvPr id="40" name="TextBox 39"/>
          <p:cNvSpPr txBox="1"/>
          <p:nvPr/>
        </p:nvSpPr>
        <p:spPr>
          <a:xfrm>
            <a:off x="40499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Default_fico</a:t>
            </a:r>
            <a:endParaRPr lang="en-US" sz="1200" dirty="0">
              <a:latin typeface="Arial" panose="020B0604020202020204" pitchFamily="34" charset="0"/>
              <a:cs typeface="Arial" panose="020B0604020202020204" pitchFamily="34" charset="0"/>
            </a:endParaRPr>
          </a:p>
        </p:txBody>
      </p:sp>
      <p:sp>
        <p:nvSpPr>
          <p:cNvPr id="41" name="TextBox 40"/>
          <p:cNvSpPr txBox="1"/>
          <p:nvPr/>
        </p:nvSpPr>
        <p:spPr>
          <a:xfrm>
            <a:off x="5422425" y="986575"/>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Default_wala</a:t>
            </a:r>
            <a:endParaRPr lang="en-US" sz="1200" dirty="0">
              <a:latin typeface="Arial" panose="020B0604020202020204" pitchFamily="34" charset="0"/>
              <a:cs typeface="Arial" panose="020B0604020202020204" pitchFamily="34" charset="0"/>
            </a:endParaRPr>
          </a:p>
        </p:txBody>
      </p:sp>
      <p:sp>
        <p:nvSpPr>
          <p:cNvPr id="42" name="TextBox 41"/>
          <p:cNvSpPr txBox="1"/>
          <p:nvPr/>
        </p:nvSpPr>
        <p:spPr>
          <a:xfrm>
            <a:off x="1271055" y="2530748"/>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Refi_incentive</a:t>
            </a:r>
            <a:endParaRPr lang="en-US" sz="1200" dirty="0">
              <a:latin typeface="Arial" panose="020B0604020202020204" pitchFamily="34" charset="0"/>
              <a:cs typeface="Arial" panose="020B0604020202020204" pitchFamily="34" charset="0"/>
            </a:endParaRPr>
          </a:p>
        </p:txBody>
      </p:sp>
      <p:sp>
        <p:nvSpPr>
          <p:cNvPr id="43" name="TextBox 42"/>
          <p:cNvSpPr txBox="1"/>
          <p:nvPr/>
        </p:nvSpPr>
        <p:spPr>
          <a:xfrm>
            <a:off x="2699648" y="25329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Refi_wala</a:t>
            </a:r>
            <a:endParaRPr lang="en-US" sz="1200" dirty="0">
              <a:latin typeface="Arial" panose="020B0604020202020204" pitchFamily="34" charset="0"/>
              <a:cs typeface="Arial" panose="020B0604020202020204" pitchFamily="34" charset="0"/>
            </a:endParaRPr>
          </a:p>
        </p:txBody>
      </p:sp>
      <p:sp>
        <p:nvSpPr>
          <p:cNvPr id="44" name="TextBox 43"/>
          <p:cNvSpPr txBox="1"/>
          <p:nvPr/>
        </p:nvSpPr>
        <p:spPr>
          <a:xfrm>
            <a:off x="4061565" y="25307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Turnover_cltv</a:t>
            </a:r>
            <a:endParaRPr lang="en-US" sz="1200" dirty="0">
              <a:latin typeface="Arial" panose="020B0604020202020204" pitchFamily="34" charset="0"/>
              <a:cs typeface="Arial" panose="020B0604020202020204" pitchFamily="34" charset="0"/>
            </a:endParaRPr>
          </a:p>
        </p:txBody>
      </p:sp>
      <p:sp>
        <p:nvSpPr>
          <p:cNvPr id="45" name="TextBox 44"/>
          <p:cNvSpPr txBox="1"/>
          <p:nvPr/>
        </p:nvSpPr>
        <p:spPr>
          <a:xfrm>
            <a:off x="5223457" y="2532999"/>
            <a:ext cx="1581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Turnover_incentive</a:t>
            </a:r>
            <a:endParaRPr lang="en-US" sz="1200" dirty="0">
              <a:latin typeface="Arial" panose="020B0604020202020204" pitchFamily="34" charset="0"/>
              <a:cs typeface="Arial" panose="020B0604020202020204" pitchFamily="34" charset="0"/>
            </a:endParaRPr>
          </a:p>
        </p:txBody>
      </p:sp>
      <p:sp>
        <p:nvSpPr>
          <p:cNvPr id="46" name="TextBox 45"/>
          <p:cNvSpPr txBox="1"/>
          <p:nvPr/>
        </p:nvSpPr>
        <p:spPr>
          <a:xfrm>
            <a:off x="6794925" y="25329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Turnover_wala</a:t>
            </a:r>
            <a:endParaRPr lang="en-US" sz="1200" dirty="0">
              <a:latin typeface="Arial" panose="020B0604020202020204" pitchFamily="34" charset="0"/>
              <a:cs typeface="Arial" panose="020B0604020202020204" pitchFamily="34" charset="0"/>
            </a:endParaRPr>
          </a:p>
        </p:txBody>
      </p:sp>
      <p:sp>
        <p:nvSpPr>
          <p:cNvPr id="13318" name="Rectangle 13317"/>
          <p:cNvSpPr/>
          <p:nvPr/>
        </p:nvSpPr>
        <p:spPr>
          <a:xfrm>
            <a:off x="457200" y="1115549"/>
            <a:ext cx="581025" cy="2799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Before</a:t>
            </a:r>
            <a:endParaRPr lang="en-US" dirty="0"/>
          </a:p>
        </p:txBody>
      </p:sp>
      <p:sp>
        <p:nvSpPr>
          <p:cNvPr id="49" name="Rectangle 48"/>
          <p:cNvSpPr/>
          <p:nvPr/>
        </p:nvSpPr>
        <p:spPr>
          <a:xfrm>
            <a:off x="457199" y="4345647"/>
            <a:ext cx="581025" cy="2768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After</a:t>
            </a:r>
            <a:endParaRPr lang="en-US" dirty="0"/>
          </a:p>
        </p:txBody>
      </p:sp>
      <p:pic>
        <p:nvPicPr>
          <p:cNvPr id="13319" name="Picture 13318"/>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95350" y="4350222"/>
            <a:ext cx="1371600" cy="1371600"/>
          </a:xfrm>
          <a:prstGeom prst="rect">
            <a:avLst/>
          </a:prstGeom>
        </p:spPr>
      </p:pic>
      <p:pic>
        <p:nvPicPr>
          <p:cNvPr id="13320" name="Picture 1331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566455" y="4350222"/>
            <a:ext cx="1371600" cy="1371600"/>
          </a:xfrm>
          <a:prstGeom prst="rect">
            <a:avLst/>
          </a:prstGeom>
        </p:spPr>
      </p:pic>
      <p:pic>
        <p:nvPicPr>
          <p:cNvPr id="13321" name="Picture 1332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937560" y="4350222"/>
            <a:ext cx="1371600" cy="1371600"/>
          </a:xfrm>
          <a:prstGeom prst="rect">
            <a:avLst/>
          </a:prstGeom>
        </p:spPr>
      </p:pic>
      <p:pic>
        <p:nvPicPr>
          <p:cNvPr id="13322" name="Picture 13321"/>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308665" y="4350222"/>
            <a:ext cx="1371600" cy="1371600"/>
          </a:xfrm>
          <a:prstGeom prst="rect">
            <a:avLst/>
          </a:prstGeom>
        </p:spPr>
      </p:pic>
      <p:pic>
        <p:nvPicPr>
          <p:cNvPr id="13323" name="Picture 13322"/>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679770" y="4350222"/>
            <a:ext cx="1371600" cy="1371600"/>
          </a:xfrm>
          <a:prstGeom prst="rect">
            <a:avLst/>
          </a:prstGeom>
        </p:spPr>
      </p:pic>
      <p:pic>
        <p:nvPicPr>
          <p:cNvPr id="13324" name="Picture 13323"/>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50875" y="4358249"/>
            <a:ext cx="1371600" cy="1371600"/>
          </a:xfrm>
          <a:prstGeom prst="rect">
            <a:avLst/>
          </a:prstGeom>
        </p:spPr>
      </p:pic>
      <p:pic>
        <p:nvPicPr>
          <p:cNvPr id="13325" name="Picture 13324"/>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219200" y="5856894"/>
            <a:ext cx="1371600" cy="1371600"/>
          </a:xfrm>
          <a:prstGeom prst="rect">
            <a:avLst/>
          </a:prstGeom>
        </p:spPr>
      </p:pic>
      <p:pic>
        <p:nvPicPr>
          <p:cNvPr id="13326" name="Picture 13325"/>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2580056" y="5856894"/>
            <a:ext cx="1371600" cy="1371600"/>
          </a:xfrm>
          <a:prstGeom prst="rect">
            <a:avLst/>
          </a:prstGeom>
        </p:spPr>
      </p:pic>
      <p:pic>
        <p:nvPicPr>
          <p:cNvPr id="13327" name="Picture 13326"/>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940912" y="5856894"/>
            <a:ext cx="1371600" cy="1371600"/>
          </a:xfrm>
          <a:prstGeom prst="rect">
            <a:avLst/>
          </a:prstGeom>
        </p:spPr>
      </p:pic>
      <p:pic>
        <p:nvPicPr>
          <p:cNvPr id="13328" name="Picture 13327"/>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5301768" y="5856894"/>
            <a:ext cx="1371600" cy="1371600"/>
          </a:xfrm>
          <a:prstGeom prst="rect">
            <a:avLst/>
          </a:prstGeom>
        </p:spPr>
      </p:pic>
      <p:pic>
        <p:nvPicPr>
          <p:cNvPr id="13329" name="Picture 13328"/>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6662625" y="5856894"/>
            <a:ext cx="1371600" cy="1371600"/>
          </a:xfrm>
          <a:prstGeom prst="rect">
            <a:avLst/>
          </a:prstGeom>
        </p:spPr>
      </p:pic>
      <p:sp>
        <p:nvSpPr>
          <p:cNvPr id="61" name="TextBox 60"/>
          <p:cNvSpPr txBox="1"/>
          <p:nvPr/>
        </p:nvSpPr>
        <p:spPr>
          <a:xfrm>
            <a:off x="1309312" y="5727598"/>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Refi_incentive</a:t>
            </a:r>
            <a:endParaRPr lang="en-US" sz="1200" dirty="0">
              <a:latin typeface="Arial" panose="020B0604020202020204" pitchFamily="34" charset="0"/>
              <a:cs typeface="Arial" panose="020B0604020202020204" pitchFamily="34" charset="0"/>
            </a:endParaRPr>
          </a:p>
        </p:txBody>
      </p:sp>
      <p:sp>
        <p:nvSpPr>
          <p:cNvPr id="62" name="TextBox 61"/>
          <p:cNvSpPr txBox="1"/>
          <p:nvPr/>
        </p:nvSpPr>
        <p:spPr>
          <a:xfrm>
            <a:off x="2737905" y="57298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Refi_wala</a:t>
            </a:r>
            <a:endParaRPr lang="en-US" sz="1200" dirty="0">
              <a:latin typeface="Arial" panose="020B0604020202020204" pitchFamily="34" charset="0"/>
              <a:cs typeface="Arial" panose="020B0604020202020204" pitchFamily="34" charset="0"/>
            </a:endParaRPr>
          </a:p>
        </p:txBody>
      </p:sp>
      <p:sp>
        <p:nvSpPr>
          <p:cNvPr id="63" name="TextBox 62"/>
          <p:cNvSpPr txBox="1"/>
          <p:nvPr/>
        </p:nvSpPr>
        <p:spPr>
          <a:xfrm>
            <a:off x="4099822" y="572759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Turnover_cltv</a:t>
            </a:r>
            <a:endParaRPr lang="en-US" sz="1200" dirty="0">
              <a:latin typeface="Arial" panose="020B0604020202020204" pitchFamily="34" charset="0"/>
              <a:cs typeface="Arial" panose="020B0604020202020204" pitchFamily="34" charset="0"/>
            </a:endParaRPr>
          </a:p>
        </p:txBody>
      </p:sp>
      <p:sp>
        <p:nvSpPr>
          <p:cNvPr id="64" name="TextBox 63"/>
          <p:cNvSpPr txBox="1"/>
          <p:nvPr/>
        </p:nvSpPr>
        <p:spPr>
          <a:xfrm>
            <a:off x="5261714" y="5729849"/>
            <a:ext cx="1581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Turnover_incentive</a:t>
            </a:r>
            <a:endParaRPr lang="en-US" sz="1200" dirty="0">
              <a:latin typeface="Arial" panose="020B0604020202020204" pitchFamily="34" charset="0"/>
              <a:cs typeface="Arial" panose="020B0604020202020204" pitchFamily="34" charset="0"/>
            </a:endParaRPr>
          </a:p>
        </p:txBody>
      </p:sp>
      <p:sp>
        <p:nvSpPr>
          <p:cNvPr id="65" name="TextBox 64"/>
          <p:cNvSpPr txBox="1"/>
          <p:nvPr/>
        </p:nvSpPr>
        <p:spPr>
          <a:xfrm>
            <a:off x="6833182" y="5729849"/>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Turnover_wala</a:t>
            </a:r>
            <a:endParaRPr lang="en-US" sz="1200" dirty="0">
              <a:latin typeface="Arial" panose="020B0604020202020204" pitchFamily="34" charset="0"/>
              <a:cs typeface="Arial" panose="020B0604020202020204" pitchFamily="34" charset="0"/>
            </a:endParaRPr>
          </a:p>
        </p:txBody>
      </p:sp>
      <p:sp>
        <p:nvSpPr>
          <p:cNvPr id="66" name="TextBox 65"/>
          <p:cNvSpPr txBox="1"/>
          <p:nvPr/>
        </p:nvSpPr>
        <p:spPr>
          <a:xfrm>
            <a:off x="1304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Curtail_wala</a:t>
            </a:r>
            <a:endParaRPr lang="en-US" sz="1200" dirty="0">
              <a:latin typeface="Arial" panose="020B0604020202020204" pitchFamily="34" charset="0"/>
              <a:cs typeface="Arial" panose="020B0604020202020204" pitchFamily="34" charset="0"/>
            </a:endParaRPr>
          </a:p>
        </p:txBody>
      </p:sp>
      <p:sp>
        <p:nvSpPr>
          <p:cNvPr id="67" name="TextBox 66"/>
          <p:cNvSpPr txBox="1"/>
          <p:nvPr/>
        </p:nvSpPr>
        <p:spPr>
          <a:xfrm>
            <a:off x="26774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Default_cltv</a:t>
            </a:r>
            <a:endParaRPr lang="en-US" sz="1200" dirty="0">
              <a:latin typeface="Arial" panose="020B0604020202020204" pitchFamily="34" charset="0"/>
              <a:cs typeface="Arial" panose="020B0604020202020204" pitchFamily="34" charset="0"/>
            </a:endParaRPr>
          </a:p>
        </p:txBody>
      </p:sp>
      <p:sp>
        <p:nvSpPr>
          <p:cNvPr id="68" name="TextBox 67"/>
          <p:cNvSpPr txBox="1"/>
          <p:nvPr/>
        </p:nvSpPr>
        <p:spPr>
          <a:xfrm>
            <a:off x="8167425" y="4197622"/>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Refi_burnout</a:t>
            </a:r>
            <a:endParaRPr lang="en-US" sz="1200" dirty="0">
              <a:latin typeface="Arial" panose="020B0604020202020204" pitchFamily="34" charset="0"/>
              <a:cs typeface="Arial" panose="020B0604020202020204" pitchFamily="34" charset="0"/>
            </a:endParaRPr>
          </a:p>
        </p:txBody>
      </p:sp>
      <p:sp>
        <p:nvSpPr>
          <p:cNvPr id="69" name="TextBox 68"/>
          <p:cNvSpPr txBox="1"/>
          <p:nvPr/>
        </p:nvSpPr>
        <p:spPr>
          <a:xfrm>
            <a:off x="6794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Refi_acls</a:t>
            </a:r>
            <a:endParaRPr lang="en-US" sz="1200" dirty="0">
              <a:latin typeface="Arial" panose="020B0604020202020204" pitchFamily="34" charset="0"/>
              <a:cs typeface="Arial" panose="020B0604020202020204" pitchFamily="34" charset="0"/>
            </a:endParaRPr>
          </a:p>
        </p:txBody>
      </p:sp>
      <p:sp>
        <p:nvSpPr>
          <p:cNvPr id="70" name="TextBox 69"/>
          <p:cNvSpPr txBox="1"/>
          <p:nvPr/>
        </p:nvSpPr>
        <p:spPr>
          <a:xfrm>
            <a:off x="40499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Default_fico</a:t>
            </a:r>
            <a:endParaRPr lang="en-US" sz="1200" dirty="0">
              <a:latin typeface="Arial" panose="020B0604020202020204" pitchFamily="34" charset="0"/>
              <a:cs typeface="Arial" panose="020B0604020202020204" pitchFamily="34" charset="0"/>
            </a:endParaRPr>
          </a:p>
        </p:txBody>
      </p:sp>
      <p:sp>
        <p:nvSpPr>
          <p:cNvPr id="71" name="TextBox 70"/>
          <p:cNvSpPr txBox="1"/>
          <p:nvPr/>
        </p:nvSpPr>
        <p:spPr>
          <a:xfrm>
            <a:off x="5422425" y="4207147"/>
            <a:ext cx="1200150"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Default_wala</a:t>
            </a:r>
            <a:endParaRPr lang="en-US" sz="1200" dirty="0">
              <a:latin typeface="Arial" panose="020B0604020202020204" pitchFamily="34" charset="0"/>
              <a:cs typeface="Arial" panose="020B0604020202020204" pitchFamily="34" charset="0"/>
            </a:endParaRPr>
          </a:p>
        </p:txBody>
      </p:sp>
      <p:cxnSp>
        <p:nvCxnSpPr>
          <p:cNvPr id="13331" name="Straight Connector 13330"/>
          <p:cNvCxnSpPr/>
          <p:nvPr/>
        </p:nvCxnSpPr>
        <p:spPr>
          <a:xfrm>
            <a:off x="447674" y="4149997"/>
            <a:ext cx="9067801"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93977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smtClean="0"/>
              <a:t>Model Improvements</a:t>
            </a:r>
            <a:br>
              <a:rPr lang="en-US" dirty="0" smtClean="0"/>
            </a:br>
            <a:r>
              <a:rPr lang="en-US" dirty="0" smtClean="0"/>
              <a:t>Remove “jump up” problem in media effect</a:t>
            </a:r>
            <a:endParaRPr lang="en-US" dirty="0"/>
          </a:p>
        </p:txBody>
      </p:sp>
      <p:graphicFrame>
        <p:nvGraphicFramePr>
          <p:cNvPr id="50" name="Chart 49"/>
          <p:cNvGraphicFramePr/>
          <p:nvPr>
            <p:extLst>
              <p:ext uri="{D42A27DB-BD31-4B8C-83A1-F6EECF244321}">
                <p14:modId xmlns:p14="http://schemas.microsoft.com/office/powerpoint/2010/main" val="1486019336"/>
              </p:ext>
            </p:extLst>
          </p:nvPr>
        </p:nvGraphicFramePr>
        <p:xfrm>
          <a:off x="399080" y="2466381"/>
          <a:ext cx="8763970" cy="2419349"/>
        </p:xfrm>
        <a:graphic>
          <a:graphicData uri="http://schemas.openxmlformats.org/drawingml/2006/chart">
            <c:chart xmlns:c="http://schemas.openxmlformats.org/drawingml/2006/chart" xmlns:r="http://schemas.openxmlformats.org/officeDocument/2006/relationships" r:id="rId2"/>
          </a:graphicData>
        </a:graphic>
      </p:graphicFrame>
      <p:sp>
        <p:nvSpPr>
          <p:cNvPr id="51" name="TextBox 50"/>
          <p:cNvSpPr txBox="1"/>
          <p:nvPr/>
        </p:nvSpPr>
        <p:spPr>
          <a:xfrm>
            <a:off x="990600" y="1524000"/>
            <a:ext cx="7915275" cy="92333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DeltaPMMS30 </a:t>
            </a:r>
            <a:r>
              <a:rPr lang="en-US" sz="1200" dirty="0">
                <a:latin typeface="Arial" panose="020B0604020202020204" pitchFamily="34" charset="0"/>
                <a:cs typeface="Arial" panose="020B0604020202020204" pitchFamily="34" charset="0"/>
              </a:rPr>
              <a:t>= max(lowest PMMS in past 3 years not including this month - PMMS this month + rate buffer, 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DeltaPMMS30_MA = 3-month moving average of DeltaPMMS30.  </a:t>
            </a:r>
          </a:p>
          <a:p>
            <a:pPr marL="171450" indent="-171450">
              <a:lnSpc>
                <a:spcPct val="150000"/>
              </a:lnSpc>
              <a:buFont typeface="Arial" panose="020B0604020202020204" pitchFamily="34" charset="0"/>
              <a:buChar char="•"/>
            </a:pPr>
            <a:r>
              <a:rPr lang="en-US" sz="1200" dirty="0" smtClean="0">
                <a:latin typeface="Arial" panose="020B0604020202020204" pitchFamily="34" charset="0"/>
                <a:cs typeface="Arial" panose="020B0604020202020204" pitchFamily="34" charset="0"/>
              </a:rPr>
              <a:t>Media </a:t>
            </a:r>
            <a:r>
              <a:rPr lang="en-US" sz="1200" dirty="0">
                <a:latin typeface="Arial" panose="020B0604020202020204" pitchFamily="34" charset="0"/>
                <a:cs typeface="Arial" panose="020B0604020202020204" pitchFamily="34" charset="0"/>
              </a:rPr>
              <a:t>effect multiplier = max(5 * DeltaPMMS30_MA at three month earlier, 1.0</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 name="Rectangle 2"/>
          <p:cNvSpPr/>
          <p:nvPr/>
        </p:nvSpPr>
        <p:spPr>
          <a:xfrm>
            <a:off x="990600" y="1076325"/>
            <a:ext cx="6238875" cy="266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Consider a situation when rate stay constant for 3 years</a:t>
            </a:r>
            <a:endParaRPr lang="en-US" dirty="0"/>
          </a:p>
        </p:txBody>
      </p:sp>
      <p:sp>
        <p:nvSpPr>
          <p:cNvPr id="4" name="Rectangle 3"/>
          <p:cNvSpPr/>
          <p:nvPr/>
        </p:nvSpPr>
        <p:spPr>
          <a:xfrm>
            <a:off x="2714625" y="1590675"/>
            <a:ext cx="4981575"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467600" y="1332666"/>
            <a:ext cx="704850" cy="276999"/>
          </a:xfrm>
          <a:prstGeom prst="rect">
            <a:avLst/>
          </a:prstGeom>
          <a:noFill/>
        </p:spPr>
        <p:txBody>
          <a:bodyPr wrap="square" rtlCol="0">
            <a:spAutoFit/>
          </a:bodyPr>
          <a:lstStyle/>
          <a:p>
            <a:r>
              <a:rPr lang="en-US" sz="1200" dirty="0" smtClean="0">
                <a:solidFill>
                  <a:srgbClr val="C00000"/>
                </a:solidFill>
              </a:rPr>
              <a:t>=0</a:t>
            </a:r>
            <a:endParaRPr lang="en-US" sz="1200" dirty="0">
              <a:solidFill>
                <a:srgbClr val="C00000"/>
              </a:solidFill>
            </a:endParaRPr>
          </a:p>
        </p:txBody>
      </p:sp>
      <p:sp>
        <p:nvSpPr>
          <p:cNvPr id="55" name="Rectangle 54"/>
          <p:cNvSpPr/>
          <p:nvPr/>
        </p:nvSpPr>
        <p:spPr>
          <a:xfrm>
            <a:off x="1200150" y="1571625"/>
            <a:ext cx="1062037"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1971675" y="1313616"/>
            <a:ext cx="1181100" cy="276999"/>
          </a:xfrm>
          <a:prstGeom prst="rect">
            <a:avLst/>
          </a:prstGeom>
          <a:noFill/>
        </p:spPr>
        <p:txBody>
          <a:bodyPr wrap="square" rtlCol="0">
            <a:spAutoFit/>
          </a:bodyPr>
          <a:lstStyle/>
          <a:p>
            <a:r>
              <a:rPr lang="en-US" sz="1200" dirty="0" smtClean="0">
                <a:solidFill>
                  <a:srgbClr val="C00000"/>
                </a:solidFill>
              </a:rPr>
              <a:t>=rate buffer</a:t>
            </a:r>
            <a:endParaRPr lang="en-US" sz="1200" dirty="0">
              <a:solidFill>
                <a:srgbClr val="C00000"/>
              </a:solidFill>
            </a:endParaRPr>
          </a:p>
        </p:txBody>
      </p:sp>
      <p:sp>
        <p:nvSpPr>
          <p:cNvPr id="57" name="Rectangle 56"/>
          <p:cNvSpPr/>
          <p:nvPr/>
        </p:nvSpPr>
        <p:spPr>
          <a:xfrm>
            <a:off x="3176587" y="2115384"/>
            <a:ext cx="3062288" cy="266700"/>
          </a:xfrm>
          <a:prstGeom prst="rect">
            <a:avLst/>
          </a:prstGeom>
          <a:noFill/>
          <a:ln w="127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4110037" y="2391015"/>
            <a:ext cx="1181100" cy="276999"/>
          </a:xfrm>
          <a:prstGeom prst="rect">
            <a:avLst/>
          </a:prstGeom>
          <a:noFill/>
        </p:spPr>
        <p:txBody>
          <a:bodyPr wrap="square" rtlCol="0">
            <a:spAutoFit/>
          </a:bodyPr>
          <a:lstStyle/>
          <a:p>
            <a:r>
              <a:rPr lang="en-US" sz="1200" dirty="0" smtClean="0">
                <a:solidFill>
                  <a:srgbClr val="C00000"/>
                </a:solidFill>
              </a:rPr>
              <a:t>=5 * rate buffer</a:t>
            </a:r>
            <a:endParaRPr lang="en-US" sz="1200" dirty="0">
              <a:solidFill>
                <a:srgbClr val="C00000"/>
              </a:solidFill>
            </a:endParaRPr>
          </a:p>
        </p:txBody>
      </p:sp>
      <p:sp>
        <p:nvSpPr>
          <p:cNvPr id="59" name="Rectangle 58"/>
          <p:cNvSpPr/>
          <p:nvPr/>
        </p:nvSpPr>
        <p:spPr>
          <a:xfrm>
            <a:off x="990599" y="4953000"/>
            <a:ext cx="8172451" cy="266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If (5 </a:t>
            </a:r>
            <a:r>
              <a:rPr lang="en-US" dirty="0">
                <a:solidFill>
                  <a:schemeClr val="bg1"/>
                </a:solidFill>
              </a:rPr>
              <a:t>* rate </a:t>
            </a:r>
            <a:r>
              <a:rPr lang="en-US" dirty="0" smtClean="0">
                <a:solidFill>
                  <a:schemeClr val="bg1"/>
                </a:solidFill>
              </a:rPr>
              <a:t>buffer) &gt; 1, </a:t>
            </a:r>
            <a:r>
              <a:rPr lang="en-US" dirty="0">
                <a:latin typeface="Arial" panose="020B0604020202020204" pitchFamily="34" charset="0"/>
                <a:cs typeface="Arial" panose="020B0604020202020204" pitchFamily="34" charset="0"/>
              </a:rPr>
              <a:t>Media effect multiplier </a:t>
            </a:r>
            <a:r>
              <a:rPr lang="en-US" dirty="0" smtClean="0">
                <a:latin typeface="Arial" panose="020B0604020202020204" pitchFamily="34" charset="0"/>
                <a:cs typeface="Arial" panose="020B0604020202020204" pitchFamily="34" charset="0"/>
              </a:rPr>
              <a:t> will unexpectedly jump up</a:t>
            </a:r>
            <a:endParaRPr lang="en-US" dirty="0">
              <a:solidFill>
                <a:schemeClr val="bg1"/>
              </a:solidFill>
            </a:endParaRPr>
          </a:p>
        </p:txBody>
      </p:sp>
      <p:sp>
        <p:nvSpPr>
          <p:cNvPr id="6" name="TextBox 5"/>
          <p:cNvSpPr txBox="1"/>
          <p:nvPr/>
        </p:nvSpPr>
        <p:spPr>
          <a:xfrm>
            <a:off x="990600" y="5429250"/>
            <a:ext cx="7772400"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Solution: set rate buffer boundary no larger than </a:t>
            </a:r>
            <a:r>
              <a:rPr lang="en-US" sz="1400" dirty="0" smtClean="0">
                <a:latin typeface="Arial" panose="020B0604020202020204" pitchFamily="34" charset="0"/>
                <a:cs typeface="Arial" panose="020B0604020202020204" pitchFamily="34" charset="0"/>
              </a:rPr>
              <a:t>0.2</a:t>
            </a:r>
          </a:p>
          <a:p>
            <a:r>
              <a:rPr lang="en-US" sz="1400" dirty="0" smtClean="0">
                <a:latin typeface="Arial" panose="020B0604020202020204" pitchFamily="34" charset="0"/>
                <a:cs typeface="Arial" panose="020B0604020202020204" pitchFamily="34" charset="0"/>
              </a:rPr>
              <a:t>Check fitting error: </a:t>
            </a:r>
            <a:endParaRPr lang="en-US" sz="1400" dirty="0">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611487557"/>
              </p:ext>
            </p:extLst>
          </p:nvPr>
        </p:nvGraphicFramePr>
        <p:xfrm>
          <a:off x="1938337" y="5993745"/>
          <a:ext cx="6705600" cy="1097280"/>
        </p:xfrm>
        <a:graphic>
          <a:graphicData uri="http://schemas.openxmlformats.org/drawingml/2006/table">
            <a:tbl>
              <a:tblPr firstRow="1" bandRow="1">
                <a:tableStyleId>{0E3FDE45-AF77-4B5C-9715-49D594BDF05E}</a:tableStyleId>
              </a:tblPr>
              <a:tblGrid>
                <a:gridCol w="2235200"/>
                <a:gridCol w="2235200"/>
                <a:gridCol w="2235200"/>
              </a:tblGrid>
              <a:tr h="206534">
                <a:tc>
                  <a:txBody>
                    <a:bodyPr/>
                    <a:lstStyle/>
                    <a:p>
                      <a:endParaRPr lang="en-US" sz="1200" dirty="0"/>
                    </a:p>
                  </a:txBody>
                  <a:tcPr/>
                </a:tc>
                <a:tc>
                  <a:txBody>
                    <a:bodyPr/>
                    <a:lstStyle/>
                    <a:p>
                      <a:pPr algn="ctr"/>
                      <a:r>
                        <a:rPr lang="en-US" sz="1200" dirty="0" smtClean="0"/>
                        <a:t>Rate Buffer</a:t>
                      </a:r>
                      <a:endParaRPr lang="en-US" sz="1200" dirty="0"/>
                    </a:p>
                  </a:txBody>
                  <a:tcPr/>
                </a:tc>
                <a:tc>
                  <a:txBody>
                    <a:bodyPr/>
                    <a:lstStyle/>
                    <a:p>
                      <a:pPr algn="ctr"/>
                      <a:r>
                        <a:rPr lang="en-US" sz="1200" dirty="0" smtClean="0"/>
                        <a:t>Fitting</a:t>
                      </a:r>
                      <a:r>
                        <a:rPr lang="en-US" sz="1200" baseline="0" dirty="0" smtClean="0"/>
                        <a:t> Error</a:t>
                      </a:r>
                      <a:endParaRPr lang="en-US" sz="1200" dirty="0"/>
                    </a:p>
                  </a:txBody>
                  <a:tcPr/>
                </a:tc>
              </a:tr>
              <a:tr h="206534">
                <a:tc>
                  <a:txBody>
                    <a:bodyPr/>
                    <a:lstStyle/>
                    <a:p>
                      <a:r>
                        <a:rPr lang="en-US" sz="1200" dirty="0" smtClean="0"/>
                        <a:t>Previous</a:t>
                      </a:r>
                      <a:r>
                        <a:rPr lang="en-US" sz="1200" baseline="0" dirty="0" smtClean="0"/>
                        <a:t> buffer</a:t>
                      </a:r>
                      <a:endParaRPr lang="en-US" sz="1200" dirty="0"/>
                    </a:p>
                  </a:txBody>
                  <a:tcPr/>
                </a:tc>
                <a:tc>
                  <a:txBody>
                    <a:bodyPr/>
                    <a:lstStyle/>
                    <a:p>
                      <a:pPr algn="ctr" fontAlgn="b"/>
                      <a:r>
                        <a:rPr lang="en-US" sz="1100" u="none" strike="noStrike" dirty="0">
                          <a:effectLst/>
                        </a:rPr>
                        <a:t>0.25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0.673184642</a:t>
                      </a:r>
                      <a:endParaRPr lang="en-US" sz="1100" b="0" i="0" u="none" strike="noStrike" dirty="0">
                        <a:solidFill>
                          <a:srgbClr val="000000"/>
                        </a:solidFill>
                        <a:effectLst/>
                        <a:latin typeface="Calibri"/>
                      </a:endParaRPr>
                    </a:p>
                  </a:txBody>
                  <a:tcPr marL="9525" marR="9525" marT="9525" marB="0" anchor="b"/>
                </a:tc>
              </a:tr>
              <a:tr h="206534">
                <a:tc>
                  <a:txBody>
                    <a:bodyPr/>
                    <a:lstStyle/>
                    <a:p>
                      <a:r>
                        <a:rPr lang="en-US" sz="1200" dirty="0" smtClean="0"/>
                        <a:t>New buffer</a:t>
                      </a:r>
                      <a:endParaRPr lang="en-US" sz="1200" dirty="0"/>
                    </a:p>
                  </a:txBody>
                  <a:tcPr/>
                </a:tc>
                <a:tc>
                  <a:txBody>
                    <a:bodyPr/>
                    <a:lstStyle/>
                    <a:p>
                      <a:pPr algn="ctr" fontAlgn="b"/>
                      <a:r>
                        <a:rPr lang="en-US" sz="1100" u="none" strike="noStrike" dirty="0">
                          <a:effectLst/>
                        </a:rPr>
                        <a:t>0.2</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0.666360687</a:t>
                      </a:r>
                      <a:endParaRPr lang="en-US" sz="1100" b="0" i="0" u="none" strike="noStrike" dirty="0">
                        <a:solidFill>
                          <a:srgbClr val="000000"/>
                        </a:solidFill>
                        <a:effectLst/>
                        <a:latin typeface="Calibri"/>
                      </a:endParaRPr>
                    </a:p>
                  </a:txBody>
                  <a:tcPr marL="9525" marR="9525" marT="9525" marB="0" anchor="b"/>
                </a:tc>
              </a:tr>
              <a:tr h="206534">
                <a:tc>
                  <a:txBody>
                    <a:bodyPr/>
                    <a:lstStyle/>
                    <a:p>
                      <a:r>
                        <a:rPr lang="en-US" sz="1200" dirty="0" smtClean="0"/>
                        <a:t>Min</a:t>
                      </a:r>
                      <a:r>
                        <a:rPr lang="en-US" sz="1200" baseline="0" dirty="0" smtClean="0"/>
                        <a:t> error </a:t>
                      </a:r>
                      <a:endParaRPr lang="en-US" sz="1200" dirty="0"/>
                    </a:p>
                  </a:txBody>
                  <a:tcPr/>
                </a:tc>
                <a:tc>
                  <a:txBody>
                    <a:bodyPr/>
                    <a:lstStyle/>
                    <a:p>
                      <a:pPr algn="ctr" fontAlgn="b"/>
                      <a:r>
                        <a:rPr lang="en-US" sz="1100" u="none" strike="noStrike" dirty="0">
                          <a:effectLst/>
                        </a:rPr>
                        <a:t>0.2301195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0.651605852</a:t>
                      </a:r>
                      <a:endParaRPr lang="en-US" sz="1100" b="0" i="0" u="none" strike="noStrike" dirty="0">
                        <a:solidFill>
                          <a:srgbClr val="000000"/>
                        </a:solidFill>
                        <a:effectLst/>
                        <a:latin typeface="Calibri"/>
                      </a:endParaRPr>
                    </a:p>
                  </a:txBody>
                  <a:tcPr marL="9525" marR="9525" marT="9525" marB="0" anchor="b"/>
                </a:tc>
              </a:tr>
            </a:tbl>
          </a:graphicData>
        </a:graphic>
      </p:graphicFrame>
    </p:spTree>
    <p:extLst>
      <p:ext uri="{BB962C8B-B14F-4D97-AF65-F5344CB8AC3E}">
        <p14:creationId xmlns:p14="http://schemas.microsoft.com/office/powerpoint/2010/main" val="167964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0" grpId="0">
        <p:bldAsOne/>
      </p:bldGraphic>
      <p:bldP spid="51" grpId="0"/>
      <p:bldP spid="3" grpId="0" animBg="1"/>
      <p:bldP spid="4" grpId="0" animBg="1"/>
      <p:bldP spid="5" grpId="0"/>
      <p:bldP spid="55" grpId="0" animBg="1"/>
      <p:bldP spid="56" grpId="0"/>
      <p:bldP spid="57" grpId="0" animBg="1"/>
      <p:bldP spid="58" grpId="0"/>
      <p:bldP spid="59"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Change Credit Availability measure, Improve Recent Years Fitting</a:t>
            </a:r>
            <a:endParaRPr lang="en-US" dirty="0"/>
          </a:p>
        </p:txBody>
      </p:sp>
      <p:pic>
        <p:nvPicPr>
          <p:cNvPr id="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092" y="1529950"/>
            <a:ext cx="5369161" cy="1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6"/>
          <p:cNvSpPr/>
          <p:nvPr/>
        </p:nvSpPr>
        <p:spPr>
          <a:xfrm>
            <a:off x="4648200" y="2344462"/>
            <a:ext cx="1060053" cy="824038"/>
          </a:xfrm>
          <a:prstGeom prst="ellipse">
            <a:avLst/>
          </a:prstGeom>
          <a:noFill/>
          <a:ln>
            <a:solidFill>
              <a:srgbClr val="8C2B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p:cNvGrpSpPr/>
          <p:nvPr/>
        </p:nvGrpSpPr>
        <p:grpSpPr>
          <a:xfrm>
            <a:off x="6149231" y="1460350"/>
            <a:ext cx="2783632" cy="1727200"/>
            <a:chOff x="6139706" y="1441300"/>
            <a:chExt cx="2783632" cy="172720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9706" y="1441300"/>
              <a:ext cx="2783632"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a:off x="8715375" y="2209800"/>
              <a:ext cx="0" cy="342900"/>
            </a:xfrm>
            <a:prstGeom prst="straightConnector1">
              <a:avLst/>
            </a:prstGeom>
            <a:ln>
              <a:solidFill>
                <a:srgbClr val="8C2B18"/>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8562976" y="1911980"/>
            <a:ext cx="1266827" cy="261610"/>
          </a:xfrm>
          <a:prstGeom prst="rect">
            <a:avLst/>
          </a:prstGeom>
          <a:noFill/>
        </p:spPr>
        <p:txBody>
          <a:bodyPr wrap="square" rtlCol="0">
            <a:spAutoFit/>
          </a:bodyPr>
          <a:lstStyle/>
          <a:p>
            <a:r>
              <a:rPr lang="en-US" sz="1100" dirty="0" smtClean="0"/>
              <a:t>0.9% fitting error</a:t>
            </a:r>
            <a:endParaRPr lang="en-US" sz="1100"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789567" y="1123950"/>
            <a:ext cx="397192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Fitting Quality Decrease After 2010</a:t>
            </a:r>
            <a:endParaRPr lang="en-US" sz="1600" dirty="0">
              <a:latin typeface="Arial" panose="020B0604020202020204" pitchFamily="34" charset="0"/>
              <a:cs typeface="Arial" panose="020B0604020202020204" pitchFamily="34" charset="0"/>
            </a:endParaRPr>
          </a:p>
        </p:txBody>
      </p:sp>
      <p:cxnSp>
        <p:nvCxnSpPr>
          <p:cNvPr id="15" name="Straight Connector 14"/>
          <p:cNvCxnSpPr/>
          <p:nvPr/>
        </p:nvCxnSpPr>
        <p:spPr>
          <a:xfrm>
            <a:off x="836047" y="4468713"/>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743325" y="4314825"/>
            <a:ext cx="20478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Review HPA Model</a:t>
            </a:r>
            <a:endParaRPr lang="en-US" sz="1600" dirty="0">
              <a:latin typeface="Arial" panose="020B0604020202020204" pitchFamily="34" charset="0"/>
              <a:cs typeface="Arial" panose="020B0604020202020204" pitchFamily="34" charset="0"/>
            </a:endParaRPr>
          </a:p>
        </p:txBody>
      </p:sp>
      <p:pic>
        <p:nvPicPr>
          <p:cNvPr id="17"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433" y="4720054"/>
            <a:ext cx="5284820" cy="162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18"/>
          <p:cNvSpPr/>
          <p:nvPr/>
        </p:nvSpPr>
        <p:spPr>
          <a:xfrm>
            <a:off x="6191670" y="4751218"/>
            <a:ext cx="3056683" cy="516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HPA measure shows a higher prediction </a:t>
            </a:r>
            <a:r>
              <a:rPr lang="en-US" sz="1400" dirty="0" smtClean="0">
                <a:latin typeface="Arial" panose="020B0604020202020204" pitchFamily="34" charset="0"/>
                <a:cs typeface="Arial" panose="020B0604020202020204" pitchFamily="34" charset="0"/>
              </a:rPr>
              <a:t>SMM in </a:t>
            </a:r>
            <a:r>
              <a:rPr lang="en-US" sz="1400" dirty="0">
                <a:latin typeface="Arial" panose="020B0604020202020204" pitchFamily="34" charset="0"/>
                <a:cs typeface="Arial" panose="020B0604020202020204" pitchFamily="34" charset="0"/>
              </a:rPr>
              <a:t>recent 2 yrs. </a:t>
            </a:r>
          </a:p>
        </p:txBody>
      </p:sp>
      <p:sp>
        <p:nvSpPr>
          <p:cNvPr id="20" name="Rectangle 19"/>
          <p:cNvSpPr/>
          <p:nvPr/>
        </p:nvSpPr>
        <p:spPr>
          <a:xfrm>
            <a:off x="6191670" y="5788299"/>
            <a:ext cx="3056683" cy="401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More </a:t>
            </a:r>
            <a:r>
              <a:rPr lang="en-US" sz="1400" dirty="0">
                <a:latin typeface="Arial" panose="020B0604020202020204" pitchFamily="34" charset="0"/>
                <a:cs typeface="Arial" panose="020B0604020202020204" pitchFamily="34" charset="0"/>
              </a:rPr>
              <a:t>strict underwriting criteria</a:t>
            </a:r>
          </a:p>
        </p:txBody>
      </p:sp>
      <p:sp>
        <p:nvSpPr>
          <p:cNvPr id="21" name="Rectangle 20"/>
          <p:cNvSpPr/>
          <p:nvPr/>
        </p:nvSpPr>
        <p:spPr>
          <a:xfrm>
            <a:off x="763258" y="6663455"/>
            <a:ext cx="8485095" cy="401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Arial" panose="020B0604020202020204" pitchFamily="34" charset="0"/>
                <a:cs typeface="Arial" panose="020B0604020202020204" pitchFamily="34" charset="0"/>
              </a:rPr>
              <a:t>Need </a:t>
            </a:r>
            <a:r>
              <a:rPr lang="en-US" sz="1400" dirty="0">
                <a:latin typeface="Arial" panose="020B0604020202020204" pitchFamily="34" charset="0"/>
                <a:cs typeface="Arial" panose="020B0604020202020204" pitchFamily="34" charset="0"/>
              </a:rPr>
              <a:t>to find a credit availability </a:t>
            </a:r>
            <a:r>
              <a:rPr lang="en-US" sz="1400" dirty="0" smtClean="0">
                <a:latin typeface="Arial" panose="020B0604020202020204" pitchFamily="34" charset="0"/>
                <a:cs typeface="Arial" panose="020B0604020202020204" pitchFamily="34" charset="0"/>
              </a:rPr>
              <a:t>measure with thin tail</a:t>
            </a:r>
            <a:endParaRPr lang="en-US" sz="1400" dirty="0">
              <a:latin typeface="Arial" panose="020B0604020202020204" pitchFamily="34" charset="0"/>
              <a:cs typeface="Arial" panose="020B0604020202020204" pitchFamily="34" charset="0"/>
            </a:endParaRPr>
          </a:p>
        </p:txBody>
      </p:sp>
      <p:sp>
        <p:nvSpPr>
          <p:cNvPr id="18" name="Down Arrow 17"/>
          <p:cNvSpPr/>
          <p:nvPr/>
        </p:nvSpPr>
        <p:spPr>
          <a:xfrm>
            <a:off x="7343775" y="5419725"/>
            <a:ext cx="619125" cy="238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a:off x="7343775" y="6342241"/>
            <a:ext cx="619125" cy="2343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836047" y="3305175"/>
            <a:ext cx="7772400" cy="523220"/>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Overall fitting result is acceptable, but resent years results show a larger error. </a:t>
            </a:r>
          </a:p>
          <a:p>
            <a:r>
              <a:rPr lang="en-US" altLang="zh-CN" sz="1400" dirty="0" smtClean="0">
                <a:latin typeface="Arial" panose="020B0604020202020204" pitchFamily="34" charset="0"/>
                <a:cs typeface="Arial" panose="020B0604020202020204" pitchFamily="34" charset="0"/>
              </a:rPr>
              <a:t>Error in 2004 even increase to 0.9% SMM.</a:t>
            </a:r>
            <a:endParaRPr lang="en-US" sz="1400" dirty="0">
              <a:latin typeface="Arial" panose="020B0604020202020204" pitchFamily="34" charset="0"/>
              <a:cs typeface="Arial" panose="020B0604020202020204" pitchFamily="34" charset="0"/>
            </a:endParaRPr>
          </a:p>
        </p:txBody>
      </p:sp>
      <p:cxnSp>
        <p:nvCxnSpPr>
          <p:cNvPr id="26" name="Straight Connector 25"/>
          <p:cNvCxnSpPr/>
          <p:nvPr/>
        </p:nvCxnSpPr>
        <p:spPr>
          <a:xfrm flipV="1">
            <a:off x="5438775" y="1609725"/>
            <a:ext cx="600075" cy="714225"/>
          </a:xfrm>
          <a:prstGeom prst="line">
            <a:avLst/>
          </a:prstGeom>
          <a:ln w="28575">
            <a:solidFill>
              <a:srgbClr val="8C2B18"/>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791200" y="2971800"/>
            <a:ext cx="247650" cy="9525"/>
          </a:xfrm>
          <a:prstGeom prst="line">
            <a:avLst/>
          </a:prstGeom>
          <a:ln w="28575">
            <a:solidFill>
              <a:srgbClr val="8C2B1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8381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Change Credit Availability measure, Improve Recent Years Fitting</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171825" y="1123950"/>
            <a:ext cx="3589667"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Purchase Index</a:t>
            </a:r>
            <a:endParaRPr lang="en-US" sz="1600" dirty="0">
              <a:latin typeface="Arial" panose="020B0604020202020204" pitchFamily="34" charset="0"/>
              <a:cs typeface="Arial" panose="020B0604020202020204" pitchFamily="34"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3427" y="1557754"/>
            <a:ext cx="5848644" cy="1795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86355" y="1797992"/>
            <a:ext cx="2785469"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Changed credit </a:t>
            </a:r>
            <a:r>
              <a:rPr lang="en-US" sz="1400" dirty="0" smtClean="0">
                <a:latin typeface="Arial" panose="020B0604020202020204" pitchFamily="34" charset="0"/>
                <a:cs typeface="Arial" panose="020B0604020202020204" pitchFamily="34" charset="0"/>
              </a:rPr>
              <a:t>availability</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a:t>
            </a:r>
            <a:r>
              <a:rPr lang="en-US" sz="1400" dirty="0" smtClean="0">
                <a:latin typeface="Arial" panose="020B0604020202020204" pitchFamily="34" charset="0"/>
                <a:cs typeface="Arial" panose="020B0604020202020204" pitchFamily="34" charset="0"/>
              </a:rPr>
              <a:t>sing </a:t>
            </a:r>
            <a:r>
              <a:rPr lang="en-US" sz="1400" b="1" dirty="0">
                <a:latin typeface="Arial" panose="020B0604020202020204" pitchFamily="34" charset="0"/>
                <a:cs typeface="Arial" panose="020B0604020202020204" pitchFamily="34" charset="0"/>
              </a:rPr>
              <a:t>MBAVPRCH</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Purchase </a:t>
            </a:r>
            <a:r>
              <a:rPr lang="en-US" sz="1400" dirty="0">
                <a:latin typeface="Arial" panose="020B0604020202020204" pitchFamily="34" charset="0"/>
                <a:cs typeface="Arial" panose="020B0604020202020204" pitchFamily="34" charset="0"/>
              </a:rPr>
              <a:t>Index instead of </a:t>
            </a:r>
            <a:r>
              <a:rPr lang="en-US" sz="1400" dirty="0" smtClean="0">
                <a:latin typeface="Arial" panose="020B0604020202020204" pitchFamily="34" charset="0"/>
                <a:cs typeface="Arial" panose="020B0604020202020204" pitchFamily="34" charset="0"/>
              </a:rPr>
              <a:t>HPA</a:t>
            </a:r>
          </a:p>
        </p:txBody>
      </p:sp>
      <mc:AlternateContent xmlns:mc="http://schemas.openxmlformats.org/markup-compatibility/2006" xmlns:a14="http://schemas.microsoft.com/office/drawing/2010/main">
        <mc:Choice Requires="a14">
          <p:sp>
            <p:nvSpPr>
              <p:cNvPr id="26" name="TextBox 25"/>
              <p:cNvSpPr txBox="1"/>
              <p:nvPr/>
            </p:nvSpPr>
            <p:spPr>
              <a:xfrm>
                <a:off x="386355" y="2675930"/>
                <a:ext cx="309366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𝐶𝐴</m:t>
                      </m:r>
                      <m:r>
                        <a:rPr lang="en-US" sz="1200" b="0" i="1" smtClean="0">
                          <a:latin typeface="Cambria Math"/>
                        </a:rPr>
                        <m:t>=1− </m:t>
                      </m:r>
                      <m:r>
                        <a:rPr lang="en-US" sz="1200" b="0" i="1" smtClean="0">
                          <a:latin typeface="Cambria Math"/>
                          <a:ea typeface="Cambria Math"/>
                        </a:rPr>
                        <m:t>𝛼</m:t>
                      </m:r>
                      <m:r>
                        <a:rPr lang="en-US" sz="1200" b="0" i="1" smtClean="0">
                          <a:latin typeface="Cambria Math"/>
                          <a:ea typeface="Cambria Math"/>
                        </a:rPr>
                        <m:t>/(1 +</m:t>
                      </m:r>
                      <m:r>
                        <a:rPr lang="en-US" sz="1200" b="0" i="1" smtClean="0">
                          <a:latin typeface="Cambria Math"/>
                          <a:ea typeface="Cambria Math"/>
                        </a:rPr>
                        <m:t>𝑒</m:t>
                      </m:r>
                      <m:r>
                        <a:rPr lang="en-US" sz="1200" b="0" i="1" smtClean="0">
                          <a:latin typeface="Cambria Math"/>
                          <a:ea typeface="Cambria Math"/>
                        </a:rPr>
                        <m:t>^((</m:t>
                      </m:r>
                      <m:r>
                        <a:rPr lang="en-US" sz="1200" b="1" i="1" smtClean="0">
                          <a:latin typeface="Cambria Math"/>
                          <a:ea typeface="Cambria Math"/>
                        </a:rPr>
                        <m:t>𝒑𝒖𝒓𝒄𝒉𝒂𝒔𝒆</m:t>
                      </m:r>
                      <m:r>
                        <a:rPr lang="en-US" sz="1200" b="1" i="1" smtClean="0">
                          <a:latin typeface="Cambria Math"/>
                          <a:ea typeface="Cambria Math"/>
                        </a:rPr>
                        <m:t> </m:t>
                      </m:r>
                      <m:r>
                        <a:rPr lang="en-US" sz="1200" b="0" i="1" smtClean="0">
                          <a:latin typeface="Cambria Math"/>
                          <a:ea typeface="Cambria Math"/>
                        </a:rPr>
                        <m:t>− </m:t>
                      </m:r>
                      <m:r>
                        <a:rPr lang="en-US" sz="1200" b="0" i="1" smtClean="0">
                          <a:latin typeface="Cambria Math"/>
                          <a:ea typeface="Cambria Math"/>
                        </a:rPr>
                        <m:t>𝛽</m:t>
                      </m:r>
                      <m:r>
                        <a:rPr lang="en-US" sz="1200" b="0" i="1" smtClean="0">
                          <a:latin typeface="Cambria Math"/>
                          <a:ea typeface="Cambria Math"/>
                        </a:rPr>
                        <m:t>)/</m:t>
                      </m:r>
                      <m:r>
                        <a:rPr lang="en-US" sz="1200" b="0" i="1" smtClean="0">
                          <a:latin typeface="Cambria Math"/>
                          <a:ea typeface="Cambria Math"/>
                        </a:rPr>
                        <m:t>𝛾</m:t>
                      </m:r>
                      <m:r>
                        <a:rPr lang="en-US" sz="1200" b="0" i="1" smtClean="0">
                          <a:latin typeface="Cambria Math"/>
                          <a:ea typeface="Cambria Math"/>
                        </a:rPr>
                        <m:t>)</m:t>
                      </m:r>
                    </m:oMath>
                  </m:oMathPara>
                </a14:m>
                <a:endParaRPr lang="en-US" sz="1200" dirty="0" smtClean="0"/>
              </a:p>
            </p:txBody>
          </p:sp>
        </mc:Choice>
        <mc:Fallback xmlns="">
          <p:sp>
            <p:nvSpPr>
              <p:cNvPr id="26" name="TextBox 25"/>
              <p:cNvSpPr txBox="1">
                <a:spLocks noRot="1" noChangeAspect="1" noMove="1" noResize="1" noEditPoints="1" noAdjustHandles="1" noChangeArrowheads="1" noChangeShapeType="1" noTextEdit="1"/>
              </p:cNvSpPr>
              <p:nvPr/>
            </p:nvSpPr>
            <p:spPr>
              <a:xfrm>
                <a:off x="386355" y="2675930"/>
                <a:ext cx="3093667" cy="276999"/>
              </a:xfrm>
              <a:prstGeom prst="rect">
                <a:avLst/>
              </a:prstGeom>
              <a:blipFill rotWithShape="1">
                <a:blip r:embed="rId3"/>
                <a:stretch>
                  <a:fillRect b="-11111"/>
                </a:stretch>
              </a:blipFill>
            </p:spPr>
            <p:txBody>
              <a:bodyPr/>
              <a:lstStyle/>
              <a:p>
                <a:r>
                  <a:rPr lang="en-US">
                    <a:noFill/>
                  </a:rPr>
                  <a:t> </a:t>
                </a:r>
              </a:p>
            </p:txBody>
          </p:sp>
        </mc:Fallback>
      </mc:AlternateContent>
      <p:sp>
        <p:nvSpPr>
          <p:cNvPr id="6" name="Down Arrow 5"/>
          <p:cNvSpPr/>
          <p:nvPr/>
        </p:nvSpPr>
        <p:spPr>
          <a:xfrm>
            <a:off x="1460002" y="3209925"/>
            <a:ext cx="8382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61973" y="4019550"/>
            <a:ext cx="8486775"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a:t>Get a right model </a:t>
            </a:r>
            <a:r>
              <a:rPr lang="en-US" sz="1400" dirty="0" smtClean="0"/>
              <a:t>shape:  thin tail in recent 2 years</a:t>
            </a:r>
            <a:endParaRPr lang="en-US" sz="1400" dirty="0"/>
          </a:p>
        </p:txBody>
      </p:sp>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3427" y="4987848"/>
            <a:ext cx="5848645" cy="172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86355" y="5014095"/>
            <a:ext cx="2985495" cy="1169551"/>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Problem:</a:t>
            </a: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Purchase index </a:t>
            </a:r>
            <a:r>
              <a:rPr lang="en-US" sz="1400" dirty="0">
                <a:latin typeface="Arial" panose="020B0604020202020204" pitchFamily="34" charset="0"/>
                <a:cs typeface="Arial" panose="020B0604020202020204" pitchFamily="34" charset="0"/>
              </a:rPr>
              <a:t>is sensitive to mortgage rate</a:t>
            </a:r>
            <a:r>
              <a:rPr lang="en-US" sz="1400"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Multiplier decrease slow in 09’ to 10’.</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17624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Change Credit Availability measure, Improve Recent Years Fitting</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171825" y="1123950"/>
            <a:ext cx="3589667"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FICO Distribution Measure</a:t>
            </a:r>
            <a:endParaRPr lang="en-US" sz="1600" dirty="0">
              <a:latin typeface="Arial" panose="020B0604020202020204" pitchFamily="34" charset="0"/>
              <a:cs typeface="Arial" panose="020B0604020202020204" pitchFamily="34" charset="0"/>
            </a:endParaRPr>
          </a:p>
        </p:txBody>
      </p:sp>
      <p:sp>
        <p:nvSpPr>
          <p:cNvPr id="3" name="Rectangle 2"/>
          <p:cNvSpPr/>
          <p:nvPr/>
        </p:nvSpPr>
        <p:spPr>
          <a:xfrm>
            <a:off x="836047" y="1555849"/>
            <a:ext cx="8557849" cy="1323439"/>
          </a:xfrm>
          <a:prstGeom prst="rect">
            <a:avLst/>
          </a:prstGeom>
        </p:spPr>
        <p:txBody>
          <a:bodyPr wrap="square">
            <a:spAutoFit/>
          </a:bodyPr>
          <a:lstStyle/>
          <a:p>
            <a:r>
              <a:rPr lang="en-US" sz="1400" dirty="0" smtClean="0">
                <a:latin typeface="Arial" panose="020B0604020202020204" pitchFamily="34" charset="0"/>
                <a:cs typeface="Arial" panose="020B0604020202020204" pitchFamily="34" charset="0"/>
              </a:rPr>
              <a:t>Borrowers in purchase activities is sensitive to mortgage rate, so using purchase index to directly measure credit </a:t>
            </a:r>
            <a:r>
              <a:rPr lang="en-US" sz="1400" dirty="0">
                <a:latin typeface="Arial" panose="020B0604020202020204" pitchFamily="34" charset="0"/>
                <a:cs typeface="Arial" panose="020B0604020202020204" pitchFamily="34" charset="0"/>
              </a:rPr>
              <a:t>availability may brings </a:t>
            </a:r>
            <a:r>
              <a:rPr lang="en-US" sz="1400" dirty="0" smtClean="0">
                <a:latin typeface="Arial" panose="020B0604020202020204" pitchFamily="34" charset="0"/>
                <a:cs typeface="Arial" panose="020B0604020202020204" pitchFamily="34" charset="0"/>
              </a:rPr>
              <a:t>bias.</a:t>
            </a:r>
          </a:p>
          <a:p>
            <a:endParaRPr lang="en-US" sz="1400" dirty="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Consider another measure: percentage distribution of FICO score</a:t>
            </a:r>
          </a:p>
          <a:p>
            <a:r>
              <a:rPr lang="en-US" sz="1200" i="1" dirty="0" smtClean="0">
                <a:latin typeface="Arial" panose="020B0604020202020204" pitchFamily="34" charset="0"/>
                <a:cs typeface="Arial" panose="020B0604020202020204" pitchFamily="34" charset="0"/>
              </a:rPr>
              <a:t>e.g.: Percentage for borrowers’ FICO below 680 is 22.55% in Nov. 2007; </a:t>
            </a:r>
          </a:p>
          <a:p>
            <a:r>
              <a:rPr lang="en-US" sz="1200" i="1" dirty="0" smtClean="0">
                <a:latin typeface="Arial" panose="020B0604020202020204" pitchFamily="34" charset="0"/>
                <a:cs typeface="Arial" panose="020B0604020202020204" pitchFamily="34" charset="0"/>
              </a:rPr>
              <a:t>        this number decrease to 3.29% in July 2009.</a:t>
            </a:r>
          </a:p>
        </p:txBody>
      </p:sp>
      <p:sp>
        <p:nvSpPr>
          <p:cNvPr id="4" name="TextBox 3"/>
          <p:cNvSpPr txBox="1"/>
          <p:nvPr/>
        </p:nvSpPr>
        <p:spPr>
          <a:xfrm>
            <a:off x="836047" y="4810125"/>
            <a:ext cx="8286024"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400" dirty="0" smtClean="0">
                <a:latin typeface="Arial" panose="020B0604020202020204" pitchFamily="34" charset="0"/>
                <a:cs typeface="Arial" panose="020B0604020202020204" pitchFamily="34" charset="0"/>
              </a:rPr>
              <a:t>Get </a:t>
            </a:r>
            <a:r>
              <a:rPr lang="en-US" sz="1400" dirty="0">
                <a:latin typeface="Arial" panose="020B0604020202020204" pitchFamily="34" charset="0"/>
                <a:cs typeface="Arial" panose="020B0604020202020204" pitchFamily="34" charset="0"/>
              </a:rPr>
              <a:t>a less rate-sensitive measure for credit </a:t>
            </a:r>
            <a:r>
              <a:rPr lang="en-US" sz="1400" dirty="0" smtClean="0">
                <a:latin typeface="Arial" panose="020B0604020202020204" pitchFamily="34" charset="0"/>
                <a:cs typeface="Arial" panose="020B0604020202020204" pitchFamily="34" charset="0"/>
              </a:rPr>
              <a:t>availability.</a:t>
            </a:r>
            <a:endParaRPr lang="en-US" sz="1400"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0112" y="2879288"/>
            <a:ext cx="6156325" cy="188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396" y="5184577"/>
            <a:ext cx="6167272" cy="1889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7083424" y="5750568"/>
            <a:ext cx="2486025" cy="738664"/>
          </a:xfrm>
          <a:prstGeom prst="rect">
            <a:avLst/>
          </a:prstGeom>
          <a:noFill/>
        </p:spPr>
        <p:txBody>
          <a:bodyPr wrap="square" rtlCol="0">
            <a:spAutoFit/>
          </a:bodyPr>
          <a:lstStyle/>
          <a:p>
            <a:r>
              <a:rPr lang="en-US" sz="1400" dirty="0" smtClean="0">
                <a:latin typeface="Arial" panose="020B0604020202020204" pitchFamily="34" charset="0"/>
                <a:cs typeface="Arial" panose="020B0604020202020204" pitchFamily="34" charset="0"/>
              </a:rPr>
              <a:t>High overall fitting quality;</a:t>
            </a:r>
          </a:p>
          <a:p>
            <a:r>
              <a:rPr lang="en-US" sz="1400" dirty="0" smtClean="0">
                <a:latin typeface="Arial" panose="020B0604020202020204" pitchFamily="34" charset="0"/>
                <a:cs typeface="Arial" panose="020B0604020202020204" pitchFamily="34" charset="0"/>
              </a:rPr>
              <a:t>Errors in recent years keep low.</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26509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p:cNvCxnSpPr/>
          <p:nvPr/>
        </p:nvCxnSpPr>
        <p:spPr>
          <a:xfrm>
            <a:off x="836047" y="472588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733800" y="4572000"/>
            <a:ext cx="22383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New Features</a:t>
            </a:r>
            <a:endParaRPr lang="en-US" sz="16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3023673" y="227542"/>
            <a:ext cx="6806130" cy="677966"/>
          </a:xfrm>
        </p:spPr>
        <p:txBody>
          <a:bodyPr/>
          <a:lstStyle/>
          <a:p>
            <a:r>
              <a:rPr lang="en-US" dirty="0"/>
              <a:t>Model Improvements</a:t>
            </a:r>
            <a:br>
              <a:rPr lang="en-US" dirty="0"/>
            </a:br>
            <a:r>
              <a:rPr lang="en-US" dirty="0" smtClean="0"/>
              <a:t>Efficient R-Script</a:t>
            </a:r>
            <a:endParaRPr lang="en-US" dirty="0"/>
          </a:p>
        </p:txBody>
      </p:sp>
      <p:cxnSp>
        <p:nvCxnSpPr>
          <p:cNvPr id="13" name="Straight Connector 12"/>
          <p:cNvCxnSpPr/>
          <p:nvPr/>
        </p:nvCxnSpPr>
        <p:spPr>
          <a:xfrm>
            <a:off x="836047" y="1277838"/>
            <a:ext cx="82860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733800" y="1123950"/>
            <a:ext cx="2238375" cy="33855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1600" dirty="0" smtClean="0">
                <a:latin typeface="Arial" panose="020B0604020202020204" pitchFamily="34" charset="0"/>
                <a:cs typeface="Arial" panose="020B0604020202020204" pitchFamily="34" charset="0"/>
              </a:rPr>
              <a:t>Code Efficiency</a:t>
            </a:r>
            <a:endParaRPr lang="en-US" sz="1600" dirty="0">
              <a:latin typeface="Arial" panose="020B0604020202020204" pitchFamily="34" charset="0"/>
              <a:cs typeface="Arial" panose="020B0604020202020204" pitchFamily="34" charset="0"/>
            </a:endParaRPr>
          </a:p>
        </p:txBody>
      </p:sp>
      <p:sp>
        <p:nvSpPr>
          <p:cNvPr id="3" name="TextBox 2"/>
          <p:cNvSpPr txBox="1"/>
          <p:nvPr/>
        </p:nvSpPr>
        <p:spPr>
          <a:xfrm>
            <a:off x="836047" y="1543050"/>
            <a:ext cx="8286024" cy="2769989"/>
          </a:xfrm>
          <a:prstGeom prst="rect">
            <a:avLst/>
          </a:prstGeom>
          <a:noFill/>
        </p:spPr>
        <p:txBody>
          <a:bodyPr wrap="square" rtlCol="0">
            <a:spAutoFit/>
          </a:bodyPr>
          <a:lstStyle/>
          <a:p>
            <a:r>
              <a:rPr lang="en-US" sz="1400" b="1" dirty="0" smtClean="0">
                <a:latin typeface="Arial" panose="020B0604020202020204" pitchFamily="34" charset="0"/>
                <a:cs typeface="Arial" panose="020B0604020202020204" pitchFamily="34" charset="0"/>
              </a:rPr>
              <a:t>Made every sub-component/functional calculation process a function:</a:t>
            </a:r>
          </a:p>
          <a:p>
            <a:r>
              <a:rPr lang="en-US" sz="1200" i="1" dirty="0">
                <a:latin typeface="Arial" panose="020B0604020202020204" pitchFamily="34" charset="0"/>
                <a:cs typeface="Arial" panose="020B0604020202020204" pitchFamily="34" charset="0"/>
              </a:rPr>
              <a:t>	R</a:t>
            </a:r>
            <a:r>
              <a:rPr lang="en-US" sz="1200" i="1" dirty="0" smtClean="0">
                <a:latin typeface="Arial" panose="020B0604020202020204" pitchFamily="34" charset="0"/>
                <a:cs typeface="Arial" panose="020B0604020202020204" pitchFamily="34" charset="0"/>
              </a:rPr>
              <a:t>efinancing model: reduce from 913 lines to 310 (reduce by </a:t>
            </a:r>
            <a:r>
              <a:rPr lang="en-US" sz="1200" b="1" i="1" dirty="0" smtClean="0">
                <a:latin typeface="Arial" panose="020B0604020202020204" pitchFamily="34" charset="0"/>
                <a:cs typeface="Arial" panose="020B0604020202020204" pitchFamily="34" charset="0"/>
              </a:rPr>
              <a:t>66%</a:t>
            </a:r>
            <a:r>
              <a:rPr lang="en-US" sz="1200" i="1" dirty="0" smtClean="0">
                <a:latin typeface="Arial" panose="020B0604020202020204" pitchFamily="34" charset="0"/>
                <a:cs typeface="Arial" panose="020B0604020202020204" pitchFamily="34" charset="0"/>
              </a:rPr>
              <a:t>) </a:t>
            </a:r>
          </a:p>
          <a:p>
            <a:r>
              <a:rPr lang="en-US" sz="1200" i="1" dirty="0">
                <a:latin typeface="Arial" panose="020B0604020202020204" pitchFamily="34" charset="0"/>
                <a:cs typeface="Arial" panose="020B0604020202020204" pitchFamily="34" charset="0"/>
              </a:rPr>
              <a:t>	</a:t>
            </a:r>
            <a:r>
              <a:rPr lang="en-US" sz="1200" i="1" dirty="0" smtClean="0">
                <a:latin typeface="Arial" panose="020B0604020202020204" pitchFamily="34" charset="0"/>
                <a:cs typeface="Arial" panose="020B0604020202020204" pitchFamily="34" charset="0"/>
              </a:rPr>
              <a:t>Turnover model: from 783 to 212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73%</a:t>
            </a:r>
            <a:r>
              <a:rPr lang="en-US" sz="1200" i="1" dirty="0" smtClean="0">
                <a:latin typeface="Arial" panose="020B0604020202020204" pitchFamily="34" charset="0"/>
                <a:cs typeface="Arial" panose="020B0604020202020204" pitchFamily="34" charset="0"/>
              </a:rPr>
              <a:t>)</a:t>
            </a:r>
          </a:p>
          <a:p>
            <a:r>
              <a:rPr lang="en-US" sz="1200" i="1" dirty="0" smtClean="0">
                <a:latin typeface="Arial" panose="020B0604020202020204" pitchFamily="34" charset="0"/>
                <a:cs typeface="Arial" panose="020B0604020202020204" pitchFamily="34" charset="0"/>
              </a:rPr>
              <a:t>	Default model: from 567 to 156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72%</a:t>
            </a:r>
            <a:r>
              <a:rPr lang="en-US" sz="1200" i="1" dirty="0" smtClean="0">
                <a:latin typeface="Arial" panose="020B0604020202020204" pitchFamily="34" charset="0"/>
                <a:cs typeface="Arial" panose="020B0604020202020204" pitchFamily="34" charset="0"/>
              </a:rPr>
              <a:t>)</a:t>
            </a:r>
          </a:p>
          <a:p>
            <a:r>
              <a:rPr lang="en-US" sz="1200" i="1" dirty="0">
                <a:latin typeface="Arial" panose="020B0604020202020204" pitchFamily="34" charset="0"/>
                <a:cs typeface="Arial" panose="020B0604020202020204" pitchFamily="34" charset="0"/>
              </a:rPr>
              <a:t>	</a:t>
            </a:r>
            <a:r>
              <a:rPr lang="en-US" sz="1200" i="1" dirty="0" smtClean="0">
                <a:latin typeface="Arial" panose="020B0604020202020204" pitchFamily="34" charset="0"/>
                <a:cs typeface="Arial" panose="020B0604020202020204" pitchFamily="34" charset="0"/>
              </a:rPr>
              <a:t>Curtailment model: </a:t>
            </a:r>
            <a:r>
              <a:rPr lang="en-US" sz="1200" i="1" dirty="0">
                <a:latin typeface="Arial" panose="020B0604020202020204" pitchFamily="34" charset="0"/>
                <a:cs typeface="Arial" panose="020B0604020202020204" pitchFamily="34" charset="0"/>
              </a:rPr>
              <a:t>from </a:t>
            </a:r>
            <a:r>
              <a:rPr lang="en-US" sz="1200" i="1" dirty="0" smtClean="0">
                <a:latin typeface="Arial" panose="020B0604020202020204" pitchFamily="34" charset="0"/>
                <a:cs typeface="Arial" panose="020B0604020202020204" pitchFamily="34" charset="0"/>
              </a:rPr>
              <a:t>98 </a:t>
            </a:r>
            <a:r>
              <a:rPr lang="en-US" sz="1200" i="1" dirty="0">
                <a:latin typeface="Arial" panose="020B0604020202020204" pitchFamily="34" charset="0"/>
                <a:cs typeface="Arial" panose="020B0604020202020204" pitchFamily="34" charset="0"/>
              </a:rPr>
              <a:t>to </a:t>
            </a:r>
            <a:r>
              <a:rPr lang="en-US" sz="1200" i="1" dirty="0" smtClean="0">
                <a:latin typeface="Arial" panose="020B0604020202020204" pitchFamily="34" charset="0"/>
                <a:cs typeface="Arial" panose="020B0604020202020204" pitchFamily="34" charset="0"/>
              </a:rPr>
              <a:t>65 </a:t>
            </a:r>
            <a:r>
              <a:rPr lang="en-US" sz="1200" i="1" dirty="0">
                <a:latin typeface="Arial" panose="020B0604020202020204" pitchFamily="34" charset="0"/>
                <a:cs typeface="Arial" panose="020B0604020202020204" pitchFamily="34" charset="0"/>
              </a:rPr>
              <a:t>(reduce by </a:t>
            </a:r>
            <a:r>
              <a:rPr lang="en-US" sz="1200" b="1" i="1" dirty="0" smtClean="0">
                <a:latin typeface="Arial" panose="020B0604020202020204" pitchFamily="34" charset="0"/>
                <a:cs typeface="Arial" panose="020B0604020202020204" pitchFamily="34" charset="0"/>
              </a:rPr>
              <a:t>34%</a:t>
            </a:r>
            <a:r>
              <a:rPr lang="en-US" sz="1200" i="1" dirty="0" smtClean="0">
                <a:latin typeface="Arial" panose="020B0604020202020204" pitchFamily="34" charset="0"/>
                <a:cs typeface="Arial" panose="020B0604020202020204" pitchFamily="34" charset="0"/>
              </a:rPr>
              <a:t>)</a:t>
            </a:r>
          </a:p>
          <a:p>
            <a:r>
              <a:rPr lang="en-US" sz="1400" dirty="0" smtClean="0">
                <a:latin typeface="Arial" panose="020B0604020202020204" pitchFamily="34" charset="0"/>
                <a:cs typeface="Arial" panose="020B0604020202020204" pitchFamily="34" charset="0"/>
              </a:rPr>
              <a:t>Total reduce: from 2361 to 743 (reduce by </a:t>
            </a:r>
            <a:r>
              <a:rPr lang="en-US" sz="1400" b="1" dirty="0" smtClean="0">
                <a:latin typeface="Arial" panose="020B0604020202020204" pitchFamily="34" charset="0"/>
                <a:cs typeface="Arial" panose="020B0604020202020204" pitchFamily="34" charset="0"/>
              </a:rPr>
              <a:t>68.5%</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Remove manual execution: </a:t>
            </a:r>
            <a:r>
              <a:rPr lang="en-US" sz="1400" dirty="0" smtClean="0">
                <a:latin typeface="Arial" panose="020B0604020202020204" pitchFamily="34" charset="0"/>
                <a:cs typeface="Arial" panose="020B0604020202020204" pitchFamily="34" charset="0"/>
              </a:rPr>
              <a:t>	only need to call one function for each component</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easy to add/delete factors in sub-model</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easy to change functional calculation method</a:t>
            </a:r>
          </a:p>
          <a:p>
            <a:endParaRPr lang="en-US" sz="1400" dirty="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Remove most loop calculation: 	</a:t>
            </a:r>
            <a:r>
              <a:rPr lang="en-US" sz="1400" dirty="0" smtClean="0">
                <a:latin typeface="Arial" panose="020B0604020202020204" pitchFamily="34" charset="0"/>
                <a:cs typeface="Arial" panose="020B0604020202020204" pitchFamily="34" charset="0"/>
              </a:rPr>
              <a:t>Loop in R is the </a:t>
            </a:r>
            <a:r>
              <a:rPr lang="en-US" sz="1400" dirty="0">
                <a:latin typeface="Arial" panose="020B0604020202020204" pitchFamily="34" charset="0"/>
                <a:cs typeface="Arial" panose="020B0604020202020204" pitchFamily="34" charset="0"/>
              </a:rPr>
              <a:t>most time </a:t>
            </a:r>
            <a:r>
              <a:rPr lang="en-US" sz="1400" dirty="0" smtClean="0">
                <a:latin typeface="Arial" panose="020B0604020202020204" pitchFamily="34" charset="0"/>
                <a:cs typeface="Arial" panose="020B0604020202020204" pitchFamily="34" charset="0"/>
              </a:rPr>
              <a:t>consuming part</a:t>
            </a:r>
          </a:p>
          <a:p>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		change loops with matrix function</a:t>
            </a:r>
            <a:endParaRPr lang="en-US" sz="1400" dirty="0">
              <a:latin typeface="Arial" panose="020B0604020202020204" pitchFamily="34" charset="0"/>
              <a:cs typeface="Arial" panose="020B0604020202020204" pitchFamily="34" charset="0"/>
            </a:endParaRPr>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4114" y="1462504"/>
            <a:ext cx="1800861" cy="1465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descr="C:\Rwd\ppmRCode_1.5\Result\Overall\tracking98_1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3648" y="4986754"/>
            <a:ext cx="1670050" cy="211516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77047" y="4986754"/>
            <a:ext cx="1780427" cy="954107"/>
          </a:xfrm>
          <a:prstGeom prst="rect">
            <a:avLst/>
          </a:prstGeom>
          <a:noFill/>
        </p:spPr>
        <p:txBody>
          <a:bodyPr wrap="square" rtlCol="0">
            <a:spAutoFit/>
          </a:bodyPr>
          <a:lstStyle/>
          <a:p>
            <a:r>
              <a:rPr lang="en-US" sz="1400" dirty="0" smtClean="0"/>
              <a:t>Visualize the quality of sub-model fitting across various prepayment data.</a:t>
            </a:r>
            <a:endParaRPr lang="en-US" sz="1400" dirty="0"/>
          </a:p>
        </p:txBody>
      </p:sp>
      <p:pic>
        <p:nvPicPr>
          <p:cNvPr id="20484" name="Picture 4" descr="C:\Rwd\ppmRCode_1.5\Result\tracking\Refi_incentiv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2527" y="5974497"/>
            <a:ext cx="1205948" cy="120594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4979059" y="5076825"/>
            <a:ext cx="0" cy="202509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438775" y="5136397"/>
            <a:ext cx="3683296" cy="1815882"/>
          </a:xfrm>
          <a:prstGeom prst="rect">
            <a:avLst/>
          </a:prstGeom>
          <a:noFill/>
        </p:spPr>
        <p:txBody>
          <a:bodyPr wrap="square" rtlCol="0">
            <a:spAutoFit/>
          </a:bodyPr>
          <a:lstStyle/>
          <a:p>
            <a:r>
              <a:rPr lang="en-US" sz="1400" dirty="0" smtClean="0"/>
              <a:t>Building spline function:</a:t>
            </a:r>
          </a:p>
          <a:p>
            <a:r>
              <a:rPr lang="en-US" sz="1400" dirty="0" smtClean="0"/>
              <a:t>Includes 3 different spline function, easy to choose: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Smooth spline</a:t>
            </a:r>
            <a:endParaRPr lang="it-IT"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N</a:t>
            </a:r>
            <a:r>
              <a:rPr lang="it-IT" sz="1400" dirty="0" smtClean="0">
                <a:latin typeface="Arial" panose="020B0604020202020204" pitchFamily="34" charset="0"/>
                <a:cs typeface="Arial" panose="020B0604020202020204" pitchFamily="34" charset="0"/>
              </a:rPr>
              <a:t>atural </a:t>
            </a:r>
            <a:r>
              <a:rPr lang="it-IT" sz="1400" dirty="0">
                <a:latin typeface="Arial" panose="020B0604020202020204" pitchFamily="34" charset="0"/>
                <a:cs typeface="Arial" panose="020B0604020202020204" pitchFamily="34" charset="0"/>
              </a:rPr>
              <a:t>spline</a:t>
            </a:r>
          </a:p>
          <a:p>
            <a:pPr marL="285750" indent="-285750">
              <a:buFont typeface="Arial" panose="020B0604020202020204" pitchFamily="34" charset="0"/>
              <a:buChar char="•"/>
            </a:pPr>
            <a:r>
              <a:rPr lang="it-IT" sz="1400" dirty="0" smtClean="0">
                <a:latin typeface="Arial" panose="020B0604020202020204" pitchFamily="34" charset="0"/>
                <a:cs typeface="Arial" panose="020B0604020202020204" pitchFamily="34" charset="0"/>
              </a:rPr>
              <a:t>Hermite </a:t>
            </a:r>
            <a:r>
              <a:rPr lang="it-IT" sz="1400" dirty="0">
                <a:latin typeface="Arial" panose="020B0604020202020204" pitchFamily="34" charset="0"/>
                <a:cs typeface="Arial" panose="020B0604020202020204" pitchFamily="34" charset="0"/>
              </a:rPr>
              <a:t>spline</a:t>
            </a:r>
          </a:p>
          <a:p>
            <a:endParaRPr lang="en-US" sz="1400" dirty="0"/>
          </a:p>
          <a:p>
            <a:endParaRPr lang="en-US" sz="1400" dirty="0"/>
          </a:p>
        </p:txBody>
      </p:sp>
    </p:spTree>
    <p:extLst>
      <p:ext uri="{BB962C8B-B14F-4D97-AF65-F5344CB8AC3E}">
        <p14:creationId xmlns:p14="http://schemas.microsoft.com/office/powerpoint/2010/main" val="21920202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3" y="227542"/>
            <a:ext cx="6806130" cy="677966"/>
          </a:xfrm>
        </p:spPr>
        <p:txBody>
          <a:bodyPr/>
          <a:lstStyle/>
          <a:p>
            <a:r>
              <a:rPr lang="en-US" dirty="0" smtClean="0"/>
              <a:t>Version </a:t>
            </a:r>
            <a:r>
              <a:rPr lang="en-US" altLang="zh-CN" dirty="0"/>
              <a:t>R</a:t>
            </a:r>
            <a:r>
              <a:rPr lang="en-US" altLang="zh-CN" dirty="0" smtClean="0"/>
              <a:t>eview</a:t>
            </a:r>
            <a:r>
              <a:rPr lang="en-US" dirty="0"/>
              <a:t/>
            </a:r>
            <a:br>
              <a:rPr lang="en-US" dirty="0"/>
            </a:b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890509081"/>
              </p:ext>
            </p:extLst>
          </p:nvPr>
        </p:nvGraphicFramePr>
        <p:xfrm>
          <a:off x="695325" y="1044575"/>
          <a:ext cx="8848725" cy="6162440"/>
        </p:xfrm>
        <a:graphic>
          <a:graphicData uri="http://schemas.openxmlformats.org/drawingml/2006/table">
            <a:tbl>
              <a:tblPr>
                <a:tableStyleId>{5C22544A-7EE6-4342-B048-85BDC9FD1C3A}</a:tableStyleId>
              </a:tblPr>
              <a:tblGrid>
                <a:gridCol w="2432908"/>
                <a:gridCol w="4532273"/>
                <a:gridCol w="1883544"/>
              </a:tblGrid>
              <a:tr h="109084">
                <a:tc>
                  <a:txBody>
                    <a:bodyPr/>
                    <a:lstStyle/>
                    <a:p>
                      <a:pPr algn="ctr" fontAlgn="ctr"/>
                      <a:r>
                        <a:rPr lang="en-US" sz="800" u="none" strike="noStrike" dirty="0">
                          <a:effectLst/>
                        </a:rPr>
                        <a:t>R Script Folder</a:t>
                      </a:r>
                      <a:endParaRPr lang="en-US" sz="800" b="0" i="0" u="none" strike="noStrike" dirty="0">
                        <a:solidFill>
                          <a:srgbClr val="000000"/>
                        </a:solidFill>
                        <a:effectLst/>
                        <a:latin typeface="Calibri"/>
                      </a:endParaRPr>
                    </a:p>
                  </a:txBody>
                  <a:tcPr marL="5076" marR="5076" marT="5076" marB="0" anchor="ctr">
                    <a:solidFill>
                      <a:srgbClr val="00B0F0"/>
                    </a:solidFill>
                  </a:tcPr>
                </a:tc>
                <a:tc>
                  <a:txBody>
                    <a:bodyPr/>
                    <a:lstStyle/>
                    <a:p>
                      <a:pPr algn="ctr" fontAlgn="ctr"/>
                      <a:r>
                        <a:rPr lang="en-US" sz="800" u="none" strike="noStrike">
                          <a:effectLst/>
                        </a:rPr>
                        <a:t>Description</a:t>
                      </a:r>
                      <a:endParaRPr lang="en-US" sz="800" b="0" i="0" u="none" strike="noStrike">
                        <a:solidFill>
                          <a:srgbClr val="000000"/>
                        </a:solidFill>
                        <a:effectLst/>
                        <a:latin typeface="Calibri"/>
                      </a:endParaRPr>
                    </a:p>
                  </a:txBody>
                  <a:tcPr marL="5076" marR="5076" marT="5076" marB="0" anchor="ctr">
                    <a:solidFill>
                      <a:srgbClr val="00B0F0"/>
                    </a:solidFill>
                  </a:tcPr>
                </a:tc>
                <a:tc>
                  <a:txBody>
                    <a:bodyPr/>
                    <a:lstStyle/>
                    <a:p>
                      <a:pPr algn="ctr" fontAlgn="ctr"/>
                      <a:r>
                        <a:rPr lang="en-US" sz="800" u="none" strike="noStrike" dirty="0">
                          <a:effectLst/>
                        </a:rPr>
                        <a:t>Final Changed Date</a:t>
                      </a:r>
                      <a:endParaRPr lang="en-US" sz="800" b="0" i="0" u="none" strike="noStrike" dirty="0">
                        <a:solidFill>
                          <a:srgbClr val="000000"/>
                        </a:solidFill>
                        <a:effectLst/>
                        <a:latin typeface="Calibri"/>
                      </a:endParaRPr>
                    </a:p>
                  </a:txBody>
                  <a:tcPr marL="5076" marR="5076" marT="5076" marB="0" anchor="ctr">
                    <a:solidFill>
                      <a:srgbClr val="00B0F0"/>
                    </a:solidFill>
                  </a:tcPr>
                </a:tc>
              </a:tr>
              <a:tr h="109084">
                <a:tc>
                  <a:txBody>
                    <a:bodyPr/>
                    <a:lstStyle/>
                    <a:p>
                      <a:pPr algn="l" fontAlgn="ctr"/>
                      <a:r>
                        <a:rPr lang="en-US" sz="800" u="none" strike="noStrike">
                          <a:effectLst/>
                        </a:rPr>
                        <a:t>ppmRCode_1.2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Bin's latest version</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ppmRCode_1.2.1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ppmRCode_1.2;</a:t>
                      </a:r>
                      <a:br>
                        <a:rPr lang="en-US" sz="800" u="none" strike="noStrike">
                          <a:effectLst/>
                        </a:rPr>
                      </a:br>
                      <a:r>
                        <a:rPr lang="en-US" sz="800" u="none" strike="noStrike">
                          <a:effectLst/>
                        </a:rPr>
                        <a:t>Bug fixed: manual copy wrong parameters;</a:t>
                      </a:r>
                      <a:br>
                        <a:rPr lang="en-US" sz="800" u="none" strike="noStrike">
                          <a:effectLst/>
                        </a:rPr>
                      </a:br>
                      <a:r>
                        <a:rPr lang="en-US" sz="800" u="none" strike="noStrike">
                          <a:effectLst/>
                        </a:rPr>
                        <a:t>finished the 2nd time spline optimization using least square optimal results.</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7/9/2014</a:t>
                      </a:r>
                      <a:endParaRPr lang="en-US" sz="800" b="0" i="0" u="none" strike="noStrike">
                        <a:solidFill>
                          <a:srgbClr val="000000"/>
                        </a:solidFill>
                        <a:effectLst/>
                        <a:latin typeface="Calibri"/>
                      </a:endParaRPr>
                    </a:p>
                  </a:txBody>
                  <a:tcPr marL="5076" marR="5076" marT="5076" marB="0" anchor="ctr"/>
                </a:tc>
              </a:tr>
              <a:tr h="763588">
                <a:tc>
                  <a:txBody>
                    <a:bodyPr/>
                    <a:lstStyle/>
                    <a:p>
                      <a:pPr algn="l" fontAlgn="ctr"/>
                      <a:r>
                        <a:rPr lang="en-US" sz="800" u="none" strike="noStrike">
                          <a:effectLst/>
                        </a:rPr>
                        <a:t>ppmRCode_1.3</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ppmRCode_1.2.1;</a:t>
                      </a:r>
                      <a:br>
                        <a:rPr lang="en-US" sz="800" u="none" strike="noStrike">
                          <a:effectLst/>
                        </a:rPr>
                      </a:br>
                      <a:r>
                        <a:rPr lang="en-US" sz="800" u="none" strike="noStrike">
                          <a:effectLst/>
                        </a:rPr>
                        <a:t>make every fitting and tracking components a function, easy to add or delete factors;</a:t>
                      </a:r>
                      <a:br>
                        <a:rPr lang="en-US" sz="800" u="none" strike="noStrike">
                          <a:effectLst/>
                        </a:rPr>
                      </a:br>
                      <a:r>
                        <a:rPr lang="en-US" sz="800" u="none" strike="noStrike">
                          <a:effectLst/>
                        </a:rPr>
                        <a:t>reduce loop calculations;</a:t>
                      </a:r>
                      <a:br>
                        <a:rPr lang="en-US" sz="800" u="none" strike="noStrike">
                          <a:effectLst/>
                        </a:rPr>
                      </a:br>
                      <a:r>
                        <a:rPr lang="en-US" sz="800" u="none" strike="noStrike">
                          <a:effectLst/>
                        </a:rPr>
                        <a:t>Provide same result as folder ppmRCode_1.2.1.</a:t>
                      </a:r>
                      <a:br>
                        <a:rPr lang="en-US" sz="800" u="none" strike="noStrike">
                          <a:effectLst/>
                        </a:rPr>
                      </a:br>
                      <a:r>
                        <a:rPr lang="en-US" sz="800" u="none" strike="noStrike">
                          <a:effectLst/>
                        </a:rPr>
                        <a:t>local storage raw data and calculation data, easy to track;</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7/17/2014</a:t>
                      </a: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a:t>
                      </a:r>
                      <a:br>
                        <a:rPr lang="en-US" sz="800" u="none" strike="noStrike">
                          <a:effectLst/>
                        </a:rPr>
                      </a:br>
                      <a:r>
                        <a:rPr lang="en-US" sz="800" u="none" strike="noStrike">
                          <a:effectLst/>
                        </a:rPr>
                        <a:t>Change spline function(from smooth to hermite) for tracking function;</a:t>
                      </a:r>
                      <a:br>
                        <a:rPr lang="en-US" sz="800" u="none" strike="noStrike">
                          <a:effectLst/>
                        </a:rPr>
                      </a:br>
                      <a:r>
                        <a:rPr lang="en-US" sz="800" u="none" strike="noStrike">
                          <a:effectLst/>
                        </a:rPr>
                        <a:t>Research on media effect and credit availability.</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8/6/2014</a:t>
                      </a:r>
                      <a:endParaRPr lang="en-US" sz="800" b="0" i="0" u="none" strike="noStrike">
                        <a:solidFill>
                          <a:srgbClr val="000000"/>
                        </a:solidFill>
                        <a:effectLst/>
                        <a:latin typeface="Calibri"/>
                      </a:endParaRPr>
                    </a:p>
                  </a:txBody>
                  <a:tcPr marL="5076" marR="5076" marT="5076" marB="0" anchor="ctr"/>
                </a:tc>
              </a:tr>
              <a:tr h="109084">
                <a:tc>
                  <a:txBody>
                    <a:bodyPr/>
                    <a:lstStyle/>
                    <a:p>
                      <a:pPr algn="l" fontAlgn="ctr"/>
                      <a:r>
                        <a:rPr lang="en-US" sz="800" u="none" strike="noStrike">
                          <a:effectLst/>
                        </a:rPr>
                        <a:t>ppmRCode_1.3.1/ME1</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Check the model without media effect and HPA</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218168">
                <a:tc>
                  <a:txBody>
                    <a:bodyPr/>
                    <a:lstStyle/>
                    <a:p>
                      <a:pPr algn="l" fontAlgn="ctr"/>
                      <a:r>
                        <a:rPr lang="en-US" sz="800" u="none" strike="noStrike">
                          <a:effectLst/>
                        </a:rPr>
                        <a:t>ppmRCode_1.3.1/ME2</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Media Effect parameters, removed "jump up" problem after 3 yrs constant rate</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654504">
                <a:tc>
                  <a:txBody>
                    <a:bodyPr/>
                    <a:lstStyle/>
                    <a:p>
                      <a:pPr algn="l" fontAlgn="ctr"/>
                      <a:r>
                        <a:rPr lang="en-US" sz="800" u="none" strike="noStrike">
                          <a:effectLst/>
                        </a:rPr>
                        <a:t>ppmRCode_1.3.1/ME3</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by modify HPA parameters. HPA measure shows a higher prediction smm than actual in recent 2 yrs. Due to much more strict underwriting criteria, we might need to find a credit availability measure other than HPA.</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ppmRCode_1.3.1/ME4</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get a right model shape by using Purchase Index instead of HPA, though MBAVPRCH index is sensitive to mortgage rate.</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436336">
                <a:tc>
                  <a:txBody>
                    <a:bodyPr/>
                    <a:lstStyle/>
                    <a:p>
                      <a:pPr algn="l" fontAlgn="ctr"/>
                      <a:r>
                        <a:rPr lang="en-US" sz="800" u="none" strike="noStrike">
                          <a:effectLst/>
                        </a:rPr>
                        <a:t>ppmRCode_1.3.1/ME5</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get a less rate-sensitive measure for credit availability by constructing a distribution of FICO score in all purchases.</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ppmRCode_1.3.1;</a:t>
                      </a:r>
                      <a:br>
                        <a:rPr lang="en-US" sz="800" u="none" strike="noStrike">
                          <a:effectLst/>
                        </a:rPr>
                      </a:br>
                      <a:r>
                        <a:rPr lang="en-US" sz="800" u="none" strike="noStrike">
                          <a:effectLst/>
                        </a:rPr>
                        <a:t>Changed the Pool level model to add a feature to fit the single pool AE5463;</a:t>
                      </a:r>
                      <a:br>
                        <a:rPr lang="en-US" sz="800" u="none" strike="noStrike">
                          <a:effectLst/>
                        </a:rPr>
                      </a:br>
                      <a:r>
                        <a:rPr lang="en-US" sz="800" u="none" strike="noStrike">
                          <a:effectLst/>
                        </a:rPr>
                        <a:t>Tie out with C++ program result from CCMPrepayModel_v1.2.2.</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8/6/2014</a:t>
                      </a:r>
                      <a:endParaRPr lang="en-US" sz="800" b="0" i="0" u="none" strike="noStrike">
                        <a:solidFill>
                          <a:srgbClr val="000000"/>
                        </a:solidFill>
                        <a:effectLst/>
                        <a:latin typeface="Calibri"/>
                      </a:endParaRPr>
                    </a:p>
                  </a:txBody>
                  <a:tcPr marL="5076" marR="5076" marT="5076" marB="0" anchor="ctr"/>
                </a:tc>
              </a:tr>
              <a:tr h="545420">
                <a:tc>
                  <a:txBody>
                    <a:bodyPr/>
                    <a:lstStyle/>
                    <a:p>
                      <a:pPr algn="l" fontAlgn="ctr"/>
                      <a:r>
                        <a:rPr lang="en-US" sz="800" u="none" strike="noStrike">
                          <a:effectLst/>
                        </a:rPr>
                        <a:t>ppmRCode_1.3.3</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ppmRCode_1.3.2;</a:t>
                      </a:r>
                      <a:br>
                        <a:rPr lang="en-US" sz="800" u="none" strike="noStrike">
                          <a:effectLst/>
                        </a:rPr>
                      </a:br>
                      <a:r>
                        <a:rPr lang="en-US" sz="800" u="none" strike="noStrike">
                          <a:effectLst/>
                        </a:rPr>
                        <a:t>Test version for pool: MA1291  (Fannie Mae)</a:t>
                      </a:r>
                      <a:br>
                        <a:rPr lang="en-US" sz="800" u="none" strike="noStrike">
                          <a:effectLst/>
                        </a:rPr>
                      </a:br>
                      <a:r>
                        <a:rPr lang="en-US" sz="800" u="none" strike="noStrike">
                          <a:effectLst/>
                        </a:rPr>
                        <a:t>CLTV&gt;100, turnover SMM shows negtive number in C++ v1.2.2 and v1.2; turn is higher in 1.2.1.</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8/8/2014</a:t>
                      </a:r>
                      <a:endParaRPr lang="en-US" sz="800" b="0" i="0" u="none" strike="noStrike">
                        <a:solidFill>
                          <a:srgbClr val="000000"/>
                        </a:solidFill>
                        <a:effectLst/>
                        <a:latin typeface="Calibri"/>
                      </a:endParaRPr>
                    </a:p>
                  </a:txBody>
                  <a:tcPr marL="5076" marR="5076" marT="5076" marB="0" anchor="ctr"/>
                </a:tc>
              </a:tr>
              <a:tr h="654504">
                <a:tc>
                  <a:txBody>
                    <a:bodyPr/>
                    <a:lstStyle/>
                    <a:p>
                      <a:pPr algn="l" fontAlgn="ctr"/>
                      <a:r>
                        <a:rPr lang="en-US" sz="800" u="none" strike="noStrike">
                          <a:effectLst/>
                        </a:rPr>
                        <a:t>ppmRCode_1.4</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ppmRCode_1.3.1;</a:t>
                      </a:r>
                      <a:br>
                        <a:rPr lang="en-US" sz="800" u="none" strike="noStrike">
                          <a:effectLst/>
                        </a:rPr>
                      </a:br>
                      <a:r>
                        <a:rPr lang="en-US" sz="800" u="none" strike="noStrike">
                          <a:effectLst/>
                        </a:rPr>
                        <a:t>Changed the spline function from smooth spline to Hermite cubic spline in fitting;</a:t>
                      </a:r>
                      <a:br>
                        <a:rPr lang="en-US" sz="800" u="none" strike="noStrike">
                          <a:effectLst/>
                        </a:rPr>
                      </a:br>
                      <a:r>
                        <a:rPr lang="en-US" sz="800" u="none" strike="noStrike">
                          <a:effectLst/>
                        </a:rPr>
                        <a:t>plot all the tracking curves and fitting curves;</a:t>
                      </a:r>
                      <a:br>
                        <a:rPr lang="en-US" sz="800" u="none" strike="noStrike">
                          <a:effectLst/>
                        </a:rPr>
                      </a:br>
                      <a:r>
                        <a:rPr lang="en-US" sz="800" u="none" strike="noStrike">
                          <a:effectLst/>
                        </a:rPr>
                        <a:t>remove "*0.5" multiplier in default model fico factor .</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7/31/2014</a:t>
                      </a:r>
                      <a:endParaRPr lang="en-US" sz="800" b="0" i="0" u="none" strike="noStrike">
                        <a:solidFill>
                          <a:srgbClr val="000000"/>
                        </a:solidFill>
                        <a:effectLst/>
                        <a:latin typeface="Calibri"/>
                      </a:endParaRPr>
                    </a:p>
                  </a:txBody>
                  <a:tcPr marL="5076" marR="5076" marT="5076" marB="0" anchor="ctr"/>
                </a:tc>
              </a:tr>
              <a:tr h="327252">
                <a:tc>
                  <a:txBody>
                    <a:bodyPr/>
                    <a:lstStyle/>
                    <a:p>
                      <a:pPr algn="l" fontAlgn="ctr"/>
                      <a:r>
                        <a:rPr lang="en-US" sz="800" u="none" strike="noStrike">
                          <a:effectLst/>
                        </a:rPr>
                        <a:t>ppmRCode_1.5</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Previous Version: ppmRCode_1.4;</a:t>
                      </a:r>
                      <a:br>
                        <a:rPr lang="en-US" sz="800" u="none" strike="noStrike">
                          <a:effectLst/>
                        </a:rPr>
                      </a:br>
                      <a:r>
                        <a:rPr lang="en-US" sz="800" u="none" strike="noStrike">
                          <a:effectLst/>
                        </a:rPr>
                        <a:t>Modified knot values to fulfill the conditions for monotonic spline.</a:t>
                      </a:r>
                      <a:endParaRPr lang="en-US" sz="800" b="0" i="0" u="none" strike="noStrike">
                        <a:solidFill>
                          <a:srgbClr val="000000"/>
                        </a:solidFill>
                        <a:effectLst/>
                        <a:latin typeface="Calibri"/>
                      </a:endParaRPr>
                    </a:p>
                  </a:txBody>
                  <a:tcPr marL="5076" marR="5076" marT="5076" marB="0" anchor="ctr"/>
                </a:tc>
                <a:tc>
                  <a:txBody>
                    <a:bodyPr/>
                    <a:lstStyle/>
                    <a:p>
                      <a:pPr algn="l" fontAlgn="ctr"/>
                      <a:r>
                        <a:rPr lang="en-US" sz="800" u="none" strike="noStrike">
                          <a:effectLst/>
                        </a:rPr>
                        <a:t>8/4/2014</a:t>
                      </a:r>
                      <a:endParaRPr lang="en-US" sz="800" b="0" i="0" u="none" strike="noStrike">
                        <a:solidFill>
                          <a:srgbClr val="000000"/>
                        </a:solidFill>
                        <a:effectLst/>
                        <a:latin typeface="Calibri"/>
                      </a:endParaRPr>
                    </a:p>
                  </a:txBody>
                  <a:tcPr marL="5076" marR="5076" marT="5076" marB="0" anchor="ctr"/>
                </a:tc>
              </a:tr>
              <a:tr h="218168">
                <a:tc>
                  <a:txBody>
                    <a:bodyPr/>
                    <a:lstStyle/>
                    <a:p>
                      <a:pPr algn="l" fontAlgn="ctr"/>
                      <a:r>
                        <a:rPr lang="en-US" sz="800" u="none" strike="noStrike">
                          <a:effectLst/>
                        </a:rPr>
                        <a:t>ppmRCode_1.5/ME5</a:t>
                      </a:r>
                      <a:endParaRPr lang="en-US" sz="800" b="0" i="0" u="none" strike="noStrike">
                        <a:solidFill>
                          <a:srgbClr val="000000"/>
                        </a:solidFill>
                        <a:effectLst/>
                        <a:latin typeface="Calibri"/>
                      </a:endParaRPr>
                    </a:p>
                  </a:txBody>
                  <a:tcPr marL="91363" marR="5076" marT="5076" marB="0" anchor="ctr"/>
                </a:tc>
                <a:tc>
                  <a:txBody>
                    <a:bodyPr/>
                    <a:lstStyle/>
                    <a:p>
                      <a:pPr algn="l" fontAlgn="ctr"/>
                      <a:r>
                        <a:rPr lang="en-US" sz="800" u="none" strike="noStrike">
                          <a:effectLst/>
                        </a:rPr>
                        <a:t>Changed credit availability for new refi data generated from new spline function </a:t>
                      </a:r>
                      <a:endParaRPr lang="en-US" sz="800" b="0" i="0" u="none" strike="noStrike">
                        <a:solidFill>
                          <a:srgbClr val="000000"/>
                        </a:solidFill>
                        <a:effectLst/>
                        <a:latin typeface="Calibri"/>
                      </a:endParaRPr>
                    </a:p>
                  </a:txBody>
                  <a:tcPr marL="5076" marR="5076" marT="5076" marB="0" anchor="ctr"/>
                </a:tc>
                <a:tc>
                  <a:txBody>
                    <a:bodyPr/>
                    <a:lstStyle/>
                    <a:p>
                      <a:pPr algn="l" fontAlgn="ctr"/>
                      <a:endParaRPr lang="en-US" sz="800" b="0" i="0" u="none" strike="noStrike" dirty="0">
                        <a:solidFill>
                          <a:srgbClr val="000000"/>
                        </a:solidFill>
                        <a:effectLst/>
                        <a:latin typeface="Calibri"/>
                      </a:endParaRPr>
                    </a:p>
                  </a:txBody>
                  <a:tcPr marL="5076" marR="5076" marT="5076" marB="0" anchor="ctr"/>
                </a:tc>
              </a:tr>
            </a:tbl>
          </a:graphicData>
        </a:graphic>
      </p:graphicFrame>
    </p:spTree>
    <p:extLst>
      <p:ext uri="{BB962C8B-B14F-4D97-AF65-F5344CB8AC3E}">
        <p14:creationId xmlns:p14="http://schemas.microsoft.com/office/powerpoint/2010/main" val="22428784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hart 3"/>
          <p:cNvGraphicFramePr/>
          <p:nvPr>
            <p:extLst>
              <p:ext uri="{D42A27DB-BD31-4B8C-83A1-F6EECF244321}">
                <p14:modId xmlns:p14="http://schemas.microsoft.com/office/powerpoint/2010/main" val="2948502774"/>
              </p:ext>
            </p:extLst>
          </p:nvPr>
        </p:nvGraphicFramePr>
        <p:xfrm>
          <a:off x="712436" y="3429000"/>
          <a:ext cx="3451401" cy="38397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extLst>
              <p:ext uri="{D42A27DB-BD31-4B8C-83A1-F6EECF244321}">
                <p14:modId xmlns:p14="http://schemas.microsoft.com/office/powerpoint/2010/main" val="1316528721"/>
              </p:ext>
            </p:extLst>
          </p:nvPr>
        </p:nvGraphicFramePr>
        <p:xfrm>
          <a:off x="712436" y="904450"/>
          <a:ext cx="8079139" cy="24769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extLst>
              <p:ext uri="{D42A27DB-BD31-4B8C-83A1-F6EECF244321}">
                <p14:modId xmlns:p14="http://schemas.microsoft.com/office/powerpoint/2010/main" val="1745440855"/>
              </p:ext>
            </p:extLst>
          </p:nvPr>
        </p:nvGraphicFramePr>
        <p:xfrm>
          <a:off x="788636" y="3790525"/>
          <a:ext cx="8079139" cy="24769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566089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670" y="226484"/>
            <a:ext cx="6806130" cy="677966"/>
          </a:xfrm>
        </p:spPr>
        <p:txBody>
          <a:bodyPr/>
          <a:lstStyle/>
          <a:p>
            <a:r>
              <a:rPr lang="en-US" dirty="0"/>
              <a:t>Improvement on media effect</a:t>
            </a:r>
          </a:p>
        </p:txBody>
      </p:sp>
      <p:graphicFrame>
        <p:nvGraphicFramePr>
          <p:cNvPr id="4" name="Chart 3"/>
          <p:cNvGraphicFramePr/>
          <p:nvPr>
            <p:extLst>
              <p:ext uri="{D42A27DB-BD31-4B8C-83A1-F6EECF244321}">
                <p14:modId xmlns:p14="http://schemas.microsoft.com/office/powerpoint/2010/main" val="957960062"/>
              </p:ext>
            </p:extLst>
          </p:nvPr>
        </p:nvGraphicFramePr>
        <p:xfrm>
          <a:off x="465755" y="4095751"/>
          <a:ext cx="8763970" cy="40778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extLst>
              <p:ext uri="{D42A27DB-BD31-4B8C-83A1-F6EECF244321}">
                <p14:modId xmlns:p14="http://schemas.microsoft.com/office/powerpoint/2010/main" val="4189514551"/>
              </p:ext>
            </p:extLst>
          </p:nvPr>
        </p:nvGraphicFramePr>
        <p:xfrm>
          <a:off x="712436" y="904450"/>
          <a:ext cx="8079139" cy="24769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821231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hart 4"/>
          <p:cNvGraphicFramePr/>
          <p:nvPr>
            <p:extLst>
              <p:ext uri="{D42A27DB-BD31-4B8C-83A1-F6EECF244321}">
                <p14:modId xmlns:p14="http://schemas.microsoft.com/office/powerpoint/2010/main" val="4045559719"/>
              </p:ext>
            </p:extLst>
          </p:nvPr>
        </p:nvGraphicFramePr>
        <p:xfrm>
          <a:off x="788636" y="1571200"/>
          <a:ext cx="8079139" cy="24769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extLst>
              <p:ext uri="{D42A27DB-BD31-4B8C-83A1-F6EECF244321}">
                <p14:modId xmlns:p14="http://schemas.microsoft.com/office/powerpoint/2010/main" val="3709951275"/>
              </p:ext>
            </p:extLst>
          </p:nvPr>
        </p:nvGraphicFramePr>
        <p:xfrm>
          <a:off x="864836" y="4457275"/>
          <a:ext cx="8079139" cy="24769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1430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hart 4"/>
          <p:cNvGraphicFramePr/>
          <p:nvPr>
            <p:extLst>
              <p:ext uri="{D42A27DB-BD31-4B8C-83A1-F6EECF244321}">
                <p14:modId xmlns:p14="http://schemas.microsoft.com/office/powerpoint/2010/main" val="2982385871"/>
              </p:ext>
            </p:extLst>
          </p:nvPr>
        </p:nvGraphicFramePr>
        <p:xfrm>
          <a:off x="788636" y="1571200"/>
          <a:ext cx="8079139" cy="24769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extLst>
              <p:ext uri="{D42A27DB-BD31-4B8C-83A1-F6EECF244321}">
                <p14:modId xmlns:p14="http://schemas.microsoft.com/office/powerpoint/2010/main" val="1884544563"/>
              </p:ext>
            </p:extLst>
          </p:nvPr>
        </p:nvGraphicFramePr>
        <p:xfrm>
          <a:off x="864836" y="4457275"/>
          <a:ext cx="8079139" cy="24769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76794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a:xfrm>
            <a:off x="2533587" y="270070"/>
            <a:ext cx="7280116" cy="644102"/>
          </a:xfrm>
        </p:spPr>
        <p:txBody>
          <a:bodyPr/>
          <a:lstStyle/>
          <a:p>
            <a:r>
              <a:rPr lang="en-US" dirty="0" smtClean="0"/>
              <a:t>CONTACT INFORMATION</a:t>
            </a:r>
            <a:br>
              <a:rPr lang="en-US" dirty="0" smtClean="0"/>
            </a:br>
            <a:r>
              <a:rPr lang="en-US" sz="1200" b="0" dirty="0"/>
              <a:t>For further information, please contact:</a:t>
            </a:r>
          </a:p>
        </p:txBody>
      </p:sp>
      <p:sp>
        <p:nvSpPr>
          <p:cNvPr id="3" name="Rectangle 2"/>
          <p:cNvSpPr/>
          <p:nvPr/>
        </p:nvSpPr>
        <p:spPr>
          <a:xfrm>
            <a:off x="2500313" y="2822588"/>
            <a:ext cx="5029200" cy="307619"/>
          </a:xfrm>
          <a:prstGeom prst="rect">
            <a:avLst/>
          </a:prstGeom>
        </p:spPr>
        <p:txBody>
          <a:bodyPr lIns="91288" tIns="45642" rIns="91288" bIns="45642">
            <a:spAutoFit/>
          </a:bodyPr>
          <a:lstStyle/>
          <a:p>
            <a:pPr algn="ctr">
              <a:buClr>
                <a:schemeClr val="tx2"/>
              </a:buClr>
              <a:defRPr/>
            </a:pPr>
            <a:r>
              <a:rPr lang="en-US" sz="1400" kern="0" dirty="0" smtClean="0">
                <a:latin typeface="Calibri" pitchFamily="34" charset="0"/>
              </a:rPr>
              <a:t>Thank You</a:t>
            </a:r>
            <a:endParaRPr lang="en-US" sz="1400" kern="0" dirty="0">
              <a:latin typeface="Calibri" pitchFamily="34" charset="0"/>
            </a:endParaRPr>
          </a:p>
        </p:txBody>
      </p:sp>
    </p:spTree>
    <p:extLst>
      <p:ext uri="{BB962C8B-B14F-4D97-AF65-F5344CB8AC3E}">
        <p14:creationId xmlns:p14="http://schemas.microsoft.com/office/powerpoint/2010/main" val="918858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567075"/>
            <a:ext cx="9525000" cy="3534314"/>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p>
          <a:p>
            <a:pPr defTabSz="914187" eaLnBrk="0" hangingPunct="0">
              <a:spcBef>
                <a:spcPct val="110000"/>
              </a:spcBef>
              <a:buClr>
                <a:schemeClr val="tx2"/>
              </a:buClr>
              <a:defRPr/>
            </a:pPr>
            <a:r>
              <a:rPr lang="en-US" sz="1100" kern="0" dirty="0">
                <a:latin typeface="+mn-lt"/>
              </a:rPr>
              <a:t>This 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invest based on these forward-looking statements and projections. </a:t>
            </a:r>
          </a:p>
          <a:p>
            <a:pPr defTabSz="914187" eaLnBrk="0" hangingPunct="0">
              <a:spcBef>
                <a:spcPct val="110000"/>
              </a:spcBef>
              <a:buClr>
                <a:schemeClr val="tx2"/>
              </a:buClr>
              <a:defRPr/>
            </a:pPr>
            <a:r>
              <a:rPr lang="en-US" sz="1100" kern="0" dirty="0">
                <a:latin typeface="+mn-lt"/>
              </a:rPr>
              <a:t>This 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All rights are reserved.</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toqVmyh_6Em0eLwtchsP9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VeisDvefwU6Tw6WsJZvkr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VeisDvefwU6Tw6WsJZvk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Ty3XHNU30u3zebbKdVx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eDs8D4wyUyzR70VR6nx5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SlqQSQ3D7kSLx3Blnvm2p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gyh1hehj6UWXOi_PfnH5F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qjQoIvI8ku.RJyh3vMCk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m8GILvGcEK1.hktzTiyRA"/>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62430</TotalTime>
  <Words>2124</Words>
  <Application>Microsoft Office PowerPoint</Application>
  <PresentationFormat>Custom</PresentationFormat>
  <Paragraphs>430</Paragraphs>
  <Slides>26</Slides>
  <Notes>1</Notes>
  <HiddenSlides>0</HiddenSlides>
  <MMClips>0</MMClips>
  <ScaleCrop>false</ScaleCrop>
  <HeadingPairs>
    <vt:vector size="4" baseType="variant">
      <vt:variant>
        <vt:lpstr>Theme</vt:lpstr>
      </vt:variant>
      <vt:variant>
        <vt:i4>15</vt:i4>
      </vt:variant>
      <vt:variant>
        <vt:lpstr>Slide Titles</vt:lpstr>
      </vt:variant>
      <vt:variant>
        <vt:i4>26</vt:i4>
      </vt:variant>
    </vt:vector>
  </HeadingPairs>
  <TitlesOfParts>
    <vt:vector size="41"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Prepayment In Residential Mortgage</vt:lpstr>
      <vt:lpstr>What is Prepayment Model</vt:lpstr>
      <vt:lpstr>Inputs of prepayment model </vt:lpstr>
      <vt:lpstr>Modeling Overview and Structure</vt:lpstr>
      <vt:lpstr>Modeling Methods</vt:lpstr>
      <vt:lpstr>Modeling Methods</vt:lpstr>
      <vt:lpstr>Modeling Methods</vt:lpstr>
      <vt:lpstr>Modeling Methods</vt:lpstr>
      <vt:lpstr>Result After Spline Interpolation</vt:lpstr>
      <vt:lpstr>Media Effect and Credit Availability</vt:lpstr>
      <vt:lpstr>Media Effect and Credit Availability</vt:lpstr>
      <vt:lpstr>Model Improvements Change smooth spline to monotonic Hermite spline</vt:lpstr>
      <vt:lpstr>Model Improvements Change smooth spline to monotonic Hermite spline</vt:lpstr>
      <vt:lpstr>Model Improvements Remove “jump up” problem in media effect</vt:lpstr>
      <vt:lpstr>Model Improvements Change Credit Availability measure, Improve Recent Years Fitting</vt:lpstr>
      <vt:lpstr>Model Improvements Change Credit Availability measure, Improve Recent Years Fitting</vt:lpstr>
      <vt:lpstr>Model Improvements Change Credit Availability measure, Improve Recent Years Fitting</vt:lpstr>
      <vt:lpstr>Model Improvements Efficient R-Script</vt:lpstr>
      <vt:lpstr>Version Review </vt:lpstr>
      <vt:lpstr>PowerPoint Presentation</vt:lpstr>
      <vt:lpstr>Improvement on media effect</vt:lpstr>
      <vt:lpstr>PowerPoint Presentation</vt:lpstr>
      <vt:lpstr>PowerPoint Presentation</vt:lpstr>
      <vt:lpstr>CONTACT INFORMATION For further information, please contact:</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1768</cp:revision>
  <cp:lastPrinted>2014-07-09T18:50:28Z</cp:lastPrinted>
  <dcterms:created xsi:type="dcterms:W3CDTF">2011-07-07T12:37:32Z</dcterms:created>
  <dcterms:modified xsi:type="dcterms:W3CDTF">2014-08-14T15:38:58Z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