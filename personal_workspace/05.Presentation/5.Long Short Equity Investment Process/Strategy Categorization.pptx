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36" r:id="rId2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264" y="-72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-0.4</c:v>
                </c:pt>
                <c:pt idx="1">
                  <c:v>-0.6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6733440"/>
        <c:axId val="116734976"/>
      </c:barChart>
      <c:catAx>
        <c:axId val="116733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6734976"/>
        <c:crosses val="autoZero"/>
        <c:auto val="1"/>
        <c:lblAlgn val="ctr"/>
        <c:lblOffset val="100"/>
        <c:noMultiLvlLbl val="0"/>
      </c:catAx>
      <c:valAx>
        <c:axId val="116734976"/>
        <c:scaling>
          <c:orientation val="minMax"/>
          <c:max val="1"/>
          <c:min val="-0.60000000000000009"/>
        </c:scaling>
        <c:delete val="0"/>
        <c:axPos val="l"/>
        <c:majorGridlines>
          <c:spPr>
            <a:ln w="19050">
              <a:solidFill>
                <a:schemeClr val="bg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116733440"/>
        <c:crosses val="autoZero"/>
        <c:crossBetween val="between"/>
        <c:majorUnit val="0.2"/>
      </c:valAx>
      <c:spPr>
        <a:solidFill>
          <a:schemeClr val="accent3">
            <a:lumMod val="20000"/>
            <a:lumOff val="80000"/>
          </a:schemeClr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chart" Target="../charts/char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categorization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Low Beta is a market dependent strategy. Managers in this strategy category are generally market neutral either on a dollar value (dollars on the long side equal dollars on the short side) or beta adjusted (beta on the long side matches beta on the short side) basis.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1826932486"/>
              </p:ext>
            </p:extLst>
          </p:nvPr>
        </p:nvGraphicFramePr>
        <p:xfrm>
          <a:off x="2743200" y="2667794"/>
          <a:ext cx="6705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Rectangle 32"/>
          <p:cNvSpPr/>
          <p:nvPr/>
        </p:nvSpPr>
        <p:spPr>
          <a:xfrm>
            <a:off x="4147718" y="4344194"/>
            <a:ext cx="1193598" cy="653490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flipV="1">
            <a:off x="7201814" y="4980005"/>
            <a:ext cx="1193598" cy="45719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5"/>
          <p:cNvSpPr>
            <a:spLocks/>
          </p:cNvSpPr>
          <p:nvPr>
            <p:custDataLst>
              <p:tags r:id="rId1"/>
            </p:custDataLst>
          </p:nvPr>
        </p:nvSpPr>
        <p:spPr bwMode="auto">
          <a:xfrm rot="10800000">
            <a:off x="5104920" y="4344194"/>
            <a:ext cx="236396" cy="652880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7" name="Freeform 5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5400000">
            <a:off x="5104919" y="4346390"/>
            <a:ext cx="236396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8" name="Rectangular Callout 37"/>
          <p:cNvSpPr/>
          <p:nvPr/>
        </p:nvSpPr>
        <p:spPr>
          <a:xfrm rot="5400000">
            <a:off x="5833100" y="4081314"/>
            <a:ext cx="489226" cy="1255774"/>
          </a:xfrm>
          <a:prstGeom prst="wedgeRectCallout">
            <a:avLst>
              <a:gd name="adj1" fmla="val -20833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49825" y="4466350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Max: 30%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Freeform 5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182429" y="4968424"/>
            <a:ext cx="236396" cy="64615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1" name="Freeform 5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16200000">
            <a:off x="7271078" y="4887091"/>
            <a:ext cx="59100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1" name="Rectangular Callout 50"/>
          <p:cNvSpPr/>
          <p:nvPr/>
        </p:nvSpPr>
        <p:spPr>
          <a:xfrm rot="16200000">
            <a:off x="6274177" y="4749837"/>
            <a:ext cx="489226" cy="1150381"/>
          </a:xfrm>
          <a:prstGeom prst="wedgeRectCallout">
            <a:avLst>
              <a:gd name="adj1" fmla="val 55425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03975" y="5106194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Min: 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47718" y="3429794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70%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74809" y="3660626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82428" y="586819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33948" y="544147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40%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3417868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Highest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Max Market Exposure: 30%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110%</a:t>
            </a: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6547102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Lowest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Min Market Exposure: 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120%</a:t>
            </a:r>
          </a:p>
        </p:txBody>
      </p:sp>
    </p:spTree>
    <p:extLst>
      <p:ext uri="{BB962C8B-B14F-4D97-AF65-F5344CB8AC3E}">
        <p14:creationId xmlns:p14="http://schemas.microsoft.com/office/powerpoint/2010/main" val="132053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6016</TotalTime>
  <Words>125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Strategy categorization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Sharad Chaudhary</cp:lastModifiedBy>
  <cp:revision>503</cp:revision>
  <cp:lastPrinted>2015-07-15T17:40:38Z</cp:lastPrinted>
  <dcterms:created xsi:type="dcterms:W3CDTF">2015-05-21T20:34:11Z</dcterms:created>
  <dcterms:modified xsi:type="dcterms:W3CDTF">2015-07-16T13:59:36Z</dcterms:modified>
</cp:coreProperties>
</file>