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
  </p:notesMasterIdLst>
  <p:handoutMasterIdLst>
    <p:handoutMasterId r:id="rId5"/>
  </p:handoutMasterIdLst>
  <p:sldIdLst>
    <p:sldId id="336" r:id="rId2"/>
    <p:sldId id="332" r:id="rId3"/>
  </p:sldIdLst>
  <p:sldSz cx="10058400" cy="7772400"/>
  <p:notesSz cx="6934200" cy="9220200"/>
  <p:defaultTextStyle>
    <a:defPPr>
      <a:defRPr lang="en-US"/>
    </a:defPPr>
    <a:lvl1pPr marL="0" algn="l" defTabSz="1018824" rtl="0" eaLnBrk="1" latinLnBrk="0" hangingPunct="1">
      <a:defRPr sz="2000" kern="1200">
        <a:solidFill>
          <a:schemeClr val="tx1"/>
        </a:solidFill>
        <a:latin typeface="+mn-lt"/>
        <a:ea typeface="+mn-ea"/>
        <a:cs typeface="+mn-cs"/>
      </a:defRPr>
    </a:lvl1pPr>
    <a:lvl2pPr marL="509412" algn="l" defTabSz="1018824" rtl="0" eaLnBrk="1" latinLnBrk="0" hangingPunct="1">
      <a:defRPr sz="2000" kern="1200">
        <a:solidFill>
          <a:schemeClr val="tx1"/>
        </a:solidFill>
        <a:latin typeface="+mn-lt"/>
        <a:ea typeface="+mn-ea"/>
        <a:cs typeface="+mn-cs"/>
      </a:defRPr>
    </a:lvl2pPr>
    <a:lvl3pPr marL="1018824" algn="l" defTabSz="1018824" rtl="0" eaLnBrk="1" latinLnBrk="0" hangingPunct="1">
      <a:defRPr sz="2000" kern="1200">
        <a:solidFill>
          <a:schemeClr val="tx1"/>
        </a:solidFill>
        <a:latin typeface="+mn-lt"/>
        <a:ea typeface="+mn-ea"/>
        <a:cs typeface="+mn-cs"/>
      </a:defRPr>
    </a:lvl3pPr>
    <a:lvl4pPr marL="1528237" algn="l" defTabSz="1018824" rtl="0" eaLnBrk="1" latinLnBrk="0" hangingPunct="1">
      <a:defRPr sz="2000" kern="1200">
        <a:solidFill>
          <a:schemeClr val="tx1"/>
        </a:solidFill>
        <a:latin typeface="+mn-lt"/>
        <a:ea typeface="+mn-ea"/>
        <a:cs typeface="+mn-cs"/>
      </a:defRPr>
    </a:lvl4pPr>
    <a:lvl5pPr marL="2037649" algn="l" defTabSz="1018824" rtl="0" eaLnBrk="1" latinLnBrk="0" hangingPunct="1">
      <a:defRPr sz="2000" kern="1200">
        <a:solidFill>
          <a:schemeClr val="tx1"/>
        </a:solidFill>
        <a:latin typeface="+mn-lt"/>
        <a:ea typeface="+mn-ea"/>
        <a:cs typeface="+mn-cs"/>
      </a:defRPr>
    </a:lvl5pPr>
    <a:lvl6pPr marL="2547061" algn="l" defTabSz="1018824" rtl="0" eaLnBrk="1" latinLnBrk="0" hangingPunct="1">
      <a:defRPr sz="2000" kern="1200">
        <a:solidFill>
          <a:schemeClr val="tx1"/>
        </a:solidFill>
        <a:latin typeface="+mn-lt"/>
        <a:ea typeface="+mn-ea"/>
        <a:cs typeface="+mn-cs"/>
      </a:defRPr>
    </a:lvl6pPr>
    <a:lvl7pPr marL="3056473" algn="l" defTabSz="1018824" rtl="0" eaLnBrk="1" latinLnBrk="0" hangingPunct="1">
      <a:defRPr sz="2000" kern="1200">
        <a:solidFill>
          <a:schemeClr val="tx1"/>
        </a:solidFill>
        <a:latin typeface="+mn-lt"/>
        <a:ea typeface="+mn-ea"/>
        <a:cs typeface="+mn-cs"/>
      </a:defRPr>
    </a:lvl7pPr>
    <a:lvl8pPr marL="3565886" algn="l" defTabSz="1018824" rtl="0" eaLnBrk="1" latinLnBrk="0" hangingPunct="1">
      <a:defRPr sz="2000" kern="1200">
        <a:solidFill>
          <a:schemeClr val="tx1"/>
        </a:solidFill>
        <a:latin typeface="+mn-lt"/>
        <a:ea typeface="+mn-ea"/>
        <a:cs typeface="+mn-cs"/>
      </a:defRPr>
    </a:lvl8pPr>
    <a:lvl9pPr marL="4075298" algn="l" defTabSz="1018824" rtl="0" eaLnBrk="1" latinLnBrk="0" hangingPunct="1">
      <a:defRPr sz="20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3456">
          <p15:clr>
            <a:srgbClr val="A4A3A4"/>
          </p15:clr>
        </p15:guide>
        <p15:guide id="2" orient="horz" pos="144">
          <p15:clr>
            <a:srgbClr val="A4A3A4"/>
          </p15:clr>
        </p15:guide>
        <p15:guide id="3" orient="horz" pos="207">
          <p15:clr>
            <a:srgbClr val="A4A3A4"/>
          </p15:clr>
        </p15:guide>
        <p15:guide id="4" orient="horz" pos="4752">
          <p15:clr>
            <a:srgbClr val="A4A3A4"/>
          </p15:clr>
        </p15:guide>
        <p15:guide id="5" orient="horz" pos="788">
          <p15:clr>
            <a:srgbClr val="A4A3A4"/>
          </p15:clr>
        </p15:guide>
        <p15:guide id="6" orient="horz" pos="4519">
          <p15:clr>
            <a:srgbClr val="A4A3A4"/>
          </p15:clr>
        </p15:guide>
        <p15:guide id="7" orient="horz" pos="1200">
          <p15:clr>
            <a:srgbClr val="A4A3A4"/>
          </p15:clr>
        </p15:guide>
        <p15:guide id="8" orient="horz" pos="4320">
          <p15:clr>
            <a:srgbClr val="A4A3A4"/>
          </p15:clr>
        </p15:guide>
        <p15:guide id="9" orient="horz" pos="4032">
          <p15:clr>
            <a:srgbClr val="A4A3A4"/>
          </p15:clr>
        </p15:guide>
        <p15:guide id="10" pos="3168">
          <p15:clr>
            <a:srgbClr val="A4A3A4"/>
          </p15:clr>
        </p15:guide>
        <p15:guide id="11" pos="185">
          <p15:clr>
            <a:srgbClr val="A4A3A4"/>
          </p15:clr>
        </p15:guide>
        <p15:guide id="12" pos="6150">
          <p15:clr>
            <a:srgbClr val="A4A3A4"/>
          </p15:clr>
        </p15:guide>
        <p15:guide id="13" pos="3072">
          <p15:clr>
            <a:srgbClr val="A4A3A4"/>
          </p15:clr>
        </p15:guide>
        <p15:guide id="14" pos="3264">
          <p15:clr>
            <a:srgbClr val="A4A3A4"/>
          </p15:clr>
        </p15:guide>
        <p15:guide id="15" pos="1344">
          <p15:clr>
            <a:srgbClr val="A4A3A4"/>
          </p15:clr>
        </p15:guide>
        <p15:guide id="16" pos="2101">
          <p15:clr>
            <a:srgbClr val="A4A3A4"/>
          </p15:clr>
        </p15:guide>
        <p15:guide id="17" pos="528">
          <p15:clr>
            <a:srgbClr val="A4A3A4"/>
          </p15:clr>
        </p15:guide>
        <p15:guide id="18" pos="3866">
          <p15:clr>
            <a:srgbClr val="A4A3A4"/>
          </p15:clr>
        </p15:guide>
        <p15:guide id="19" pos="3775">
          <p15:clr>
            <a:srgbClr val="A4A3A4"/>
          </p15:clr>
        </p15:guide>
        <p15:guide id="20" pos="3963">
          <p15:clr>
            <a:srgbClr val="A4A3A4"/>
          </p15:clr>
        </p15:guide>
        <p15:guide id="21" pos="4812">
          <p15:clr>
            <a:srgbClr val="A4A3A4"/>
          </p15:clr>
        </p15:guide>
        <p15:guide id="22" pos="720">
          <p15:clr>
            <a:srgbClr val="A4A3A4"/>
          </p15:clr>
        </p15:guide>
        <p15:guide id="23" pos="480">
          <p15:clr>
            <a:srgbClr val="A4A3A4"/>
          </p15:clr>
        </p15:guide>
        <p15:guide id="24" pos="4605">
          <p15:clr>
            <a:srgbClr val="A4A3A4"/>
          </p15:clr>
        </p15:guide>
        <p15:guide id="25" pos="2304">
          <p15:clr>
            <a:srgbClr val="A4A3A4"/>
          </p15:clr>
        </p15:guide>
        <p15:guide id="26" pos="1584">
          <p15:clr>
            <a:srgbClr val="A4A3A4"/>
          </p15:clr>
        </p15:guide>
      </p15:sldGuideLst>
    </p:ext>
    <p:ext uri="{2D200454-40CA-4A62-9FC3-DE9A4176ACB9}">
      <p15:notesGuideLst xmlns:p15="http://schemas.microsoft.com/office/powerpoint/2012/main" xmlns="">
        <p15:guide id="1" orient="horz" pos="2904" userDrawn="1">
          <p15:clr>
            <a:srgbClr val="A4A3A4"/>
          </p15:clr>
        </p15:guide>
        <p15:guide id="2" pos="2184" userDrawn="1">
          <p15:clr>
            <a:srgbClr val="A4A3A4"/>
          </p15:clr>
        </p15:guide>
        <p15:guide id="3" orient="horz" pos="2928">
          <p15:clr>
            <a:srgbClr val="A4A3A4"/>
          </p15:clr>
        </p15:guide>
        <p15:guide id="4" pos="22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2060"/>
    <a:srgbClr val="2E3989"/>
    <a:srgbClr val="C7732D"/>
    <a:srgbClr val="533D2D"/>
    <a:srgbClr val="592E8A"/>
    <a:srgbClr val="2E398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303" autoAdjust="0"/>
    <p:restoredTop sz="94660" autoAdjust="0"/>
  </p:normalViewPr>
  <p:slideViewPr>
    <p:cSldViewPr showGuides="1">
      <p:cViewPr varScale="1">
        <p:scale>
          <a:sx n="132" d="100"/>
          <a:sy n="132" d="100"/>
        </p:scale>
        <p:origin x="-1098" y="-90"/>
      </p:cViewPr>
      <p:guideLst>
        <p:guide orient="horz" pos="3456"/>
        <p:guide orient="horz" pos="144"/>
        <p:guide orient="horz" pos="207"/>
        <p:guide orient="horz" pos="4752"/>
        <p:guide orient="horz" pos="788"/>
        <p:guide orient="horz" pos="4519"/>
        <p:guide orient="horz" pos="1200"/>
        <p:guide orient="horz" pos="4320"/>
        <p:guide orient="horz" pos="4032"/>
        <p:guide pos="3168"/>
        <p:guide pos="185"/>
        <p:guide pos="6150"/>
        <p:guide pos="3072"/>
        <p:guide pos="3264"/>
        <p:guide pos="1344"/>
        <p:guide pos="2101"/>
        <p:guide pos="528"/>
        <p:guide pos="3866"/>
        <p:guide pos="3775"/>
        <p:guide pos="3963"/>
        <p:guide pos="4812"/>
        <p:guide pos="720"/>
        <p:guide pos="480"/>
        <p:guide pos="4605"/>
        <p:guide pos="2304"/>
        <p:guide pos="1584"/>
      </p:guideLst>
    </p:cSldViewPr>
  </p:slideViewPr>
  <p:notesTextViewPr>
    <p:cViewPr>
      <p:scale>
        <a:sx n="1" d="1"/>
        <a:sy n="1" d="1"/>
      </p:scale>
      <p:origin x="0" y="0"/>
    </p:cViewPr>
  </p:notesTextViewPr>
  <p:sorterViewPr>
    <p:cViewPr>
      <p:scale>
        <a:sx n="100" d="100"/>
        <a:sy n="100" d="100"/>
      </p:scale>
      <p:origin x="0" y="0"/>
    </p:cViewPr>
  </p:sorterViewPr>
  <p:notesViewPr>
    <p:cSldViewPr showGuides="1">
      <p:cViewPr varScale="1">
        <p:scale>
          <a:sx n="61" d="100"/>
          <a:sy n="61" d="100"/>
        </p:scale>
        <p:origin x="-2382" y="-78"/>
      </p:cViewPr>
      <p:guideLst>
        <p:guide orient="horz" pos="2880"/>
        <p:guide orient="horz" pos="2904"/>
        <p:guide pos="2160"/>
        <p:guide pos="2184"/>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handoutMaster" Target="handoutMasters/handoutMaster1.xml"/><Relationship Id="rId4" Type="http://schemas.openxmlformats.org/officeDocument/2006/relationships/notesMaster" Target="notesMasters/notesMaster1.xml"/><Relationship Id="rId9"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04820" cy="461010"/>
          </a:xfrm>
          <a:prstGeom prst="rect">
            <a:avLst/>
          </a:prstGeom>
        </p:spPr>
        <p:txBody>
          <a:bodyPr vert="horz" lIns="92293" tIns="46147" rIns="92293" bIns="46147" rtlCol="0"/>
          <a:lstStyle>
            <a:lvl1pPr algn="l">
              <a:defRPr sz="1200"/>
            </a:lvl1pPr>
          </a:lstStyle>
          <a:p>
            <a:endParaRPr lang="en-US" dirty="0"/>
          </a:p>
        </p:txBody>
      </p:sp>
      <p:sp>
        <p:nvSpPr>
          <p:cNvPr id="3" name="Date Placeholder 2"/>
          <p:cNvSpPr>
            <a:spLocks noGrp="1"/>
          </p:cNvSpPr>
          <p:nvPr>
            <p:ph type="dt" sz="quarter" idx="1"/>
          </p:nvPr>
        </p:nvSpPr>
        <p:spPr>
          <a:xfrm>
            <a:off x="3927776" y="0"/>
            <a:ext cx="3004820" cy="461010"/>
          </a:xfrm>
          <a:prstGeom prst="rect">
            <a:avLst/>
          </a:prstGeom>
        </p:spPr>
        <p:txBody>
          <a:bodyPr vert="horz" lIns="92293" tIns="46147" rIns="92293" bIns="46147" rtlCol="0"/>
          <a:lstStyle>
            <a:lvl1pPr algn="r">
              <a:defRPr sz="1200"/>
            </a:lvl1pPr>
          </a:lstStyle>
          <a:p>
            <a:fld id="{CD69C154-8DB3-4790-A359-7790FFBF8C47}" type="datetimeFigureOut">
              <a:rPr lang="en-US" smtClean="0"/>
              <a:t>7/17/2015</a:t>
            </a:fld>
            <a:endParaRPr lang="en-US" dirty="0"/>
          </a:p>
        </p:txBody>
      </p:sp>
      <p:sp>
        <p:nvSpPr>
          <p:cNvPr id="4" name="Footer Placeholder 3"/>
          <p:cNvSpPr>
            <a:spLocks noGrp="1"/>
          </p:cNvSpPr>
          <p:nvPr>
            <p:ph type="ftr" sz="quarter" idx="2"/>
          </p:nvPr>
        </p:nvSpPr>
        <p:spPr>
          <a:xfrm>
            <a:off x="0" y="8757590"/>
            <a:ext cx="3004820" cy="461010"/>
          </a:xfrm>
          <a:prstGeom prst="rect">
            <a:avLst/>
          </a:prstGeom>
        </p:spPr>
        <p:txBody>
          <a:bodyPr vert="horz" lIns="92293" tIns="46147" rIns="92293" bIns="46147" rtlCol="0" anchor="b"/>
          <a:lstStyle>
            <a:lvl1pPr algn="l">
              <a:defRPr sz="1200"/>
            </a:lvl1pPr>
          </a:lstStyle>
          <a:p>
            <a:endParaRPr lang="en-US" dirty="0"/>
          </a:p>
        </p:txBody>
      </p:sp>
      <p:sp>
        <p:nvSpPr>
          <p:cNvPr id="5" name="Slide Number Placeholder 4"/>
          <p:cNvSpPr>
            <a:spLocks noGrp="1"/>
          </p:cNvSpPr>
          <p:nvPr>
            <p:ph type="sldNum" sz="quarter" idx="3"/>
          </p:nvPr>
        </p:nvSpPr>
        <p:spPr>
          <a:xfrm>
            <a:off x="3927776" y="8757590"/>
            <a:ext cx="3004820" cy="461010"/>
          </a:xfrm>
          <a:prstGeom prst="rect">
            <a:avLst/>
          </a:prstGeom>
        </p:spPr>
        <p:txBody>
          <a:bodyPr vert="horz" lIns="92293" tIns="46147" rIns="92293" bIns="46147" rtlCol="0" anchor="b"/>
          <a:lstStyle>
            <a:lvl1pPr algn="r">
              <a:defRPr sz="1200"/>
            </a:lvl1pPr>
          </a:lstStyle>
          <a:p>
            <a:fld id="{3AA19290-3B50-423F-8386-34EA3226F54C}" type="slidenum">
              <a:rPr lang="en-US" smtClean="0"/>
              <a:t>‹#›</a:t>
            </a:fld>
            <a:endParaRPr lang="en-US" dirty="0"/>
          </a:p>
        </p:txBody>
      </p:sp>
    </p:spTree>
    <p:extLst>
      <p:ext uri="{BB962C8B-B14F-4D97-AF65-F5344CB8AC3E}">
        <p14:creationId xmlns:p14="http://schemas.microsoft.com/office/powerpoint/2010/main" val="16165368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04820" cy="461010"/>
          </a:xfrm>
          <a:prstGeom prst="rect">
            <a:avLst/>
          </a:prstGeom>
        </p:spPr>
        <p:txBody>
          <a:bodyPr vert="horz" lIns="92293" tIns="46147" rIns="92293" bIns="46147" rtlCol="0"/>
          <a:lstStyle>
            <a:lvl1pPr algn="l">
              <a:defRPr sz="1200"/>
            </a:lvl1pPr>
          </a:lstStyle>
          <a:p>
            <a:endParaRPr lang="en-US" dirty="0"/>
          </a:p>
        </p:txBody>
      </p:sp>
      <p:sp>
        <p:nvSpPr>
          <p:cNvPr id="3" name="Date Placeholder 2"/>
          <p:cNvSpPr>
            <a:spLocks noGrp="1"/>
          </p:cNvSpPr>
          <p:nvPr>
            <p:ph type="dt" idx="1"/>
          </p:nvPr>
        </p:nvSpPr>
        <p:spPr>
          <a:xfrm>
            <a:off x="3927776" y="0"/>
            <a:ext cx="3004820" cy="461010"/>
          </a:xfrm>
          <a:prstGeom prst="rect">
            <a:avLst/>
          </a:prstGeom>
        </p:spPr>
        <p:txBody>
          <a:bodyPr vert="horz" lIns="92293" tIns="46147" rIns="92293" bIns="46147" rtlCol="0"/>
          <a:lstStyle>
            <a:lvl1pPr algn="r">
              <a:defRPr sz="1200"/>
            </a:lvl1pPr>
          </a:lstStyle>
          <a:p>
            <a:fld id="{D94E0677-78E7-4F29-8DEE-AA9328514842}" type="datetimeFigureOut">
              <a:rPr lang="en-US" smtClean="0"/>
              <a:t>7/17/2015</a:t>
            </a:fld>
            <a:endParaRPr lang="en-US" dirty="0"/>
          </a:p>
        </p:txBody>
      </p:sp>
      <p:sp>
        <p:nvSpPr>
          <p:cNvPr id="4" name="Slide Image Placeholder 3"/>
          <p:cNvSpPr>
            <a:spLocks noGrp="1" noRot="1" noChangeAspect="1"/>
          </p:cNvSpPr>
          <p:nvPr>
            <p:ph type="sldImg" idx="2"/>
          </p:nvPr>
        </p:nvSpPr>
        <p:spPr>
          <a:xfrm>
            <a:off x="1230313" y="690563"/>
            <a:ext cx="4473575" cy="3457575"/>
          </a:xfrm>
          <a:prstGeom prst="rect">
            <a:avLst/>
          </a:prstGeom>
          <a:noFill/>
          <a:ln w="12700">
            <a:solidFill>
              <a:prstClr val="black"/>
            </a:solidFill>
          </a:ln>
        </p:spPr>
        <p:txBody>
          <a:bodyPr vert="horz" lIns="92293" tIns="46147" rIns="92293" bIns="46147" rtlCol="0" anchor="ctr"/>
          <a:lstStyle/>
          <a:p>
            <a:endParaRPr lang="en-US" dirty="0"/>
          </a:p>
        </p:txBody>
      </p:sp>
      <p:sp>
        <p:nvSpPr>
          <p:cNvPr id="5" name="Notes Placeholder 4"/>
          <p:cNvSpPr>
            <a:spLocks noGrp="1"/>
          </p:cNvSpPr>
          <p:nvPr>
            <p:ph type="body" sz="quarter" idx="3"/>
          </p:nvPr>
        </p:nvSpPr>
        <p:spPr>
          <a:xfrm>
            <a:off x="693420" y="4379595"/>
            <a:ext cx="5547360" cy="4149090"/>
          </a:xfrm>
          <a:prstGeom prst="rect">
            <a:avLst/>
          </a:prstGeom>
        </p:spPr>
        <p:txBody>
          <a:bodyPr vert="horz" lIns="92293" tIns="46147" rIns="92293" bIns="46147"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757590"/>
            <a:ext cx="3004820" cy="461010"/>
          </a:xfrm>
          <a:prstGeom prst="rect">
            <a:avLst/>
          </a:prstGeom>
        </p:spPr>
        <p:txBody>
          <a:bodyPr vert="horz" lIns="92293" tIns="46147" rIns="92293" bIns="46147"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27776" y="8757590"/>
            <a:ext cx="3004820" cy="461010"/>
          </a:xfrm>
          <a:prstGeom prst="rect">
            <a:avLst/>
          </a:prstGeom>
        </p:spPr>
        <p:txBody>
          <a:bodyPr vert="horz" lIns="92293" tIns="46147" rIns="92293" bIns="46147" rtlCol="0" anchor="b"/>
          <a:lstStyle>
            <a:lvl1pPr algn="r">
              <a:defRPr sz="1200"/>
            </a:lvl1pPr>
          </a:lstStyle>
          <a:p>
            <a:fld id="{4CF500CA-EC02-405F-A377-1C6BD89C661C}" type="slidenum">
              <a:rPr lang="en-US" smtClean="0"/>
              <a:t>‹#›</a:t>
            </a:fld>
            <a:endParaRPr lang="en-US" dirty="0"/>
          </a:p>
        </p:txBody>
      </p:sp>
    </p:spTree>
    <p:extLst>
      <p:ext uri="{BB962C8B-B14F-4D97-AF65-F5344CB8AC3E}">
        <p14:creationId xmlns:p14="http://schemas.microsoft.com/office/powerpoint/2010/main" val="27703638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30313" y="692150"/>
            <a:ext cx="4473575" cy="3457575"/>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solidFill>
                  <a:srgbClr val="000000"/>
                </a:solidFill>
              </a:rPr>
              <a:pPr>
                <a:defRPr/>
              </a:pPr>
              <a:t>1</a:t>
            </a:fld>
            <a:endParaRPr lang="en-US" dirty="0">
              <a:solidFill>
                <a:srgbClr val="000000"/>
              </a:solidFill>
            </a:endParaRPr>
          </a:p>
        </p:txBody>
      </p:sp>
    </p:spTree>
    <p:extLst>
      <p:ext uri="{BB962C8B-B14F-4D97-AF65-F5344CB8AC3E}">
        <p14:creationId xmlns:p14="http://schemas.microsoft.com/office/powerpoint/2010/main" val="24304201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30313" y="692150"/>
            <a:ext cx="4473575" cy="3457575"/>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solidFill>
                  <a:srgbClr val="000000"/>
                </a:solidFill>
              </a:rPr>
              <a:pPr>
                <a:defRPr/>
              </a:pPr>
              <a:t>2</a:t>
            </a:fld>
            <a:endParaRPr lang="en-US" dirty="0">
              <a:solidFill>
                <a:srgbClr val="000000"/>
              </a:solidFill>
            </a:endParaRPr>
          </a:p>
        </p:txBody>
      </p:sp>
    </p:spTree>
    <p:extLst>
      <p:ext uri="{BB962C8B-B14F-4D97-AF65-F5344CB8AC3E}">
        <p14:creationId xmlns:p14="http://schemas.microsoft.com/office/powerpoint/2010/main" val="243042014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4.jpeg"/><Relationship Id="rId1" Type="http://schemas.openxmlformats.org/officeDocument/2006/relationships/slideMaster" Target="../slideMasters/slideMaster1.xml"/><Relationship Id="rId5" Type="http://schemas.openxmlformats.org/officeDocument/2006/relationships/image" Target="../media/image3.emf"/><Relationship Id="rId4" Type="http://schemas.openxmlformats.org/officeDocument/2006/relationships/image" Target="../media/image5.gif"/></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4.jpeg"/><Relationship Id="rId1" Type="http://schemas.openxmlformats.org/officeDocument/2006/relationships/slideMaster" Target="../slideMasters/slideMaster1.xml"/><Relationship Id="rId5" Type="http://schemas.openxmlformats.org/officeDocument/2006/relationships/image" Target="../media/image3.emf"/><Relationship Id="rId4" Type="http://schemas.openxmlformats.org/officeDocument/2006/relationships/image" Target="../media/image5.gif"/></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7.jpeg"/><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33" descr="Cello_CoverDesigns_FINAL_2-02"/>
          <p:cNvPicPr>
            <a:picLocks noChangeAspect="1" noChangeArrowheads="1"/>
          </p:cNvPicPr>
          <p:nvPr userDrawn="1"/>
        </p:nvPicPr>
        <p:blipFill>
          <a:blip r:embed="rId2" cstate="print"/>
          <a:srcRect b="13019"/>
          <a:stretch>
            <a:fillRect/>
          </a:stretch>
        </p:blipFill>
        <p:spPr bwMode="auto">
          <a:xfrm>
            <a:off x="228600" y="788038"/>
            <a:ext cx="9601200" cy="3853742"/>
          </a:xfrm>
          <a:prstGeom prst="rect">
            <a:avLst/>
          </a:prstGeom>
          <a:noFill/>
          <a:ln w="9525">
            <a:noFill/>
            <a:miter lim="800000"/>
            <a:headEnd/>
            <a:tailEnd/>
          </a:ln>
        </p:spPr>
      </p:pic>
      <p:sp>
        <p:nvSpPr>
          <p:cNvPr id="8" name="Rectangle 48"/>
          <p:cNvSpPr>
            <a:spLocks noChangeArrowheads="1"/>
          </p:cNvSpPr>
          <p:nvPr userDrawn="1"/>
        </p:nvSpPr>
        <p:spPr bwMode="auto">
          <a:xfrm>
            <a:off x="228600" y="7136284"/>
            <a:ext cx="9601200" cy="401215"/>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101858" tIns="50929" rIns="101858" bIns="50929" anchor="ctr"/>
          <a:lstStyle/>
          <a:p>
            <a:endParaRPr lang="en-US" dirty="0"/>
          </a:p>
        </p:txBody>
      </p:sp>
      <p:sp>
        <p:nvSpPr>
          <p:cNvPr id="9" name="Rectangle 50"/>
          <p:cNvSpPr>
            <a:spLocks noChangeArrowheads="1"/>
          </p:cNvSpPr>
          <p:nvPr userDrawn="1"/>
        </p:nvSpPr>
        <p:spPr bwMode="auto">
          <a:xfrm flipV="1">
            <a:off x="228600" y="4967500"/>
            <a:ext cx="9601200" cy="401214"/>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91418" tIns="45710" rIns="91418" bIns="45710" anchor="ctr"/>
          <a:lstStyle/>
          <a:p>
            <a:endParaRPr lang="en-US" dirty="0"/>
          </a:p>
        </p:txBody>
      </p:sp>
      <p:sp>
        <p:nvSpPr>
          <p:cNvPr id="21" name="Rectangle 14"/>
          <p:cNvSpPr>
            <a:spLocks noChangeArrowheads="1"/>
          </p:cNvSpPr>
          <p:nvPr userDrawn="1"/>
        </p:nvSpPr>
        <p:spPr bwMode="auto">
          <a:xfrm>
            <a:off x="228600" y="228600"/>
            <a:ext cx="9601200" cy="7315200"/>
          </a:xfrm>
          <a:prstGeom prst="rect">
            <a:avLst/>
          </a:prstGeom>
          <a:noFill/>
          <a:ln w="25400">
            <a:solidFill>
              <a:schemeClr val="accent3"/>
            </a:solidFill>
            <a:miter lim="800000"/>
            <a:headEnd/>
            <a:tailEnd/>
          </a:ln>
        </p:spPr>
        <p:txBody>
          <a:bodyPr wrap="none" lIns="101847" tIns="50923" rIns="101847" bIns="50923" anchor="ctr"/>
          <a:lstStyle/>
          <a:p>
            <a:pPr>
              <a:defRPr/>
            </a:pPr>
            <a:endParaRPr lang="en-US" dirty="0"/>
          </a:p>
        </p:txBody>
      </p:sp>
      <p:sp>
        <p:nvSpPr>
          <p:cNvPr id="2" name="Title 1"/>
          <p:cNvSpPr>
            <a:spLocks noGrp="1"/>
          </p:cNvSpPr>
          <p:nvPr>
            <p:ph type="ctrTitle"/>
          </p:nvPr>
        </p:nvSpPr>
        <p:spPr>
          <a:xfrm>
            <a:off x="3352800" y="6299200"/>
            <a:ext cx="6248400" cy="330200"/>
          </a:xfrm>
        </p:spPr>
        <p:txBody>
          <a:bodyPr/>
          <a:lstStyle>
            <a:lvl1pPr algn="r">
              <a:defRPr sz="2000" b="0" baseline="0">
                <a:solidFill>
                  <a:schemeClr val="accent3"/>
                </a:solidFill>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3352800" y="6639560"/>
            <a:ext cx="6248400" cy="457200"/>
          </a:xfrm>
        </p:spPr>
        <p:txBody>
          <a:bodyPr/>
          <a:lstStyle>
            <a:lvl1pPr marL="0" indent="0" algn="r">
              <a:buNone/>
              <a:defRPr sz="1700" b="0">
                <a:solidFill>
                  <a:schemeClr val="tx2"/>
                </a:solidFill>
              </a:defRPr>
            </a:lvl1pPr>
            <a:lvl2pPr marL="509412" indent="0" algn="ctr">
              <a:buNone/>
              <a:defRPr>
                <a:solidFill>
                  <a:schemeClr val="tx1">
                    <a:tint val="75000"/>
                  </a:schemeClr>
                </a:solidFill>
              </a:defRPr>
            </a:lvl2pPr>
            <a:lvl3pPr marL="1018824" indent="0" algn="ctr">
              <a:buNone/>
              <a:defRPr>
                <a:solidFill>
                  <a:schemeClr val="tx1">
                    <a:tint val="75000"/>
                  </a:schemeClr>
                </a:solidFill>
              </a:defRPr>
            </a:lvl3pPr>
            <a:lvl4pPr marL="1528237" indent="0" algn="ctr">
              <a:buNone/>
              <a:defRPr>
                <a:solidFill>
                  <a:schemeClr val="tx1">
                    <a:tint val="75000"/>
                  </a:schemeClr>
                </a:solidFill>
              </a:defRPr>
            </a:lvl4pPr>
            <a:lvl5pPr marL="2037649" indent="0" algn="ctr">
              <a:buNone/>
              <a:defRPr>
                <a:solidFill>
                  <a:schemeClr val="tx1">
                    <a:tint val="75000"/>
                  </a:schemeClr>
                </a:solidFill>
              </a:defRPr>
            </a:lvl5pPr>
            <a:lvl6pPr marL="2547061" indent="0" algn="ctr">
              <a:buNone/>
              <a:defRPr>
                <a:solidFill>
                  <a:schemeClr val="tx1">
                    <a:tint val="75000"/>
                  </a:schemeClr>
                </a:solidFill>
              </a:defRPr>
            </a:lvl6pPr>
            <a:lvl7pPr marL="3056473" indent="0" algn="ctr">
              <a:buNone/>
              <a:defRPr>
                <a:solidFill>
                  <a:schemeClr val="tx1">
                    <a:tint val="75000"/>
                  </a:schemeClr>
                </a:solidFill>
              </a:defRPr>
            </a:lvl7pPr>
            <a:lvl8pPr marL="3565886" indent="0" algn="ctr">
              <a:buNone/>
              <a:defRPr>
                <a:solidFill>
                  <a:schemeClr val="tx1">
                    <a:tint val="75000"/>
                  </a:schemeClr>
                </a:solidFill>
              </a:defRPr>
            </a:lvl8pPr>
            <a:lvl9pPr marL="4075298" indent="0" algn="ctr">
              <a:buNone/>
              <a:defRPr>
                <a:solidFill>
                  <a:schemeClr val="tx1">
                    <a:tint val="75000"/>
                  </a:schemeClr>
                </a:solidFill>
              </a:defRPr>
            </a:lvl9pPr>
          </a:lstStyle>
          <a:p>
            <a:r>
              <a:rPr lang="en-US" dirty="0" smtClean="0"/>
              <a:t>Click to edit Master subtitle style</a:t>
            </a:r>
            <a:endParaRPr lang="en-US" dirty="0"/>
          </a:p>
        </p:txBody>
      </p:sp>
      <p:pic>
        <p:nvPicPr>
          <p:cNvPr id="22" name="Picture 21"/>
          <p:cNvPicPr>
            <a:picLocks noChangeAspect="1"/>
          </p:cNvPicPr>
          <p:nvPr userDrawn="1"/>
        </p:nvPicPr>
        <p:blipFill>
          <a:blip r:embed="rId3"/>
          <a:stretch>
            <a:fillRect/>
          </a:stretch>
        </p:blipFill>
        <p:spPr>
          <a:xfrm>
            <a:off x="1011082" y="3986954"/>
            <a:ext cx="2202628" cy="2880360"/>
          </a:xfrm>
          <a:prstGeom prst="rect">
            <a:avLst/>
          </a:prstGeom>
        </p:spPr>
      </p:pic>
    </p:spTree>
    <p:extLst>
      <p:ext uri="{BB962C8B-B14F-4D97-AF65-F5344CB8AC3E}">
        <p14:creationId xmlns:p14="http://schemas.microsoft.com/office/powerpoint/2010/main" val="21132140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pic>
        <p:nvPicPr>
          <p:cNvPr id="10" name="Picture 30" descr="Cello_CoverDesigns_Cellobluestrip-01"/>
          <p:cNvPicPr>
            <a:picLocks noChangeAspect="1" noChangeArrowheads="1"/>
          </p:cNvPicPr>
          <p:nvPr userDrawn="1"/>
        </p:nvPicPr>
        <p:blipFill>
          <a:blip r:embed="rId2" cstate="print"/>
          <a:srcRect b="3510"/>
          <a:stretch>
            <a:fillRect/>
          </a:stretch>
        </p:blipFill>
        <p:spPr bwMode="auto">
          <a:xfrm>
            <a:off x="228600" y="4769594"/>
            <a:ext cx="9601200" cy="482500"/>
          </a:xfrm>
          <a:prstGeom prst="rect">
            <a:avLst/>
          </a:prstGeom>
          <a:noFill/>
        </p:spPr>
      </p:pic>
      <p:pic>
        <p:nvPicPr>
          <p:cNvPr id="11" name="Picture 33" descr="Cello_CoverDesigns_FINAL_2-02"/>
          <p:cNvPicPr>
            <a:picLocks noChangeAspect="1" noChangeArrowheads="1"/>
          </p:cNvPicPr>
          <p:nvPr userDrawn="1"/>
        </p:nvPicPr>
        <p:blipFill>
          <a:blip r:embed="rId3" cstate="print"/>
          <a:srcRect b="13019"/>
          <a:stretch>
            <a:fillRect/>
          </a:stretch>
        </p:blipFill>
        <p:spPr bwMode="auto">
          <a:xfrm>
            <a:off x="228600" y="889638"/>
            <a:ext cx="9601200" cy="3853742"/>
          </a:xfrm>
          <a:prstGeom prst="rect">
            <a:avLst/>
          </a:prstGeom>
          <a:noFill/>
          <a:ln w="9525">
            <a:noFill/>
            <a:miter lim="800000"/>
            <a:headEnd/>
            <a:tailEnd/>
          </a:ln>
        </p:spPr>
      </p:pic>
      <p:pic>
        <p:nvPicPr>
          <p:cNvPr id="26" name="Picture 25" descr="GUGG_logo_262.gif"/>
          <p:cNvPicPr>
            <a:picLocks noChangeAspect="1"/>
          </p:cNvPicPr>
          <p:nvPr userDrawn="1"/>
        </p:nvPicPr>
        <p:blipFill>
          <a:blip r:embed="rId4" cstate="print"/>
          <a:stretch>
            <a:fillRect/>
          </a:stretch>
        </p:blipFill>
        <p:spPr>
          <a:xfrm>
            <a:off x="4043680" y="468949"/>
            <a:ext cx="2072640" cy="153375"/>
          </a:xfrm>
          <a:prstGeom prst="rect">
            <a:avLst/>
          </a:prstGeom>
        </p:spPr>
      </p:pic>
      <p:pic>
        <p:nvPicPr>
          <p:cNvPr id="27" name="Picture 26"/>
          <p:cNvPicPr>
            <a:picLocks noChangeAspect="1"/>
          </p:cNvPicPr>
          <p:nvPr userDrawn="1"/>
        </p:nvPicPr>
        <p:blipFill>
          <a:blip r:embed="rId5"/>
          <a:stretch>
            <a:fillRect/>
          </a:stretch>
        </p:blipFill>
        <p:spPr>
          <a:xfrm>
            <a:off x="3753074" y="3762061"/>
            <a:ext cx="2552251" cy="3337560"/>
          </a:xfrm>
          <a:prstGeom prst="rect">
            <a:avLst/>
          </a:prstGeom>
        </p:spPr>
      </p:pic>
      <p:sp>
        <p:nvSpPr>
          <p:cNvPr id="28" name="Rectangle 14"/>
          <p:cNvSpPr>
            <a:spLocks noChangeArrowheads="1"/>
          </p:cNvSpPr>
          <p:nvPr userDrawn="1"/>
        </p:nvSpPr>
        <p:spPr bwMode="auto">
          <a:xfrm>
            <a:off x="228600" y="228600"/>
            <a:ext cx="9601200" cy="7315200"/>
          </a:xfrm>
          <a:prstGeom prst="rect">
            <a:avLst/>
          </a:prstGeom>
          <a:noFill/>
          <a:ln w="25400">
            <a:solidFill>
              <a:schemeClr val="accent3"/>
            </a:solidFill>
            <a:miter lim="800000"/>
            <a:headEnd/>
            <a:tailEnd/>
          </a:ln>
        </p:spPr>
        <p:txBody>
          <a:bodyPr wrap="none" lIns="101847" tIns="50923" rIns="101847" bIns="50923" anchor="ctr"/>
          <a:lstStyle/>
          <a:p>
            <a:pPr>
              <a:defRPr/>
            </a:pPr>
            <a:endParaRPr lang="en-US" dirty="0"/>
          </a:p>
        </p:txBody>
      </p:sp>
    </p:spTree>
    <p:extLst>
      <p:ext uri="{BB962C8B-B14F-4D97-AF65-F5344CB8AC3E}">
        <p14:creationId xmlns:p14="http://schemas.microsoft.com/office/powerpoint/2010/main" val="12157969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2_Title Slide">
    <p:spTree>
      <p:nvGrpSpPr>
        <p:cNvPr id="1" name=""/>
        <p:cNvGrpSpPr/>
        <p:nvPr/>
      </p:nvGrpSpPr>
      <p:grpSpPr>
        <a:xfrm>
          <a:off x="0" y="0"/>
          <a:ext cx="0" cy="0"/>
          <a:chOff x="0" y="0"/>
          <a:chExt cx="0" cy="0"/>
        </a:xfrm>
      </p:grpSpPr>
      <p:pic>
        <p:nvPicPr>
          <p:cNvPr id="10" name="Picture 30" descr="Cello_CoverDesigns_Cellobluestrip-01"/>
          <p:cNvPicPr>
            <a:picLocks noChangeAspect="1" noChangeArrowheads="1"/>
          </p:cNvPicPr>
          <p:nvPr userDrawn="1"/>
        </p:nvPicPr>
        <p:blipFill>
          <a:blip r:embed="rId2" cstate="print"/>
          <a:srcRect b="3510"/>
          <a:stretch>
            <a:fillRect/>
          </a:stretch>
        </p:blipFill>
        <p:spPr bwMode="auto">
          <a:xfrm>
            <a:off x="228600" y="4769594"/>
            <a:ext cx="9601200" cy="482500"/>
          </a:xfrm>
          <a:prstGeom prst="rect">
            <a:avLst/>
          </a:prstGeom>
          <a:noFill/>
        </p:spPr>
      </p:pic>
      <p:pic>
        <p:nvPicPr>
          <p:cNvPr id="11" name="Picture 33" descr="Cello_CoverDesigns_FINAL_2-02"/>
          <p:cNvPicPr>
            <a:picLocks noChangeAspect="1" noChangeArrowheads="1"/>
          </p:cNvPicPr>
          <p:nvPr userDrawn="1"/>
        </p:nvPicPr>
        <p:blipFill>
          <a:blip r:embed="rId3" cstate="print"/>
          <a:srcRect b="13019"/>
          <a:stretch>
            <a:fillRect/>
          </a:stretch>
        </p:blipFill>
        <p:spPr bwMode="auto">
          <a:xfrm>
            <a:off x="228600" y="889638"/>
            <a:ext cx="9601200" cy="3853742"/>
          </a:xfrm>
          <a:prstGeom prst="rect">
            <a:avLst/>
          </a:prstGeom>
          <a:noFill/>
          <a:ln w="9525">
            <a:noFill/>
            <a:miter lim="800000"/>
            <a:headEnd/>
            <a:tailEnd/>
          </a:ln>
        </p:spPr>
      </p:pic>
      <p:sp>
        <p:nvSpPr>
          <p:cNvPr id="25" name="Rectangle 24"/>
          <p:cNvSpPr/>
          <p:nvPr userDrawn="1"/>
        </p:nvSpPr>
        <p:spPr>
          <a:xfrm>
            <a:off x="228600" y="228600"/>
            <a:ext cx="9601200" cy="7315200"/>
          </a:xfrm>
          <a:prstGeom prst="rect">
            <a:avLst/>
          </a:prstGeom>
          <a:no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18" tIns="45710" rIns="91418" bIns="45710" rtlCol="0" anchor="ctr"/>
          <a:lstStyle/>
          <a:p>
            <a:pPr algn="ctr"/>
            <a:endParaRPr lang="en-US" dirty="0"/>
          </a:p>
        </p:txBody>
      </p:sp>
      <p:pic>
        <p:nvPicPr>
          <p:cNvPr id="26" name="Picture 25" descr="GUGG_logo_262.gif"/>
          <p:cNvPicPr>
            <a:picLocks noChangeAspect="1"/>
          </p:cNvPicPr>
          <p:nvPr userDrawn="1"/>
        </p:nvPicPr>
        <p:blipFill>
          <a:blip r:embed="rId4" cstate="print"/>
          <a:stretch>
            <a:fillRect/>
          </a:stretch>
        </p:blipFill>
        <p:spPr>
          <a:xfrm>
            <a:off x="4043680" y="468949"/>
            <a:ext cx="2072640" cy="153375"/>
          </a:xfrm>
          <a:prstGeom prst="rect">
            <a:avLst/>
          </a:prstGeom>
        </p:spPr>
      </p:pic>
      <p:pic>
        <p:nvPicPr>
          <p:cNvPr id="27" name="Picture 26"/>
          <p:cNvPicPr>
            <a:picLocks noChangeAspect="1"/>
          </p:cNvPicPr>
          <p:nvPr userDrawn="1"/>
        </p:nvPicPr>
        <p:blipFill>
          <a:blip r:embed="rId5"/>
          <a:stretch>
            <a:fillRect/>
          </a:stretch>
        </p:blipFill>
        <p:spPr>
          <a:xfrm>
            <a:off x="3753074" y="3762061"/>
            <a:ext cx="2552251" cy="3337560"/>
          </a:xfrm>
          <a:prstGeom prst="rect">
            <a:avLst/>
          </a:prstGeom>
        </p:spPr>
      </p:pic>
    </p:spTree>
    <p:extLst>
      <p:ext uri="{BB962C8B-B14F-4D97-AF65-F5344CB8AC3E}">
        <p14:creationId xmlns:p14="http://schemas.microsoft.com/office/powerpoint/2010/main" val="20506296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3_Title Slide">
    <p:spTree>
      <p:nvGrpSpPr>
        <p:cNvPr id="1" name=""/>
        <p:cNvGrpSpPr/>
        <p:nvPr/>
      </p:nvGrpSpPr>
      <p:grpSpPr>
        <a:xfrm>
          <a:off x="0" y="0"/>
          <a:ext cx="0" cy="0"/>
          <a:chOff x="0" y="0"/>
          <a:chExt cx="0" cy="0"/>
        </a:xfrm>
      </p:grpSpPr>
      <p:pic>
        <p:nvPicPr>
          <p:cNvPr id="7" name="Picture 31" descr="Cello_CoverDesigns_cellofade-02"/>
          <p:cNvPicPr>
            <a:picLocks noChangeAspect="1" noChangeArrowheads="1"/>
          </p:cNvPicPr>
          <p:nvPr userDrawn="1"/>
        </p:nvPicPr>
        <p:blipFill>
          <a:blip r:embed="rId2" cstate="print"/>
          <a:srcRect l="2904" t="426" r="180"/>
          <a:stretch>
            <a:fillRect/>
          </a:stretch>
        </p:blipFill>
        <p:spPr bwMode="auto">
          <a:xfrm>
            <a:off x="228600" y="868436"/>
            <a:ext cx="9601200" cy="4295367"/>
          </a:xfrm>
          <a:prstGeom prst="rect">
            <a:avLst/>
          </a:prstGeom>
          <a:noFill/>
        </p:spPr>
      </p:pic>
      <p:sp>
        <p:nvSpPr>
          <p:cNvPr id="8" name="Line 17"/>
          <p:cNvSpPr>
            <a:spLocks noChangeShapeType="1"/>
          </p:cNvSpPr>
          <p:nvPr userDrawn="1"/>
        </p:nvSpPr>
        <p:spPr bwMode="auto">
          <a:xfrm>
            <a:off x="228600" y="5181262"/>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solidFill>
                <a:srgbClr val="000000"/>
              </a:solidFill>
            </a:endParaRPr>
          </a:p>
        </p:txBody>
      </p:sp>
      <p:sp>
        <p:nvSpPr>
          <p:cNvPr id="9" name="Line 17"/>
          <p:cNvSpPr>
            <a:spLocks noChangeShapeType="1"/>
          </p:cNvSpPr>
          <p:nvPr userDrawn="1"/>
        </p:nvSpPr>
        <p:spPr bwMode="auto">
          <a:xfrm>
            <a:off x="228600" y="829416"/>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solidFill>
                <a:srgbClr val="000000"/>
              </a:solidFill>
            </a:endParaRPr>
          </a:p>
        </p:txBody>
      </p:sp>
      <p:sp>
        <p:nvSpPr>
          <p:cNvPr id="25" name="Rectangle 24"/>
          <p:cNvSpPr/>
          <p:nvPr userDrawn="1"/>
        </p:nvSpPr>
        <p:spPr>
          <a:xfrm>
            <a:off x="228600" y="228600"/>
            <a:ext cx="9601200" cy="731520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91418" tIns="45710" rIns="91418" bIns="45710" rtlCol="0" anchor="ctr"/>
          <a:lstStyle/>
          <a:p>
            <a:pPr algn="ctr"/>
            <a:endParaRPr lang="en-US" dirty="0"/>
          </a:p>
        </p:txBody>
      </p:sp>
      <p:pic>
        <p:nvPicPr>
          <p:cNvPr id="26" name="Picture 25" descr="GUGG_logo_262.gif"/>
          <p:cNvPicPr>
            <a:picLocks noChangeAspect="1"/>
          </p:cNvPicPr>
          <p:nvPr userDrawn="1"/>
        </p:nvPicPr>
        <p:blipFill>
          <a:blip r:embed="rId3" cstate="print"/>
          <a:stretch>
            <a:fillRect/>
          </a:stretch>
        </p:blipFill>
        <p:spPr>
          <a:xfrm>
            <a:off x="4043680" y="468949"/>
            <a:ext cx="2072640" cy="153375"/>
          </a:xfrm>
          <a:prstGeom prst="rect">
            <a:avLst/>
          </a:prstGeom>
        </p:spPr>
      </p:pic>
      <p:pic>
        <p:nvPicPr>
          <p:cNvPr id="27" name="Picture 26"/>
          <p:cNvPicPr>
            <a:picLocks noChangeAspect="1"/>
          </p:cNvPicPr>
          <p:nvPr userDrawn="1"/>
        </p:nvPicPr>
        <p:blipFill>
          <a:blip r:embed="rId4"/>
          <a:stretch>
            <a:fillRect/>
          </a:stretch>
        </p:blipFill>
        <p:spPr>
          <a:xfrm>
            <a:off x="3753074" y="3762061"/>
            <a:ext cx="2552251" cy="3337560"/>
          </a:xfrm>
          <a:prstGeom prst="rect">
            <a:avLst/>
          </a:prstGeom>
        </p:spPr>
      </p:pic>
    </p:spTree>
    <p:extLst>
      <p:ext uri="{BB962C8B-B14F-4D97-AF65-F5344CB8AC3E}">
        <p14:creationId xmlns:p14="http://schemas.microsoft.com/office/powerpoint/2010/main" val="4339921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4_Title Slide">
    <p:spTree>
      <p:nvGrpSpPr>
        <p:cNvPr id="1" name=""/>
        <p:cNvGrpSpPr/>
        <p:nvPr/>
      </p:nvGrpSpPr>
      <p:grpSpPr>
        <a:xfrm>
          <a:off x="0" y="0"/>
          <a:ext cx="0" cy="0"/>
          <a:chOff x="0" y="0"/>
          <a:chExt cx="0" cy="0"/>
        </a:xfrm>
      </p:grpSpPr>
      <p:pic>
        <p:nvPicPr>
          <p:cNvPr id="7" name="Picture 31" descr="Cello_CoverDesigns_cellofade-02"/>
          <p:cNvPicPr>
            <a:picLocks noChangeAspect="1" noChangeArrowheads="1"/>
          </p:cNvPicPr>
          <p:nvPr userDrawn="1"/>
        </p:nvPicPr>
        <p:blipFill>
          <a:blip r:embed="rId2" cstate="print"/>
          <a:srcRect l="2904" t="426" r="180"/>
          <a:stretch>
            <a:fillRect/>
          </a:stretch>
        </p:blipFill>
        <p:spPr bwMode="auto">
          <a:xfrm>
            <a:off x="228600" y="868436"/>
            <a:ext cx="9601200" cy="4295367"/>
          </a:xfrm>
          <a:prstGeom prst="rect">
            <a:avLst/>
          </a:prstGeom>
          <a:noFill/>
        </p:spPr>
      </p:pic>
      <p:sp>
        <p:nvSpPr>
          <p:cNvPr id="8" name="Line 17"/>
          <p:cNvSpPr>
            <a:spLocks noChangeShapeType="1"/>
          </p:cNvSpPr>
          <p:nvPr userDrawn="1"/>
        </p:nvSpPr>
        <p:spPr bwMode="auto">
          <a:xfrm>
            <a:off x="228600" y="5181262"/>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solidFill>
                <a:srgbClr val="000000"/>
              </a:solidFill>
            </a:endParaRPr>
          </a:p>
        </p:txBody>
      </p:sp>
      <p:sp>
        <p:nvSpPr>
          <p:cNvPr id="9" name="Line 17"/>
          <p:cNvSpPr>
            <a:spLocks noChangeShapeType="1"/>
          </p:cNvSpPr>
          <p:nvPr userDrawn="1"/>
        </p:nvSpPr>
        <p:spPr bwMode="auto">
          <a:xfrm>
            <a:off x="228600" y="829416"/>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solidFill>
                <a:srgbClr val="000000"/>
              </a:solidFill>
            </a:endParaRPr>
          </a:p>
        </p:txBody>
      </p:sp>
      <p:sp>
        <p:nvSpPr>
          <p:cNvPr id="25" name="Rectangle 24"/>
          <p:cNvSpPr/>
          <p:nvPr userDrawn="1"/>
        </p:nvSpPr>
        <p:spPr>
          <a:xfrm>
            <a:off x="228600" y="228600"/>
            <a:ext cx="9601200" cy="731520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91418" tIns="45710" rIns="91418" bIns="45710" rtlCol="0" anchor="ctr"/>
          <a:lstStyle/>
          <a:p>
            <a:pPr algn="ctr"/>
            <a:endParaRPr lang="en-US" dirty="0"/>
          </a:p>
        </p:txBody>
      </p:sp>
      <p:pic>
        <p:nvPicPr>
          <p:cNvPr id="27" name="Picture 26"/>
          <p:cNvPicPr>
            <a:picLocks noChangeAspect="1"/>
          </p:cNvPicPr>
          <p:nvPr userDrawn="1"/>
        </p:nvPicPr>
        <p:blipFill>
          <a:blip r:embed="rId3"/>
          <a:stretch>
            <a:fillRect/>
          </a:stretch>
        </p:blipFill>
        <p:spPr>
          <a:xfrm>
            <a:off x="3753074" y="3762061"/>
            <a:ext cx="2552251" cy="3337560"/>
          </a:xfrm>
          <a:prstGeom prst="rect">
            <a:avLst/>
          </a:prstGeom>
        </p:spPr>
      </p:pic>
    </p:spTree>
    <p:extLst>
      <p:ext uri="{BB962C8B-B14F-4D97-AF65-F5344CB8AC3E}">
        <p14:creationId xmlns:p14="http://schemas.microsoft.com/office/powerpoint/2010/main" val="151838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5_Title Slide">
    <p:spTree>
      <p:nvGrpSpPr>
        <p:cNvPr id="1" name=""/>
        <p:cNvGrpSpPr/>
        <p:nvPr/>
      </p:nvGrpSpPr>
      <p:grpSpPr>
        <a:xfrm>
          <a:off x="0" y="0"/>
          <a:ext cx="0" cy="0"/>
          <a:chOff x="0" y="0"/>
          <a:chExt cx="0" cy="0"/>
        </a:xfrm>
      </p:grpSpPr>
      <p:pic>
        <p:nvPicPr>
          <p:cNvPr id="7" name="Picture 31" descr="Cello_CoverDesigns_FINAL_3and4-01"/>
          <p:cNvPicPr>
            <a:picLocks noChangeAspect="1" noChangeArrowheads="1"/>
          </p:cNvPicPr>
          <p:nvPr userDrawn="1"/>
        </p:nvPicPr>
        <p:blipFill>
          <a:blip r:embed="rId2" cstate="print"/>
          <a:srcRect t="88849"/>
          <a:stretch>
            <a:fillRect/>
          </a:stretch>
        </p:blipFill>
        <p:spPr bwMode="auto">
          <a:xfrm>
            <a:off x="228600" y="4769721"/>
            <a:ext cx="9601200" cy="482373"/>
          </a:xfrm>
          <a:prstGeom prst="rect">
            <a:avLst/>
          </a:prstGeom>
          <a:noFill/>
          <a:ln w="9525">
            <a:noFill/>
            <a:miter lim="800000"/>
            <a:headEnd/>
            <a:tailEnd/>
          </a:ln>
        </p:spPr>
      </p:pic>
      <p:pic>
        <p:nvPicPr>
          <p:cNvPr id="11" name="Picture 33" descr="Cello_CoverDesigns_FINAL_2-02"/>
          <p:cNvPicPr>
            <a:picLocks noChangeAspect="1" noChangeArrowheads="1"/>
          </p:cNvPicPr>
          <p:nvPr userDrawn="1"/>
        </p:nvPicPr>
        <p:blipFill>
          <a:blip r:embed="rId3" cstate="print"/>
          <a:srcRect b="13019"/>
          <a:stretch>
            <a:fillRect/>
          </a:stretch>
        </p:blipFill>
        <p:spPr bwMode="auto">
          <a:xfrm>
            <a:off x="228600" y="889638"/>
            <a:ext cx="9601200" cy="3853742"/>
          </a:xfrm>
          <a:prstGeom prst="rect">
            <a:avLst/>
          </a:prstGeom>
          <a:noFill/>
          <a:ln w="9525">
            <a:noFill/>
            <a:miter lim="800000"/>
            <a:headEnd/>
            <a:tailEnd/>
          </a:ln>
        </p:spPr>
      </p:pic>
      <p:sp>
        <p:nvSpPr>
          <p:cNvPr id="28" name="Rectangle 14"/>
          <p:cNvSpPr>
            <a:spLocks noChangeArrowheads="1"/>
          </p:cNvSpPr>
          <p:nvPr userDrawn="1"/>
        </p:nvSpPr>
        <p:spPr bwMode="auto">
          <a:xfrm>
            <a:off x="228600" y="228600"/>
            <a:ext cx="9601200" cy="7315200"/>
          </a:xfrm>
          <a:prstGeom prst="rect">
            <a:avLst/>
          </a:prstGeom>
          <a:noFill/>
          <a:ln w="25400">
            <a:solidFill>
              <a:schemeClr val="bg2"/>
            </a:solidFill>
            <a:miter lim="800000"/>
            <a:headEnd/>
            <a:tailEnd/>
          </a:ln>
        </p:spPr>
        <p:txBody>
          <a:bodyPr wrap="none" lIns="101847" tIns="50923" rIns="101847" bIns="50923" anchor="ctr"/>
          <a:lstStyle/>
          <a:p>
            <a:pPr>
              <a:defRPr/>
            </a:pPr>
            <a:endParaRPr lang="en-US" dirty="0"/>
          </a:p>
        </p:txBody>
      </p:sp>
      <p:pic>
        <p:nvPicPr>
          <p:cNvPr id="27" name="Picture 26"/>
          <p:cNvPicPr>
            <a:picLocks noChangeAspect="1"/>
          </p:cNvPicPr>
          <p:nvPr userDrawn="1"/>
        </p:nvPicPr>
        <p:blipFill>
          <a:blip r:embed="rId4"/>
          <a:stretch>
            <a:fillRect/>
          </a:stretch>
        </p:blipFill>
        <p:spPr>
          <a:xfrm>
            <a:off x="3753074" y="3762061"/>
            <a:ext cx="2552251" cy="3337560"/>
          </a:xfrm>
          <a:prstGeom prst="rect">
            <a:avLst/>
          </a:prstGeom>
        </p:spPr>
      </p:pic>
    </p:spTree>
    <p:extLst>
      <p:ext uri="{BB962C8B-B14F-4D97-AF65-F5344CB8AC3E}">
        <p14:creationId xmlns:p14="http://schemas.microsoft.com/office/powerpoint/2010/main" val="18789302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6_Title Slide">
    <p:spTree>
      <p:nvGrpSpPr>
        <p:cNvPr id="1" name=""/>
        <p:cNvGrpSpPr/>
        <p:nvPr/>
      </p:nvGrpSpPr>
      <p:grpSpPr>
        <a:xfrm>
          <a:off x="0" y="0"/>
          <a:ext cx="0" cy="0"/>
          <a:chOff x="0" y="0"/>
          <a:chExt cx="0" cy="0"/>
        </a:xfrm>
      </p:grpSpPr>
      <p:pic>
        <p:nvPicPr>
          <p:cNvPr id="20" name="Picture 33" descr="Cello_CoverDesigns_FINAL_2-02"/>
          <p:cNvPicPr>
            <a:picLocks noChangeAspect="1" noChangeArrowheads="1"/>
          </p:cNvPicPr>
          <p:nvPr userDrawn="1"/>
        </p:nvPicPr>
        <p:blipFill>
          <a:blip r:embed="rId2" cstate="print"/>
          <a:srcRect t="88007" b="1381"/>
          <a:stretch>
            <a:fillRect/>
          </a:stretch>
        </p:blipFill>
        <p:spPr bwMode="auto">
          <a:xfrm>
            <a:off x="228600" y="4781954"/>
            <a:ext cx="9601200" cy="470140"/>
          </a:xfrm>
          <a:prstGeom prst="rect">
            <a:avLst/>
          </a:prstGeom>
          <a:noFill/>
          <a:ln w="9525">
            <a:noFill/>
            <a:miter lim="800000"/>
            <a:headEnd/>
            <a:tailEnd/>
          </a:ln>
        </p:spPr>
      </p:pic>
      <p:pic>
        <p:nvPicPr>
          <p:cNvPr id="11" name="Picture 33" descr="Cello_CoverDesigns_FINAL_2-02"/>
          <p:cNvPicPr>
            <a:picLocks noChangeAspect="1" noChangeArrowheads="1"/>
          </p:cNvPicPr>
          <p:nvPr userDrawn="1"/>
        </p:nvPicPr>
        <p:blipFill>
          <a:blip r:embed="rId2" cstate="print"/>
          <a:srcRect b="13019"/>
          <a:stretch>
            <a:fillRect/>
          </a:stretch>
        </p:blipFill>
        <p:spPr bwMode="auto">
          <a:xfrm>
            <a:off x="228600" y="889638"/>
            <a:ext cx="9601200" cy="3853742"/>
          </a:xfrm>
          <a:prstGeom prst="rect">
            <a:avLst/>
          </a:prstGeom>
          <a:noFill/>
          <a:ln w="9525">
            <a:noFill/>
            <a:miter lim="800000"/>
            <a:headEnd/>
            <a:tailEnd/>
          </a:ln>
        </p:spPr>
      </p:pic>
      <p:sp>
        <p:nvSpPr>
          <p:cNvPr id="28" name="Rectangle 14"/>
          <p:cNvSpPr>
            <a:spLocks noChangeArrowheads="1"/>
          </p:cNvSpPr>
          <p:nvPr userDrawn="1"/>
        </p:nvSpPr>
        <p:spPr bwMode="auto">
          <a:xfrm>
            <a:off x="228600" y="228600"/>
            <a:ext cx="9601200" cy="7315200"/>
          </a:xfrm>
          <a:prstGeom prst="rect">
            <a:avLst/>
          </a:prstGeom>
          <a:noFill/>
          <a:ln w="25400">
            <a:solidFill>
              <a:schemeClr val="bg2"/>
            </a:solidFill>
            <a:miter lim="800000"/>
            <a:headEnd/>
            <a:tailEnd/>
          </a:ln>
        </p:spPr>
        <p:txBody>
          <a:bodyPr wrap="none" lIns="101847" tIns="50923" rIns="101847" bIns="50923" anchor="ctr"/>
          <a:lstStyle/>
          <a:p>
            <a:pPr>
              <a:defRPr/>
            </a:pPr>
            <a:endParaRPr lang="en-US" dirty="0"/>
          </a:p>
        </p:txBody>
      </p:sp>
      <p:pic>
        <p:nvPicPr>
          <p:cNvPr id="34" name="Picture 33"/>
          <p:cNvPicPr>
            <a:picLocks noChangeAspect="1"/>
          </p:cNvPicPr>
          <p:nvPr userDrawn="1"/>
        </p:nvPicPr>
        <p:blipFill>
          <a:blip r:embed="rId3"/>
          <a:stretch>
            <a:fillRect/>
          </a:stretch>
        </p:blipFill>
        <p:spPr>
          <a:xfrm>
            <a:off x="4487283" y="4495800"/>
            <a:ext cx="1083833" cy="1417320"/>
          </a:xfrm>
          <a:prstGeom prst="rect">
            <a:avLst/>
          </a:prstGeom>
        </p:spPr>
      </p:pic>
      <p:sp>
        <p:nvSpPr>
          <p:cNvPr id="3" name="Content Placeholder 2"/>
          <p:cNvSpPr>
            <a:spLocks noGrp="1"/>
          </p:cNvSpPr>
          <p:nvPr>
            <p:ph sz="quarter" idx="10"/>
          </p:nvPr>
        </p:nvSpPr>
        <p:spPr>
          <a:xfrm>
            <a:off x="293688" y="6400800"/>
            <a:ext cx="9469437" cy="1001713"/>
          </a:xfrm>
        </p:spPr>
        <p:txBody>
          <a:bodyPr/>
          <a:lstStyle>
            <a:lvl1pPr algn="ctr">
              <a:defRPr sz="2600" b="0"/>
            </a:lvl1pPr>
          </a:lstStyle>
          <a:p>
            <a:pPr lvl="0"/>
            <a:r>
              <a:rPr lang="en-US" dirty="0" smtClean="0"/>
              <a:t>Click to edit Master text styles</a:t>
            </a:r>
          </a:p>
        </p:txBody>
      </p:sp>
    </p:spTree>
    <p:extLst>
      <p:ext uri="{BB962C8B-B14F-4D97-AF65-F5344CB8AC3E}">
        <p14:creationId xmlns:p14="http://schemas.microsoft.com/office/powerpoint/2010/main" val="32544988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10"/>
          </p:nvPr>
        </p:nvSpPr>
        <p:spPr>
          <a:xfrm>
            <a:off x="2895600" y="436880"/>
            <a:ext cx="6867525" cy="594360"/>
          </a:xfrm>
        </p:spPr>
        <p:txBody>
          <a:bodyPr/>
          <a:lstStyle>
            <a:lvl1pPr algn="r">
              <a:defRPr sz="1400" b="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8430005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sclosur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lgn="just">
              <a:spcBef>
                <a:spcPts val="1200"/>
              </a:spcBef>
              <a:defRPr sz="1100"/>
            </a:lvl1pPr>
            <a:lvl2pPr algn="just">
              <a:spcBef>
                <a:spcPts val="900"/>
              </a:spcBef>
              <a:defRPr sz="1100"/>
            </a:lvl2pPr>
            <a:lvl3pPr algn="just">
              <a:spcBef>
                <a:spcPts val="600"/>
              </a:spcBef>
              <a:defRPr sz="1100"/>
            </a:lvl3pPr>
            <a:lvl4pPr algn="just">
              <a:spcBef>
                <a:spcPts val="0"/>
              </a:spcBef>
              <a:defRPr sz="1100"/>
            </a:lvl4pPr>
            <a:lvl5pPr algn="just">
              <a:spcBef>
                <a:spcPts val="0"/>
              </a:spcBef>
              <a:defRPr sz="11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38552757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7406" y="3881120"/>
            <a:ext cx="8925718" cy="914400"/>
          </a:xfrm>
        </p:spPr>
        <p:txBody>
          <a:bodyPr anchor="t"/>
          <a:lstStyle>
            <a:lvl1pPr algn="l">
              <a:defRPr sz="3200" b="0" cap="all">
                <a:solidFill>
                  <a:schemeClr val="accent3"/>
                </a:solidFill>
              </a:defRPr>
            </a:lvl1pPr>
          </a:lstStyle>
          <a:p>
            <a:r>
              <a:rPr lang="en-US" dirty="0" smtClean="0"/>
              <a:t>Click to edit Master title style</a:t>
            </a:r>
            <a:endParaRPr lang="en-US" dirty="0"/>
          </a:p>
        </p:txBody>
      </p:sp>
      <p:sp>
        <p:nvSpPr>
          <p:cNvPr id="3" name="Text Placeholder 2"/>
          <p:cNvSpPr>
            <a:spLocks noGrp="1"/>
          </p:cNvSpPr>
          <p:nvPr>
            <p:ph type="body" idx="1"/>
          </p:nvPr>
        </p:nvSpPr>
        <p:spPr>
          <a:xfrm>
            <a:off x="838200" y="4800600"/>
            <a:ext cx="8925718" cy="914400"/>
          </a:xfrm>
        </p:spPr>
        <p:txBody>
          <a:bodyPr anchor="t"/>
          <a:lstStyle>
            <a:lvl1pPr marL="0" indent="0" algn="l">
              <a:buNone/>
              <a:defRPr sz="2200" b="0">
                <a:solidFill>
                  <a:schemeClr val="accent1"/>
                </a:solidFill>
              </a:defRPr>
            </a:lvl1pPr>
            <a:lvl2pPr marL="509412" indent="0">
              <a:buNone/>
              <a:defRPr sz="2000">
                <a:solidFill>
                  <a:schemeClr val="tx1">
                    <a:tint val="75000"/>
                  </a:schemeClr>
                </a:solidFill>
              </a:defRPr>
            </a:lvl2pPr>
            <a:lvl3pPr marL="1018824" indent="0">
              <a:buNone/>
              <a:defRPr sz="1800">
                <a:solidFill>
                  <a:schemeClr val="tx1">
                    <a:tint val="75000"/>
                  </a:schemeClr>
                </a:solidFill>
              </a:defRPr>
            </a:lvl3pPr>
            <a:lvl4pPr marL="1528237" indent="0">
              <a:buNone/>
              <a:defRPr sz="1600">
                <a:solidFill>
                  <a:schemeClr val="tx1">
                    <a:tint val="75000"/>
                  </a:schemeClr>
                </a:solidFill>
              </a:defRPr>
            </a:lvl4pPr>
            <a:lvl5pPr marL="2037649" indent="0">
              <a:buNone/>
              <a:defRPr sz="1600">
                <a:solidFill>
                  <a:schemeClr val="tx1">
                    <a:tint val="75000"/>
                  </a:schemeClr>
                </a:solidFill>
              </a:defRPr>
            </a:lvl5pPr>
            <a:lvl6pPr marL="2547061" indent="0">
              <a:buNone/>
              <a:defRPr sz="1600">
                <a:solidFill>
                  <a:schemeClr val="tx1">
                    <a:tint val="75000"/>
                  </a:schemeClr>
                </a:solidFill>
              </a:defRPr>
            </a:lvl6pPr>
            <a:lvl7pPr marL="3056473" indent="0">
              <a:buNone/>
              <a:defRPr sz="1600">
                <a:solidFill>
                  <a:schemeClr val="tx1">
                    <a:tint val="75000"/>
                  </a:schemeClr>
                </a:solidFill>
              </a:defRPr>
            </a:lvl7pPr>
            <a:lvl8pPr marL="3565886" indent="0">
              <a:buNone/>
              <a:defRPr sz="1600">
                <a:solidFill>
                  <a:schemeClr val="tx1">
                    <a:tint val="75000"/>
                  </a:schemeClr>
                </a:solidFill>
              </a:defRPr>
            </a:lvl8pPr>
            <a:lvl9pPr marL="4075298" indent="0">
              <a:buNone/>
              <a:defRPr sz="1600">
                <a:solidFill>
                  <a:schemeClr val="tx1">
                    <a:tint val="75000"/>
                  </a:schemeClr>
                </a:solidFill>
              </a:defRPr>
            </a:lvl9pPr>
          </a:lstStyle>
          <a:p>
            <a:pPr lvl="0"/>
            <a:r>
              <a:rPr lang="en-US" smtClean="0"/>
              <a:t>Click to edit Master text styles</a:t>
            </a:r>
          </a:p>
        </p:txBody>
      </p:sp>
      <p:sp>
        <p:nvSpPr>
          <p:cNvPr id="4" name="Line 31"/>
          <p:cNvSpPr>
            <a:spLocks noChangeShapeType="1"/>
          </p:cNvSpPr>
          <p:nvPr userDrawn="1"/>
        </p:nvSpPr>
        <p:spPr bwMode="auto">
          <a:xfrm>
            <a:off x="695960" y="3886200"/>
            <a:ext cx="0" cy="3411346"/>
          </a:xfrm>
          <a:prstGeom prst="line">
            <a:avLst/>
          </a:prstGeom>
          <a:noFill/>
          <a:ln w="6350">
            <a:solidFill>
              <a:schemeClr val="accent1"/>
            </a:solidFill>
            <a:round/>
            <a:headEnd/>
            <a:tailEnd/>
          </a:ln>
          <a:effectLst/>
        </p:spPr>
        <p:txBody>
          <a:bodyPr lIns="101858" tIns="50929" rIns="101858" bIns="50929"/>
          <a:lstStyle/>
          <a:p>
            <a:pPr>
              <a:defRPr/>
            </a:pPr>
            <a:endParaRPr lang="en-US" dirty="0"/>
          </a:p>
        </p:txBody>
      </p:sp>
    </p:spTree>
    <p:extLst>
      <p:ext uri="{BB962C8B-B14F-4D97-AF65-F5344CB8AC3E}">
        <p14:creationId xmlns:p14="http://schemas.microsoft.com/office/powerpoint/2010/main" val="16525474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ios 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aseline="0"/>
            </a:lvl1pPr>
          </a:lstStyle>
          <a:p>
            <a:r>
              <a:rPr lang="en-US" smtClean="0"/>
              <a:t>Click to edit Master title style</a:t>
            </a:r>
            <a:endParaRPr lang="en-US"/>
          </a:p>
        </p:txBody>
      </p:sp>
      <p:sp>
        <p:nvSpPr>
          <p:cNvPr id="3" name="Content Placeholder 2"/>
          <p:cNvSpPr>
            <a:spLocks noGrp="1"/>
          </p:cNvSpPr>
          <p:nvPr>
            <p:ph sz="half" idx="1"/>
          </p:nvPr>
        </p:nvSpPr>
        <p:spPr>
          <a:xfrm>
            <a:off x="293688" y="1235075"/>
            <a:ext cx="4526280" cy="5938838"/>
          </a:xfrm>
        </p:spPr>
        <p:txBody>
          <a:bodyPr/>
          <a:lstStyle>
            <a:lvl1pPr algn="just">
              <a:spcBef>
                <a:spcPts val="2400"/>
              </a:spcBef>
              <a:defRPr sz="1300"/>
            </a:lvl1pPr>
            <a:lvl2pPr algn="just">
              <a:spcBef>
                <a:spcPts val="0"/>
              </a:spcBef>
              <a:defRPr sz="1100"/>
            </a:lvl2pPr>
            <a:lvl3pPr algn="just">
              <a:spcBef>
                <a:spcPts val="300"/>
              </a:spcBef>
              <a:defRPr sz="1100"/>
            </a:lvl3pPr>
            <a:lvl4pPr algn="just">
              <a:spcBef>
                <a:spcPts val="300"/>
              </a:spcBef>
              <a:defRPr sz="1100"/>
            </a:lvl4pPr>
            <a:lvl5pPr algn="just">
              <a:spcBef>
                <a:spcPts val="300"/>
              </a:spcBef>
              <a:defRPr sz="1100"/>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213350" y="1235075"/>
            <a:ext cx="4526280" cy="5938838"/>
          </a:xfrm>
        </p:spPr>
        <p:txBody>
          <a:bodyPr/>
          <a:lstStyle>
            <a:lvl1pPr algn="just">
              <a:spcBef>
                <a:spcPts val="2400"/>
              </a:spcBef>
              <a:defRPr sz="1300"/>
            </a:lvl1pPr>
            <a:lvl2pPr algn="just">
              <a:spcBef>
                <a:spcPts val="0"/>
              </a:spcBef>
              <a:defRPr sz="1100"/>
            </a:lvl2pPr>
            <a:lvl3pPr algn="just">
              <a:defRPr sz="1100"/>
            </a:lvl3pPr>
            <a:lvl4pPr algn="just">
              <a:defRPr sz="1100"/>
            </a:lvl4pPr>
            <a:lvl5pPr algn="just">
              <a:defRPr sz="1100"/>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6110181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aseline="0"/>
            </a:lvl1pPr>
          </a:lstStyle>
          <a:p>
            <a:r>
              <a:rPr lang="en-US" smtClean="0"/>
              <a:t>Click to edit Master title style</a:t>
            </a:r>
            <a:endParaRPr lang="en-US"/>
          </a:p>
        </p:txBody>
      </p:sp>
      <p:sp>
        <p:nvSpPr>
          <p:cNvPr id="3" name="Content Placeholder 2"/>
          <p:cNvSpPr>
            <a:spLocks noGrp="1"/>
          </p:cNvSpPr>
          <p:nvPr>
            <p:ph sz="half" idx="1"/>
          </p:nvPr>
        </p:nvSpPr>
        <p:spPr>
          <a:xfrm>
            <a:off x="293688" y="1235075"/>
            <a:ext cx="4526280" cy="5938838"/>
          </a:xfrm>
        </p:spPr>
        <p:txBody>
          <a:bodyPr/>
          <a:lstStyle>
            <a:lvl1pPr algn="just">
              <a:defRPr sz="1400"/>
            </a:lvl1pPr>
            <a:lvl2pPr algn="just">
              <a:defRPr sz="1300"/>
            </a:lvl2pPr>
            <a:lvl3pPr algn="just">
              <a:defRPr sz="1300"/>
            </a:lvl3pPr>
            <a:lvl4pPr algn="just">
              <a:defRPr sz="1300"/>
            </a:lvl4pPr>
            <a:lvl5pPr algn="just">
              <a:defRPr sz="1300"/>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213350" y="1235075"/>
            <a:ext cx="4526280" cy="5938838"/>
          </a:xfrm>
        </p:spPr>
        <p:txBody>
          <a:bodyPr/>
          <a:lstStyle>
            <a:lvl1pPr algn="just">
              <a:defRPr sz="1400"/>
            </a:lvl1pPr>
            <a:lvl2pPr algn="just">
              <a:defRPr sz="1300"/>
            </a:lvl2pPr>
            <a:lvl3pPr algn="just">
              <a:defRPr sz="1300"/>
            </a:lvl3pPr>
            <a:lvl4pPr algn="just">
              <a:defRPr sz="1300"/>
            </a:lvl4pPr>
            <a:lvl5pPr algn="just">
              <a:defRPr sz="1300"/>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31534523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293688" y="1235075"/>
            <a:ext cx="4526280" cy="725064"/>
          </a:xfrm>
        </p:spPr>
        <p:txBody>
          <a:bodyPr anchor="t"/>
          <a:lstStyle>
            <a:lvl1pPr marL="0" indent="0">
              <a:buNone/>
              <a:defRPr sz="1400" b="1"/>
            </a:lvl1pPr>
            <a:lvl2pPr marL="509412" indent="0">
              <a:buNone/>
              <a:defRPr sz="2200" b="1"/>
            </a:lvl2pPr>
            <a:lvl3pPr marL="1018824" indent="0">
              <a:buNone/>
              <a:defRPr sz="2000" b="1"/>
            </a:lvl3pPr>
            <a:lvl4pPr marL="1528237" indent="0">
              <a:buNone/>
              <a:defRPr sz="1800" b="1"/>
            </a:lvl4pPr>
            <a:lvl5pPr marL="2037649" indent="0">
              <a:buNone/>
              <a:defRPr sz="1800" b="1"/>
            </a:lvl5pPr>
            <a:lvl6pPr marL="2547061" indent="0">
              <a:buNone/>
              <a:defRPr sz="1800" b="1"/>
            </a:lvl6pPr>
            <a:lvl7pPr marL="3056473" indent="0">
              <a:buNone/>
              <a:defRPr sz="1800" b="1"/>
            </a:lvl7pPr>
            <a:lvl8pPr marL="3565886" indent="0">
              <a:buNone/>
              <a:defRPr sz="1800" b="1"/>
            </a:lvl8pPr>
            <a:lvl9pPr marL="4075298" indent="0">
              <a:buNone/>
              <a:defRPr sz="1800" b="1"/>
            </a:lvl9pPr>
          </a:lstStyle>
          <a:p>
            <a:pPr lvl="0"/>
            <a:r>
              <a:rPr lang="en-US" dirty="0" smtClean="0"/>
              <a:t>Click to edit Master text styles</a:t>
            </a:r>
          </a:p>
        </p:txBody>
      </p:sp>
      <p:sp>
        <p:nvSpPr>
          <p:cNvPr id="4" name="Content Placeholder 3"/>
          <p:cNvSpPr>
            <a:spLocks noGrp="1"/>
          </p:cNvSpPr>
          <p:nvPr>
            <p:ph sz="half" idx="2"/>
          </p:nvPr>
        </p:nvSpPr>
        <p:spPr>
          <a:xfrm>
            <a:off x="293688" y="1960139"/>
            <a:ext cx="4526280" cy="5213774"/>
          </a:xfrm>
        </p:spPr>
        <p:txBody>
          <a:bodyPr/>
          <a:lstStyle>
            <a:lvl1pPr algn="just">
              <a:defRPr sz="1300"/>
            </a:lvl1pPr>
            <a:lvl2pPr algn="just">
              <a:defRPr sz="1300"/>
            </a:lvl2pPr>
            <a:lvl3pPr algn="just">
              <a:defRPr sz="1300"/>
            </a:lvl3pPr>
            <a:lvl4pPr algn="just">
              <a:defRPr sz="1300"/>
            </a:lvl4pPr>
            <a:lvl5pPr algn="just">
              <a:defRPr sz="1300"/>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3"/>
          </p:nvPr>
        </p:nvSpPr>
        <p:spPr>
          <a:xfrm>
            <a:off x="5208270" y="1235075"/>
            <a:ext cx="4526280" cy="725064"/>
          </a:xfrm>
        </p:spPr>
        <p:txBody>
          <a:bodyPr anchor="t"/>
          <a:lstStyle>
            <a:lvl1pPr marL="0" indent="0">
              <a:buNone/>
              <a:defRPr sz="1400" b="1"/>
            </a:lvl1pPr>
            <a:lvl2pPr marL="509412" indent="0">
              <a:buNone/>
              <a:defRPr sz="2200" b="1"/>
            </a:lvl2pPr>
            <a:lvl3pPr marL="1018824" indent="0">
              <a:buNone/>
              <a:defRPr sz="2000" b="1"/>
            </a:lvl3pPr>
            <a:lvl4pPr marL="1528237" indent="0">
              <a:buNone/>
              <a:defRPr sz="1800" b="1"/>
            </a:lvl4pPr>
            <a:lvl5pPr marL="2037649" indent="0">
              <a:buNone/>
              <a:defRPr sz="1800" b="1"/>
            </a:lvl5pPr>
            <a:lvl6pPr marL="2547061" indent="0">
              <a:buNone/>
              <a:defRPr sz="1800" b="1"/>
            </a:lvl6pPr>
            <a:lvl7pPr marL="3056473" indent="0">
              <a:buNone/>
              <a:defRPr sz="1800" b="1"/>
            </a:lvl7pPr>
            <a:lvl8pPr marL="3565886" indent="0">
              <a:buNone/>
              <a:defRPr sz="1800" b="1"/>
            </a:lvl8pPr>
            <a:lvl9pPr marL="4075298" indent="0">
              <a:buNone/>
              <a:defRPr sz="1800" b="1"/>
            </a:lvl9pPr>
          </a:lstStyle>
          <a:p>
            <a:pPr lvl="0"/>
            <a:r>
              <a:rPr lang="en-US" dirty="0" smtClean="0"/>
              <a:t>Click to edit Master text styles</a:t>
            </a:r>
          </a:p>
        </p:txBody>
      </p:sp>
      <p:sp>
        <p:nvSpPr>
          <p:cNvPr id="6" name="Content Placeholder 5"/>
          <p:cNvSpPr>
            <a:spLocks noGrp="1"/>
          </p:cNvSpPr>
          <p:nvPr>
            <p:ph sz="quarter" idx="4"/>
          </p:nvPr>
        </p:nvSpPr>
        <p:spPr>
          <a:xfrm>
            <a:off x="5208270" y="1960139"/>
            <a:ext cx="4526280" cy="5213774"/>
          </a:xfrm>
        </p:spPr>
        <p:txBody>
          <a:bodyPr/>
          <a:lstStyle>
            <a:lvl1pPr algn="just">
              <a:defRPr sz="1300"/>
            </a:lvl1pPr>
            <a:lvl2pPr algn="just">
              <a:defRPr sz="1300"/>
            </a:lvl2pPr>
            <a:lvl3pPr algn="just">
              <a:defRPr sz="1300"/>
            </a:lvl3pPr>
            <a:lvl4pPr algn="just">
              <a:defRPr sz="1300"/>
            </a:lvl4pPr>
            <a:lvl5pPr algn="just">
              <a:defRPr sz="13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15619624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allout Tal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a:xfrm>
            <a:off x="293687" y="1235075"/>
            <a:ext cx="1839913" cy="5938837"/>
          </a:xfrm>
        </p:spPr>
        <p:txBody>
          <a:bodyPr/>
          <a:lstStyle>
            <a:lvl1pPr>
              <a:spcBef>
                <a:spcPts val="2400"/>
              </a:spcBef>
              <a:defRPr sz="1300"/>
            </a:lvl1pPr>
            <a:lvl2pPr>
              <a:defRPr sz="1100"/>
            </a:lvl2pPr>
            <a:lvl3pPr>
              <a:spcBef>
                <a:spcPts val="600"/>
              </a:spcBef>
              <a:defRPr sz="1100"/>
            </a:lvl3pPr>
            <a:lvl4pPr>
              <a:defRPr sz="1100"/>
            </a:lvl4pPr>
            <a:lvl5pPr>
              <a:defRPr sz="11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Content Placeholder 6"/>
          <p:cNvSpPr>
            <a:spLocks noGrp="1"/>
          </p:cNvSpPr>
          <p:nvPr>
            <p:ph sz="quarter" idx="13"/>
          </p:nvPr>
        </p:nvSpPr>
        <p:spPr>
          <a:xfrm>
            <a:off x="2514600" y="1235075"/>
            <a:ext cx="7214616" cy="5938838"/>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8" name="Line 31"/>
          <p:cNvSpPr>
            <a:spLocks noChangeShapeType="1"/>
          </p:cNvSpPr>
          <p:nvPr userDrawn="1"/>
        </p:nvSpPr>
        <p:spPr bwMode="auto">
          <a:xfrm>
            <a:off x="2302546" y="1235074"/>
            <a:ext cx="0" cy="6062472"/>
          </a:xfrm>
          <a:prstGeom prst="line">
            <a:avLst/>
          </a:prstGeom>
          <a:noFill/>
          <a:ln w="6350">
            <a:solidFill>
              <a:schemeClr val="accent1"/>
            </a:solidFill>
            <a:round/>
            <a:headEnd/>
            <a:tailEnd/>
          </a:ln>
          <a:effectLst/>
        </p:spPr>
        <p:txBody>
          <a:bodyPr lIns="101858" tIns="50929" rIns="101858" bIns="50929"/>
          <a:lstStyle/>
          <a:p>
            <a:pPr>
              <a:defRPr/>
            </a:pPr>
            <a:endParaRPr lang="en-US" dirty="0"/>
          </a:p>
        </p:txBody>
      </p:sp>
      <p:sp>
        <p:nvSpPr>
          <p:cNvPr id="6"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39012772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allout Shor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a:xfrm>
            <a:off x="293687" y="1874838"/>
            <a:ext cx="1839913" cy="5299074"/>
          </a:xfrm>
        </p:spPr>
        <p:txBody>
          <a:bodyPr/>
          <a:lstStyle>
            <a:lvl1pPr>
              <a:spcBef>
                <a:spcPts val="2400"/>
              </a:spcBef>
              <a:defRPr sz="1300"/>
            </a:lvl1pPr>
            <a:lvl2pPr>
              <a:defRPr sz="1100"/>
            </a:lvl2pPr>
            <a:lvl3pPr>
              <a:spcBef>
                <a:spcPts val="600"/>
              </a:spcBef>
              <a:defRPr sz="1100"/>
            </a:lvl3pPr>
            <a:lvl4pPr>
              <a:defRPr sz="1100"/>
            </a:lvl4pPr>
            <a:lvl5pPr>
              <a:defRPr sz="11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Content Placeholder 6"/>
          <p:cNvSpPr>
            <a:spLocks noGrp="1"/>
          </p:cNvSpPr>
          <p:nvPr>
            <p:ph sz="quarter" idx="13"/>
          </p:nvPr>
        </p:nvSpPr>
        <p:spPr>
          <a:xfrm>
            <a:off x="2514600" y="1874837"/>
            <a:ext cx="7214616" cy="5299075"/>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8" name="Line 31"/>
          <p:cNvSpPr>
            <a:spLocks noChangeShapeType="1"/>
          </p:cNvSpPr>
          <p:nvPr userDrawn="1"/>
        </p:nvSpPr>
        <p:spPr bwMode="auto">
          <a:xfrm>
            <a:off x="2302546" y="1905000"/>
            <a:ext cx="0" cy="5392546"/>
          </a:xfrm>
          <a:prstGeom prst="line">
            <a:avLst/>
          </a:prstGeom>
          <a:noFill/>
          <a:ln w="6350">
            <a:solidFill>
              <a:schemeClr val="accent1"/>
            </a:solidFill>
            <a:round/>
            <a:headEnd/>
            <a:tailEnd/>
          </a:ln>
          <a:effectLst/>
        </p:spPr>
        <p:txBody>
          <a:bodyPr lIns="101858" tIns="50929" rIns="101858" bIns="50929"/>
          <a:lstStyle/>
          <a:p>
            <a:pPr>
              <a:defRPr/>
            </a:pPr>
            <a:endParaRPr lang="en-US" dirty="0"/>
          </a:p>
        </p:txBody>
      </p:sp>
      <p:sp>
        <p:nvSpPr>
          <p:cNvPr id="6"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218857392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368997541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7023241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emf"/><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51"/>
          <p:cNvSpPr>
            <a:spLocks noChangeArrowheads="1"/>
          </p:cNvSpPr>
          <p:nvPr userDrawn="1"/>
        </p:nvSpPr>
        <p:spPr bwMode="auto">
          <a:xfrm>
            <a:off x="228600" y="230122"/>
            <a:ext cx="9601200" cy="649224"/>
          </a:xfrm>
          <a:prstGeom prst="rect">
            <a:avLst/>
          </a:prstGeom>
          <a:solidFill>
            <a:schemeClr val="accent1"/>
          </a:solidFill>
          <a:ln w="9525">
            <a:noFill/>
            <a:miter lim="800000"/>
            <a:headEnd/>
            <a:tailEnd/>
          </a:ln>
          <a:effectLst/>
        </p:spPr>
        <p:txBody>
          <a:bodyPr wrap="none" lIns="101847" tIns="50923" rIns="101847" bIns="50923" anchor="ctr"/>
          <a:lstStyle/>
          <a:p>
            <a:pPr>
              <a:defRPr/>
            </a:pPr>
            <a:endParaRPr lang="en-US" dirty="0"/>
          </a:p>
        </p:txBody>
      </p:sp>
      <p:sp>
        <p:nvSpPr>
          <p:cNvPr id="2" name="Title Placeholder 1"/>
          <p:cNvSpPr>
            <a:spLocks noGrp="1"/>
          </p:cNvSpPr>
          <p:nvPr>
            <p:ph type="title"/>
          </p:nvPr>
        </p:nvSpPr>
        <p:spPr>
          <a:xfrm>
            <a:off x="2895600" y="261941"/>
            <a:ext cx="6867524" cy="609600"/>
          </a:xfrm>
          <a:prstGeom prst="rect">
            <a:avLst/>
          </a:prstGeom>
        </p:spPr>
        <p:txBody>
          <a:bodyPr vert="horz" lIns="0" tIns="0" rIns="0" bIns="0" rtlCol="0" anchor="t" anchorCtr="0">
            <a:no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293687" y="1235075"/>
            <a:ext cx="9469437" cy="5938837"/>
          </a:xfrm>
          <a:prstGeom prst="rect">
            <a:avLst/>
          </a:prstGeom>
        </p:spPr>
        <p:txBody>
          <a:bodyPr vert="horz" lIns="0" tIns="0" rIns="0" bIns="0" rtlCol="0" anchor="t" anchorCtr="0">
            <a:no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Rectangle 200"/>
          <p:cNvSpPr>
            <a:spLocks noChangeArrowheads="1"/>
          </p:cNvSpPr>
          <p:nvPr userDrawn="1"/>
        </p:nvSpPr>
        <p:spPr bwMode="auto">
          <a:xfrm>
            <a:off x="228600" y="7323416"/>
            <a:ext cx="827723" cy="213400"/>
          </a:xfrm>
          <a:prstGeom prst="rect">
            <a:avLst/>
          </a:prstGeom>
          <a:noFill/>
          <a:ln w="9525">
            <a:noFill/>
            <a:miter lim="800000"/>
            <a:headEnd/>
            <a:tailEnd/>
          </a:ln>
          <a:effectLst/>
        </p:spPr>
        <p:txBody>
          <a:bodyPr lIns="0" tIns="0" rIns="0" bIns="0" anchor="b"/>
          <a:lstStyle/>
          <a:p>
            <a:pPr algn="l">
              <a:defRPr/>
            </a:pPr>
            <a:r>
              <a:rPr lang="en-US" sz="900" b="1" dirty="0" smtClean="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10" name="Straight Connector 9"/>
          <p:cNvCxnSpPr/>
          <p:nvPr userDrawn="1"/>
        </p:nvCxnSpPr>
        <p:spPr>
          <a:xfrm>
            <a:off x="228600" y="7291071"/>
            <a:ext cx="9601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1" name="Picture 10"/>
          <p:cNvPicPr>
            <a:picLocks noChangeAspect="1"/>
          </p:cNvPicPr>
          <p:nvPr userDrawn="1"/>
        </p:nvPicPr>
        <p:blipFill>
          <a:blip r:embed="rId19"/>
          <a:stretch>
            <a:fillRect/>
          </a:stretch>
        </p:blipFill>
        <p:spPr>
          <a:xfrm>
            <a:off x="283529" y="320040"/>
            <a:ext cx="2478795" cy="457200"/>
          </a:xfrm>
          <a:prstGeom prst="rect">
            <a:avLst/>
          </a:prstGeom>
        </p:spPr>
      </p:pic>
    </p:spTree>
    <p:extLst>
      <p:ext uri="{BB962C8B-B14F-4D97-AF65-F5344CB8AC3E}">
        <p14:creationId xmlns:p14="http://schemas.microsoft.com/office/powerpoint/2010/main" val="1878609759"/>
      </p:ext>
    </p:extLst>
  </p:cSld>
  <p:clrMap bg1="lt1" tx1="dk1" bg2="lt2" tx2="dk2" accent1="accent1" accent2="accent2" accent3="accent3" accent4="accent4" accent5="accent5" accent6="accent6" hlink="hlink" folHlink="folHlink"/>
  <p:sldLayoutIdLst>
    <p:sldLayoutId id="2147483649" r:id="rId1"/>
    <p:sldLayoutId id="2147483666" r:id="rId2"/>
    <p:sldLayoutId id="2147483667" r:id="rId3"/>
    <p:sldLayoutId id="2147483668" r:id="rId4"/>
    <p:sldLayoutId id="2147483669" r:id="rId5"/>
    <p:sldLayoutId id="2147483670" r:id="rId6"/>
    <p:sldLayoutId id="2147483671" r:id="rId7"/>
    <p:sldLayoutId id="2147483650" r:id="rId8"/>
    <p:sldLayoutId id="2147483664" r:id="rId9"/>
    <p:sldLayoutId id="2147483651" r:id="rId10"/>
    <p:sldLayoutId id="2147483652" r:id="rId11"/>
    <p:sldLayoutId id="2147483665" r:id="rId12"/>
    <p:sldLayoutId id="2147483653" r:id="rId13"/>
    <p:sldLayoutId id="2147483656" r:id="rId14"/>
    <p:sldLayoutId id="2147483657" r:id="rId15"/>
    <p:sldLayoutId id="2147483654" r:id="rId16"/>
    <p:sldLayoutId id="2147483655" r:id="rId17"/>
  </p:sldLayoutIdLst>
  <p:txStyles>
    <p:titleStyle>
      <a:lvl1pPr algn="r" defTabSz="1018824" rtl="0" eaLnBrk="1" latinLnBrk="0" hangingPunct="1">
        <a:lnSpc>
          <a:spcPct val="110000"/>
        </a:lnSpc>
        <a:spcBef>
          <a:spcPct val="0"/>
        </a:spcBef>
        <a:buNone/>
        <a:defRPr sz="1400" b="1" kern="1200" cap="all" baseline="0">
          <a:solidFill>
            <a:schemeClr val="bg1"/>
          </a:solidFill>
          <a:latin typeface="+mj-lt"/>
          <a:ea typeface="+mj-ea"/>
          <a:cs typeface="+mj-cs"/>
        </a:defRPr>
      </a:lvl1pPr>
    </p:titleStyle>
    <p:bodyStyle>
      <a:lvl1pPr marL="0" indent="0" algn="l" defTabSz="1018824" rtl="0" eaLnBrk="1" latinLnBrk="0" hangingPunct="1">
        <a:lnSpc>
          <a:spcPct val="110000"/>
        </a:lnSpc>
        <a:spcBef>
          <a:spcPts val="1800"/>
        </a:spcBef>
        <a:buFont typeface="Arial" panose="020B0604020202020204" pitchFamily="34" charset="0"/>
        <a:buNone/>
        <a:defRPr sz="1400" b="1" kern="1200">
          <a:solidFill>
            <a:schemeClr val="accent1"/>
          </a:solidFill>
          <a:latin typeface="+mj-lt"/>
          <a:ea typeface="+mn-ea"/>
          <a:cs typeface="+mn-cs"/>
        </a:defRPr>
      </a:lvl1pPr>
      <a:lvl2pPr marL="0" indent="0" algn="l" defTabSz="1018824" rtl="0" eaLnBrk="1" latinLnBrk="0" hangingPunct="1">
        <a:lnSpc>
          <a:spcPct val="110000"/>
        </a:lnSpc>
        <a:spcBef>
          <a:spcPts val="1500"/>
        </a:spcBef>
        <a:buFont typeface="Arial" panose="020B0604020202020204" pitchFamily="34" charset="0"/>
        <a:buNone/>
        <a:defRPr sz="1300" b="1" kern="1200">
          <a:solidFill>
            <a:schemeClr val="tx1"/>
          </a:solidFill>
          <a:latin typeface="+mj-lt"/>
          <a:ea typeface="+mn-ea"/>
          <a:cs typeface="+mn-cs"/>
        </a:defRPr>
      </a:lvl2pPr>
      <a:lvl3pPr marL="1588" indent="0" algn="l" defTabSz="1018824" rtl="0" eaLnBrk="1" latinLnBrk="0" hangingPunct="1">
        <a:lnSpc>
          <a:spcPct val="110000"/>
        </a:lnSpc>
        <a:spcBef>
          <a:spcPts val="300"/>
        </a:spcBef>
        <a:buFont typeface="Arial" panose="020B0604020202020204" pitchFamily="34" charset="0"/>
        <a:buNone/>
        <a:defRPr sz="1300" kern="1200">
          <a:solidFill>
            <a:schemeClr val="tx1"/>
          </a:solidFill>
          <a:latin typeface="+mj-lt"/>
          <a:ea typeface="+mn-ea"/>
          <a:cs typeface="+mn-cs"/>
        </a:defRPr>
      </a:lvl3pPr>
      <a:lvl4pPr marL="173038" indent="-173038" algn="l" defTabSz="1018824" rtl="0" eaLnBrk="1" latinLnBrk="0" hangingPunct="1">
        <a:lnSpc>
          <a:spcPct val="110000"/>
        </a:lnSpc>
        <a:spcBef>
          <a:spcPts val="300"/>
        </a:spcBef>
        <a:buSzPct val="80000"/>
        <a:buFont typeface="Arial" panose="020B0604020202020204" pitchFamily="34" charset="0"/>
        <a:buChar char="•"/>
        <a:defRPr sz="1300" kern="1200">
          <a:solidFill>
            <a:schemeClr val="tx1"/>
          </a:solidFill>
          <a:latin typeface="+mj-lt"/>
          <a:ea typeface="+mn-ea"/>
          <a:cs typeface="+mn-cs"/>
        </a:defRPr>
      </a:lvl4pPr>
      <a:lvl5pPr marL="385763" indent="-206375" algn="l" defTabSz="1018824" rtl="0" eaLnBrk="1" latinLnBrk="0" hangingPunct="1">
        <a:lnSpc>
          <a:spcPct val="110000"/>
        </a:lnSpc>
        <a:spcBef>
          <a:spcPts val="300"/>
        </a:spcBef>
        <a:buFont typeface="Arial" panose="020B0604020202020204" pitchFamily="34" charset="0"/>
        <a:buChar char="–"/>
        <a:defRPr sz="1300" kern="1200">
          <a:solidFill>
            <a:schemeClr val="tx1"/>
          </a:solidFill>
          <a:latin typeface="+mj-lt"/>
          <a:ea typeface="+mn-ea"/>
          <a:cs typeface="+mn-cs"/>
        </a:defRPr>
      </a:lvl5pPr>
      <a:lvl6pPr marL="2801767"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6pPr>
      <a:lvl7pPr marL="3311180"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7pPr>
      <a:lvl8pPr marL="3820592"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8pPr>
      <a:lvl9pPr marL="4330004"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9pPr>
    </p:bodyStyle>
    <p:otherStyle>
      <a:defPPr>
        <a:defRPr lang="en-US"/>
      </a:defPPr>
      <a:lvl1pPr marL="0" algn="l" defTabSz="1018824" rtl="0" eaLnBrk="1" latinLnBrk="0" hangingPunct="1">
        <a:defRPr sz="2000" kern="1200">
          <a:solidFill>
            <a:schemeClr val="tx1"/>
          </a:solidFill>
          <a:latin typeface="+mn-lt"/>
          <a:ea typeface="+mn-ea"/>
          <a:cs typeface="+mn-cs"/>
        </a:defRPr>
      </a:lvl1pPr>
      <a:lvl2pPr marL="509412" algn="l" defTabSz="1018824" rtl="0" eaLnBrk="1" latinLnBrk="0" hangingPunct="1">
        <a:defRPr sz="2000" kern="1200">
          <a:solidFill>
            <a:schemeClr val="tx1"/>
          </a:solidFill>
          <a:latin typeface="+mn-lt"/>
          <a:ea typeface="+mn-ea"/>
          <a:cs typeface="+mn-cs"/>
        </a:defRPr>
      </a:lvl2pPr>
      <a:lvl3pPr marL="1018824" algn="l" defTabSz="1018824" rtl="0" eaLnBrk="1" latinLnBrk="0" hangingPunct="1">
        <a:defRPr sz="2000" kern="1200">
          <a:solidFill>
            <a:schemeClr val="tx1"/>
          </a:solidFill>
          <a:latin typeface="+mn-lt"/>
          <a:ea typeface="+mn-ea"/>
          <a:cs typeface="+mn-cs"/>
        </a:defRPr>
      </a:lvl3pPr>
      <a:lvl4pPr marL="1528237" algn="l" defTabSz="1018824" rtl="0" eaLnBrk="1" latinLnBrk="0" hangingPunct="1">
        <a:defRPr sz="2000" kern="1200">
          <a:solidFill>
            <a:schemeClr val="tx1"/>
          </a:solidFill>
          <a:latin typeface="+mn-lt"/>
          <a:ea typeface="+mn-ea"/>
          <a:cs typeface="+mn-cs"/>
        </a:defRPr>
      </a:lvl4pPr>
      <a:lvl5pPr marL="2037649" algn="l" defTabSz="1018824" rtl="0" eaLnBrk="1" latinLnBrk="0" hangingPunct="1">
        <a:defRPr sz="2000" kern="1200">
          <a:solidFill>
            <a:schemeClr val="tx1"/>
          </a:solidFill>
          <a:latin typeface="+mn-lt"/>
          <a:ea typeface="+mn-ea"/>
          <a:cs typeface="+mn-cs"/>
        </a:defRPr>
      </a:lvl5pPr>
      <a:lvl6pPr marL="2547061" algn="l" defTabSz="1018824" rtl="0" eaLnBrk="1" latinLnBrk="0" hangingPunct="1">
        <a:defRPr sz="2000" kern="1200">
          <a:solidFill>
            <a:schemeClr val="tx1"/>
          </a:solidFill>
          <a:latin typeface="+mn-lt"/>
          <a:ea typeface="+mn-ea"/>
          <a:cs typeface="+mn-cs"/>
        </a:defRPr>
      </a:lvl6pPr>
      <a:lvl7pPr marL="3056473" algn="l" defTabSz="1018824" rtl="0" eaLnBrk="1" latinLnBrk="0" hangingPunct="1">
        <a:defRPr sz="2000" kern="1200">
          <a:solidFill>
            <a:schemeClr val="tx1"/>
          </a:solidFill>
          <a:latin typeface="+mn-lt"/>
          <a:ea typeface="+mn-ea"/>
          <a:cs typeface="+mn-cs"/>
        </a:defRPr>
      </a:lvl7pPr>
      <a:lvl8pPr marL="3565886" algn="l" defTabSz="1018824" rtl="0" eaLnBrk="1" latinLnBrk="0" hangingPunct="1">
        <a:defRPr sz="2000" kern="1200">
          <a:solidFill>
            <a:schemeClr val="tx1"/>
          </a:solidFill>
          <a:latin typeface="+mn-lt"/>
          <a:ea typeface="+mn-ea"/>
          <a:cs typeface="+mn-cs"/>
        </a:defRPr>
      </a:lvl8pPr>
      <a:lvl9pPr marL="4075298" algn="l" defTabSz="1018824" rtl="0" eaLnBrk="1" latinLnBrk="0" hangingPunct="1">
        <a:defRPr sz="2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Investment Style</a:t>
            </a:r>
            <a:endParaRPr lang="en-US" dirty="0"/>
          </a:p>
        </p:txBody>
      </p:sp>
      <p:sp>
        <p:nvSpPr>
          <p:cNvPr id="16" name="Content Placeholder 12"/>
          <p:cNvSpPr>
            <a:spLocks noGrp="1"/>
          </p:cNvSpPr>
          <p:nvPr>
            <p:ph idx="1"/>
          </p:nvPr>
        </p:nvSpPr>
        <p:spPr>
          <a:xfrm>
            <a:off x="293687" y="1235075"/>
            <a:ext cx="1839913" cy="5927725"/>
          </a:xfrm>
        </p:spPr>
        <p:txBody>
          <a:bodyPr/>
          <a:lstStyle/>
          <a:p>
            <a:pPr>
              <a:lnSpc>
                <a:spcPct val="100000"/>
              </a:lnSpc>
              <a:spcBef>
                <a:spcPts val="0"/>
              </a:spcBef>
            </a:pPr>
            <a:r>
              <a:rPr lang="en-US" sz="1200" b="0" dirty="0" smtClean="0">
                <a:solidFill>
                  <a:schemeClr val="tx1"/>
                </a:solidFill>
                <a:latin typeface="+mn-lt"/>
              </a:rPr>
              <a:t>The </a:t>
            </a:r>
            <a:r>
              <a:rPr lang="en-US" sz="1200" dirty="0" smtClean="0">
                <a:solidFill>
                  <a:schemeClr val="tx1"/>
                </a:solidFill>
                <a:latin typeface="+mn-lt"/>
              </a:rPr>
              <a:t>investment style</a:t>
            </a:r>
            <a:r>
              <a:rPr lang="en-US" sz="1200" b="0" dirty="0" smtClean="0">
                <a:solidFill>
                  <a:schemeClr val="tx1"/>
                </a:solidFill>
                <a:latin typeface="+mn-lt"/>
              </a:rPr>
              <a:t> provides an indication of how portfolio managers reach their investment decisions and how long they intend to hold their positions. In addition, it provides insight into the portfolio construction process and the manager’s investment strategy. </a:t>
            </a:r>
          </a:p>
          <a:p>
            <a:pPr>
              <a:lnSpc>
                <a:spcPct val="100000"/>
              </a:lnSpc>
              <a:spcBef>
                <a:spcPts val="0"/>
              </a:spcBef>
            </a:pPr>
            <a:endParaRPr lang="en-US" sz="1200" b="0" dirty="0">
              <a:solidFill>
                <a:schemeClr val="tx1"/>
              </a:solidFill>
              <a:latin typeface="+mn-lt"/>
            </a:endParaRPr>
          </a:p>
          <a:p>
            <a:pPr>
              <a:lnSpc>
                <a:spcPct val="100000"/>
              </a:lnSpc>
              <a:spcBef>
                <a:spcPts val="0"/>
              </a:spcBef>
            </a:pPr>
            <a:r>
              <a:rPr lang="en-US" sz="1200" b="0" dirty="0" smtClean="0">
                <a:solidFill>
                  <a:schemeClr val="tx1"/>
                </a:solidFill>
                <a:latin typeface="+mn-lt"/>
              </a:rPr>
              <a:t>The CRE Long/Short Equity Strategy is strongly Investor-style oriented and consequently relies heavily on fundamental techniques of equity valuation. These include monitoring trends in cash flow, implied Cap rates, balance sheet and income statement analysis etc. From time to time, technical factors such as earnings or return momentum are also taken into account.</a:t>
            </a:r>
            <a:endParaRPr lang="en-US" sz="1200" b="0" dirty="0">
              <a:solidFill>
                <a:schemeClr val="tx1"/>
              </a:solidFill>
              <a:latin typeface="+mn-lt"/>
            </a:endParaRPr>
          </a:p>
          <a:p>
            <a:pPr>
              <a:lnSpc>
                <a:spcPct val="100000"/>
              </a:lnSpc>
              <a:spcBef>
                <a:spcPts val="0"/>
              </a:spcBef>
            </a:pPr>
            <a:endParaRPr lang="en-US" sz="1100" b="0" dirty="0">
              <a:solidFill>
                <a:schemeClr val="tx1"/>
              </a:solidFill>
            </a:endParaRPr>
          </a:p>
          <a:p>
            <a:endParaRPr lang="en-US" sz="1100" b="0" dirty="0" smtClean="0">
              <a:solidFill>
                <a:schemeClr val="tx1"/>
              </a:solidFill>
            </a:endParaRPr>
          </a:p>
          <a:p>
            <a:endParaRPr lang="en-US" sz="1100" b="0" dirty="0">
              <a:solidFill>
                <a:schemeClr val="tx1"/>
              </a:solidFill>
            </a:endParaRPr>
          </a:p>
          <a:p>
            <a:endParaRPr lang="en-US" sz="1100" dirty="0" smtClean="0"/>
          </a:p>
        </p:txBody>
      </p:sp>
      <p:sp>
        <p:nvSpPr>
          <p:cNvPr id="36" name="Rectangle 35"/>
          <p:cNvSpPr/>
          <p:nvPr/>
        </p:nvSpPr>
        <p:spPr>
          <a:xfrm>
            <a:off x="877264" y="7349978"/>
            <a:ext cx="1297150" cy="230832"/>
          </a:xfrm>
          <a:prstGeom prst="rect">
            <a:avLst/>
          </a:prstGeom>
        </p:spPr>
        <p:txBody>
          <a:bodyPr wrap="none">
            <a:spAutoFit/>
          </a:bodyPr>
          <a:lstStyle/>
          <a:p>
            <a:r>
              <a:rPr lang="en-US" sz="900" dirty="0"/>
              <a:t>Source: </a:t>
            </a:r>
            <a:r>
              <a:rPr lang="en-US" sz="900" dirty="0" smtClean="0"/>
              <a:t>Blackrock, Cello</a:t>
            </a:r>
            <a:endParaRPr lang="en-US" sz="900" dirty="0"/>
          </a:p>
        </p:txBody>
      </p:sp>
      <p:sp>
        <p:nvSpPr>
          <p:cNvPr id="3" name="Rectangle 2"/>
          <p:cNvSpPr/>
          <p:nvPr/>
        </p:nvSpPr>
        <p:spPr>
          <a:xfrm>
            <a:off x="2819400" y="2057400"/>
            <a:ext cx="2133600" cy="137160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bg1"/>
                </a:solidFill>
              </a:rPr>
              <a:t>Trader vs </a:t>
            </a:r>
            <a:r>
              <a:rPr lang="en-US" sz="1600" b="1" dirty="0" smtClean="0">
                <a:solidFill>
                  <a:schemeClr val="bg1"/>
                </a:solidFill>
              </a:rPr>
              <a:t>Investor</a:t>
            </a:r>
            <a:endParaRPr lang="en-US" sz="1600" b="1" dirty="0">
              <a:solidFill>
                <a:schemeClr val="bg1"/>
              </a:solidFill>
            </a:endParaRPr>
          </a:p>
        </p:txBody>
      </p:sp>
      <p:sp>
        <p:nvSpPr>
          <p:cNvPr id="7" name="Rectangle 6"/>
          <p:cNvSpPr/>
          <p:nvPr/>
        </p:nvSpPr>
        <p:spPr>
          <a:xfrm>
            <a:off x="4953000" y="2057400"/>
            <a:ext cx="4343400" cy="13716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en-US" sz="1400" dirty="0">
                <a:solidFill>
                  <a:schemeClr val="tx1"/>
                </a:solidFill>
              </a:rPr>
              <a:t>Investor-oriented with heavy reliance on fundamental bottoms-up analysis of company financials. Technical factors such as earnings or return momentum also taken into account</a:t>
            </a:r>
            <a:r>
              <a:rPr lang="en-US" sz="1400" dirty="0" smtClean="0">
                <a:solidFill>
                  <a:schemeClr val="tx1"/>
                </a:solidFill>
              </a:rPr>
              <a:t>.</a:t>
            </a:r>
            <a:endParaRPr lang="en-US" sz="1400" dirty="0">
              <a:solidFill>
                <a:schemeClr val="tx1"/>
              </a:solidFill>
            </a:endParaRPr>
          </a:p>
        </p:txBody>
      </p:sp>
      <p:sp>
        <p:nvSpPr>
          <p:cNvPr id="8" name="Rectangle 7"/>
          <p:cNvSpPr/>
          <p:nvPr/>
        </p:nvSpPr>
        <p:spPr>
          <a:xfrm>
            <a:off x="2819400" y="3695700"/>
            <a:ext cx="2133600" cy="1371600"/>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Holding </a:t>
            </a:r>
            <a:r>
              <a:rPr lang="en-US" b="1" dirty="0" smtClean="0">
                <a:solidFill>
                  <a:schemeClr val="bg1"/>
                </a:solidFill>
              </a:rPr>
              <a:t>Period</a:t>
            </a:r>
            <a:endParaRPr lang="en-US" b="1" dirty="0">
              <a:solidFill>
                <a:schemeClr val="bg1"/>
              </a:solidFill>
            </a:endParaRPr>
          </a:p>
        </p:txBody>
      </p:sp>
      <p:sp>
        <p:nvSpPr>
          <p:cNvPr id="9" name="Rectangle 8"/>
          <p:cNvSpPr/>
          <p:nvPr/>
        </p:nvSpPr>
        <p:spPr>
          <a:xfrm>
            <a:off x="4953000" y="3695700"/>
            <a:ext cx="4343400" cy="137160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2819400" y="5334000"/>
            <a:ext cx="2133600" cy="137160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Investment </a:t>
            </a:r>
            <a:r>
              <a:rPr lang="en-US" b="1" dirty="0" smtClean="0">
                <a:solidFill>
                  <a:schemeClr val="bg1"/>
                </a:solidFill>
              </a:rPr>
              <a:t>Signals</a:t>
            </a:r>
            <a:endParaRPr lang="en-US" b="1" dirty="0">
              <a:solidFill>
                <a:schemeClr val="bg1"/>
              </a:solidFill>
            </a:endParaRPr>
          </a:p>
        </p:txBody>
      </p:sp>
      <p:sp>
        <p:nvSpPr>
          <p:cNvPr id="11" name="Rectangle 10"/>
          <p:cNvSpPr/>
          <p:nvPr/>
        </p:nvSpPr>
        <p:spPr>
          <a:xfrm>
            <a:off x="4953000" y="5334000"/>
            <a:ext cx="4343400" cy="1371600"/>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p:nvSpPr>
        <p:spPr>
          <a:xfrm>
            <a:off x="2819400" y="3664922"/>
            <a:ext cx="2133600" cy="1371600"/>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bg1"/>
                </a:solidFill>
              </a:rPr>
              <a:t>Holding </a:t>
            </a:r>
            <a:r>
              <a:rPr lang="en-US" sz="1600" b="1" dirty="0" smtClean="0">
                <a:solidFill>
                  <a:schemeClr val="bg1"/>
                </a:solidFill>
              </a:rPr>
              <a:t>Period</a:t>
            </a:r>
            <a:endParaRPr lang="en-US" sz="1600" b="1" dirty="0">
              <a:solidFill>
                <a:schemeClr val="bg1"/>
              </a:solidFill>
            </a:endParaRPr>
          </a:p>
        </p:txBody>
      </p:sp>
      <p:sp>
        <p:nvSpPr>
          <p:cNvPr id="21" name="Rectangle 20"/>
          <p:cNvSpPr/>
          <p:nvPr/>
        </p:nvSpPr>
        <p:spPr>
          <a:xfrm>
            <a:off x="4953000" y="3664922"/>
            <a:ext cx="4343400" cy="1402378"/>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en-US" sz="1400" dirty="0">
                <a:solidFill>
                  <a:schemeClr val="tx1"/>
                </a:solidFill>
              </a:rPr>
              <a:t>Longs are more value-oriented: ~6-9 months </a:t>
            </a:r>
          </a:p>
          <a:p>
            <a:pPr lvl="0"/>
            <a:r>
              <a:rPr lang="en-US" sz="1400" dirty="0">
                <a:solidFill>
                  <a:schemeClr val="tx1"/>
                </a:solidFill>
              </a:rPr>
              <a:t>Shorts are more tactical: ~3 </a:t>
            </a:r>
            <a:r>
              <a:rPr lang="en-US" sz="1400" dirty="0" smtClean="0">
                <a:solidFill>
                  <a:schemeClr val="tx1"/>
                </a:solidFill>
              </a:rPr>
              <a:t>months</a:t>
            </a:r>
            <a:endParaRPr lang="en-US" sz="1400" dirty="0">
              <a:solidFill>
                <a:schemeClr val="tx1"/>
              </a:solidFill>
            </a:endParaRPr>
          </a:p>
        </p:txBody>
      </p:sp>
      <p:sp>
        <p:nvSpPr>
          <p:cNvPr id="23" name="Rectangle 22"/>
          <p:cNvSpPr/>
          <p:nvPr/>
        </p:nvSpPr>
        <p:spPr>
          <a:xfrm>
            <a:off x="2819400" y="5303222"/>
            <a:ext cx="2133600" cy="1630978"/>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bg1"/>
                </a:solidFill>
              </a:rPr>
              <a:t>Investment </a:t>
            </a:r>
            <a:r>
              <a:rPr lang="en-US" sz="1600" b="1" dirty="0" smtClean="0">
                <a:solidFill>
                  <a:schemeClr val="bg1"/>
                </a:solidFill>
              </a:rPr>
              <a:t>Signals</a:t>
            </a:r>
            <a:endParaRPr lang="en-US" sz="1600" b="1" dirty="0">
              <a:solidFill>
                <a:schemeClr val="bg1"/>
              </a:solidFill>
            </a:endParaRPr>
          </a:p>
        </p:txBody>
      </p:sp>
      <p:sp>
        <p:nvSpPr>
          <p:cNvPr id="24" name="Rectangle 23"/>
          <p:cNvSpPr/>
          <p:nvPr/>
        </p:nvSpPr>
        <p:spPr>
          <a:xfrm>
            <a:off x="4953000" y="5303222"/>
            <a:ext cx="4343400" cy="1630978"/>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en-US" sz="1400" dirty="0">
                <a:solidFill>
                  <a:schemeClr val="tx1"/>
                </a:solidFill>
              </a:rPr>
              <a:t>Thematic views from the CRE market are considered in conjunction with valuation screens for a universe of ~100-125 CRE-linked equities in order to identify potential long/short targets. An investment thesis is built for each potential target through consideration of Discounts, Catalysts, and Market inefficiencies, among other factors</a:t>
            </a:r>
            <a:r>
              <a:rPr lang="en-US" sz="1400" dirty="0" smtClean="0">
                <a:solidFill>
                  <a:schemeClr val="tx1"/>
                </a:solidFill>
              </a:rPr>
              <a:t>.</a:t>
            </a:r>
            <a:endParaRPr lang="en-US" sz="1400" dirty="0">
              <a:solidFill>
                <a:schemeClr val="tx1"/>
              </a:solidFill>
            </a:endParaRPr>
          </a:p>
        </p:txBody>
      </p:sp>
      <p:sp>
        <p:nvSpPr>
          <p:cNvPr id="18" name="TextBox 17"/>
          <p:cNvSpPr txBox="1"/>
          <p:nvPr/>
        </p:nvSpPr>
        <p:spPr>
          <a:xfrm>
            <a:off x="2819400" y="1600200"/>
            <a:ext cx="2057400" cy="369332"/>
          </a:xfrm>
          <a:prstGeom prst="rect">
            <a:avLst/>
          </a:prstGeom>
          <a:noFill/>
        </p:spPr>
        <p:txBody>
          <a:bodyPr wrap="square" rtlCol="0">
            <a:spAutoFit/>
          </a:bodyPr>
          <a:lstStyle/>
          <a:p>
            <a:r>
              <a:rPr lang="en-US" sz="1800" b="1" dirty="0" smtClean="0">
                <a:solidFill>
                  <a:schemeClr val="accent1"/>
                </a:solidFill>
              </a:rPr>
              <a:t>Style Factors</a:t>
            </a:r>
            <a:endParaRPr lang="en-US" sz="1800" b="1" dirty="0">
              <a:solidFill>
                <a:schemeClr val="accent1"/>
              </a:solidFill>
            </a:endParaRPr>
          </a:p>
        </p:txBody>
      </p:sp>
      <p:sp>
        <p:nvSpPr>
          <p:cNvPr id="26" name="TextBox 25"/>
          <p:cNvSpPr txBox="1"/>
          <p:nvPr/>
        </p:nvSpPr>
        <p:spPr>
          <a:xfrm>
            <a:off x="4949686" y="1619416"/>
            <a:ext cx="2670313" cy="369332"/>
          </a:xfrm>
          <a:prstGeom prst="rect">
            <a:avLst/>
          </a:prstGeom>
          <a:noFill/>
        </p:spPr>
        <p:txBody>
          <a:bodyPr wrap="square" rtlCol="0">
            <a:spAutoFit/>
          </a:bodyPr>
          <a:lstStyle/>
          <a:p>
            <a:r>
              <a:rPr lang="en-US" sz="1800" b="1" dirty="0">
                <a:solidFill>
                  <a:schemeClr val="accent1"/>
                </a:solidFill>
              </a:rPr>
              <a:t>CRE Long/Short Strategy</a:t>
            </a:r>
          </a:p>
        </p:txBody>
      </p:sp>
      <p:cxnSp>
        <p:nvCxnSpPr>
          <p:cNvPr id="27" name="Straight Connector 26"/>
          <p:cNvCxnSpPr/>
          <p:nvPr/>
        </p:nvCxnSpPr>
        <p:spPr>
          <a:xfrm>
            <a:off x="2822714" y="1969532"/>
            <a:ext cx="2111236" cy="2143"/>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4968902" y="1969532"/>
            <a:ext cx="4343400" cy="0"/>
          </a:xfrm>
          <a:prstGeom prst="line">
            <a:avLst/>
          </a:prstGeom>
          <a:ln w="381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1464763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3200400" y="1143000"/>
            <a:ext cx="6400800" cy="173736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smtClean="0">
                <a:solidFill>
                  <a:schemeClr val="tx1"/>
                </a:solidFill>
              </a:rPr>
              <a:t>Price targets are set for Bull/Base/Bear scenarios are sizing depends on where pricing is relative to targets. Positions are typically established at a “toe-hold” or “mid-size” level with no distinction between the long and short side. Other factors influencing sizing include timing, portfolio attributes, and upside relative to other positions in the portfolio</a:t>
            </a:r>
            <a:r>
              <a:rPr lang="en-US" sz="1400" dirty="0" smtClean="0">
                <a:solidFill>
                  <a:schemeClr val="tx1"/>
                </a:solidFill>
              </a:rPr>
              <a:t>.</a:t>
            </a:r>
            <a:endParaRPr lang="en-US" sz="1400" dirty="0" smtClean="0">
              <a:solidFill>
                <a:schemeClr val="tx1"/>
              </a:solidFill>
            </a:endParaRPr>
          </a:p>
        </p:txBody>
      </p:sp>
      <p:sp>
        <p:nvSpPr>
          <p:cNvPr id="2" name="Title 1"/>
          <p:cNvSpPr>
            <a:spLocks noGrp="1"/>
          </p:cNvSpPr>
          <p:nvPr>
            <p:ph type="title"/>
          </p:nvPr>
        </p:nvSpPr>
        <p:spPr/>
        <p:txBody>
          <a:bodyPr/>
          <a:lstStyle/>
          <a:p>
            <a:r>
              <a:rPr lang="en-US" dirty="0" smtClean="0"/>
              <a:t>Portfolio Construction</a:t>
            </a:r>
            <a:endParaRPr lang="en-US" dirty="0"/>
          </a:p>
        </p:txBody>
      </p:sp>
      <p:sp>
        <p:nvSpPr>
          <p:cNvPr id="16" name="Content Placeholder 12"/>
          <p:cNvSpPr>
            <a:spLocks noGrp="1"/>
          </p:cNvSpPr>
          <p:nvPr>
            <p:ph idx="1"/>
          </p:nvPr>
        </p:nvSpPr>
        <p:spPr>
          <a:xfrm>
            <a:off x="293687" y="1235075"/>
            <a:ext cx="1839913" cy="5927725"/>
          </a:xfrm>
        </p:spPr>
        <p:txBody>
          <a:bodyPr/>
          <a:lstStyle/>
          <a:p>
            <a:pPr>
              <a:lnSpc>
                <a:spcPct val="100000"/>
              </a:lnSpc>
              <a:spcBef>
                <a:spcPts val="0"/>
              </a:spcBef>
            </a:pPr>
            <a:r>
              <a:rPr lang="en-US" sz="1200" b="0" dirty="0" smtClean="0">
                <a:solidFill>
                  <a:schemeClr val="tx1"/>
                </a:solidFill>
                <a:latin typeface="+mn-lt"/>
              </a:rPr>
              <a:t>The </a:t>
            </a:r>
            <a:r>
              <a:rPr lang="en-US" sz="1200" dirty="0" smtClean="0">
                <a:solidFill>
                  <a:schemeClr val="tx1"/>
                </a:solidFill>
                <a:latin typeface="+mn-lt"/>
              </a:rPr>
              <a:t>portfolio construction</a:t>
            </a:r>
            <a:r>
              <a:rPr lang="en-US" sz="1200" b="0" dirty="0" smtClean="0">
                <a:solidFill>
                  <a:schemeClr val="tx1"/>
                </a:solidFill>
                <a:latin typeface="+mn-lt"/>
              </a:rPr>
              <a:t> process for a portfolio manager establishes a baseline for understanding the underlying investment philosophy, evaluating portfolio changes, and establishing performance expectations. </a:t>
            </a:r>
          </a:p>
          <a:p>
            <a:pPr>
              <a:lnSpc>
                <a:spcPct val="100000"/>
              </a:lnSpc>
              <a:spcBef>
                <a:spcPts val="0"/>
              </a:spcBef>
            </a:pPr>
            <a:endParaRPr lang="en-US" sz="1200" b="0" dirty="0">
              <a:solidFill>
                <a:schemeClr val="tx1"/>
              </a:solidFill>
              <a:latin typeface="+mn-lt"/>
            </a:endParaRPr>
          </a:p>
          <a:p>
            <a:pPr>
              <a:lnSpc>
                <a:spcPct val="100000"/>
              </a:lnSpc>
              <a:spcBef>
                <a:spcPts val="0"/>
              </a:spcBef>
            </a:pPr>
            <a:r>
              <a:rPr lang="en-US" sz="1200" b="0" dirty="0" smtClean="0">
                <a:solidFill>
                  <a:schemeClr val="tx1"/>
                </a:solidFill>
                <a:latin typeface="+mn-lt"/>
              </a:rPr>
              <a:t>Three key components of position sizing include:</a:t>
            </a:r>
          </a:p>
          <a:p>
            <a:pPr>
              <a:lnSpc>
                <a:spcPct val="100000"/>
              </a:lnSpc>
              <a:spcBef>
                <a:spcPts val="0"/>
              </a:spcBef>
            </a:pPr>
            <a:endParaRPr lang="en-US" sz="1200" b="0" dirty="0">
              <a:solidFill>
                <a:schemeClr val="tx1"/>
              </a:solidFill>
              <a:latin typeface="+mn-lt"/>
            </a:endParaRPr>
          </a:p>
          <a:p>
            <a:pPr marL="171450" indent="-171450">
              <a:lnSpc>
                <a:spcPct val="100000"/>
              </a:lnSpc>
              <a:spcBef>
                <a:spcPts val="0"/>
              </a:spcBef>
              <a:buFont typeface="Arial" panose="020B0604020202020204" pitchFamily="34" charset="0"/>
              <a:buChar char="•"/>
            </a:pPr>
            <a:r>
              <a:rPr lang="en-US" sz="1200" dirty="0" smtClean="0">
                <a:solidFill>
                  <a:schemeClr val="tx1"/>
                </a:solidFill>
                <a:latin typeface="+mn-lt"/>
              </a:rPr>
              <a:t>Position initiation: </a:t>
            </a:r>
            <a:r>
              <a:rPr lang="en-US" sz="1200" b="0" dirty="0" smtClean="0">
                <a:solidFill>
                  <a:schemeClr val="tx1"/>
                </a:solidFill>
                <a:latin typeface="+mn-lt"/>
              </a:rPr>
              <a:t>How initial position sizes are established</a:t>
            </a:r>
          </a:p>
          <a:p>
            <a:pPr marL="171450" indent="-171450">
              <a:lnSpc>
                <a:spcPct val="100000"/>
              </a:lnSpc>
              <a:spcBef>
                <a:spcPts val="0"/>
              </a:spcBef>
              <a:buFont typeface="Arial" panose="020B0604020202020204" pitchFamily="34" charset="0"/>
              <a:buChar char="•"/>
            </a:pPr>
            <a:r>
              <a:rPr lang="en-US" sz="1200" dirty="0" smtClean="0">
                <a:solidFill>
                  <a:schemeClr val="tx1"/>
                </a:solidFill>
                <a:latin typeface="+mn-lt"/>
              </a:rPr>
              <a:t>Position Management: </a:t>
            </a:r>
            <a:r>
              <a:rPr lang="en-US" sz="1200" b="0" dirty="0" smtClean="0">
                <a:solidFill>
                  <a:schemeClr val="tx1"/>
                </a:solidFill>
                <a:latin typeface="+mn-lt"/>
              </a:rPr>
              <a:t>What factors influence changes in position size</a:t>
            </a:r>
          </a:p>
          <a:p>
            <a:pPr marL="171450" indent="-171450">
              <a:lnSpc>
                <a:spcPct val="100000"/>
              </a:lnSpc>
              <a:spcBef>
                <a:spcPts val="0"/>
              </a:spcBef>
              <a:buFont typeface="Arial" panose="020B0604020202020204" pitchFamily="34" charset="0"/>
              <a:buChar char="•"/>
            </a:pPr>
            <a:r>
              <a:rPr lang="en-US" sz="1200" dirty="0" smtClean="0">
                <a:solidFill>
                  <a:schemeClr val="tx1"/>
                </a:solidFill>
                <a:latin typeface="+mn-lt"/>
              </a:rPr>
              <a:t>Sell Discipline: </a:t>
            </a:r>
            <a:r>
              <a:rPr lang="en-US" sz="1200" b="0" dirty="0" smtClean="0">
                <a:solidFill>
                  <a:schemeClr val="tx1"/>
                </a:solidFill>
                <a:latin typeface="+mn-lt"/>
              </a:rPr>
              <a:t>The process for closing out a long or short position</a:t>
            </a:r>
            <a:endParaRPr lang="en-US" sz="1200" dirty="0" smtClean="0">
              <a:solidFill>
                <a:schemeClr val="tx1"/>
              </a:solidFill>
              <a:latin typeface="+mn-lt"/>
            </a:endParaRPr>
          </a:p>
          <a:p>
            <a:pPr>
              <a:lnSpc>
                <a:spcPct val="100000"/>
              </a:lnSpc>
              <a:spcBef>
                <a:spcPts val="0"/>
              </a:spcBef>
            </a:pPr>
            <a:endParaRPr lang="en-US" sz="1200" b="0" dirty="0">
              <a:solidFill>
                <a:schemeClr val="tx1"/>
              </a:solidFill>
              <a:latin typeface="+mn-lt"/>
            </a:endParaRPr>
          </a:p>
          <a:p>
            <a:pPr>
              <a:lnSpc>
                <a:spcPct val="100000"/>
              </a:lnSpc>
              <a:spcBef>
                <a:spcPts val="0"/>
              </a:spcBef>
            </a:pPr>
            <a:endParaRPr lang="en-US" sz="1100" b="0" dirty="0">
              <a:solidFill>
                <a:schemeClr val="tx1"/>
              </a:solidFill>
            </a:endParaRPr>
          </a:p>
          <a:p>
            <a:endParaRPr lang="en-US" sz="1100" b="0" dirty="0" smtClean="0">
              <a:solidFill>
                <a:schemeClr val="tx1"/>
              </a:solidFill>
            </a:endParaRPr>
          </a:p>
          <a:p>
            <a:endParaRPr lang="en-US" sz="1100" b="0" dirty="0">
              <a:solidFill>
                <a:schemeClr val="tx1"/>
              </a:solidFill>
            </a:endParaRPr>
          </a:p>
          <a:p>
            <a:endParaRPr lang="en-US" sz="1100" dirty="0" smtClean="0"/>
          </a:p>
        </p:txBody>
      </p:sp>
      <p:sp>
        <p:nvSpPr>
          <p:cNvPr id="7" name="Rectangle 6"/>
          <p:cNvSpPr/>
          <p:nvPr/>
        </p:nvSpPr>
        <p:spPr>
          <a:xfrm>
            <a:off x="2590800" y="1143000"/>
            <a:ext cx="609600" cy="17373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sz="1400" dirty="0" smtClean="0"/>
              <a:t> Position Initiation</a:t>
            </a:r>
            <a:endParaRPr lang="en-US" sz="1400" dirty="0"/>
          </a:p>
        </p:txBody>
      </p:sp>
      <p:sp>
        <p:nvSpPr>
          <p:cNvPr id="33" name="Rectangle 32"/>
          <p:cNvSpPr/>
          <p:nvPr/>
        </p:nvSpPr>
        <p:spPr>
          <a:xfrm>
            <a:off x="3193774" y="3040380"/>
            <a:ext cx="6400800" cy="2057400"/>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smtClean="0">
                <a:solidFill>
                  <a:schemeClr val="tx1"/>
                </a:solidFill>
              </a:rPr>
              <a:t>Position sizes are actively rebalanced as stocks move towards or away from price targets. Generally, winners are trimmed and losers are added to. Scaling is also a function of risk/reward assessment as conviction levels move higher or the investment thesis begins to bear fruit. On the short side, scaling also depends on availability. Catalysts paly a significant role in terms of the investment strategy and are captured through scenario analysis (Bull/Base/Bear). Each scenario embeds a specific event that leads to the stock converging to its price target.</a:t>
            </a:r>
            <a:endParaRPr lang="en-US" sz="1400" dirty="0">
              <a:solidFill>
                <a:schemeClr val="tx1"/>
              </a:solidFill>
            </a:endParaRPr>
          </a:p>
        </p:txBody>
      </p:sp>
      <p:sp>
        <p:nvSpPr>
          <p:cNvPr id="39" name="Rectangle 38"/>
          <p:cNvSpPr/>
          <p:nvPr/>
        </p:nvSpPr>
        <p:spPr>
          <a:xfrm>
            <a:off x="2584174" y="3040380"/>
            <a:ext cx="609600" cy="20574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sz="1400" dirty="0" smtClean="0"/>
              <a:t>Position Management</a:t>
            </a:r>
            <a:endParaRPr lang="en-US" sz="1400" dirty="0"/>
          </a:p>
        </p:txBody>
      </p:sp>
      <p:sp>
        <p:nvSpPr>
          <p:cNvPr id="51" name="Rectangle 50"/>
          <p:cNvSpPr/>
          <p:nvPr/>
        </p:nvSpPr>
        <p:spPr>
          <a:xfrm>
            <a:off x="3200400" y="5257800"/>
            <a:ext cx="6400800" cy="1737360"/>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smtClean="0">
                <a:solidFill>
                  <a:schemeClr val="tx1"/>
                </a:solidFill>
              </a:rPr>
              <a:t>Exit methodologies include reaching price targets, the availability of better opportunities, a discrediting of the investment thesis (when the movements of the position are not in line with the thesis), the failure of a catalyst to materialize, and the appearance of systemic risk factors.</a:t>
            </a:r>
            <a:endParaRPr lang="en-US" sz="1400" dirty="0">
              <a:solidFill>
                <a:schemeClr val="tx1"/>
              </a:solidFill>
            </a:endParaRPr>
          </a:p>
        </p:txBody>
      </p:sp>
      <p:sp>
        <p:nvSpPr>
          <p:cNvPr id="56" name="Rectangle 55"/>
          <p:cNvSpPr/>
          <p:nvPr/>
        </p:nvSpPr>
        <p:spPr>
          <a:xfrm>
            <a:off x="2590800" y="5257800"/>
            <a:ext cx="609600" cy="173736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sz="1400" dirty="0" smtClean="0"/>
              <a:t>Sell Discipline</a:t>
            </a:r>
            <a:endParaRPr lang="en-US" sz="1400" dirty="0"/>
          </a:p>
        </p:txBody>
      </p:sp>
    </p:spTree>
    <p:extLst>
      <p:ext uri="{BB962C8B-B14F-4D97-AF65-F5344CB8AC3E}">
        <p14:creationId xmlns:p14="http://schemas.microsoft.com/office/powerpoint/2010/main" val="240097980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Cello">
      <a:dk1>
        <a:srgbClr val="000000"/>
      </a:dk1>
      <a:lt1>
        <a:srgbClr val="FFFFFF"/>
      </a:lt1>
      <a:dk2>
        <a:srgbClr val="203353"/>
      </a:dk2>
      <a:lt2>
        <a:srgbClr val="EFEBE4"/>
      </a:lt2>
      <a:accent1>
        <a:srgbClr val="2E398A"/>
      </a:accent1>
      <a:accent2>
        <a:srgbClr val="8891D5"/>
      </a:accent2>
      <a:accent3>
        <a:srgbClr val="968880"/>
      </a:accent3>
      <a:accent4>
        <a:srgbClr val="000000"/>
      </a:accent4>
      <a:accent5>
        <a:srgbClr val="ADAEC4"/>
      </a:accent5>
      <a:accent6>
        <a:srgbClr val="7B83C1"/>
      </a:accent6>
      <a:hlink>
        <a:srgbClr val="968880"/>
      </a:hlink>
      <a:folHlink>
        <a:srgbClr val="533D2D"/>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7222</TotalTime>
  <Words>503</Words>
  <Application>Microsoft Office PowerPoint</Application>
  <PresentationFormat>Custom</PresentationFormat>
  <Paragraphs>37</Paragraphs>
  <Slides>2</Slides>
  <Notes>2</Notes>
  <HiddenSlides>0</HiddenSlides>
  <MMClips>0</MMClips>
  <ScaleCrop>false</ScaleCrop>
  <HeadingPairs>
    <vt:vector size="4" baseType="variant">
      <vt:variant>
        <vt:lpstr>Theme</vt:lpstr>
      </vt:variant>
      <vt:variant>
        <vt:i4>1</vt:i4>
      </vt:variant>
      <vt:variant>
        <vt:lpstr>Slide Titles</vt:lpstr>
      </vt:variant>
      <vt:variant>
        <vt:i4>2</vt:i4>
      </vt:variant>
    </vt:vector>
  </HeadingPairs>
  <TitlesOfParts>
    <vt:vector size="3" baseType="lpstr">
      <vt:lpstr>Office Theme</vt:lpstr>
      <vt:lpstr>Investment Style</vt:lpstr>
      <vt:lpstr>Portfolio Construction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Matt</dc:creator>
  <cp:lastModifiedBy>Lien Chen</cp:lastModifiedBy>
  <cp:revision>522</cp:revision>
  <cp:lastPrinted>2015-07-02T14:12:03Z</cp:lastPrinted>
  <dcterms:created xsi:type="dcterms:W3CDTF">2015-05-21T20:34:11Z</dcterms:created>
  <dcterms:modified xsi:type="dcterms:W3CDTF">2015-07-17T14:46:39Z</dcterms:modified>
</cp:coreProperties>
</file>