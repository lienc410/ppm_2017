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9" r:id="rId2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3" autoAdjust="0"/>
    <p:restoredTop sz="94660" autoAdjust="0"/>
  </p:normalViewPr>
  <p:slideViewPr>
    <p:cSldViewPr showGuides="1">
      <p:cViewPr>
        <p:scale>
          <a:sx n="150" d="100"/>
          <a:sy n="150" d="100"/>
        </p:scale>
        <p:origin x="-432" y="102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>
                <a:solidFill>
                  <a:schemeClr val="tx1"/>
                </a:solidFill>
              </a:rPr>
              <a:t>The </a:t>
            </a:r>
            <a:r>
              <a:rPr lang="en-US" sz="1100" b="0" dirty="0" smtClean="0">
                <a:solidFill>
                  <a:schemeClr val="tx1"/>
                </a:solidFill>
              </a:rPr>
              <a:t>asset risk of a commercial property comes from both market uncertainty and idiosyncratic source.</a:t>
            </a:r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 rot="16200000">
            <a:off x="3479738" y="2790365"/>
            <a:ext cx="1932905" cy="1729581"/>
            <a:chOff x="1793875" y="2565400"/>
            <a:chExt cx="5549900" cy="792163"/>
          </a:xfrm>
        </p:grpSpPr>
        <p:cxnSp>
          <p:nvCxnSpPr>
            <p:cNvPr id="7" name="AutoShape 15"/>
            <p:cNvCxnSpPr>
              <a:cxnSpLocks noChangeShapeType="1"/>
            </p:cNvCxnSpPr>
            <p:nvPr/>
          </p:nvCxnSpPr>
          <p:spPr bwMode="auto">
            <a:xfrm rot="5400000">
              <a:off x="2784475" y="1574800"/>
              <a:ext cx="792163" cy="2773363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8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5559425" y="1573213"/>
              <a:ext cx="792163" cy="2776537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9" name="AutoShape 17"/>
            <p:cNvCxnSpPr>
              <a:cxnSpLocks noChangeShapeType="1"/>
            </p:cNvCxnSpPr>
            <p:nvPr/>
          </p:nvCxnSpPr>
          <p:spPr bwMode="auto">
            <a:xfrm rot="16200000">
              <a:off x="4171156" y="2961482"/>
              <a:ext cx="792163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 type="none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310982" y="3448079"/>
                <a:ext cx="975908" cy="349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𝑀𝑘𝑡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,  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𝐹𝑙𝑎𝑡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82" y="3448079"/>
                <a:ext cx="975908" cy="349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310982" y="2467668"/>
                <a:ext cx="872675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𝑀𝑘𝑡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𝑈𝑝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82" y="2467668"/>
                <a:ext cx="872675" cy="357534"/>
              </a:xfrm>
              <a:prstGeom prst="rect">
                <a:avLst/>
              </a:prstGeom>
              <a:blipFill rotWithShape="1"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310982" y="4495800"/>
                <a:ext cx="1085041" cy="349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𝑀𝑘𝑡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𝐷𝑜𝑤𝑛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82" y="4495800"/>
                <a:ext cx="1085041" cy="3493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24200" y="3471446"/>
                <a:ext cx="3627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471446"/>
                <a:ext cx="362792" cy="33855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 rot="16200000">
            <a:off x="6235282" y="2305970"/>
            <a:ext cx="689028" cy="579342"/>
            <a:chOff x="1793875" y="2565400"/>
            <a:chExt cx="5549900" cy="792163"/>
          </a:xfrm>
        </p:grpSpPr>
        <p:cxnSp>
          <p:nvCxnSpPr>
            <p:cNvPr id="20" name="AutoShape 15"/>
            <p:cNvCxnSpPr>
              <a:cxnSpLocks noChangeShapeType="1"/>
            </p:cNvCxnSpPr>
            <p:nvPr/>
          </p:nvCxnSpPr>
          <p:spPr bwMode="auto">
            <a:xfrm rot="5400000">
              <a:off x="2784475" y="1574800"/>
              <a:ext cx="792163" cy="2773363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1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5559425" y="1573213"/>
              <a:ext cx="792163" cy="2776537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2" name="AutoShape 17"/>
            <p:cNvCxnSpPr>
              <a:cxnSpLocks noChangeShapeType="1"/>
            </p:cNvCxnSpPr>
            <p:nvPr/>
          </p:nvCxnSpPr>
          <p:spPr bwMode="auto">
            <a:xfrm rot="16200000">
              <a:off x="4171156" y="2961482"/>
              <a:ext cx="792163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 type="none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975925" y="2057400"/>
                <a:ext cx="963405" cy="377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𝑈𝑝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25" y="2057400"/>
                <a:ext cx="963405" cy="377476"/>
              </a:xfrm>
              <a:prstGeom prst="rect">
                <a:avLst/>
              </a:prstGeom>
              <a:blipFill rotWithShape="1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 rot="16200000">
            <a:off x="6235282" y="3385276"/>
            <a:ext cx="689028" cy="579342"/>
            <a:chOff x="1793875" y="2565400"/>
            <a:chExt cx="5549900" cy="792163"/>
          </a:xfrm>
        </p:grpSpPr>
        <p:cxnSp>
          <p:nvCxnSpPr>
            <p:cNvPr id="36" name="AutoShape 15"/>
            <p:cNvCxnSpPr>
              <a:cxnSpLocks noChangeShapeType="1"/>
            </p:cNvCxnSpPr>
            <p:nvPr/>
          </p:nvCxnSpPr>
          <p:spPr bwMode="auto">
            <a:xfrm rot="5400000">
              <a:off x="2784475" y="1574800"/>
              <a:ext cx="792163" cy="2773363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7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5559425" y="1573213"/>
              <a:ext cx="792163" cy="2776537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8" name="AutoShape 17"/>
            <p:cNvCxnSpPr>
              <a:cxnSpLocks noChangeShapeType="1"/>
            </p:cNvCxnSpPr>
            <p:nvPr/>
          </p:nvCxnSpPr>
          <p:spPr bwMode="auto">
            <a:xfrm rot="16200000">
              <a:off x="4171156" y="2961482"/>
              <a:ext cx="792163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 type="none" w="med" len="med"/>
            </a:ln>
          </p:spPr>
        </p:cxnSp>
      </p:grpSp>
      <p:grpSp>
        <p:nvGrpSpPr>
          <p:cNvPr id="42" name="Group 41"/>
          <p:cNvGrpSpPr/>
          <p:nvPr/>
        </p:nvGrpSpPr>
        <p:grpSpPr>
          <a:xfrm rot="16200000">
            <a:off x="6235282" y="4502952"/>
            <a:ext cx="689028" cy="579342"/>
            <a:chOff x="1793875" y="2565400"/>
            <a:chExt cx="5549900" cy="792163"/>
          </a:xfrm>
        </p:grpSpPr>
        <p:cxnSp>
          <p:nvCxnSpPr>
            <p:cNvPr id="43" name="AutoShape 15"/>
            <p:cNvCxnSpPr>
              <a:cxnSpLocks noChangeShapeType="1"/>
            </p:cNvCxnSpPr>
            <p:nvPr/>
          </p:nvCxnSpPr>
          <p:spPr bwMode="auto">
            <a:xfrm rot="5400000">
              <a:off x="2784475" y="1574800"/>
              <a:ext cx="792163" cy="2773363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44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5559425" y="1573213"/>
              <a:ext cx="792163" cy="2776537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45" name="AutoShape 17"/>
            <p:cNvCxnSpPr>
              <a:cxnSpLocks noChangeShapeType="1"/>
            </p:cNvCxnSpPr>
            <p:nvPr/>
          </p:nvCxnSpPr>
          <p:spPr bwMode="auto">
            <a:xfrm rot="16200000">
              <a:off x="4171156" y="2961482"/>
              <a:ext cx="792163" cy="0"/>
            </a:xfrm>
            <a:prstGeom prst="straightConnector1">
              <a:avLst/>
            </a:prstGeom>
            <a:noFill/>
            <a:ln w="12700">
              <a:solidFill>
                <a:schemeClr val="accent1"/>
              </a:solidFill>
              <a:round/>
              <a:headEnd type="triangle" w="med" len="med"/>
              <a:tailEnd type="none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6975925" y="2376577"/>
                <a:ext cx="967764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𝑈𝑝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25" y="2376577"/>
                <a:ext cx="967764" cy="377989"/>
              </a:xfrm>
              <a:prstGeom prst="rect">
                <a:avLst/>
              </a:prstGeom>
              <a:blipFill rotWithShape="1">
                <a:blip r:embed="rId7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6975925" y="2696268"/>
                <a:ext cx="967764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𝑈𝑝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25" y="2696268"/>
                <a:ext cx="967764" cy="377989"/>
              </a:xfrm>
              <a:prstGeom prst="rect">
                <a:avLst/>
              </a:prstGeom>
              <a:blipFill rotWithShape="1">
                <a:blip r:embed="rId8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7010400" y="3163301"/>
                <a:ext cx="1066639" cy="369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𝐹𝑙𝑎𝑡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163301"/>
                <a:ext cx="1066639" cy="369268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7010400" y="3482478"/>
                <a:ext cx="1070999" cy="36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𝐹𝑙𝑎𝑡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482478"/>
                <a:ext cx="1070999" cy="36978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7010400" y="3802169"/>
                <a:ext cx="1070999" cy="36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𝐹𝑙𝑎𝑡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3802169"/>
                <a:ext cx="1070999" cy="369781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7010400" y="4293601"/>
                <a:ext cx="1175771" cy="369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𝐷𝑜𝑤𝑛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293601"/>
                <a:ext cx="1175771" cy="36926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7010400" y="4612778"/>
                <a:ext cx="1180131" cy="36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𝐷𝑜𝑤𝑛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612778"/>
                <a:ext cx="1180131" cy="369781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7010400" y="4932469"/>
                <a:ext cx="1180131" cy="36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𝑀𝑘𝑡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𝐷𝑜𝑤𝑛</m:t>
                              </m:r>
                            </m:sub>
                          </m:sSub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932469"/>
                <a:ext cx="1180131" cy="369781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5105400" y="5877580"/>
            <a:ext cx="1100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Market Uncertainty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6975925" y="5877580"/>
            <a:ext cx="1100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Individual</a:t>
            </a:r>
          </a:p>
          <a:p>
            <a:pPr algn="ctr"/>
            <a:r>
              <a:rPr lang="en-US" sz="1400" dirty="0" smtClean="0"/>
              <a:t>Dispersion</a:t>
            </a:r>
            <a:endParaRPr lang="en-US" sz="1400" dirty="0"/>
          </a:p>
        </p:txBody>
      </p:sp>
      <p:sp>
        <p:nvSpPr>
          <p:cNvPr id="60" name="Plus 59"/>
          <p:cNvSpPr/>
          <p:nvPr/>
        </p:nvSpPr>
        <p:spPr>
          <a:xfrm>
            <a:off x="6396024" y="5953780"/>
            <a:ext cx="365760" cy="365760"/>
          </a:xfrm>
          <a:prstGeom prst="mathPlus">
            <a:avLst>
              <a:gd name="adj1" fmla="val 68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Elbow Connector 61"/>
          <p:cNvCxnSpPr>
            <a:stCxn id="57" idx="0"/>
            <a:endCxn id="58" idx="0"/>
          </p:cNvCxnSpPr>
          <p:nvPr/>
        </p:nvCxnSpPr>
        <p:spPr>
          <a:xfrm rot="5400000" flipH="1" flipV="1">
            <a:off x="6591047" y="4942318"/>
            <a:ext cx="12700" cy="187052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743200" y="14287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 Placeholder 8"/>
          <p:cNvSpPr txBox="1">
            <a:spLocks/>
          </p:cNvSpPr>
          <p:nvPr/>
        </p:nvSpPr>
        <p:spPr>
          <a:xfrm>
            <a:off x="4343400" y="1333500"/>
            <a:ext cx="32766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The Asset Risk from Market and Idiosyncratic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6723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4398</TotalTime>
  <Words>130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377</cp:revision>
  <cp:lastPrinted>2015-06-19T12:14:16Z</cp:lastPrinted>
  <dcterms:created xsi:type="dcterms:W3CDTF">2015-05-21T20:34:11Z</dcterms:created>
  <dcterms:modified xsi:type="dcterms:W3CDTF">2015-07-01T23:37:42Z</dcterms:modified>
</cp:coreProperties>
</file>